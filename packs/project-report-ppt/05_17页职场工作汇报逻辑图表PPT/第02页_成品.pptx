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3E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3E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contents"/>
          <p:cNvSpPr txBox="1"/>
          <p:nvPr/>
        </p:nvSpPr>
        <p:spPr>
          <a:xfrm>
            <a:off x="2400300" y="1638300"/>
            <a:ext cx="17049750" cy="1600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900" b="1" i="0" spc="8850">
                <a:solidFill>
                  <a:srgbClr val="A6BAA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24307800" y="1828800"/>
            <a:ext cx="3619500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b="1" i="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6" name="red-bar"/>
          <p:cNvSpPr/>
          <p:nvPr/>
        </p:nvSpPr>
        <p:spPr>
          <a:xfrm>
            <a:off x="2438400" y="15240000"/>
            <a:ext cx="25622250" cy="952500"/>
          </a:xfrm>
          <a:prstGeom prst="roundRect">
            <a:avLst>
              <a:gd name="adj" fmla="val 34000"/>
            </a:avLst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card"/>
          <p:cNvSpPr/>
          <p:nvPr/>
        </p:nvSpPr>
        <p:spPr>
          <a:xfrm>
            <a:off x="1790700" y="3448050"/>
            <a:ext cx="26936700" cy="12058650"/>
          </a:xfrm>
          <a:prstGeom prst="roundRect">
            <a:avLst>
              <a:gd name="adj" fmla="val 2843"/>
            </a:avLst>
          </a:prstGeom>
          <a:solidFill>
            <a:srgbClr val="FCF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0" name="left-panel"/>
          <p:cNvGrpSpPr/>
          <p:nvPr/>
        </p:nvGrpSpPr>
        <p:grpSpPr>
          <a:xfrm>
            <a:off x="3209925" y="6286500"/>
            <a:ext cx="5495925" cy="6124575"/>
            <a:chOff x="3209925" y="6286500"/>
            <a:chExt cx="5495925" cy="6124575"/>
          </a:xfrm>
        </p:grpSpPr>
        <p:sp>
          <p:nvSpPr>
            <p:cNvPr id="8" name="ring-outer"/>
            <p:cNvSpPr/>
            <p:nvPr/>
          </p:nvSpPr>
          <p:spPr>
            <a:xfrm>
              <a:off x="3209925" y="6286500"/>
              <a:ext cx="2933700" cy="2933700"/>
            </a:xfrm>
            <a:prstGeom prst="ellipse">
              <a:avLst/>
            </a:prstGeom>
            <a:solidFill>
              <a:srgbClr val="E9F3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ng-inner"/>
            <p:cNvSpPr/>
            <p:nvPr/>
          </p:nvSpPr>
          <p:spPr>
            <a:xfrm>
              <a:off x="3876675" y="6953250"/>
              <a:ext cx="1600200" cy="1600200"/>
            </a:xfrm>
            <a:prstGeom prst="ellipse">
              <a:avLst/>
            </a:prstGeom>
            <a:solidFill>
              <a:srgbClr val="FCFD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itle-mulu"/>
            <p:cNvSpPr txBox="1"/>
            <p:nvPr/>
          </p:nvSpPr>
          <p:spPr>
            <a:xfrm>
              <a:off x="4133850" y="7219950"/>
              <a:ext cx="4572000" cy="1905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3500" b="1" i="0" spc="4125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</a:p>
          </p:txBody>
        </p:sp>
        <p:sp>
          <p:nvSpPr>
            <p:cNvPr id="11" name="sub-1"/>
            <p:cNvSpPr txBox="1"/>
            <p:nvPr/>
          </p:nvSpPr>
          <p:spPr>
            <a:xfrm>
              <a:off x="4238625" y="9982200"/>
              <a:ext cx="314325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点击输入总结</a:t>
              </a:r>
            </a:p>
          </p:txBody>
        </p:sp>
        <p:sp>
          <p:nvSpPr>
            <p:cNvPr id="12" name="sub-2"/>
            <p:cNvSpPr txBox="1"/>
            <p:nvPr/>
          </p:nvSpPr>
          <p:spPr>
            <a:xfrm>
              <a:off x="4238625" y="10734675"/>
              <a:ext cx="314325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内容</a:t>
              </a:r>
            </a:p>
          </p:txBody>
        </p:sp>
        <p:sp>
          <p:nvSpPr>
            <p:cNvPr id="13" name="arrow-1"/>
            <p:cNvSpPr/>
            <p:nvPr/>
          </p:nvSpPr>
          <p:spPr>
            <a:xfrm>
              <a:off x="4324350" y="11820525"/>
              <a:ext cx="485775" cy="590550"/>
            </a:xfrm>
            <a:custGeom>
              <a:avLst/>
              <a:gdLst/>
              <a:ahLst/>
              <a:cxnLst/>
              <a:rect l="l" t="t" r="r" b="b"/>
              <a:pathLst>
                <a:path w="485775" h="590550">
                  <a:moveTo>
                    <a:pt x="0" y="0"/>
                  </a:moveTo>
                  <a:lnTo>
                    <a:pt x="485775" y="295275"/>
                  </a:lnTo>
                  <a:lnTo>
                    <a:pt x="0" y="590550"/>
                  </a:lnTo>
                </a:path>
              </a:pathLst>
            </a:custGeom>
            <a:noFill/>
            <a:ln w="95250">
              <a:solidFill>
                <a:srgbClr val="4D89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rrow-2"/>
            <p:cNvSpPr/>
            <p:nvPr/>
          </p:nvSpPr>
          <p:spPr>
            <a:xfrm>
              <a:off x="4810125" y="11820525"/>
              <a:ext cx="485775" cy="590550"/>
            </a:xfrm>
            <a:custGeom>
              <a:avLst/>
              <a:gdLst/>
              <a:ahLst/>
              <a:cxnLst/>
              <a:rect l="l" t="t" r="r" b="b"/>
              <a:pathLst>
                <a:path w="485775" h="590550">
                  <a:moveTo>
                    <a:pt x="0" y="0"/>
                  </a:moveTo>
                  <a:lnTo>
                    <a:pt x="485775" y="295275"/>
                  </a:lnTo>
                  <a:lnTo>
                    <a:pt x="0" y="590550"/>
                  </a:lnTo>
                </a:path>
              </a:pathLst>
            </a:custGeom>
            <a:noFill/>
            <a:ln w="95250">
              <a:solidFill>
                <a:srgbClr val="4D89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arrow-3"/>
            <p:cNvSpPr/>
            <p:nvPr/>
          </p:nvSpPr>
          <p:spPr>
            <a:xfrm>
              <a:off x="5295900" y="11820525"/>
              <a:ext cx="485775" cy="590550"/>
            </a:xfrm>
            <a:custGeom>
              <a:avLst/>
              <a:gdLst/>
              <a:ahLst/>
              <a:cxnLst/>
              <a:rect l="l" t="t" r="r" b="b"/>
              <a:pathLst>
                <a:path w="485775" h="590550">
                  <a:moveTo>
                    <a:pt x="0" y="0"/>
                  </a:moveTo>
                  <a:lnTo>
                    <a:pt x="485775" y="295275"/>
                  </a:lnTo>
                  <a:lnTo>
                    <a:pt x="0" y="590550"/>
                  </a:lnTo>
                </a:path>
              </a:pathLst>
            </a:custGeom>
            <a:noFill/>
            <a:ln w="95250">
              <a:solidFill>
                <a:srgbClr val="4D89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cell-01"/>
          <p:cNvGrpSpPr/>
          <p:nvPr/>
        </p:nvGrpSpPr>
        <p:grpSpPr>
          <a:xfrm>
            <a:off x="9572625" y="4724400"/>
            <a:ext cx="8191500" cy="3943350"/>
            <a:chOff x="9572625" y="4724400"/>
            <a:chExt cx="8191500" cy="3943350"/>
          </a:xfrm>
        </p:grpSpPr>
        <p:sp>
          <p:nvSpPr>
            <p:cNvPr id="16" name="num-01"/>
            <p:cNvSpPr txBox="1"/>
            <p:nvPr/>
          </p:nvSpPr>
          <p:spPr>
            <a:xfrm>
              <a:off x="9725025" y="4724400"/>
              <a:ext cx="14287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0" i="0" spc="150">
                  <a:solidFill>
                    <a:srgbClr val="96B49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7" name="line-01"/>
            <p:cNvSpPr/>
            <p:nvPr/>
          </p:nvSpPr>
          <p:spPr>
            <a:xfrm>
              <a:off x="9601200" y="5857875"/>
              <a:ext cx="8067675" cy="5715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h-01"/>
            <p:cNvSpPr txBox="1"/>
            <p:nvPr/>
          </p:nvSpPr>
          <p:spPr>
            <a:xfrm>
              <a:off x="9601200" y="6276975"/>
              <a:ext cx="4041648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19" name="b1-01"/>
            <p:cNvSpPr txBox="1"/>
            <p:nvPr/>
          </p:nvSpPr>
          <p:spPr>
            <a:xfrm>
              <a:off x="9572625" y="7372350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此处可输入正文内容；此处可输入正</a:t>
              </a:r>
            </a:p>
          </p:txBody>
        </p:sp>
        <p:sp>
          <p:nvSpPr>
            <p:cNvPr id="20" name="b2-01"/>
            <p:cNvSpPr txBox="1"/>
            <p:nvPr/>
          </p:nvSpPr>
          <p:spPr>
            <a:xfrm>
              <a:off x="9572625" y="8115300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文内容；此处可输入正文内容</a:t>
              </a:r>
            </a:p>
          </p:txBody>
        </p:sp>
      </p:grpSp>
      <p:grpSp>
        <p:nvGrpSpPr>
          <p:cNvPr id="37" name="cell-02"/>
          <p:cNvGrpSpPr/>
          <p:nvPr/>
        </p:nvGrpSpPr>
        <p:grpSpPr>
          <a:xfrm>
            <a:off x="18964275" y="4676775"/>
            <a:ext cx="8191500" cy="3943350"/>
            <a:chOff x="18964275" y="4676775"/>
            <a:chExt cx="8191500" cy="3943350"/>
          </a:xfrm>
        </p:grpSpPr>
        <p:sp>
          <p:nvSpPr>
            <p:cNvPr id="21" name="num-02"/>
            <p:cNvSpPr txBox="1"/>
            <p:nvPr/>
          </p:nvSpPr>
          <p:spPr>
            <a:xfrm>
              <a:off x="19116675" y="4676775"/>
              <a:ext cx="14287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0" i="0" spc="150">
                  <a:solidFill>
                    <a:srgbClr val="96B49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2" name="line-02"/>
            <p:cNvSpPr/>
            <p:nvPr/>
          </p:nvSpPr>
          <p:spPr>
            <a:xfrm>
              <a:off x="18983325" y="5781675"/>
              <a:ext cx="8058150" cy="66675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h-02"/>
            <p:cNvSpPr txBox="1"/>
            <p:nvPr/>
          </p:nvSpPr>
          <p:spPr>
            <a:xfrm>
              <a:off x="18983325" y="6229350"/>
              <a:ext cx="4041648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24" name="b1-02"/>
            <p:cNvSpPr txBox="1"/>
            <p:nvPr/>
          </p:nvSpPr>
          <p:spPr>
            <a:xfrm>
              <a:off x="18964275" y="7324725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此处可输入正文内容；此处可输入正</a:t>
              </a:r>
            </a:p>
          </p:txBody>
        </p:sp>
        <p:sp>
          <p:nvSpPr>
            <p:cNvPr id="25" name="b2-02"/>
            <p:cNvSpPr txBox="1"/>
            <p:nvPr/>
          </p:nvSpPr>
          <p:spPr>
            <a:xfrm>
              <a:off x="18964275" y="8067675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文内容；此处可输入正文内容</a:t>
              </a:r>
            </a:p>
          </p:txBody>
        </p:sp>
      </p:grpSp>
      <p:grpSp>
        <p:nvGrpSpPr>
          <p:cNvPr id="38" name="cell-03"/>
          <p:cNvGrpSpPr/>
          <p:nvPr/>
        </p:nvGrpSpPr>
        <p:grpSpPr>
          <a:xfrm>
            <a:off x="9677400" y="9582150"/>
            <a:ext cx="8191500" cy="3943350"/>
            <a:chOff x="9677400" y="9582150"/>
            <a:chExt cx="8191500" cy="3943350"/>
          </a:xfrm>
        </p:grpSpPr>
        <p:sp>
          <p:nvSpPr>
            <p:cNvPr id="26" name="num-03"/>
            <p:cNvSpPr txBox="1"/>
            <p:nvPr/>
          </p:nvSpPr>
          <p:spPr>
            <a:xfrm>
              <a:off x="9829800" y="9582150"/>
              <a:ext cx="14287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0" i="0" spc="150">
                  <a:solidFill>
                    <a:srgbClr val="96B49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7" name="line-03"/>
            <p:cNvSpPr/>
            <p:nvPr/>
          </p:nvSpPr>
          <p:spPr>
            <a:xfrm>
              <a:off x="9705975" y="10715625"/>
              <a:ext cx="8001000" cy="5715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h-03"/>
            <p:cNvSpPr txBox="1"/>
            <p:nvPr/>
          </p:nvSpPr>
          <p:spPr>
            <a:xfrm>
              <a:off x="9705975" y="11134725"/>
              <a:ext cx="4041648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29" name="b1-03"/>
            <p:cNvSpPr txBox="1"/>
            <p:nvPr/>
          </p:nvSpPr>
          <p:spPr>
            <a:xfrm>
              <a:off x="9677400" y="12230100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此处可输入正文内容；此处可输入正</a:t>
              </a:r>
            </a:p>
          </p:txBody>
        </p:sp>
        <p:sp>
          <p:nvSpPr>
            <p:cNvPr id="30" name="b2-03"/>
            <p:cNvSpPr txBox="1"/>
            <p:nvPr/>
          </p:nvSpPr>
          <p:spPr>
            <a:xfrm>
              <a:off x="9677400" y="12973050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文内容；此处可输入正文内容</a:t>
              </a:r>
            </a:p>
          </p:txBody>
        </p:sp>
      </p:grpSp>
      <p:grpSp>
        <p:nvGrpSpPr>
          <p:cNvPr id="39" name="cell-04"/>
          <p:cNvGrpSpPr/>
          <p:nvPr/>
        </p:nvGrpSpPr>
        <p:grpSpPr>
          <a:xfrm>
            <a:off x="19069050" y="9534525"/>
            <a:ext cx="8191500" cy="3943350"/>
            <a:chOff x="19069050" y="9534525"/>
            <a:chExt cx="8191500" cy="3943350"/>
          </a:xfrm>
        </p:grpSpPr>
        <p:sp>
          <p:nvSpPr>
            <p:cNvPr id="31" name="num-04"/>
            <p:cNvSpPr txBox="1"/>
            <p:nvPr/>
          </p:nvSpPr>
          <p:spPr>
            <a:xfrm>
              <a:off x="19211925" y="9534525"/>
              <a:ext cx="14287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0" i="0" spc="150">
                  <a:solidFill>
                    <a:srgbClr val="96B49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2" name="line-04"/>
            <p:cNvSpPr/>
            <p:nvPr/>
          </p:nvSpPr>
          <p:spPr>
            <a:xfrm>
              <a:off x="19107150" y="10639425"/>
              <a:ext cx="8058150" cy="66675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h-04"/>
            <p:cNvSpPr txBox="1"/>
            <p:nvPr/>
          </p:nvSpPr>
          <p:spPr>
            <a:xfrm>
              <a:off x="19088100" y="11087100"/>
              <a:ext cx="4041648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34" name="b1-04"/>
            <p:cNvSpPr txBox="1"/>
            <p:nvPr/>
          </p:nvSpPr>
          <p:spPr>
            <a:xfrm>
              <a:off x="19069050" y="12182475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此处可输入正文内容；此处可输入正</a:t>
              </a:r>
            </a:p>
          </p:txBody>
        </p:sp>
        <p:sp>
          <p:nvSpPr>
            <p:cNvPr id="35" name="b2-04"/>
            <p:cNvSpPr txBox="1"/>
            <p:nvPr/>
          </p:nvSpPr>
          <p:spPr>
            <a:xfrm>
              <a:off x="19069050" y="12925425"/>
              <a:ext cx="8191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0" i="0">
                  <a:solidFill>
                    <a:srgbClr val="4A4B4D"/>
                  </a:solidFill>
                  <a:latin typeface="Microsoft YaHei"/>
                  <a:ea typeface="Microsoft YaHei"/>
                  <a:cs typeface="Microsoft YaHei"/>
                </a:rPr>
                <a:t>文内容；此处可输入正文内容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