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EFEFC"/>
          </a:soli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EFEFC"/>
          </a:soli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reen-fiel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3E6842"/>
          </a:soli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een-spot"/>
          <p:cNvSpPr/>
          <p:nvPr/>
        </p:nvSpPr>
        <p:spPr>
          <a:xfrm>
            <a:off x="4286250" y="0"/>
            <a:ext cx="21907500" cy="17145000"/>
          </a:xfrm>
          <a:prstGeom prst="ellipse">
            <a:avLst/>
          </a:prstGeom>
          <a:gradFill rotWithShape="1">
            <a:gsLst>
              <a:gs pos="0">
                <a:srgbClr val="4F8855"/>
              </a:gs>
              <a:gs pos="100000">
                <a:srgbClr val="3E6842"/>
              </a:gs>
            </a:gsLst>
            <a:path path="circle">
              <a:fillToRect l="0" t="0" r="0" b="0"/>
            </a:path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ave-fringe-top"/>
          <p:cNvSpPr/>
          <p:nvPr/>
        </p:nvSpPr>
        <p:spPr>
          <a:xfrm>
            <a:off x="0" y="10583228"/>
            <a:ext cx="30460950" cy="2498407"/>
          </a:xfrm>
          <a:custGeom>
            <a:avLst/>
            <a:gdLst/>
            <a:ahLst/>
            <a:cxnLst/>
            <a:rect l="l" t="t" r="r" b="b"/>
            <a:pathLst>
              <a:path w="30460950" h="2498407">
                <a:moveTo>
                  <a:pt x="0" y="2042160"/>
                </a:moveTo>
                <a:lnTo>
                  <a:pt x="304800" y="2105024"/>
                </a:lnTo>
                <a:lnTo>
                  <a:pt x="609600" y="2161222"/>
                </a:lnTo>
                <a:lnTo>
                  <a:pt x="914400" y="2209800"/>
                </a:lnTo>
                <a:lnTo>
                  <a:pt x="1219200" y="2250757"/>
                </a:lnTo>
                <a:lnTo>
                  <a:pt x="1524000" y="2286000"/>
                </a:lnTo>
                <a:lnTo>
                  <a:pt x="1828800" y="2314574"/>
                </a:lnTo>
                <a:lnTo>
                  <a:pt x="2133600" y="2336482"/>
                </a:lnTo>
                <a:lnTo>
                  <a:pt x="2438400" y="2355532"/>
                </a:lnTo>
                <a:lnTo>
                  <a:pt x="2743200" y="2371724"/>
                </a:lnTo>
                <a:lnTo>
                  <a:pt x="3048000" y="2381250"/>
                </a:lnTo>
                <a:lnTo>
                  <a:pt x="3352800" y="2384107"/>
                </a:lnTo>
                <a:lnTo>
                  <a:pt x="3657600" y="2381250"/>
                </a:lnTo>
                <a:lnTo>
                  <a:pt x="3962400" y="2374582"/>
                </a:lnTo>
                <a:lnTo>
                  <a:pt x="4267200" y="2363152"/>
                </a:lnTo>
                <a:lnTo>
                  <a:pt x="4572000" y="2348864"/>
                </a:lnTo>
                <a:lnTo>
                  <a:pt x="4876800" y="2331720"/>
                </a:lnTo>
                <a:lnTo>
                  <a:pt x="5181600" y="2309812"/>
                </a:lnTo>
                <a:lnTo>
                  <a:pt x="5486400" y="2284094"/>
                </a:lnTo>
                <a:lnTo>
                  <a:pt x="5791200" y="2253614"/>
                </a:lnTo>
                <a:lnTo>
                  <a:pt x="6096000" y="2220277"/>
                </a:lnTo>
                <a:lnTo>
                  <a:pt x="6400800" y="2184082"/>
                </a:lnTo>
                <a:lnTo>
                  <a:pt x="6705600" y="2145982"/>
                </a:lnTo>
                <a:lnTo>
                  <a:pt x="7010400" y="2105024"/>
                </a:lnTo>
                <a:lnTo>
                  <a:pt x="7315200" y="2057400"/>
                </a:lnTo>
                <a:lnTo>
                  <a:pt x="7620000" y="2006917"/>
                </a:lnTo>
                <a:lnTo>
                  <a:pt x="7924800" y="1956434"/>
                </a:lnTo>
                <a:lnTo>
                  <a:pt x="8229600" y="1905000"/>
                </a:lnTo>
                <a:lnTo>
                  <a:pt x="8534400" y="1850707"/>
                </a:lnTo>
                <a:lnTo>
                  <a:pt x="8839200" y="1794510"/>
                </a:lnTo>
                <a:lnTo>
                  <a:pt x="9144000" y="1737360"/>
                </a:lnTo>
                <a:lnTo>
                  <a:pt x="9448800" y="1679257"/>
                </a:lnTo>
                <a:lnTo>
                  <a:pt x="9753600" y="1620202"/>
                </a:lnTo>
                <a:lnTo>
                  <a:pt x="10058400" y="1559242"/>
                </a:lnTo>
                <a:lnTo>
                  <a:pt x="10363200" y="1496377"/>
                </a:lnTo>
                <a:lnTo>
                  <a:pt x="10668000" y="1435417"/>
                </a:lnTo>
                <a:lnTo>
                  <a:pt x="10972800" y="1375410"/>
                </a:lnTo>
                <a:lnTo>
                  <a:pt x="11277600" y="1314450"/>
                </a:lnTo>
                <a:lnTo>
                  <a:pt x="11582400" y="1251584"/>
                </a:lnTo>
                <a:lnTo>
                  <a:pt x="11887200" y="1187767"/>
                </a:lnTo>
                <a:lnTo>
                  <a:pt x="12192000" y="1124902"/>
                </a:lnTo>
                <a:lnTo>
                  <a:pt x="12496800" y="1063942"/>
                </a:lnTo>
                <a:lnTo>
                  <a:pt x="12801600" y="1004887"/>
                </a:lnTo>
                <a:lnTo>
                  <a:pt x="13106400" y="946784"/>
                </a:lnTo>
                <a:lnTo>
                  <a:pt x="13411200" y="889634"/>
                </a:lnTo>
                <a:lnTo>
                  <a:pt x="13716000" y="832484"/>
                </a:lnTo>
                <a:lnTo>
                  <a:pt x="14020800" y="776287"/>
                </a:lnTo>
                <a:lnTo>
                  <a:pt x="14325600" y="721042"/>
                </a:lnTo>
                <a:lnTo>
                  <a:pt x="14630400" y="667702"/>
                </a:lnTo>
                <a:lnTo>
                  <a:pt x="14935200" y="616267"/>
                </a:lnTo>
                <a:lnTo>
                  <a:pt x="15240000" y="566737"/>
                </a:lnTo>
                <a:lnTo>
                  <a:pt x="15544800" y="518160"/>
                </a:lnTo>
                <a:lnTo>
                  <a:pt x="15849600" y="471487"/>
                </a:lnTo>
                <a:lnTo>
                  <a:pt x="16154400" y="425767"/>
                </a:lnTo>
                <a:lnTo>
                  <a:pt x="16459200" y="381952"/>
                </a:lnTo>
                <a:lnTo>
                  <a:pt x="16764000" y="340042"/>
                </a:lnTo>
                <a:lnTo>
                  <a:pt x="17068800" y="300037"/>
                </a:lnTo>
                <a:lnTo>
                  <a:pt x="17373600" y="263842"/>
                </a:lnTo>
                <a:lnTo>
                  <a:pt x="17678400" y="229552"/>
                </a:lnTo>
                <a:lnTo>
                  <a:pt x="17983200" y="197167"/>
                </a:lnTo>
                <a:lnTo>
                  <a:pt x="18288000" y="166687"/>
                </a:lnTo>
                <a:lnTo>
                  <a:pt x="18592800" y="140017"/>
                </a:lnTo>
                <a:lnTo>
                  <a:pt x="18897600" y="115252"/>
                </a:lnTo>
                <a:lnTo>
                  <a:pt x="19202400" y="92392"/>
                </a:lnTo>
                <a:lnTo>
                  <a:pt x="19507200" y="71437"/>
                </a:lnTo>
                <a:lnTo>
                  <a:pt x="19812000" y="55244"/>
                </a:lnTo>
                <a:lnTo>
                  <a:pt x="20116800" y="41910"/>
                </a:lnTo>
                <a:lnTo>
                  <a:pt x="20421600" y="29527"/>
                </a:lnTo>
                <a:lnTo>
                  <a:pt x="20726400" y="17144"/>
                </a:lnTo>
                <a:lnTo>
                  <a:pt x="21031200" y="7620"/>
                </a:lnTo>
                <a:lnTo>
                  <a:pt x="21336000" y="1904"/>
                </a:lnTo>
                <a:lnTo>
                  <a:pt x="21640800" y="0"/>
                </a:lnTo>
                <a:lnTo>
                  <a:pt x="21945600" y="952"/>
                </a:lnTo>
                <a:lnTo>
                  <a:pt x="22250400" y="3810"/>
                </a:lnTo>
                <a:lnTo>
                  <a:pt x="22555200" y="7620"/>
                </a:lnTo>
                <a:lnTo>
                  <a:pt x="22860000" y="14287"/>
                </a:lnTo>
                <a:lnTo>
                  <a:pt x="23164800" y="27622"/>
                </a:lnTo>
                <a:lnTo>
                  <a:pt x="23469600" y="49530"/>
                </a:lnTo>
                <a:lnTo>
                  <a:pt x="23774400" y="80962"/>
                </a:lnTo>
                <a:lnTo>
                  <a:pt x="24079200" y="118110"/>
                </a:lnTo>
                <a:lnTo>
                  <a:pt x="24384000" y="157162"/>
                </a:lnTo>
                <a:lnTo>
                  <a:pt x="24688800" y="197167"/>
                </a:lnTo>
                <a:lnTo>
                  <a:pt x="24993600" y="239077"/>
                </a:lnTo>
                <a:lnTo>
                  <a:pt x="25298400" y="282892"/>
                </a:lnTo>
                <a:lnTo>
                  <a:pt x="25603200" y="328612"/>
                </a:lnTo>
                <a:lnTo>
                  <a:pt x="25908000" y="378142"/>
                </a:lnTo>
                <a:lnTo>
                  <a:pt x="26212800" y="429577"/>
                </a:lnTo>
                <a:lnTo>
                  <a:pt x="26517600" y="482917"/>
                </a:lnTo>
                <a:lnTo>
                  <a:pt x="26822400" y="535304"/>
                </a:lnTo>
                <a:lnTo>
                  <a:pt x="27127200" y="590550"/>
                </a:lnTo>
                <a:lnTo>
                  <a:pt x="27432000" y="646747"/>
                </a:lnTo>
                <a:lnTo>
                  <a:pt x="27736800" y="704850"/>
                </a:lnTo>
                <a:lnTo>
                  <a:pt x="28041600" y="766762"/>
                </a:lnTo>
                <a:lnTo>
                  <a:pt x="28346400" y="832484"/>
                </a:lnTo>
                <a:lnTo>
                  <a:pt x="28651200" y="899160"/>
                </a:lnTo>
                <a:lnTo>
                  <a:pt x="28956000" y="966787"/>
                </a:lnTo>
                <a:lnTo>
                  <a:pt x="29260800" y="1036320"/>
                </a:lnTo>
                <a:lnTo>
                  <a:pt x="29565600" y="1109662"/>
                </a:lnTo>
                <a:lnTo>
                  <a:pt x="29870400" y="1183004"/>
                </a:lnTo>
                <a:lnTo>
                  <a:pt x="30175200" y="1239202"/>
                </a:lnTo>
                <a:lnTo>
                  <a:pt x="30460950" y="1270634"/>
                </a:lnTo>
                <a:lnTo>
                  <a:pt x="30460950" y="1384934"/>
                </a:lnTo>
                <a:lnTo>
                  <a:pt x="30175200" y="1353502"/>
                </a:lnTo>
                <a:lnTo>
                  <a:pt x="29870400" y="1297304"/>
                </a:lnTo>
                <a:lnTo>
                  <a:pt x="29565600" y="1223962"/>
                </a:lnTo>
                <a:lnTo>
                  <a:pt x="29260800" y="1150620"/>
                </a:lnTo>
                <a:lnTo>
                  <a:pt x="28956000" y="1081087"/>
                </a:lnTo>
                <a:lnTo>
                  <a:pt x="28651200" y="1013460"/>
                </a:lnTo>
                <a:lnTo>
                  <a:pt x="28346400" y="946784"/>
                </a:lnTo>
                <a:lnTo>
                  <a:pt x="28041600" y="881062"/>
                </a:lnTo>
                <a:lnTo>
                  <a:pt x="27736800" y="819150"/>
                </a:lnTo>
                <a:lnTo>
                  <a:pt x="27432000" y="761047"/>
                </a:lnTo>
                <a:lnTo>
                  <a:pt x="27127200" y="704850"/>
                </a:lnTo>
                <a:lnTo>
                  <a:pt x="26822400" y="649604"/>
                </a:lnTo>
                <a:lnTo>
                  <a:pt x="26517600" y="597217"/>
                </a:lnTo>
                <a:lnTo>
                  <a:pt x="26212800" y="543877"/>
                </a:lnTo>
                <a:lnTo>
                  <a:pt x="25908000" y="492442"/>
                </a:lnTo>
                <a:lnTo>
                  <a:pt x="25603200" y="442912"/>
                </a:lnTo>
                <a:lnTo>
                  <a:pt x="25298400" y="397192"/>
                </a:lnTo>
                <a:lnTo>
                  <a:pt x="24993600" y="353377"/>
                </a:lnTo>
                <a:lnTo>
                  <a:pt x="24688800" y="311467"/>
                </a:lnTo>
                <a:lnTo>
                  <a:pt x="24384000" y="271462"/>
                </a:lnTo>
                <a:lnTo>
                  <a:pt x="24079200" y="232410"/>
                </a:lnTo>
                <a:lnTo>
                  <a:pt x="23774400" y="195262"/>
                </a:lnTo>
                <a:lnTo>
                  <a:pt x="23469600" y="163830"/>
                </a:lnTo>
                <a:lnTo>
                  <a:pt x="23164800" y="141922"/>
                </a:lnTo>
                <a:lnTo>
                  <a:pt x="22860000" y="128587"/>
                </a:lnTo>
                <a:lnTo>
                  <a:pt x="22555200" y="121920"/>
                </a:lnTo>
                <a:lnTo>
                  <a:pt x="22250400" y="118110"/>
                </a:lnTo>
                <a:lnTo>
                  <a:pt x="21945600" y="115252"/>
                </a:lnTo>
                <a:lnTo>
                  <a:pt x="21640800" y="114300"/>
                </a:lnTo>
                <a:lnTo>
                  <a:pt x="21336000" y="116204"/>
                </a:lnTo>
                <a:lnTo>
                  <a:pt x="21031200" y="121920"/>
                </a:lnTo>
                <a:lnTo>
                  <a:pt x="20726400" y="131444"/>
                </a:lnTo>
                <a:lnTo>
                  <a:pt x="20421600" y="143827"/>
                </a:lnTo>
                <a:lnTo>
                  <a:pt x="20116800" y="156210"/>
                </a:lnTo>
                <a:lnTo>
                  <a:pt x="19812000" y="169544"/>
                </a:lnTo>
                <a:lnTo>
                  <a:pt x="19507200" y="185737"/>
                </a:lnTo>
                <a:lnTo>
                  <a:pt x="19202400" y="206692"/>
                </a:lnTo>
                <a:lnTo>
                  <a:pt x="18897600" y="229552"/>
                </a:lnTo>
                <a:lnTo>
                  <a:pt x="18592800" y="254317"/>
                </a:lnTo>
                <a:lnTo>
                  <a:pt x="18288000" y="280987"/>
                </a:lnTo>
                <a:lnTo>
                  <a:pt x="17983200" y="311467"/>
                </a:lnTo>
                <a:lnTo>
                  <a:pt x="17678400" y="343852"/>
                </a:lnTo>
                <a:lnTo>
                  <a:pt x="17373600" y="378142"/>
                </a:lnTo>
                <a:lnTo>
                  <a:pt x="17068800" y="414337"/>
                </a:lnTo>
                <a:lnTo>
                  <a:pt x="16764000" y="454342"/>
                </a:lnTo>
                <a:lnTo>
                  <a:pt x="16459200" y="496252"/>
                </a:lnTo>
                <a:lnTo>
                  <a:pt x="16154400" y="540067"/>
                </a:lnTo>
                <a:lnTo>
                  <a:pt x="15849600" y="585787"/>
                </a:lnTo>
                <a:lnTo>
                  <a:pt x="15544800" y="632460"/>
                </a:lnTo>
                <a:lnTo>
                  <a:pt x="15240000" y="681037"/>
                </a:lnTo>
                <a:lnTo>
                  <a:pt x="14935200" y="730567"/>
                </a:lnTo>
                <a:lnTo>
                  <a:pt x="14630400" y="782002"/>
                </a:lnTo>
                <a:lnTo>
                  <a:pt x="14325600" y="835342"/>
                </a:lnTo>
                <a:lnTo>
                  <a:pt x="14020800" y="890587"/>
                </a:lnTo>
                <a:lnTo>
                  <a:pt x="13716000" y="946784"/>
                </a:lnTo>
                <a:lnTo>
                  <a:pt x="13411200" y="1003934"/>
                </a:lnTo>
                <a:lnTo>
                  <a:pt x="13106400" y="1061084"/>
                </a:lnTo>
                <a:lnTo>
                  <a:pt x="12801600" y="1119187"/>
                </a:lnTo>
                <a:lnTo>
                  <a:pt x="12496800" y="1178242"/>
                </a:lnTo>
                <a:lnTo>
                  <a:pt x="12192000" y="1239202"/>
                </a:lnTo>
                <a:lnTo>
                  <a:pt x="11887200" y="1302067"/>
                </a:lnTo>
                <a:lnTo>
                  <a:pt x="11582400" y="1365884"/>
                </a:lnTo>
                <a:lnTo>
                  <a:pt x="11277600" y="1428750"/>
                </a:lnTo>
                <a:lnTo>
                  <a:pt x="10972800" y="1489710"/>
                </a:lnTo>
                <a:lnTo>
                  <a:pt x="10668000" y="1549717"/>
                </a:lnTo>
                <a:lnTo>
                  <a:pt x="10363200" y="1610677"/>
                </a:lnTo>
                <a:lnTo>
                  <a:pt x="10058400" y="1673542"/>
                </a:lnTo>
                <a:lnTo>
                  <a:pt x="9753600" y="1734502"/>
                </a:lnTo>
                <a:lnTo>
                  <a:pt x="9448800" y="1793557"/>
                </a:lnTo>
                <a:lnTo>
                  <a:pt x="9144000" y="1851660"/>
                </a:lnTo>
                <a:lnTo>
                  <a:pt x="8839200" y="1908810"/>
                </a:lnTo>
                <a:lnTo>
                  <a:pt x="8534400" y="1965007"/>
                </a:lnTo>
                <a:lnTo>
                  <a:pt x="8229600" y="2019300"/>
                </a:lnTo>
                <a:lnTo>
                  <a:pt x="7924800" y="2070734"/>
                </a:lnTo>
                <a:lnTo>
                  <a:pt x="7620000" y="2121217"/>
                </a:lnTo>
                <a:lnTo>
                  <a:pt x="7315200" y="2171700"/>
                </a:lnTo>
                <a:lnTo>
                  <a:pt x="7010400" y="2219324"/>
                </a:lnTo>
                <a:lnTo>
                  <a:pt x="6705600" y="2260282"/>
                </a:lnTo>
                <a:lnTo>
                  <a:pt x="6400800" y="2298382"/>
                </a:lnTo>
                <a:lnTo>
                  <a:pt x="6096000" y="2334577"/>
                </a:lnTo>
                <a:lnTo>
                  <a:pt x="5791200" y="2367914"/>
                </a:lnTo>
                <a:lnTo>
                  <a:pt x="5486400" y="2398394"/>
                </a:lnTo>
                <a:lnTo>
                  <a:pt x="5181600" y="2424112"/>
                </a:lnTo>
                <a:lnTo>
                  <a:pt x="4876800" y="2446020"/>
                </a:lnTo>
                <a:lnTo>
                  <a:pt x="4572000" y="2463164"/>
                </a:lnTo>
                <a:lnTo>
                  <a:pt x="4267200" y="2477452"/>
                </a:lnTo>
                <a:lnTo>
                  <a:pt x="3962400" y="2488882"/>
                </a:lnTo>
                <a:lnTo>
                  <a:pt x="3657600" y="2495550"/>
                </a:lnTo>
                <a:lnTo>
                  <a:pt x="3352800" y="2498407"/>
                </a:lnTo>
                <a:lnTo>
                  <a:pt x="3048000" y="2495550"/>
                </a:lnTo>
                <a:lnTo>
                  <a:pt x="2743200" y="2486024"/>
                </a:lnTo>
                <a:lnTo>
                  <a:pt x="2438400" y="2469832"/>
                </a:lnTo>
                <a:lnTo>
                  <a:pt x="2133600" y="2450782"/>
                </a:lnTo>
                <a:lnTo>
                  <a:pt x="1828800" y="2428874"/>
                </a:lnTo>
                <a:lnTo>
                  <a:pt x="1524000" y="2400300"/>
                </a:lnTo>
                <a:lnTo>
                  <a:pt x="1219200" y="2365057"/>
                </a:lnTo>
                <a:lnTo>
                  <a:pt x="914400" y="2324100"/>
                </a:lnTo>
                <a:lnTo>
                  <a:pt x="609600" y="2275522"/>
                </a:lnTo>
                <a:lnTo>
                  <a:pt x="304800" y="2219324"/>
                </a:lnTo>
                <a:lnTo>
                  <a:pt x="0" y="2156460"/>
                </a:lnTo>
                <a:close/>
              </a:path>
            </a:pathLst>
          </a:custGeom>
          <a:solidFill>
            <a:srgbClr val="7A9C7C">
              <a:alpha val="45000"/>
            </a:srgbClr>
          </a:soli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ve-fringe-0"/>
          <p:cNvSpPr/>
          <p:nvPr/>
        </p:nvSpPr>
        <p:spPr>
          <a:xfrm>
            <a:off x="0" y="12171045"/>
            <a:ext cx="10477500" cy="1501140"/>
          </a:xfrm>
          <a:custGeom>
            <a:avLst/>
            <a:gdLst/>
            <a:ahLst/>
            <a:cxnLst/>
            <a:rect l="l" t="t" r="r" b="b"/>
            <a:pathLst>
              <a:path w="10477500" h="1501140">
                <a:moveTo>
                  <a:pt x="0" y="568643"/>
                </a:moveTo>
                <a:lnTo>
                  <a:pt x="304800" y="631507"/>
                </a:lnTo>
                <a:lnTo>
                  <a:pt x="609600" y="687705"/>
                </a:lnTo>
                <a:lnTo>
                  <a:pt x="914400" y="736283"/>
                </a:lnTo>
                <a:lnTo>
                  <a:pt x="1219200" y="777240"/>
                </a:lnTo>
                <a:lnTo>
                  <a:pt x="1524000" y="812483"/>
                </a:lnTo>
                <a:lnTo>
                  <a:pt x="1828800" y="841057"/>
                </a:lnTo>
                <a:lnTo>
                  <a:pt x="2133600" y="862965"/>
                </a:lnTo>
                <a:lnTo>
                  <a:pt x="2438400" y="882015"/>
                </a:lnTo>
                <a:lnTo>
                  <a:pt x="2743200" y="898207"/>
                </a:lnTo>
                <a:lnTo>
                  <a:pt x="3048000" y="907733"/>
                </a:lnTo>
                <a:lnTo>
                  <a:pt x="3352800" y="910590"/>
                </a:lnTo>
                <a:lnTo>
                  <a:pt x="3657600" y="907733"/>
                </a:lnTo>
                <a:lnTo>
                  <a:pt x="3962400" y="901065"/>
                </a:lnTo>
                <a:lnTo>
                  <a:pt x="4267200" y="889635"/>
                </a:lnTo>
                <a:lnTo>
                  <a:pt x="4572000" y="875347"/>
                </a:lnTo>
                <a:lnTo>
                  <a:pt x="4876800" y="858203"/>
                </a:lnTo>
                <a:lnTo>
                  <a:pt x="5181600" y="836295"/>
                </a:lnTo>
                <a:lnTo>
                  <a:pt x="5486400" y="810577"/>
                </a:lnTo>
                <a:lnTo>
                  <a:pt x="5791200" y="780097"/>
                </a:lnTo>
                <a:lnTo>
                  <a:pt x="6096000" y="746760"/>
                </a:lnTo>
                <a:lnTo>
                  <a:pt x="6400800" y="710565"/>
                </a:lnTo>
                <a:lnTo>
                  <a:pt x="6705600" y="672465"/>
                </a:lnTo>
                <a:lnTo>
                  <a:pt x="7010400" y="631507"/>
                </a:lnTo>
                <a:lnTo>
                  <a:pt x="7315200" y="583883"/>
                </a:lnTo>
                <a:lnTo>
                  <a:pt x="7620000" y="533400"/>
                </a:lnTo>
                <a:lnTo>
                  <a:pt x="7924800" y="482917"/>
                </a:lnTo>
                <a:lnTo>
                  <a:pt x="8229600" y="431483"/>
                </a:lnTo>
                <a:lnTo>
                  <a:pt x="8534400" y="377190"/>
                </a:lnTo>
                <a:lnTo>
                  <a:pt x="8839200" y="320993"/>
                </a:lnTo>
                <a:lnTo>
                  <a:pt x="9144000" y="263843"/>
                </a:lnTo>
                <a:lnTo>
                  <a:pt x="9448800" y="205740"/>
                </a:lnTo>
                <a:lnTo>
                  <a:pt x="9753600" y="146685"/>
                </a:lnTo>
                <a:lnTo>
                  <a:pt x="10058400" y="85725"/>
                </a:lnTo>
                <a:lnTo>
                  <a:pt x="10363200" y="22860"/>
                </a:lnTo>
                <a:lnTo>
                  <a:pt x="10477500" y="0"/>
                </a:lnTo>
                <a:lnTo>
                  <a:pt x="10477500" y="590550"/>
                </a:lnTo>
                <a:lnTo>
                  <a:pt x="10363200" y="613410"/>
                </a:lnTo>
                <a:lnTo>
                  <a:pt x="10058400" y="676275"/>
                </a:lnTo>
                <a:lnTo>
                  <a:pt x="9753600" y="737235"/>
                </a:lnTo>
                <a:lnTo>
                  <a:pt x="9448800" y="796290"/>
                </a:lnTo>
                <a:lnTo>
                  <a:pt x="9144000" y="854393"/>
                </a:lnTo>
                <a:lnTo>
                  <a:pt x="8839200" y="911543"/>
                </a:lnTo>
                <a:lnTo>
                  <a:pt x="8534400" y="967740"/>
                </a:lnTo>
                <a:lnTo>
                  <a:pt x="8229600" y="1022033"/>
                </a:lnTo>
                <a:lnTo>
                  <a:pt x="7924800" y="1073467"/>
                </a:lnTo>
                <a:lnTo>
                  <a:pt x="7620000" y="1123950"/>
                </a:lnTo>
                <a:lnTo>
                  <a:pt x="7315200" y="1174433"/>
                </a:lnTo>
                <a:lnTo>
                  <a:pt x="7010400" y="1222057"/>
                </a:lnTo>
                <a:lnTo>
                  <a:pt x="6705600" y="1263015"/>
                </a:lnTo>
                <a:lnTo>
                  <a:pt x="6400800" y="1301115"/>
                </a:lnTo>
                <a:lnTo>
                  <a:pt x="6096000" y="1337310"/>
                </a:lnTo>
                <a:lnTo>
                  <a:pt x="5791200" y="1370647"/>
                </a:lnTo>
                <a:lnTo>
                  <a:pt x="5486400" y="1401127"/>
                </a:lnTo>
                <a:lnTo>
                  <a:pt x="5181600" y="1426845"/>
                </a:lnTo>
                <a:lnTo>
                  <a:pt x="4876800" y="1448753"/>
                </a:lnTo>
                <a:lnTo>
                  <a:pt x="4572000" y="1465897"/>
                </a:lnTo>
                <a:lnTo>
                  <a:pt x="4267200" y="1480185"/>
                </a:lnTo>
                <a:lnTo>
                  <a:pt x="3962400" y="1491615"/>
                </a:lnTo>
                <a:lnTo>
                  <a:pt x="3657600" y="1498283"/>
                </a:lnTo>
                <a:lnTo>
                  <a:pt x="3352800" y="1501140"/>
                </a:lnTo>
                <a:lnTo>
                  <a:pt x="3048000" y="1498283"/>
                </a:lnTo>
                <a:lnTo>
                  <a:pt x="2743200" y="1488757"/>
                </a:lnTo>
                <a:lnTo>
                  <a:pt x="2438400" y="1472565"/>
                </a:lnTo>
                <a:lnTo>
                  <a:pt x="2133600" y="1453515"/>
                </a:lnTo>
                <a:lnTo>
                  <a:pt x="1828800" y="1431607"/>
                </a:lnTo>
                <a:lnTo>
                  <a:pt x="1524000" y="1403033"/>
                </a:lnTo>
                <a:lnTo>
                  <a:pt x="1219200" y="1367790"/>
                </a:lnTo>
                <a:lnTo>
                  <a:pt x="914400" y="1326833"/>
                </a:lnTo>
                <a:lnTo>
                  <a:pt x="609600" y="1278255"/>
                </a:lnTo>
                <a:lnTo>
                  <a:pt x="304800" y="1222057"/>
                </a:lnTo>
                <a:lnTo>
                  <a:pt x="0" y="1159193"/>
                </a:lnTo>
                <a:close/>
              </a:path>
            </a:pathLst>
          </a:custGeom>
          <a:gradFill rotWithShape="1">
            <a:gsLst>
              <a:gs pos="0">
                <a:srgbClr val="729074"/>
              </a:gs>
              <a:gs pos="100000">
                <a:srgbClr val="749376"/>
              </a:gs>
            </a:gsLst>
            <a:lin scaled="0" ang="0"/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-fringe-1100"/>
          <p:cNvSpPr/>
          <p:nvPr/>
        </p:nvSpPr>
        <p:spPr>
          <a:xfrm>
            <a:off x="10477500" y="10883265"/>
            <a:ext cx="7620000" cy="1878330"/>
          </a:xfrm>
          <a:custGeom>
            <a:avLst/>
            <a:gdLst/>
            <a:ahLst/>
            <a:cxnLst/>
            <a:rect l="l" t="t" r="r" b="b"/>
            <a:pathLst>
              <a:path w="7620000" h="1878330">
                <a:moveTo>
                  <a:pt x="0" y="1287780"/>
                </a:moveTo>
                <a:lnTo>
                  <a:pt x="190500" y="1249680"/>
                </a:lnTo>
                <a:lnTo>
                  <a:pt x="495300" y="1189673"/>
                </a:lnTo>
                <a:lnTo>
                  <a:pt x="800100" y="1128713"/>
                </a:lnTo>
                <a:lnTo>
                  <a:pt x="1104900" y="1065847"/>
                </a:lnTo>
                <a:lnTo>
                  <a:pt x="1409700" y="1002030"/>
                </a:lnTo>
                <a:lnTo>
                  <a:pt x="1714500" y="939165"/>
                </a:lnTo>
                <a:lnTo>
                  <a:pt x="2019300" y="878205"/>
                </a:lnTo>
                <a:lnTo>
                  <a:pt x="2324100" y="819150"/>
                </a:lnTo>
                <a:lnTo>
                  <a:pt x="2628900" y="761047"/>
                </a:lnTo>
                <a:lnTo>
                  <a:pt x="2933700" y="703897"/>
                </a:lnTo>
                <a:lnTo>
                  <a:pt x="3238500" y="646747"/>
                </a:lnTo>
                <a:lnTo>
                  <a:pt x="3543300" y="590550"/>
                </a:lnTo>
                <a:lnTo>
                  <a:pt x="3848100" y="535305"/>
                </a:lnTo>
                <a:lnTo>
                  <a:pt x="4152900" y="481965"/>
                </a:lnTo>
                <a:lnTo>
                  <a:pt x="4457700" y="430530"/>
                </a:lnTo>
                <a:lnTo>
                  <a:pt x="4762500" y="381000"/>
                </a:lnTo>
                <a:lnTo>
                  <a:pt x="5067300" y="332423"/>
                </a:lnTo>
                <a:lnTo>
                  <a:pt x="5372100" y="285750"/>
                </a:lnTo>
                <a:lnTo>
                  <a:pt x="5676900" y="240030"/>
                </a:lnTo>
                <a:lnTo>
                  <a:pt x="5981700" y="196215"/>
                </a:lnTo>
                <a:lnTo>
                  <a:pt x="6286500" y="154305"/>
                </a:lnTo>
                <a:lnTo>
                  <a:pt x="6591300" y="114300"/>
                </a:lnTo>
                <a:lnTo>
                  <a:pt x="6896100" y="78105"/>
                </a:lnTo>
                <a:lnTo>
                  <a:pt x="7200900" y="43815"/>
                </a:lnTo>
                <a:lnTo>
                  <a:pt x="7505700" y="11430"/>
                </a:lnTo>
                <a:lnTo>
                  <a:pt x="7620000" y="0"/>
                </a:lnTo>
                <a:lnTo>
                  <a:pt x="7620000" y="590550"/>
                </a:lnTo>
                <a:lnTo>
                  <a:pt x="7505700" y="601980"/>
                </a:lnTo>
                <a:lnTo>
                  <a:pt x="7200900" y="634365"/>
                </a:lnTo>
                <a:lnTo>
                  <a:pt x="6896100" y="668655"/>
                </a:lnTo>
                <a:lnTo>
                  <a:pt x="6591300" y="704850"/>
                </a:lnTo>
                <a:lnTo>
                  <a:pt x="6286500" y="744855"/>
                </a:lnTo>
                <a:lnTo>
                  <a:pt x="5981700" y="786765"/>
                </a:lnTo>
                <a:lnTo>
                  <a:pt x="5676900" y="830580"/>
                </a:lnTo>
                <a:lnTo>
                  <a:pt x="5372100" y="876300"/>
                </a:lnTo>
                <a:lnTo>
                  <a:pt x="5067300" y="922973"/>
                </a:lnTo>
                <a:lnTo>
                  <a:pt x="4762500" y="971550"/>
                </a:lnTo>
                <a:lnTo>
                  <a:pt x="4457700" y="1021080"/>
                </a:lnTo>
                <a:lnTo>
                  <a:pt x="4152900" y="1072515"/>
                </a:lnTo>
                <a:lnTo>
                  <a:pt x="3848100" y="1125855"/>
                </a:lnTo>
                <a:lnTo>
                  <a:pt x="3543300" y="1181100"/>
                </a:lnTo>
                <a:lnTo>
                  <a:pt x="3238500" y="1237297"/>
                </a:lnTo>
                <a:lnTo>
                  <a:pt x="2933700" y="1294447"/>
                </a:lnTo>
                <a:lnTo>
                  <a:pt x="2628900" y="1351597"/>
                </a:lnTo>
                <a:lnTo>
                  <a:pt x="2324100" y="1409700"/>
                </a:lnTo>
                <a:lnTo>
                  <a:pt x="2019300" y="1468755"/>
                </a:lnTo>
                <a:lnTo>
                  <a:pt x="1714500" y="1529715"/>
                </a:lnTo>
                <a:lnTo>
                  <a:pt x="1409700" y="1592580"/>
                </a:lnTo>
                <a:lnTo>
                  <a:pt x="1104900" y="1656397"/>
                </a:lnTo>
                <a:lnTo>
                  <a:pt x="800100" y="1719263"/>
                </a:lnTo>
                <a:lnTo>
                  <a:pt x="495300" y="1780223"/>
                </a:lnTo>
                <a:lnTo>
                  <a:pt x="190500" y="1840230"/>
                </a:lnTo>
                <a:lnTo>
                  <a:pt x="0" y="1878330"/>
                </a:lnTo>
                <a:close/>
              </a:path>
            </a:pathLst>
          </a:custGeom>
          <a:gradFill rotWithShape="1">
            <a:gsLst>
              <a:gs pos="0">
                <a:srgbClr val="749376"/>
              </a:gs>
              <a:gs pos="100000">
                <a:srgbClr val="7BA380"/>
              </a:gs>
            </a:gsLst>
            <a:lin scaled="0" ang="0"/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ave-fringe-1900"/>
          <p:cNvSpPr/>
          <p:nvPr/>
        </p:nvSpPr>
        <p:spPr>
          <a:xfrm>
            <a:off x="18097500" y="10697528"/>
            <a:ext cx="12363450" cy="1861184"/>
          </a:xfrm>
          <a:custGeom>
            <a:avLst/>
            <a:gdLst/>
            <a:ahLst/>
            <a:cxnLst/>
            <a:rect l="l" t="t" r="r" b="b"/>
            <a:pathLst>
              <a:path w="12363450" h="1861184">
                <a:moveTo>
                  <a:pt x="0" y="185737"/>
                </a:moveTo>
                <a:lnTo>
                  <a:pt x="190500" y="166687"/>
                </a:lnTo>
                <a:lnTo>
                  <a:pt x="495300" y="140017"/>
                </a:lnTo>
                <a:lnTo>
                  <a:pt x="800100" y="115252"/>
                </a:lnTo>
                <a:lnTo>
                  <a:pt x="1104900" y="92392"/>
                </a:lnTo>
                <a:lnTo>
                  <a:pt x="1409700" y="71437"/>
                </a:lnTo>
                <a:lnTo>
                  <a:pt x="1714500" y="55244"/>
                </a:lnTo>
                <a:lnTo>
                  <a:pt x="2019300" y="41910"/>
                </a:lnTo>
                <a:lnTo>
                  <a:pt x="2324100" y="29527"/>
                </a:lnTo>
                <a:lnTo>
                  <a:pt x="2628900" y="17144"/>
                </a:lnTo>
                <a:lnTo>
                  <a:pt x="2933700" y="7620"/>
                </a:lnTo>
                <a:lnTo>
                  <a:pt x="3238500" y="1904"/>
                </a:lnTo>
                <a:lnTo>
                  <a:pt x="3543300" y="0"/>
                </a:lnTo>
                <a:lnTo>
                  <a:pt x="3848100" y="952"/>
                </a:lnTo>
                <a:lnTo>
                  <a:pt x="4152900" y="3810"/>
                </a:lnTo>
                <a:lnTo>
                  <a:pt x="4457700" y="7620"/>
                </a:lnTo>
                <a:lnTo>
                  <a:pt x="4762500" y="14287"/>
                </a:lnTo>
                <a:lnTo>
                  <a:pt x="5067300" y="27622"/>
                </a:lnTo>
                <a:lnTo>
                  <a:pt x="5372100" y="49530"/>
                </a:lnTo>
                <a:lnTo>
                  <a:pt x="5676900" y="80962"/>
                </a:lnTo>
                <a:lnTo>
                  <a:pt x="5981700" y="118110"/>
                </a:lnTo>
                <a:lnTo>
                  <a:pt x="6286500" y="157162"/>
                </a:lnTo>
                <a:lnTo>
                  <a:pt x="6591300" y="197167"/>
                </a:lnTo>
                <a:lnTo>
                  <a:pt x="6896100" y="239077"/>
                </a:lnTo>
                <a:lnTo>
                  <a:pt x="7200900" y="282892"/>
                </a:lnTo>
                <a:lnTo>
                  <a:pt x="7505700" y="328612"/>
                </a:lnTo>
                <a:lnTo>
                  <a:pt x="7810500" y="378142"/>
                </a:lnTo>
                <a:lnTo>
                  <a:pt x="8115300" y="429577"/>
                </a:lnTo>
                <a:lnTo>
                  <a:pt x="8420100" y="482917"/>
                </a:lnTo>
                <a:lnTo>
                  <a:pt x="8724900" y="535304"/>
                </a:lnTo>
                <a:lnTo>
                  <a:pt x="9029700" y="590550"/>
                </a:lnTo>
                <a:lnTo>
                  <a:pt x="9334500" y="646747"/>
                </a:lnTo>
                <a:lnTo>
                  <a:pt x="9639300" y="704850"/>
                </a:lnTo>
                <a:lnTo>
                  <a:pt x="9944100" y="766762"/>
                </a:lnTo>
                <a:lnTo>
                  <a:pt x="10248900" y="832484"/>
                </a:lnTo>
                <a:lnTo>
                  <a:pt x="10553700" y="899160"/>
                </a:lnTo>
                <a:lnTo>
                  <a:pt x="10858500" y="966787"/>
                </a:lnTo>
                <a:lnTo>
                  <a:pt x="11163300" y="1036320"/>
                </a:lnTo>
                <a:lnTo>
                  <a:pt x="11468100" y="1109662"/>
                </a:lnTo>
                <a:lnTo>
                  <a:pt x="11772900" y="1183004"/>
                </a:lnTo>
                <a:lnTo>
                  <a:pt x="12077700" y="1239202"/>
                </a:lnTo>
                <a:lnTo>
                  <a:pt x="12363450" y="1270634"/>
                </a:lnTo>
                <a:lnTo>
                  <a:pt x="12363450" y="1861184"/>
                </a:lnTo>
                <a:lnTo>
                  <a:pt x="12077700" y="1829752"/>
                </a:lnTo>
                <a:lnTo>
                  <a:pt x="11772900" y="1773554"/>
                </a:lnTo>
                <a:lnTo>
                  <a:pt x="11468100" y="1700212"/>
                </a:lnTo>
                <a:lnTo>
                  <a:pt x="11163300" y="1626870"/>
                </a:lnTo>
                <a:lnTo>
                  <a:pt x="10858500" y="1557337"/>
                </a:lnTo>
                <a:lnTo>
                  <a:pt x="10553700" y="1489710"/>
                </a:lnTo>
                <a:lnTo>
                  <a:pt x="10248900" y="1423034"/>
                </a:lnTo>
                <a:lnTo>
                  <a:pt x="9944100" y="1357312"/>
                </a:lnTo>
                <a:lnTo>
                  <a:pt x="9639300" y="1295400"/>
                </a:lnTo>
                <a:lnTo>
                  <a:pt x="9334500" y="1237297"/>
                </a:lnTo>
                <a:lnTo>
                  <a:pt x="9029700" y="1181100"/>
                </a:lnTo>
                <a:lnTo>
                  <a:pt x="8724900" y="1125854"/>
                </a:lnTo>
                <a:lnTo>
                  <a:pt x="8420100" y="1073467"/>
                </a:lnTo>
                <a:lnTo>
                  <a:pt x="8115300" y="1020127"/>
                </a:lnTo>
                <a:lnTo>
                  <a:pt x="7810500" y="968692"/>
                </a:lnTo>
                <a:lnTo>
                  <a:pt x="7505700" y="919162"/>
                </a:lnTo>
                <a:lnTo>
                  <a:pt x="7200900" y="873442"/>
                </a:lnTo>
                <a:lnTo>
                  <a:pt x="6896100" y="829627"/>
                </a:lnTo>
                <a:lnTo>
                  <a:pt x="6591300" y="787717"/>
                </a:lnTo>
                <a:lnTo>
                  <a:pt x="6286500" y="747712"/>
                </a:lnTo>
                <a:lnTo>
                  <a:pt x="5981700" y="708660"/>
                </a:lnTo>
                <a:lnTo>
                  <a:pt x="5676900" y="671512"/>
                </a:lnTo>
                <a:lnTo>
                  <a:pt x="5372100" y="640080"/>
                </a:lnTo>
                <a:lnTo>
                  <a:pt x="5067300" y="618172"/>
                </a:lnTo>
                <a:lnTo>
                  <a:pt x="4762500" y="604837"/>
                </a:lnTo>
                <a:lnTo>
                  <a:pt x="4457700" y="598170"/>
                </a:lnTo>
                <a:lnTo>
                  <a:pt x="4152900" y="594360"/>
                </a:lnTo>
                <a:lnTo>
                  <a:pt x="3848100" y="591502"/>
                </a:lnTo>
                <a:lnTo>
                  <a:pt x="3543300" y="590550"/>
                </a:lnTo>
                <a:lnTo>
                  <a:pt x="3238500" y="592454"/>
                </a:lnTo>
                <a:lnTo>
                  <a:pt x="2933700" y="598170"/>
                </a:lnTo>
                <a:lnTo>
                  <a:pt x="2628900" y="607694"/>
                </a:lnTo>
                <a:lnTo>
                  <a:pt x="2324100" y="620077"/>
                </a:lnTo>
                <a:lnTo>
                  <a:pt x="2019300" y="632460"/>
                </a:lnTo>
                <a:lnTo>
                  <a:pt x="1714500" y="645794"/>
                </a:lnTo>
                <a:lnTo>
                  <a:pt x="1409700" y="661987"/>
                </a:lnTo>
                <a:lnTo>
                  <a:pt x="1104900" y="682942"/>
                </a:lnTo>
                <a:lnTo>
                  <a:pt x="800100" y="705802"/>
                </a:lnTo>
                <a:lnTo>
                  <a:pt x="495300" y="730567"/>
                </a:lnTo>
                <a:lnTo>
                  <a:pt x="190500" y="757237"/>
                </a:lnTo>
                <a:lnTo>
                  <a:pt x="0" y="776287"/>
                </a:lnTo>
                <a:close/>
              </a:path>
            </a:pathLst>
          </a:custGeom>
          <a:gradFill rotWithShape="1">
            <a:gsLst>
              <a:gs pos="0">
                <a:srgbClr val="7BA380"/>
              </a:gs>
              <a:gs pos="100000">
                <a:srgbClr val="729074"/>
              </a:gs>
            </a:gsLst>
            <a:lin scaled="0" ang="0"/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ige-field"/>
          <p:cNvSpPr/>
          <p:nvPr/>
        </p:nvSpPr>
        <p:spPr>
          <a:xfrm>
            <a:off x="0" y="11288078"/>
            <a:ext cx="30460950" cy="5847397"/>
          </a:xfrm>
          <a:custGeom>
            <a:avLst/>
            <a:gdLst/>
            <a:ahLst/>
            <a:cxnLst/>
            <a:rect l="l" t="t" r="r" b="b"/>
            <a:pathLst>
              <a:path w="30460950" h="5847397">
                <a:moveTo>
                  <a:pt x="0" y="2042160"/>
                </a:moveTo>
                <a:lnTo>
                  <a:pt x="304800" y="2105024"/>
                </a:lnTo>
                <a:lnTo>
                  <a:pt x="609600" y="2161222"/>
                </a:lnTo>
                <a:lnTo>
                  <a:pt x="914400" y="2209800"/>
                </a:lnTo>
                <a:lnTo>
                  <a:pt x="1219200" y="2250757"/>
                </a:lnTo>
                <a:lnTo>
                  <a:pt x="1524000" y="2286000"/>
                </a:lnTo>
                <a:lnTo>
                  <a:pt x="1828800" y="2314574"/>
                </a:lnTo>
                <a:lnTo>
                  <a:pt x="2133600" y="2336482"/>
                </a:lnTo>
                <a:lnTo>
                  <a:pt x="2438400" y="2355532"/>
                </a:lnTo>
                <a:lnTo>
                  <a:pt x="2743200" y="2371724"/>
                </a:lnTo>
                <a:lnTo>
                  <a:pt x="3048000" y="2381250"/>
                </a:lnTo>
                <a:lnTo>
                  <a:pt x="3352800" y="2384107"/>
                </a:lnTo>
                <a:lnTo>
                  <a:pt x="3657600" y="2381250"/>
                </a:lnTo>
                <a:lnTo>
                  <a:pt x="3962400" y="2374582"/>
                </a:lnTo>
                <a:lnTo>
                  <a:pt x="4267200" y="2363152"/>
                </a:lnTo>
                <a:lnTo>
                  <a:pt x="4572000" y="2348864"/>
                </a:lnTo>
                <a:lnTo>
                  <a:pt x="4876800" y="2331720"/>
                </a:lnTo>
                <a:lnTo>
                  <a:pt x="5181600" y="2309812"/>
                </a:lnTo>
                <a:lnTo>
                  <a:pt x="5486400" y="2284094"/>
                </a:lnTo>
                <a:lnTo>
                  <a:pt x="5791200" y="2253614"/>
                </a:lnTo>
                <a:lnTo>
                  <a:pt x="6096000" y="2220277"/>
                </a:lnTo>
                <a:lnTo>
                  <a:pt x="6400800" y="2184082"/>
                </a:lnTo>
                <a:lnTo>
                  <a:pt x="6705600" y="2145982"/>
                </a:lnTo>
                <a:lnTo>
                  <a:pt x="7010400" y="2105024"/>
                </a:lnTo>
                <a:lnTo>
                  <a:pt x="7315200" y="2057400"/>
                </a:lnTo>
                <a:lnTo>
                  <a:pt x="7620000" y="2006917"/>
                </a:lnTo>
                <a:lnTo>
                  <a:pt x="7924800" y="1956434"/>
                </a:lnTo>
                <a:lnTo>
                  <a:pt x="8229600" y="1905000"/>
                </a:lnTo>
                <a:lnTo>
                  <a:pt x="8534400" y="1850707"/>
                </a:lnTo>
                <a:lnTo>
                  <a:pt x="8839200" y="1794510"/>
                </a:lnTo>
                <a:lnTo>
                  <a:pt x="9144000" y="1737360"/>
                </a:lnTo>
                <a:lnTo>
                  <a:pt x="9448800" y="1679257"/>
                </a:lnTo>
                <a:lnTo>
                  <a:pt x="9753600" y="1620202"/>
                </a:lnTo>
                <a:lnTo>
                  <a:pt x="10058400" y="1559242"/>
                </a:lnTo>
                <a:lnTo>
                  <a:pt x="10363200" y="1496377"/>
                </a:lnTo>
                <a:lnTo>
                  <a:pt x="10668000" y="1435417"/>
                </a:lnTo>
                <a:lnTo>
                  <a:pt x="10972800" y="1375410"/>
                </a:lnTo>
                <a:lnTo>
                  <a:pt x="11277600" y="1314450"/>
                </a:lnTo>
                <a:lnTo>
                  <a:pt x="11582400" y="1251584"/>
                </a:lnTo>
                <a:lnTo>
                  <a:pt x="11887200" y="1187767"/>
                </a:lnTo>
                <a:lnTo>
                  <a:pt x="12192000" y="1124902"/>
                </a:lnTo>
                <a:lnTo>
                  <a:pt x="12496800" y="1063942"/>
                </a:lnTo>
                <a:lnTo>
                  <a:pt x="12801600" y="1004887"/>
                </a:lnTo>
                <a:lnTo>
                  <a:pt x="13106400" y="946784"/>
                </a:lnTo>
                <a:lnTo>
                  <a:pt x="13411200" y="889634"/>
                </a:lnTo>
                <a:lnTo>
                  <a:pt x="13716000" y="832484"/>
                </a:lnTo>
                <a:lnTo>
                  <a:pt x="14020800" y="776287"/>
                </a:lnTo>
                <a:lnTo>
                  <a:pt x="14325600" y="721042"/>
                </a:lnTo>
                <a:lnTo>
                  <a:pt x="14630400" y="667702"/>
                </a:lnTo>
                <a:lnTo>
                  <a:pt x="14935200" y="616267"/>
                </a:lnTo>
                <a:lnTo>
                  <a:pt x="15240000" y="566737"/>
                </a:lnTo>
                <a:lnTo>
                  <a:pt x="15544800" y="518160"/>
                </a:lnTo>
                <a:lnTo>
                  <a:pt x="15849600" y="471487"/>
                </a:lnTo>
                <a:lnTo>
                  <a:pt x="16154400" y="425767"/>
                </a:lnTo>
                <a:lnTo>
                  <a:pt x="16459200" y="381952"/>
                </a:lnTo>
                <a:lnTo>
                  <a:pt x="16764000" y="340042"/>
                </a:lnTo>
                <a:lnTo>
                  <a:pt x="17068800" y="300037"/>
                </a:lnTo>
                <a:lnTo>
                  <a:pt x="17373600" y="263842"/>
                </a:lnTo>
                <a:lnTo>
                  <a:pt x="17678400" y="229552"/>
                </a:lnTo>
                <a:lnTo>
                  <a:pt x="17983200" y="197167"/>
                </a:lnTo>
                <a:lnTo>
                  <a:pt x="18288000" y="166687"/>
                </a:lnTo>
                <a:lnTo>
                  <a:pt x="18592800" y="140017"/>
                </a:lnTo>
                <a:lnTo>
                  <a:pt x="18897600" y="115252"/>
                </a:lnTo>
                <a:lnTo>
                  <a:pt x="19202400" y="92392"/>
                </a:lnTo>
                <a:lnTo>
                  <a:pt x="19507200" y="71437"/>
                </a:lnTo>
                <a:lnTo>
                  <a:pt x="19812000" y="55244"/>
                </a:lnTo>
                <a:lnTo>
                  <a:pt x="20116800" y="41910"/>
                </a:lnTo>
                <a:lnTo>
                  <a:pt x="20421600" y="29527"/>
                </a:lnTo>
                <a:lnTo>
                  <a:pt x="20726400" y="17144"/>
                </a:lnTo>
                <a:lnTo>
                  <a:pt x="21031200" y="7620"/>
                </a:lnTo>
                <a:lnTo>
                  <a:pt x="21336000" y="1904"/>
                </a:lnTo>
                <a:lnTo>
                  <a:pt x="21640800" y="0"/>
                </a:lnTo>
                <a:lnTo>
                  <a:pt x="21945600" y="952"/>
                </a:lnTo>
                <a:lnTo>
                  <a:pt x="22250400" y="3810"/>
                </a:lnTo>
                <a:lnTo>
                  <a:pt x="22555200" y="7620"/>
                </a:lnTo>
                <a:lnTo>
                  <a:pt x="22860000" y="14287"/>
                </a:lnTo>
                <a:lnTo>
                  <a:pt x="23164800" y="27622"/>
                </a:lnTo>
                <a:lnTo>
                  <a:pt x="23469600" y="49530"/>
                </a:lnTo>
                <a:lnTo>
                  <a:pt x="23774400" y="80962"/>
                </a:lnTo>
                <a:lnTo>
                  <a:pt x="24079200" y="118110"/>
                </a:lnTo>
                <a:lnTo>
                  <a:pt x="24384000" y="157162"/>
                </a:lnTo>
                <a:lnTo>
                  <a:pt x="24688800" y="197167"/>
                </a:lnTo>
                <a:lnTo>
                  <a:pt x="24993600" y="239077"/>
                </a:lnTo>
                <a:lnTo>
                  <a:pt x="25298400" y="282892"/>
                </a:lnTo>
                <a:lnTo>
                  <a:pt x="25603200" y="328612"/>
                </a:lnTo>
                <a:lnTo>
                  <a:pt x="25908000" y="378142"/>
                </a:lnTo>
                <a:lnTo>
                  <a:pt x="26212800" y="429577"/>
                </a:lnTo>
                <a:lnTo>
                  <a:pt x="26517600" y="482917"/>
                </a:lnTo>
                <a:lnTo>
                  <a:pt x="26822400" y="535304"/>
                </a:lnTo>
                <a:lnTo>
                  <a:pt x="27127200" y="590550"/>
                </a:lnTo>
                <a:lnTo>
                  <a:pt x="27432000" y="646747"/>
                </a:lnTo>
                <a:lnTo>
                  <a:pt x="27736800" y="704850"/>
                </a:lnTo>
                <a:lnTo>
                  <a:pt x="28041600" y="766762"/>
                </a:lnTo>
                <a:lnTo>
                  <a:pt x="28346400" y="832484"/>
                </a:lnTo>
                <a:lnTo>
                  <a:pt x="28651200" y="899160"/>
                </a:lnTo>
                <a:lnTo>
                  <a:pt x="28956000" y="966787"/>
                </a:lnTo>
                <a:lnTo>
                  <a:pt x="29260800" y="1036320"/>
                </a:lnTo>
                <a:lnTo>
                  <a:pt x="29565600" y="1109662"/>
                </a:lnTo>
                <a:lnTo>
                  <a:pt x="29870400" y="1183004"/>
                </a:lnTo>
                <a:lnTo>
                  <a:pt x="30175200" y="1239202"/>
                </a:lnTo>
                <a:lnTo>
                  <a:pt x="30460950" y="1270634"/>
                </a:lnTo>
                <a:lnTo>
                  <a:pt x="30460950" y="5847397"/>
                </a:lnTo>
                <a:lnTo>
                  <a:pt x="0" y="5847397"/>
                </a:lnTo>
                <a:close/>
              </a:path>
            </a:pathLst>
          </a:custGeom>
          <a:solidFill>
            <a:srgbClr val="E4DED2"/>
          </a:soli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ige-glow-left"/>
          <p:cNvSpPr/>
          <p:nvPr/>
        </p:nvSpPr>
        <p:spPr>
          <a:xfrm>
            <a:off x="0" y="12471916"/>
            <a:ext cx="11906250" cy="4663559"/>
          </a:xfrm>
          <a:custGeom>
            <a:avLst/>
            <a:gdLst/>
            <a:ahLst/>
            <a:cxnLst/>
            <a:rect l="l" t="t" r="r" b="b"/>
            <a:pathLst>
              <a:path w="11906250" h="4663559">
                <a:moveTo>
                  <a:pt x="0" y="858322"/>
                </a:moveTo>
                <a:lnTo>
                  <a:pt x="304800" y="921186"/>
                </a:lnTo>
                <a:lnTo>
                  <a:pt x="609600" y="977384"/>
                </a:lnTo>
                <a:lnTo>
                  <a:pt x="914400" y="1025962"/>
                </a:lnTo>
                <a:lnTo>
                  <a:pt x="1219200" y="1066919"/>
                </a:lnTo>
                <a:lnTo>
                  <a:pt x="1524000" y="1102162"/>
                </a:lnTo>
                <a:lnTo>
                  <a:pt x="1828800" y="1130736"/>
                </a:lnTo>
                <a:lnTo>
                  <a:pt x="2133600" y="1152644"/>
                </a:lnTo>
                <a:lnTo>
                  <a:pt x="2438400" y="1171694"/>
                </a:lnTo>
                <a:lnTo>
                  <a:pt x="2743200" y="1187886"/>
                </a:lnTo>
                <a:lnTo>
                  <a:pt x="3048000" y="1197412"/>
                </a:lnTo>
                <a:lnTo>
                  <a:pt x="3352800" y="1200269"/>
                </a:lnTo>
                <a:lnTo>
                  <a:pt x="3657600" y="1197412"/>
                </a:lnTo>
                <a:lnTo>
                  <a:pt x="3962400" y="1190744"/>
                </a:lnTo>
                <a:lnTo>
                  <a:pt x="4267200" y="1179314"/>
                </a:lnTo>
                <a:lnTo>
                  <a:pt x="4572000" y="1165026"/>
                </a:lnTo>
                <a:lnTo>
                  <a:pt x="4876800" y="1147882"/>
                </a:lnTo>
                <a:lnTo>
                  <a:pt x="5181600" y="1125974"/>
                </a:lnTo>
                <a:lnTo>
                  <a:pt x="5486400" y="1100256"/>
                </a:lnTo>
                <a:lnTo>
                  <a:pt x="5791200" y="1069776"/>
                </a:lnTo>
                <a:lnTo>
                  <a:pt x="6096000" y="1036439"/>
                </a:lnTo>
                <a:lnTo>
                  <a:pt x="6400800" y="1000244"/>
                </a:lnTo>
                <a:lnTo>
                  <a:pt x="6705600" y="962144"/>
                </a:lnTo>
                <a:lnTo>
                  <a:pt x="7010400" y="921186"/>
                </a:lnTo>
                <a:lnTo>
                  <a:pt x="7315200" y="873562"/>
                </a:lnTo>
                <a:lnTo>
                  <a:pt x="7620000" y="823079"/>
                </a:lnTo>
                <a:lnTo>
                  <a:pt x="7924800" y="772596"/>
                </a:lnTo>
                <a:lnTo>
                  <a:pt x="8229600" y="721162"/>
                </a:lnTo>
                <a:lnTo>
                  <a:pt x="8534400" y="666869"/>
                </a:lnTo>
                <a:lnTo>
                  <a:pt x="8839200" y="610672"/>
                </a:lnTo>
                <a:lnTo>
                  <a:pt x="9144000" y="553522"/>
                </a:lnTo>
                <a:lnTo>
                  <a:pt x="9448800" y="495419"/>
                </a:lnTo>
                <a:lnTo>
                  <a:pt x="9753600" y="436364"/>
                </a:lnTo>
                <a:lnTo>
                  <a:pt x="10058400" y="375404"/>
                </a:lnTo>
                <a:lnTo>
                  <a:pt x="10363200" y="312539"/>
                </a:lnTo>
                <a:lnTo>
                  <a:pt x="10668000" y="251579"/>
                </a:lnTo>
                <a:lnTo>
                  <a:pt x="10972800" y="191572"/>
                </a:lnTo>
                <a:lnTo>
                  <a:pt x="11277600" y="130612"/>
                </a:lnTo>
                <a:lnTo>
                  <a:pt x="11582400" y="67746"/>
                </a:lnTo>
                <a:lnTo>
                  <a:pt x="11887200" y="3929"/>
                </a:lnTo>
                <a:lnTo>
                  <a:pt x="11906250" y="0"/>
                </a:lnTo>
                <a:lnTo>
                  <a:pt x="11906250" y="4663559"/>
                </a:lnTo>
                <a:lnTo>
                  <a:pt x="0" y="4663559"/>
                </a:lnTo>
                <a:close/>
              </a:path>
            </a:pathLst>
          </a:custGeom>
          <a:gradFill rotWithShape="1">
            <a:gsLst>
              <a:gs pos="0">
                <a:srgbClr val="FEFEFC"/>
              </a:gs>
              <a:gs pos="100000">
                <a:srgbClr val="E4DED2"/>
              </a:gs>
            </a:gsLst>
            <a:lin scaled="0" ang="0"/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ige-glow-right"/>
          <p:cNvSpPr/>
          <p:nvPr/>
        </p:nvSpPr>
        <p:spPr>
          <a:xfrm>
            <a:off x="21431250" y="11288078"/>
            <a:ext cx="9029700" cy="5847397"/>
          </a:xfrm>
          <a:custGeom>
            <a:avLst/>
            <a:gdLst/>
            <a:ahLst/>
            <a:cxnLst/>
            <a:rect l="l" t="t" r="r" b="b"/>
            <a:pathLst>
              <a:path w="9029700" h="5847397">
                <a:moveTo>
                  <a:pt x="0" y="1309"/>
                </a:moveTo>
                <a:lnTo>
                  <a:pt x="209550" y="0"/>
                </a:lnTo>
                <a:lnTo>
                  <a:pt x="514350" y="952"/>
                </a:lnTo>
                <a:lnTo>
                  <a:pt x="819150" y="3810"/>
                </a:lnTo>
                <a:lnTo>
                  <a:pt x="1123950" y="7620"/>
                </a:lnTo>
                <a:lnTo>
                  <a:pt x="1428750" y="14287"/>
                </a:lnTo>
                <a:lnTo>
                  <a:pt x="1733550" y="27622"/>
                </a:lnTo>
                <a:lnTo>
                  <a:pt x="2038350" y="49530"/>
                </a:lnTo>
                <a:lnTo>
                  <a:pt x="2343150" y="80962"/>
                </a:lnTo>
                <a:lnTo>
                  <a:pt x="2647950" y="118110"/>
                </a:lnTo>
                <a:lnTo>
                  <a:pt x="2952750" y="157162"/>
                </a:lnTo>
                <a:lnTo>
                  <a:pt x="3257550" y="197167"/>
                </a:lnTo>
                <a:lnTo>
                  <a:pt x="3562350" y="239077"/>
                </a:lnTo>
                <a:lnTo>
                  <a:pt x="3867150" y="282892"/>
                </a:lnTo>
                <a:lnTo>
                  <a:pt x="4171950" y="328612"/>
                </a:lnTo>
                <a:lnTo>
                  <a:pt x="4476750" y="378142"/>
                </a:lnTo>
                <a:lnTo>
                  <a:pt x="4781550" y="429577"/>
                </a:lnTo>
                <a:lnTo>
                  <a:pt x="5086350" y="482917"/>
                </a:lnTo>
                <a:lnTo>
                  <a:pt x="5391150" y="535304"/>
                </a:lnTo>
                <a:lnTo>
                  <a:pt x="5695950" y="590550"/>
                </a:lnTo>
                <a:lnTo>
                  <a:pt x="6000750" y="646747"/>
                </a:lnTo>
                <a:lnTo>
                  <a:pt x="6305550" y="704850"/>
                </a:lnTo>
                <a:lnTo>
                  <a:pt x="6610350" y="766762"/>
                </a:lnTo>
                <a:lnTo>
                  <a:pt x="6915150" y="832484"/>
                </a:lnTo>
                <a:lnTo>
                  <a:pt x="7219950" y="899160"/>
                </a:lnTo>
                <a:lnTo>
                  <a:pt x="7524750" y="966787"/>
                </a:lnTo>
                <a:lnTo>
                  <a:pt x="7829550" y="1036320"/>
                </a:lnTo>
                <a:lnTo>
                  <a:pt x="8134350" y="1109662"/>
                </a:lnTo>
                <a:lnTo>
                  <a:pt x="8439150" y="1183004"/>
                </a:lnTo>
                <a:lnTo>
                  <a:pt x="8743950" y="1239202"/>
                </a:lnTo>
                <a:lnTo>
                  <a:pt x="9029700" y="1270634"/>
                </a:lnTo>
                <a:lnTo>
                  <a:pt x="9029700" y="5847397"/>
                </a:lnTo>
                <a:lnTo>
                  <a:pt x="0" y="5847397"/>
                </a:lnTo>
                <a:close/>
              </a:path>
            </a:pathLst>
          </a:custGeom>
          <a:gradFill rotWithShape="1">
            <a:gsLst>
              <a:gs pos="0">
                <a:srgbClr val="E4DED2"/>
              </a:gs>
              <a:gs pos="100000">
                <a:srgbClr val="FDFCFA"/>
              </a:gs>
            </a:gsLst>
            <a:lin scaled="0" ang="0"/>
          </a:gradFill>
          <a:ln>
            <a:noFill/>
          </a:ln>
          <a:effectLst/>
        </p:spPr>
        <p:style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-2026"/>
          <p:cNvSpPr txBox="1"/>
          <p:nvPr/>
        </p:nvSpPr>
        <p:spPr>
          <a:xfrm>
            <a:off x="2066925" y="1143000"/>
            <a:ext cx="7620000" cy="476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00" b="1" i="0" spc="7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4" name="t-title"/>
          <p:cNvSpPr txBox="1"/>
          <p:nvPr/>
        </p:nvSpPr>
        <p:spPr>
          <a:xfrm>
            <a:off x="1971675" y="5543550"/>
            <a:ext cx="16047720" cy="2381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职场工作汇报逻辑图表</a:t>
            </a:r>
          </a:p>
        </p:txBody>
      </p:sp>
      <p:sp>
        <p:nvSpPr>
          <p:cNvPr id="15" name="t-title-ppt"/>
          <p:cNvSpPr txBox="1"/>
          <p:nvPr/>
        </p:nvSpPr>
        <p:spPr>
          <a:xfrm>
            <a:off x="17392650" y="5543550"/>
            <a:ext cx="3062143" cy="2381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PPT</a:t>
            </a:r>
          </a:p>
        </p:txBody>
      </p:sp>
      <p:sp>
        <p:nvSpPr>
          <p:cNvPr id="16" name="t-logo"/>
          <p:cNvSpPr txBox="1"/>
          <p:nvPr/>
        </p:nvSpPr>
        <p:spPr>
          <a:xfrm>
            <a:off x="25822275" y="1162050"/>
            <a:ext cx="3286125" cy="1905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150" b="1" i="0" spc="2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grpSp>
        <p:nvGrpSpPr>
          <p:cNvPr id="42" name="icon-advance"/>
          <p:cNvGrpSpPr/>
          <p:nvPr/>
        </p:nvGrpSpPr>
        <p:grpSpPr>
          <a:xfrm>
            <a:off x="2095500" y="9925050"/>
            <a:ext cx="3524250" cy="1047750"/>
            <a:chOff x="2095500" y="9925050"/>
            <a:chExt cx="3524250" cy="1047750"/>
          </a:xfrm>
        </p:grpSpPr>
        <p:sp>
          <p:nvSpPr>
            <p:cNvPr id="17" name="icon-dot-1-1"/>
            <p:cNvSpPr/>
            <p:nvPr/>
          </p:nvSpPr>
          <p:spPr>
            <a:xfrm>
              <a:off x="2095500" y="99250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con-dot-1-2"/>
            <p:cNvSpPr/>
            <p:nvPr/>
          </p:nvSpPr>
          <p:spPr>
            <a:xfrm>
              <a:off x="2576512" y="99250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con-dot-1-3"/>
            <p:cNvSpPr/>
            <p:nvPr/>
          </p:nvSpPr>
          <p:spPr>
            <a:xfrm>
              <a:off x="3067050" y="99250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on-dot-1-4"/>
            <p:cNvSpPr/>
            <p:nvPr/>
          </p:nvSpPr>
          <p:spPr>
            <a:xfrm>
              <a:off x="3548062" y="99250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con-dot-1-5"/>
            <p:cNvSpPr/>
            <p:nvPr/>
          </p:nvSpPr>
          <p:spPr>
            <a:xfrm>
              <a:off x="4029075" y="99250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on-dot-2-1"/>
            <p:cNvSpPr/>
            <p:nvPr/>
          </p:nvSpPr>
          <p:spPr>
            <a:xfrm>
              <a:off x="2095500" y="10334625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on-dot-2-2"/>
            <p:cNvSpPr/>
            <p:nvPr/>
          </p:nvSpPr>
          <p:spPr>
            <a:xfrm>
              <a:off x="2576512" y="10334625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con-dot-2-3"/>
            <p:cNvSpPr/>
            <p:nvPr/>
          </p:nvSpPr>
          <p:spPr>
            <a:xfrm>
              <a:off x="3067050" y="10334625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icon-dot-2-4"/>
            <p:cNvSpPr/>
            <p:nvPr/>
          </p:nvSpPr>
          <p:spPr>
            <a:xfrm>
              <a:off x="3548062" y="10334625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con-dot-2-5"/>
            <p:cNvSpPr/>
            <p:nvPr/>
          </p:nvSpPr>
          <p:spPr>
            <a:xfrm>
              <a:off x="4029075" y="10334625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icon-dot-3-1"/>
            <p:cNvSpPr/>
            <p:nvPr/>
          </p:nvSpPr>
          <p:spPr>
            <a:xfrm>
              <a:off x="2095500" y="107632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icon-dot-3-2"/>
            <p:cNvSpPr/>
            <p:nvPr/>
          </p:nvSpPr>
          <p:spPr>
            <a:xfrm>
              <a:off x="2576512" y="107632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icon-dot-3-3"/>
            <p:cNvSpPr/>
            <p:nvPr/>
          </p:nvSpPr>
          <p:spPr>
            <a:xfrm>
              <a:off x="3067050" y="107632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icon-dot-3-4"/>
            <p:cNvSpPr/>
            <p:nvPr/>
          </p:nvSpPr>
          <p:spPr>
            <a:xfrm>
              <a:off x="3548062" y="107632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con-dot-3-5"/>
            <p:cNvSpPr/>
            <p:nvPr/>
          </p:nvSpPr>
          <p:spPr>
            <a:xfrm>
              <a:off x="4029075" y="107632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icon-chevron-1"/>
            <p:cNvSpPr/>
            <p:nvPr/>
          </p:nvSpPr>
          <p:spPr>
            <a:xfrm>
              <a:off x="4676775" y="10039350"/>
              <a:ext cx="371475" cy="809625"/>
            </a:xfrm>
            <a:custGeom>
              <a:avLst/>
              <a:gdLst/>
              <a:ahLst/>
              <a:cxnLst/>
              <a:rect l="l" t="t" r="r" b="b"/>
              <a:pathLst>
                <a:path w="371475" h="809625">
                  <a:moveTo>
                    <a:pt x="0" y="0"/>
                  </a:moveTo>
                  <a:lnTo>
                    <a:pt x="371475" y="404812"/>
                  </a:lnTo>
                  <a:lnTo>
                    <a:pt x="0" y="809625"/>
                  </a:lnTo>
                </a:path>
              </a:pathLst>
            </a:custGeom>
            <a:noFill/>
            <a:ln w="142875" cap="rnd">
              <a:solidFill>
                <a:srgbClr val="FFFFFF"/>
              </a:solidFill>
              <a:round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icon-chevron-2"/>
            <p:cNvSpPr/>
            <p:nvPr/>
          </p:nvSpPr>
          <p:spPr>
            <a:xfrm>
              <a:off x="5248275" y="10039350"/>
              <a:ext cx="371475" cy="809625"/>
            </a:xfrm>
            <a:custGeom>
              <a:avLst/>
              <a:gdLst/>
              <a:ahLst/>
              <a:cxnLst/>
              <a:rect l="l" t="t" r="r" b="b"/>
              <a:pathLst>
                <a:path w="371475" h="809625">
                  <a:moveTo>
                    <a:pt x="0" y="0"/>
                  </a:moveTo>
                  <a:lnTo>
                    <a:pt x="371475" y="404812"/>
                  </a:lnTo>
                  <a:lnTo>
                    <a:pt x="0" y="809625"/>
                  </a:lnTo>
                </a:path>
              </a:pathLst>
            </a:custGeom>
            <a:noFill/>
            <a:ln w="142875" cap="rnd">
              <a:solidFill>
                <a:srgbClr val="FFFFFF"/>
              </a:solidFill>
              <a:round/>
            </a:ln>
            <a:effectLst/>
          </p:spPr>
          <p:style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t-presenter-label"/>
          <p:cNvSpPr txBox="1"/>
          <p:nvPr/>
        </p:nvSpPr>
        <p:spPr>
          <a:xfrm>
            <a:off x="2762250" y="14630400"/>
            <a:ext cx="18097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35" name="t-presenter-name"/>
          <p:cNvSpPr txBox="1"/>
          <p:nvPr/>
        </p:nvSpPr>
        <p:spPr>
          <a:xfrm>
            <a:off x="5019675" y="14630400"/>
            <a:ext cx="1714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 spc="3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XXXX</a:t>
            </a:r>
          </a:p>
        </p:txBody>
      </p:sp>
      <p:sp>
        <p:nvSpPr>
          <p:cNvPr id="36" name="t-date-year"/>
          <p:cNvSpPr txBox="1"/>
          <p:nvPr/>
        </p:nvSpPr>
        <p:spPr>
          <a:xfrm>
            <a:off x="10163175" y="14630400"/>
            <a:ext cx="21907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</a:t>
            </a:r>
          </a:p>
        </p:txBody>
      </p:sp>
      <p:sp>
        <p:nvSpPr>
          <p:cNvPr id="37" name="t-date-m1"/>
          <p:cNvSpPr txBox="1"/>
          <p:nvPr/>
        </p:nvSpPr>
        <p:spPr>
          <a:xfrm>
            <a:off x="12296775" y="14630400"/>
            <a:ext cx="4762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t-date-yue"/>
          <p:cNvSpPr txBox="1"/>
          <p:nvPr/>
        </p:nvSpPr>
        <p:spPr>
          <a:xfrm>
            <a:off x="12620625" y="14630400"/>
            <a:ext cx="7620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月</a:t>
            </a:r>
          </a:p>
        </p:txBody>
      </p:sp>
      <p:sp>
        <p:nvSpPr>
          <p:cNvPr id="39" name="t-date-d1"/>
          <p:cNvSpPr txBox="1"/>
          <p:nvPr/>
        </p:nvSpPr>
        <p:spPr>
          <a:xfrm>
            <a:off x="13201650" y="14630400"/>
            <a:ext cx="4762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t-date-ri"/>
          <p:cNvSpPr txBox="1"/>
          <p:nvPr/>
        </p:nvSpPr>
        <p:spPr>
          <a:xfrm>
            <a:off x="13515975" y="14630400"/>
            <a:ext cx="7620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