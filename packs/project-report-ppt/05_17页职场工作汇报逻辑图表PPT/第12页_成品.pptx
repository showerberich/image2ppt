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80000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g-top"/>
          <p:cNvSpPr/>
          <p:nvPr/>
        </p:nvSpPr>
        <p:spPr>
          <a:xfrm>
            <a:off x="25336500" y="609600"/>
            <a:ext cx="4229100" cy="838200"/>
          </a:xfrm>
          <a:prstGeom prst="rect">
            <a:avLst/>
          </a:pr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g-top-text"/>
          <p:cNvSpPr txBox="1"/>
          <p:nvPr/>
        </p:nvSpPr>
        <p:spPr>
          <a:xfrm>
            <a:off x="25336500" y="666750"/>
            <a:ext cx="42291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6" name="sep-line"/>
          <p:cNvSpPr/>
          <p:nvPr/>
        </p:nvSpPr>
        <p:spPr>
          <a:xfrm>
            <a:off x="1143000" y="1752600"/>
            <a:ext cx="28470225" cy="123825"/>
          </a:xfrm>
          <a:prstGeom prst="rect">
            <a:avLst/>
          </a:pr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dr-icon-ring"/>
          <p:cNvSpPr/>
          <p:nvPr/>
        </p:nvSpPr>
        <p:spPr>
          <a:xfrm>
            <a:off x="1247775" y="542925"/>
            <a:ext cx="990600" cy="990600"/>
          </a:xfrm>
          <a:prstGeom prst="ellipse">
            <a:avLst/>
          </a:prstGeom>
          <a:solidFill>
            <a:srgbClr val="FFFFFF">
              <a:alpha val="0"/>
            </a:srgbClr>
          </a:solidFill>
          <a:ln w="8572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icon-check"/>
          <p:cNvSpPr/>
          <p:nvPr/>
        </p:nvSpPr>
        <p:spPr>
          <a:xfrm>
            <a:off x="1495425" y="838200"/>
            <a:ext cx="523875" cy="419100"/>
          </a:xfrm>
          <a:custGeom>
            <a:avLst/>
            <a:gdLst/>
            <a:ahLst/>
            <a:cxnLst/>
            <a:rect l="l" t="t" r="r" b="b"/>
            <a:pathLst>
              <a:path w="523875" h="419100">
                <a:moveTo>
                  <a:pt x="0" y="209550"/>
                </a:moveTo>
                <a:lnTo>
                  <a:pt x="180975" y="419100"/>
                </a:lnTo>
                <a:lnTo>
                  <a:pt x="523875" y="0"/>
                </a:lnTo>
              </a:path>
            </a:pathLst>
          </a:custGeom>
          <a:noFill/>
          <a:ln w="8572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dr-title"/>
          <p:cNvSpPr txBox="1"/>
          <p:nvPr/>
        </p:nvSpPr>
        <p:spPr>
          <a:xfrm>
            <a:off x="2647950" y="704850"/>
            <a:ext cx="933450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925" b="1" i="0">
                <a:solidFill>
                  <a:srgbClr val="4E8855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10" name="chart-title"/>
          <p:cNvSpPr txBox="1"/>
          <p:nvPr/>
        </p:nvSpPr>
        <p:spPr>
          <a:xfrm>
            <a:off x="8534400" y="2343150"/>
            <a:ext cx="109537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XXX电商平台2024-2025年度销量情况对比</a:t>
            </a:r>
          </a:p>
        </p:txBody>
      </p:sp>
      <p:sp>
        <p:nvSpPr>
          <p:cNvPr id="11" name="legend-line-1"/>
          <p:cNvSpPr/>
          <p:nvPr/>
        </p:nvSpPr>
        <p:spPr>
          <a:xfrm>
            <a:off x="21002625" y="2733675"/>
            <a:ext cx="1123950" cy="85725"/>
          </a:xfrm>
          <a:prstGeom prst="rect">
            <a:avLst/>
          </a:pr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gend-txt-1"/>
          <p:cNvSpPr txBox="1"/>
          <p:nvPr/>
        </p:nvSpPr>
        <p:spPr>
          <a:xfrm>
            <a:off x="20945475" y="2981325"/>
            <a:ext cx="2952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2024同期销量情况</a:t>
            </a:r>
          </a:p>
        </p:txBody>
      </p:sp>
      <p:sp>
        <p:nvSpPr>
          <p:cNvPr id="13" name="legend-line-2"/>
          <p:cNvSpPr/>
          <p:nvPr/>
        </p:nvSpPr>
        <p:spPr>
          <a:xfrm>
            <a:off x="25165050" y="2733675"/>
            <a:ext cx="1123950" cy="85725"/>
          </a:xfrm>
          <a:prstGeom prst="rect">
            <a:avLst/>
          </a:pr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gend-txt-2"/>
          <p:cNvSpPr txBox="1"/>
          <p:nvPr/>
        </p:nvSpPr>
        <p:spPr>
          <a:xfrm>
            <a:off x="25107900" y="2981325"/>
            <a:ext cx="2952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2025同期销量情况</a:t>
            </a:r>
          </a:p>
        </p:txBody>
      </p:sp>
      <p:cxnSp>
        <p:nvCxnSpPr>
          <p:cNvPr id="15" name="vgrid-01"/>
          <p:cNvCxnSpPr/>
          <p:nvPr/>
        </p:nvCxnSpPr>
        <p:spPr>
          <a:xfrm>
            <a:off x="3033712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grid-02"/>
          <p:cNvCxnSpPr/>
          <p:nvPr/>
        </p:nvCxnSpPr>
        <p:spPr>
          <a:xfrm>
            <a:off x="5105400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vgrid-03"/>
          <p:cNvCxnSpPr/>
          <p:nvPr/>
        </p:nvCxnSpPr>
        <p:spPr>
          <a:xfrm>
            <a:off x="7177088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grid-04"/>
          <p:cNvCxnSpPr/>
          <p:nvPr/>
        </p:nvCxnSpPr>
        <p:spPr>
          <a:xfrm>
            <a:off x="9248775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grid-05"/>
          <p:cNvCxnSpPr/>
          <p:nvPr/>
        </p:nvCxnSpPr>
        <p:spPr>
          <a:xfrm>
            <a:off x="11320462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grid-06"/>
          <p:cNvCxnSpPr/>
          <p:nvPr/>
        </p:nvCxnSpPr>
        <p:spPr>
          <a:xfrm>
            <a:off x="13392150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grid-07"/>
          <p:cNvCxnSpPr/>
          <p:nvPr/>
        </p:nvCxnSpPr>
        <p:spPr>
          <a:xfrm>
            <a:off x="15463838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grid-08"/>
          <p:cNvCxnSpPr/>
          <p:nvPr/>
        </p:nvCxnSpPr>
        <p:spPr>
          <a:xfrm>
            <a:off x="17535525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grid-09"/>
          <p:cNvCxnSpPr/>
          <p:nvPr/>
        </p:nvCxnSpPr>
        <p:spPr>
          <a:xfrm>
            <a:off x="19607212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grid-10"/>
          <p:cNvCxnSpPr/>
          <p:nvPr/>
        </p:nvCxnSpPr>
        <p:spPr>
          <a:xfrm>
            <a:off x="21678900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grid-11"/>
          <p:cNvCxnSpPr/>
          <p:nvPr/>
        </p:nvCxnSpPr>
        <p:spPr>
          <a:xfrm>
            <a:off x="23750588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grid-12"/>
          <p:cNvCxnSpPr/>
          <p:nvPr/>
        </p:nvCxnSpPr>
        <p:spPr>
          <a:xfrm>
            <a:off x="25822275" y="3162300"/>
            <a:ext cx="0" cy="7858125"/>
          </a:xfrm>
          <a:prstGeom prst="line">
            <a:avLst/>
          </a:prstGeom>
          <a:ln w="19050">
            <a:solidFill>
              <a:srgbClr val="D6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hgrid-0"/>
          <p:cNvCxnSpPr/>
          <p:nvPr/>
        </p:nvCxnSpPr>
        <p:spPr>
          <a:xfrm>
            <a:off x="2857500" y="3467100"/>
            <a:ext cx="25031700" cy="0"/>
          </a:xfrm>
          <a:prstGeom prst="line">
            <a:avLst/>
          </a:prstGeom>
          <a:ln w="19050">
            <a:solidFill>
              <a:srgbClr val="D6E0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hgrid-1"/>
          <p:cNvCxnSpPr/>
          <p:nvPr/>
        </p:nvCxnSpPr>
        <p:spPr>
          <a:xfrm>
            <a:off x="2857500" y="4724400"/>
            <a:ext cx="25031700" cy="0"/>
          </a:xfrm>
          <a:prstGeom prst="line">
            <a:avLst/>
          </a:prstGeom>
          <a:ln w="19050">
            <a:solidFill>
              <a:srgbClr val="D6E0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hgrid-2"/>
          <p:cNvCxnSpPr/>
          <p:nvPr/>
        </p:nvCxnSpPr>
        <p:spPr>
          <a:xfrm>
            <a:off x="2857500" y="5981700"/>
            <a:ext cx="25031700" cy="0"/>
          </a:xfrm>
          <a:prstGeom prst="line">
            <a:avLst/>
          </a:prstGeom>
          <a:ln w="19050">
            <a:solidFill>
              <a:srgbClr val="D6E0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hgrid-3"/>
          <p:cNvCxnSpPr/>
          <p:nvPr/>
        </p:nvCxnSpPr>
        <p:spPr>
          <a:xfrm>
            <a:off x="2857500" y="7248525"/>
            <a:ext cx="25031700" cy="0"/>
          </a:xfrm>
          <a:prstGeom prst="line">
            <a:avLst/>
          </a:prstGeom>
          <a:ln w="19050">
            <a:solidFill>
              <a:srgbClr val="D6E0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hgrid-4"/>
          <p:cNvCxnSpPr/>
          <p:nvPr/>
        </p:nvCxnSpPr>
        <p:spPr>
          <a:xfrm>
            <a:off x="2857500" y="8505825"/>
            <a:ext cx="25031700" cy="0"/>
          </a:xfrm>
          <a:prstGeom prst="line">
            <a:avLst/>
          </a:prstGeom>
          <a:ln w="19050">
            <a:solidFill>
              <a:srgbClr val="D6E0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hgrid-5"/>
          <p:cNvCxnSpPr/>
          <p:nvPr/>
        </p:nvCxnSpPr>
        <p:spPr>
          <a:xfrm>
            <a:off x="2857500" y="9744075"/>
            <a:ext cx="25031700" cy="0"/>
          </a:xfrm>
          <a:prstGeom prst="line">
            <a:avLst/>
          </a:prstGeom>
          <a:ln w="19050">
            <a:solidFill>
              <a:srgbClr val="D6E0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hgrid-6"/>
          <p:cNvCxnSpPr/>
          <p:nvPr/>
        </p:nvCxnSpPr>
        <p:spPr>
          <a:xfrm>
            <a:off x="2857500" y="10972800"/>
            <a:ext cx="25031700" cy="0"/>
          </a:xfrm>
          <a:prstGeom prst="line">
            <a:avLst/>
          </a:prstGeom>
          <a:ln w="19050">
            <a:solidFill>
              <a:srgbClr val="D6E0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y-axis"/>
          <p:cNvCxnSpPr/>
          <p:nvPr/>
        </p:nvCxnSpPr>
        <p:spPr>
          <a:xfrm>
            <a:off x="2857500" y="3162300"/>
            <a:ext cx="0" cy="7877175"/>
          </a:xfrm>
          <a:prstGeom prst="line">
            <a:avLst/>
          </a:prstGeom>
          <a:ln w="38100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x-axis"/>
          <p:cNvCxnSpPr/>
          <p:nvPr/>
        </p:nvCxnSpPr>
        <p:spPr>
          <a:xfrm>
            <a:off x="2857500" y="11020425"/>
            <a:ext cx="25031700" cy="0"/>
          </a:xfrm>
          <a:prstGeom prst="line">
            <a:avLst/>
          </a:prstGeom>
          <a:ln w="38100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ytick-0"/>
          <p:cNvSpPr txBox="1"/>
          <p:nvPr/>
        </p:nvSpPr>
        <p:spPr>
          <a:xfrm>
            <a:off x="1428750" y="3276600"/>
            <a:ext cx="1200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2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3600</a:t>
            </a:r>
          </a:p>
        </p:txBody>
      </p:sp>
      <p:sp>
        <p:nvSpPr>
          <p:cNvPr id="37" name="ytick-1"/>
          <p:cNvSpPr txBox="1"/>
          <p:nvPr/>
        </p:nvSpPr>
        <p:spPr>
          <a:xfrm>
            <a:off x="1428750" y="4533900"/>
            <a:ext cx="1200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2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3000</a:t>
            </a:r>
          </a:p>
        </p:txBody>
      </p:sp>
      <p:sp>
        <p:nvSpPr>
          <p:cNvPr id="38" name="ytick-2"/>
          <p:cNvSpPr txBox="1"/>
          <p:nvPr/>
        </p:nvSpPr>
        <p:spPr>
          <a:xfrm>
            <a:off x="1428750" y="5791200"/>
            <a:ext cx="1200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2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2400</a:t>
            </a:r>
          </a:p>
        </p:txBody>
      </p:sp>
      <p:sp>
        <p:nvSpPr>
          <p:cNvPr id="39" name="ytick-3"/>
          <p:cNvSpPr txBox="1"/>
          <p:nvPr/>
        </p:nvSpPr>
        <p:spPr>
          <a:xfrm>
            <a:off x="1428750" y="7058025"/>
            <a:ext cx="1200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2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1800</a:t>
            </a:r>
          </a:p>
        </p:txBody>
      </p:sp>
      <p:sp>
        <p:nvSpPr>
          <p:cNvPr id="40" name="ytick-4"/>
          <p:cNvSpPr txBox="1"/>
          <p:nvPr/>
        </p:nvSpPr>
        <p:spPr>
          <a:xfrm>
            <a:off x="1428750" y="8315325"/>
            <a:ext cx="1200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2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41" name="ytick-5"/>
          <p:cNvSpPr txBox="1"/>
          <p:nvPr/>
        </p:nvSpPr>
        <p:spPr>
          <a:xfrm>
            <a:off x="1428750" y="9553575"/>
            <a:ext cx="1200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2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600</a:t>
            </a:r>
          </a:p>
        </p:txBody>
      </p:sp>
      <p:sp>
        <p:nvSpPr>
          <p:cNvPr id="42" name="ytick-6"/>
          <p:cNvSpPr txBox="1"/>
          <p:nvPr/>
        </p:nvSpPr>
        <p:spPr>
          <a:xfrm>
            <a:off x="1428750" y="10782300"/>
            <a:ext cx="1200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2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3" name="y-unit"/>
          <p:cNvSpPr txBox="1"/>
          <p:nvPr/>
        </p:nvSpPr>
        <p:spPr>
          <a:xfrm>
            <a:off x="1466850" y="2552700"/>
            <a:ext cx="1333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数量/件</a:t>
            </a:r>
          </a:p>
        </p:txBody>
      </p:sp>
      <p:sp>
        <p:nvSpPr>
          <p:cNvPr id="44" name="month-01"/>
          <p:cNvSpPr txBox="1"/>
          <p:nvPr/>
        </p:nvSpPr>
        <p:spPr>
          <a:xfrm>
            <a:off x="2657475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45" name="month-02"/>
          <p:cNvSpPr txBox="1"/>
          <p:nvPr/>
        </p:nvSpPr>
        <p:spPr>
          <a:xfrm>
            <a:off x="4729162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46" name="month-03"/>
          <p:cNvSpPr txBox="1"/>
          <p:nvPr/>
        </p:nvSpPr>
        <p:spPr>
          <a:xfrm>
            <a:off x="6800850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47" name="month-04"/>
          <p:cNvSpPr txBox="1"/>
          <p:nvPr/>
        </p:nvSpPr>
        <p:spPr>
          <a:xfrm>
            <a:off x="8872538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8" name="month-05"/>
          <p:cNvSpPr txBox="1"/>
          <p:nvPr/>
        </p:nvSpPr>
        <p:spPr>
          <a:xfrm>
            <a:off x="10944225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5月</a:t>
            </a:r>
          </a:p>
        </p:txBody>
      </p:sp>
      <p:sp>
        <p:nvSpPr>
          <p:cNvPr id="49" name="month-06"/>
          <p:cNvSpPr txBox="1"/>
          <p:nvPr/>
        </p:nvSpPr>
        <p:spPr>
          <a:xfrm>
            <a:off x="13015912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6月</a:t>
            </a:r>
          </a:p>
        </p:txBody>
      </p:sp>
      <p:sp>
        <p:nvSpPr>
          <p:cNvPr id="50" name="month-07"/>
          <p:cNvSpPr txBox="1"/>
          <p:nvPr/>
        </p:nvSpPr>
        <p:spPr>
          <a:xfrm>
            <a:off x="15087600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7月</a:t>
            </a:r>
          </a:p>
        </p:txBody>
      </p:sp>
      <p:sp>
        <p:nvSpPr>
          <p:cNvPr id="51" name="month-08"/>
          <p:cNvSpPr txBox="1"/>
          <p:nvPr/>
        </p:nvSpPr>
        <p:spPr>
          <a:xfrm>
            <a:off x="17159288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8月</a:t>
            </a:r>
          </a:p>
        </p:txBody>
      </p:sp>
      <p:sp>
        <p:nvSpPr>
          <p:cNvPr id="52" name="month-09"/>
          <p:cNvSpPr txBox="1"/>
          <p:nvPr/>
        </p:nvSpPr>
        <p:spPr>
          <a:xfrm>
            <a:off x="19230975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9月</a:t>
            </a:r>
          </a:p>
        </p:txBody>
      </p:sp>
      <p:sp>
        <p:nvSpPr>
          <p:cNvPr id="53" name="month-10"/>
          <p:cNvSpPr txBox="1"/>
          <p:nvPr/>
        </p:nvSpPr>
        <p:spPr>
          <a:xfrm>
            <a:off x="21302662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10月</a:t>
            </a:r>
          </a:p>
        </p:txBody>
      </p:sp>
      <p:sp>
        <p:nvSpPr>
          <p:cNvPr id="54" name="month-11"/>
          <p:cNvSpPr txBox="1"/>
          <p:nvPr/>
        </p:nvSpPr>
        <p:spPr>
          <a:xfrm>
            <a:off x="23374350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55" name="month-12"/>
          <p:cNvSpPr txBox="1"/>
          <p:nvPr/>
        </p:nvSpPr>
        <p:spPr>
          <a:xfrm>
            <a:off x="25446038" y="11106150"/>
            <a:ext cx="952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56" name="x-unit"/>
          <p:cNvSpPr txBox="1"/>
          <p:nvPr/>
        </p:nvSpPr>
        <p:spPr>
          <a:xfrm>
            <a:off x="27365325" y="11163300"/>
            <a:ext cx="1143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月份/月</a:t>
            </a:r>
          </a:p>
        </p:txBody>
      </p:sp>
      <p:sp>
        <p:nvSpPr>
          <p:cNvPr id="57" name="curve-01"/>
          <p:cNvSpPr/>
          <p:nvPr/>
        </p:nvSpPr>
        <p:spPr>
          <a:xfrm>
            <a:off x="3429000" y="7134225"/>
            <a:ext cx="22745700" cy="3543300"/>
          </a:xfrm>
          <a:custGeom>
            <a:avLst/>
            <a:gdLst/>
            <a:ahLst/>
            <a:cxnLst/>
            <a:rect l="l" t="t" r="r" b="b"/>
            <a:pathLst>
              <a:path w="22745700" h="3543300">
                <a:moveTo>
                  <a:pt x="0" y="3543300"/>
                </a:moveTo>
                <a:lnTo>
                  <a:pt x="76200" y="3533775"/>
                </a:lnTo>
                <a:lnTo>
                  <a:pt x="152400" y="3514725"/>
                </a:lnTo>
                <a:lnTo>
                  <a:pt x="228600" y="3505200"/>
                </a:lnTo>
                <a:lnTo>
                  <a:pt x="304800" y="3476625"/>
                </a:lnTo>
                <a:lnTo>
                  <a:pt x="381000" y="3457575"/>
                </a:lnTo>
                <a:lnTo>
                  <a:pt x="457200" y="3438525"/>
                </a:lnTo>
                <a:lnTo>
                  <a:pt x="533400" y="3409950"/>
                </a:lnTo>
                <a:lnTo>
                  <a:pt x="609600" y="3381375"/>
                </a:lnTo>
                <a:lnTo>
                  <a:pt x="685800" y="3362325"/>
                </a:lnTo>
                <a:lnTo>
                  <a:pt x="762000" y="3333750"/>
                </a:lnTo>
                <a:lnTo>
                  <a:pt x="838200" y="3314700"/>
                </a:lnTo>
                <a:lnTo>
                  <a:pt x="914400" y="3286125"/>
                </a:lnTo>
                <a:lnTo>
                  <a:pt x="990600" y="3267075"/>
                </a:lnTo>
                <a:lnTo>
                  <a:pt x="1066800" y="3238500"/>
                </a:lnTo>
                <a:lnTo>
                  <a:pt x="1143000" y="3219450"/>
                </a:lnTo>
                <a:lnTo>
                  <a:pt x="1219200" y="3190875"/>
                </a:lnTo>
                <a:lnTo>
                  <a:pt x="1295400" y="3171825"/>
                </a:lnTo>
                <a:lnTo>
                  <a:pt x="1371600" y="3143250"/>
                </a:lnTo>
                <a:lnTo>
                  <a:pt x="1447800" y="3124200"/>
                </a:lnTo>
                <a:lnTo>
                  <a:pt x="1524000" y="3095625"/>
                </a:lnTo>
                <a:lnTo>
                  <a:pt x="1600200" y="3076575"/>
                </a:lnTo>
                <a:lnTo>
                  <a:pt x="1676400" y="3057525"/>
                </a:lnTo>
                <a:lnTo>
                  <a:pt x="1752600" y="3038475"/>
                </a:lnTo>
                <a:lnTo>
                  <a:pt x="1828800" y="3038475"/>
                </a:lnTo>
                <a:lnTo>
                  <a:pt x="1905000" y="3048000"/>
                </a:lnTo>
                <a:lnTo>
                  <a:pt x="1981200" y="3048000"/>
                </a:lnTo>
                <a:lnTo>
                  <a:pt x="2057400" y="3162300"/>
                </a:lnTo>
                <a:lnTo>
                  <a:pt x="2133600" y="3057525"/>
                </a:lnTo>
                <a:lnTo>
                  <a:pt x="2209800" y="2981325"/>
                </a:lnTo>
                <a:lnTo>
                  <a:pt x="2286000" y="2933700"/>
                </a:lnTo>
                <a:lnTo>
                  <a:pt x="2362200" y="2828925"/>
                </a:lnTo>
                <a:lnTo>
                  <a:pt x="2438400" y="2857500"/>
                </a:lnTo>
                <a:lnTo>
                  <a:pt x="2514600" y="2905125"/>
                </a:lnTo>
                <a:lnTo>
                  <a:pt x="2590800" y="2905125"/>
                </a:lnTo>
                <a:lnTo>
                  <a:pt x="2667000" y="3076575"/>
                </a:lnTo>
                <a:lnTo>
                  <a:pt x="2743200" y="3171825"/>
                </a:lnTo>
                <a:lnTo>
                  <a:pt x="2819400" y="3267075"/>
                </a:lnTo>
                <a:lnTo>
                  <a:pt x="2895600" y="3352800"/>
                </a:lnTo>
                <a:lnTo>
                  <a:pt x="2971800" y="3457575"/>
                </a:lnTo>
                <a:lnTo>
                  <a:pt x="3048000" y="3495675"/>
                </a:lnTo>
                <a:lnTo>
                  <a:pt x="3124200" y="3505200"/>
                </a:lnTo>
                <a:lnTo>
                  <a:pt x="3200400" y="3505200"/>
                </a:lnTo>
                <a:lnTo>
                  <a:pt x="3276600" y="3505200"/>
                </a:lnTo>
                <a:lnTo>
                  <a:pt x="3352800" y="3495675"/>
                </a:lnTo>
                <a:lnTo>
                  <a:pt x="3429000" y="3467100"/>
                </a:lnTo>
                <a:lnTo>
                  <a:pt x="3505200" y="3438525"/>
                </a:lnTo>
                <a:lnTo>
                  <a:pt x="3581400" y="3419475"/>
                </a:lnTo>
                <a:lnTo>
                  <a:pt x="3657600" y="3390900"/>
                </a:lnTo>
                <a:lnTo>
                  <a:pt x="3733800" y="3362325"/>
                </a:lnTo>
                <a:lnTo>
                  <a:pt x="3810000" y="3324225"/>
                </a:lnTo>
                <a:lnTo>
                  <a:pt x="3886200" y="3286125"/>
                </a:lnTo>
                <a:lnTo>
                  <a:pt x="3962400" y="3228975"/>
                </a:lnTo>
                <a:lnTo>
                  <a:pt x="4038600" y="3190875"/>
                </a:lnTo>
                <a:lnTo>
                  <a:pt x="4114800" y="3133725"/>
                </a:lnTo>
                <a:lnTo>
                  <a:pt x="4191000" y="3095625"/>
                </a:lnTo>
                <a:lnTo>
                  <a:pt x="4267200" y="3076575"/>
                </a:lnTo>
                <a:lnTo>
                  <a:pt x="4343400" y="3057525"/>
                </a:lnTo>
                <a:lnTo>
                  <a:pt x="4419600" y="3067050"/>
                </a:lnTo>
                <a:lnTo>
                  <a:pt x="4495800" y="3095625"/>
                </a:lnTo>
                <a:lnTo>
                  <a:pt x="4572000" y="3152775"/>
                </a:lnTo>
                <a:lnTo>
                  <a:pt x="4648200" y="3267075"/>
                </a:lnTo>
                <a:lnTo>
                  <a:pt x="4724400" y="3324225"/>
                </a:lnTo>
                <a:lnTo>
                  <a:pt x="4800600" y="3390900"/>
                </a:lnTo>
                <a:lnTo>
                  <a:pt x="4876800" y="3457575"/>
                </a:lnTo>
                <a:lnTo>
                  <a:pt x="4953000" y="3476625"/>
                </a:lnTo>
                <a:lnTo>
                  <a:pt x="5029200" y="3476625"/>
                </a:lnTo>
                <a:lnTo>
                  <a:pt x="5105400" y="3476625"/>
                </a:lnTo>
                <a:lnTo>
                  <a:pt x="5181600" y="3476625"/>
                </a:lnTo>
                <a:lnTo>
                  <a:pt x="5257800" y="3457575"/>
                </a:lnTo>
                <a:lnTo>
                  <a:pt x="5334000" y="3419475"/>
                </a:lnTo>
                <a:lnTo>
                  <a:pt x="5410200" y="3381375"/>
                </a:lnTo>
                <a:lnTo>
                  <a:pt x="5486400" y="3352800"/>
                </a:lnTo>
                <a:lnTo>
                  <a:pt x="5562600" y="3324225"/>
                </a:lnTo>
                <a:lnTo>
                  <a:pt x="5638800" y="3286125"/>
                </a:lnTo>
                <a:lnTo>
                  <a:pt x="5715000" y="3267075"/>
                </a:lnTo>
                <a:lnTo>
                  <a:pt x="5791200" y="3257550"/>
                </a:lnTo>
                <a:lnTo>
                  <a:pt x="5867400" y="3238500"/>
                </a:lnTo>
                <a:lnTo>
                  <a:pt x="5943600" y="3228975"/>
                </a:lnTo>
                <a:lnTo>
                  <a:pt x="6019800" y="3219450"/>
                </a:lnTo>
                <a:lnTo>
                  <a:pt x="6096000" y="3105150"/>
                </a:lnTo>
                <a:lnTo>
                  <a:pt x="6172200" y="3152775"/>
                </a:lnTo>
                <a:lnTo>
                  <a:pt x="6248400" y="3228975"/>
                </a:lnTo>
                <a:lnTo>
                  <a:pt x="6324600" y="3209925"/>
                </a:lnTo>
                <a:lnTo>
                  <a:pt x="6400800" y="3238500"/>
                </a:lnTo>
                <a:lnTo>
                  <a:pt x="6477000" y="3352800"/>
                </a:lnTo>
                <a:lnTo>
                  <a:pt x="6553200" y="3381375"/>
                </a:lnTo>
                <a:lnTo>
                  <a:pt x="6629400" y="3362325"/>
                </a:lnTo>
                <a:lnTo>
                  <a:pt x="6705600" y="3381375"/>
                </a:lnTo>
                <a:lnTo>
                  <a:pt x="6781800" y="3419475"/>
                </a:lnTo>
                <a:lnTo>
                  <a:pt x="6858000" y="3438525"/>
                </a:lnTo>
                <a:lnTo>
                  <a:pt x="6934200" y="3438525"/>
                </a:lnTo>
                <a:lnTo>
                  <a:pt x="7010400" y="3419475"/>
                </a:lnTo>
                <a:lnTo>
                  <a:pt x="7086600" y="3409950"/>
                </a:lnTo>
                <a:lnTo>
                  <a:pt x="7162800" y="3448050"/>
                </a:lnTo>
                <a:lnTo>
                  <a:pt x="7239000" y="3419475"/>
                </a:lnTo>
                <a:lnTo>
                  <a:pt x="7315200" y="3457575"/>
                </a:lnTo>
                <a:lnTo>
                  <a:pt x="7391400" y="3419475"/>
                </a:lnTo>
                <a:lnTo>
                  <a:pt x="7467600" y="3371850"/>
                </a:lnTo>
                <a:lnTo>
                  <a:pt x="7543800" y="3333750"/>
                </a:lnTo>
                <a:lnTo>
                  <a:pt x="7620000" y="3295650"/>
                </a:lnTo>
                <a:lnTo>
                  <a:pt x="7696200" y="3267075"/>
                </a:lnTo>
                <a:lnTo>
                  <a:pt x="7772400" y="3248025"/>
                </a:lnTo>
                <a:lnTo>
                  <a:pt x="7848600" y="3267075"/>
                </a:lnTo>
                <a:lnTo>
                  <a:pt x="7924800" y="3238500"/>
                </a:lnTo>
                <a:lnTo>
                  <a:pt x="8001000" y="3228975"/>
                </a:lnTo>
                <a:lnTo>
                  <a:pt x="8077200" y="3267075"/>
                </a:lnTo>
                <a:lnTo>
                  <a:pt x="8153400" y="3381375"/>
                </a:lnTo>
                <a:lnTo>
                  <a:pt x="8229600" y="3457575"/>
                </a:lnTo>
                <a:lnTo>
                  <a:pt x="8305800" y="3457575"/>
                </a:lnTo>
                <a:lnTo>
                  <a:pt x="8382000" y="3476625"/>
                </a:lnTo>
                <a:lnTo>
                  <a:pt x="8458200" y="3476625"/>
                </a:lnTo>
                <a:lnTo>
                  <a:pt x="8534400" y="3476625"/>
                </a:lnTo>
                <a:lnTo>
                  <a:pt x="8610600" y="3457575"/>
                </a:lnTo>
                <a:lnTo>
                  <a:pt x="8686800" y="3438525"/>
                </a:lnTo>
                <a:lnTo>
                  <a:pt x="8763000" y="3419475"/>
                </a:lnTo>
                <a:lnTo>
                  <a:pt x="8839200" y="3343275"/>
                </a:lnTo>
                <a:lnTo>
                  <a:pt x="8915400" y="3276600"/>
                </a:lnTo>
                <a:lnTo>
                  <a:pt x="8991600" y="3267075"/>
                </a:lnTo>
                <a:lnTo>
                  <a:pt x="9067800" y="3267075"/>
                </a:lnTo>
                <a:lnTo>
                  <a:pt x="9144000" y="3305175"/>
                </a:lnTo>
                <a:lnTo>
                  <a:pt x="9220200" y="3343275"/>
                </a:lnTo>
                <a:lnTo>
                  <a:pt x="9296400" y="3419475"/>
                </a:lnTo>
                <a:lnTo>
                  <a:pt x="9372600" y="3495675"/>
                </a:lnTo>
                <a:lnTo>
                  <a:pt x="9448800" y="3514725"/>
                </a:lnTo>
                <a:lnTo>
                  <a:pt x="9525000" y="3533775"/>
                </a:lnTo>
                <a:lnTo>
                  <a:pt x="9601200" y="3533775"/>
                </a:lnTo>
                <a:lnTo>
                  <a:pt x="9677400" y="3514725"/>
                </a:lnTo>
                <a:lnTo>
                  <a:pt x="9753600" y="3362325"/>
                </a:lnTo>
                <a:lnTo>
                  <a:pt x="9829800" y="3448050"/>
                </a:lnTo>
                <a:lnTo>
                  <a:pt x="9906000" y="3057525"/>
                </a:lnTo>
                <a:lnTo>
                  <a:pt x="9982200" y="2581275"/>
                </a:lnTo>
                <a:lnTo>
                  <a:pt x="10058400" y="2009775"/>
                </a:lnTo>
                <a:lnTo>
                  <a:pt x="10134600" y="1457325"/>
                </a:lnTo>
                <a:lnTo>
                  <a:pt x="10210800" y="942975"/>
                </a:lnTo>
                <a:lnTo>
                  <a:pt x="10287000" y="352425"/>
                </a:lnTo>
                <a:lnTo>
                  <a:pt x="10363200" y="76200"/>
                </a:lnTo>
                <a:lnTo>
                  <a:pt x="10439400" y="0"/>
                </a:lnTo>
                <a:lnTo>
                  <a:pt x="10515600" y="57150"/>
                </a:lnTo>
                <a:lnTo>
                  <a:pt x="10591800" y="219075"/>
                </a:lnTo>
                <a:lnTo>
                  <a:pt x="10668000" y="581025"/>
                </a:lnTo>
                <a:lnTo>
                  <a:pt x="10744200" y="1009650"/>
                </a:lnTo>
                <a:lnTo>
                  <a:pt x="10820400" y="1076325"/>
                </a:lnTo>
                <a:lnTo>
                  <a:pt x="10896600" y="1209675"/>
                </a:lnTo>
                <a:lnTo>
                  <a:pt x="10972800" y="1885950"/>
                </a:lnTo>
                <a:lnTo>
                  <a:pt x="11049000" y="2419350"/>
                </a:lnTo>
                <a:lnTo>
                  <a:pt x="11125200" y="2743200"/>
                </a:lnTo>
                <a:lnTo>
                  <a:pt x="11201400" y="2905125"/>
                </a:lnTo>
                <a:lnTo>
                  <a:pt x="11277600" y="2886075"/>
                </a:lnTo>
                <a:lnTo>
                  <a:pt x="11353800" y="2981325"/>
                </a:lnTo>
                <a:lnTo>
                  <a:pt x="11430000" y="3048000"/>
                </a:lnTo>
                <a:lnTo>
                  <a:pt x="11506200" y="3114675"/>
                </a:lnTo>
                <a:lnTo>
                  <a:pt x="11582400" y="3171825"/>
                </a:lnTo>
                <a:lnTo>
                  <a:pt x="11658600" y="3228975"/>
                </a:lnTo>
                <a:lnTo>
                  <a:pt x="11734800" y="3276600"/>
                </a:lnTo>
                <a:lnTo>
                  <a:pt x="11811000" y="3333750"/>
                </a:lnTo>
                <a:lnTo>
                  <a:pt x="11887200" y="3381375"/>
                </a:lnTo>
                <a:lnTo>
                  <a:pt x="11963400" y="3429000"/>
                </a:lnTo>
                <a:lnTo>
                  <a:pt x="12039600" y="3457575"/>
                </a:lnTo>
                <a:lnTo>
                  <a:pt x="12115800" y="3486150"/>
                </a:lnTo>
                <a:lnTo>
                  <a:pt x="12192000" y="3486150"/>
                </a:lnTo>
                <a:lnTo>
                  <a:pt x="12268200" y="3467100"/>
                </a:lnTo>
                <a:lnTo>
                  <a:pt x="12344400" y="3457575"/>
                </a:lnTo>
                <a:lnTo>
                  <a:pt x="12420600" y="3409950"/>
                </a:lnTo>
                <a:lnTo>
                  <a:pt x="12496800" y="3248025"/>
                </a:lnTo>
                <a:lnTo>
                  <a:pt x="12573000" y="3190875"/>
                </a:lnTo>
                <a:lnTo>
                  <a:pt x="12649200" y="2914650"/>
                </a:lnTo>
                <a:lnTo>
                  <a:pt x="12725400" y="2809875"/>
                </a:lnTo>
                <a:lnTo>
                  <a:pt x="12801600" y="2447925"/>
                </a:lnTo>
                <a:lnTo>
                  <a:pt x="12877800" y="2219325"/>
                </a:lnTo>
                <a:lnTo>
                  <a:pt x="12954000" y="2047875"/>
                </a:lnTo>
                <a:lnTo>
                  <a:pt x="13030200" y="2028825"/>
                </a:lnTo>
                <a:lnTo>
                  <a:pt x="13106400" y="1971675"/>
                </a:lnTo>
                <a:lnTo>
                  <a:pt x="13182600" y="1952625"/>
                </a:lnTo>
                <a:lnTo>
                  <a:pt x="13258800" y="1971675"/>
                </a:lnTo>
                <a:lnTo>
                  <a:pt x="13335000" y="2019300"/>
                </a:lnTo>
                <a:lnTo>
                  <a:pt x="13411200" y="2066925"/>
                </a:lnTo>
                <a:lnTo>
                  <a:pt x="13487400" y="2124075"/>
                </a:lnTo>
                <a:lnTo>
                  <a:pt x="13563600" y="2171700"/>
                </a:lnTo>
                <a:lnTo>
                  <a:pt x="13639800" y="2219325"/>
                </a:lnTo>
                <a:lnTo>
                  <a:pt x="13716000" y="2247900"/>
                </a:lnTo>
                <a:lnTo>
                  <a:pt x="13792200" y="2276475"/>
                </a:lnTo>
                <a:lnTo>
                  <a:pt x="13868400" y="2295525"/>
                </a:lnTo>
                <a:lnTo>
                  <a:pt x="13944600" y="2314575"/>
                </a:lnTo>
                <a:lnTo>
                  <a:pt x="14020800" y="2352675"/>
                </a:lnTo>
                <a:lnTo>
                  <a:pt x="14097000" y="2371725"/>
                </a:lnTo>
                <a:lnTo>
                  <a:pt x="14173200" y="2390775"/>
                </a:lnTo>
                <a:lnTo>
                  <a:pt x="14249400" y="2409825"/>
                </a:lnTo>
                <a:lnTo>
                  <a:pt x="14325600" y="2438400"/>
                </a:lnTo>
                <a:lnTo>
                  <a:pt x="14401800" y="2457450"/>
                </a:lnTo>
                <a:lnTo>
                  <a:pt x="14478000" y="2466975"/>
                </a:lnTo>
                <a:lnTo>
                  <a:pt x="14554200" y="2466975"/>
                </a:lnTo>
                <a:lnTo>
                  <a:pt x="14630400" y="2486025"/>
                </a:lnTo>
                <a:lnTo>
                  <a:pt x="14706600" y="2486025"/>
                </a:lnTo>
                <a:lnTo>
                  <a:pt x="14782800" y="2505075"/>
                </a:lnTo>
                <a:lnTo>
                  <a:pt x="14859000" y="2543175"/>
                </a:lnTo>
                <a:lnTo>
                  <a:pt x="14935200" y="2600325"/>
                </a:lnTo>
                <a:lnTo>
                  <a:pt x="15011400" y="2676525"/>
                </a:lnTo>
                <a:lnTo>
                  <a:pt x="15087600" y="2790825"/>
                </a:lnTo>
                <a:lnTo>
                  <a:pt x="15163800" y="2943225"/>
                </a:lnTo>
                <a:lnTo>
                  <a:pt x="15240000" y="3105150"/>
                </a:lnTo>
                <a:lnTo>
                  <a:pt x="15316200" y="3286125"/>
                </a:lnTo>
                <a:lnTo>
                  <a:pt x="15392400" y="3457575"/>
                </a:lnTo>
                <a:lnTo>
                  <a:pt x="15468600" y="3533775"/>
                </a:lnTo>
                <a:lnTo>
                  <a:pt x="15544800" y="3400425"/>
                </a:lnTo>
                <a:lnTo>
                  <a:pt x="15621000" y="3514725"/>
                </a:lnTo>
                <a:lnTo>
                  <a:pt x="15849600" y="2990850"/>
                </a:lnTo>
                <a:lnTo>
                  <a:pt x="15925800" y="3038475"/>
                </a:lnTo>
                <a:lnTo>
                  <a:pt x="16002000" y="3086100"/>
                </a:lnTo>
                <a:lnTo>
                  <a:pt x="16078200" y="3133725"/>
                </a:lnTo>
                <a:lnTo>
                  <a:pt x="16154400" y="3181350"/>
                </a:lnTo>
                <a:lnTo>
                  <a:pt x="16230600" y="3228975"/>
                </a:lnTo>
                <a:lnTo>
                  <a:pt x="16306800" y="3276600"/>
                </a:lnTo>
                <a:lnTo>
                  <a:pt x="16383000" y="3324225"/>
                </a:lnTo>
                <a:lnTo>
                  <a:pt x="16459200" y="3381375"/>
                </a:lnTo>
                <a:lnTo>
                  <a:pt x="16535400" y="3467100"/>
                </a:lnTo>
                <a:lnTo>
                  <a:pt x="16611600" y="3467100"/>
                </a:lnTo>
                <a:lnTo>
                  <a:pt x="16687800" y="3371850"/>
                </a:lnTo>
                <a:lnTo>
                  <a:pt x="16764000" y="3257550"/>
                </a:lnTo>
                <a:lnTo>
                  <a:pt x="16840200" y="3152775"/>
                </a:lnTo>
                <a:lnTo>
                  <a:pt x="16916400" y="3057525"/>
                </a:lnTo>
                <a:lnTo>
                  <a:pt x="16992600" y="2981325"/>
                </a:lnTo>
                <a:lnTo>
                  <a:pt x="17068800" y="2905125"/>
                </a:lnTo>
                <a:lnTo>
                  <a:pt x="17145000" y="2828925"/>
                </a:lnTo>
                <a:lnTo>
                  <a:pt x="17221200" y="2752725"/>
                </a:lnTo>
                <a:lnTo>
                  <a:pt x="17297400" y="2676525"/>
                </a:lnTo>
                <a:lnTo>
                  <a:pt x="17373600" y="2686050"/>
                </a:lnTo>
                <a:lnTo>
                  <a:pt x="17449800" y="2647950"/>
                </a:lnTo>
                <a:lnTo>
                  <a:pt x="17526000" y="2638425"/>
                </a:lnTo>
                <a:lnTo>
                  <a:pt x="17602200" y="2647950"/>
                </a:lnTo>
                <a:lnTo>
                  <a:pt x="17678400" y="2695575"/>
                </a:lnTo>
                <a:lnTo>
                  <a:pt x="17754600" y="2790825"/>
                </a:lnTo>
                <a:lnTo>
                  <a:pt x="17830800" y="2905125"/>
                </a:lnTo>
                <a:lnTo>
                  <a:pt x="17907000" y="3124200"/>
                </a:lnTo>
                <a:lnTo>
                  <a:pt x="17983200" y="3190875"/>
                </a:lnTo>
                <a:lnTo>
                  <a:pt x="18059400" y="3333750"/>
                </a:lnTo>
                <a:lnTo>
                  <a:pt x="18135600" y="3448050"/>
                </a:lnTo>
                <a:lnTo>
                  <a:pt x="18211800" y="3514725"/>
                </a:lnTo>
                <a:lnTo>
                  <a:pt x="18288000" y="3267075"/>
                </a:lnTo>
                <a:lnTo>
                  <a:pt x="18364200" y="3343275"/>
                </a:lnTo>
                <a:lnTo>
                  <a:pt x="18440400" y="3381375"/>
                </a:lnTo>
                <a:lnTo>
                  <a:pt x="18516600" y="3381375"/>
                </a:lnTo>
                <a:lnTo>
                  <a:pt x="18592800" y="3409950"/>
                </a:lnTo>
                <a:lnTo>
                  <a:pt x="18669000" y="3343275"/>
                </a:lnTo>
                <a:lnTo>
                  <a:pt x="18745200" y="3286125"/>
                </a:lnTo>
                <a:lnTo>
                  <a:pt x="18821400" y="3228975"/>
                </a:lnTo>
                <a:lnTo>
                  <a:pt x="18897600" y="3267075"/>
                </a:lnTo>
                <a:lnTo>
                  <a:pt x="18973800" y="3286125"/>
                </a:lnTo>
                <a:lnTo>
                  <a:pt x="19050000" y="3314700"/>
                </a:lnTo>
                <a:lnTo>
                  <a:pt x="19126200" y="3362325"/>
                </a:lnTo>
                <a:lnTo>
                  <a:pt x="19202400" y="3429000"/>
                </a:lnTo>
                <a:lnTo>
                  <a:pt x="19278600" y="3495675"/>
                </a:lnTo>
                <a:lnTo>
                  <a:pt x="19354800" y="3533775"/>
                </a:lnTo>
                <a:lnTo>
                  <a:pt x="19431000" y="3286125"/>
                </a:lnTo>
                <a:lnTo>
                  <a:pt x="19507200" y="3352800"/>
                </a:lnTo>
                <a:lnTo>
                  <a:pt x="19583400" y="3409950"/>
                </a:lnTo>
                <a:lnTo>
                  <a:pt x="19659600" y="3457575"/>
                </a:lnTo>
                <a:lnTo>
                  <a:pt x="19735800" y="3476625"/>
                </a:lnTo>
                <a:lnTo>
                  <a:pt x="19812000" y="3476625"/>
                </a:lnTo>
                <a:lnTo>
                  <a:pt x="19888200" y="3476625"/>
                </a:lnTo>
                <a:lnTo>
                  <a:pt x="19964400" y="3448050"/>
                </a:lnTo>
                <a:lnTo>
                  <a:pt x="20040600" y="3419475"/>
                </a:lnTo>
                <a:lnTo>
                  <a:pt x="20116800" y="3381375"/>
                </a:lnTo>
                <a:lnTo>
                  <a:pt x="20193000" y="3343275"/>
                </a:lnTo>
                <a:lnTo>
                  <a:pt x="20269200" y="3314700"/>
                </a:lnTo>
                <a:lnTo>
                  <a:pt x="20345400" y="3286125"/>
                </a:lnTo>
                <a:lnTo>
                  <a:pt x="20421600" y="3267075"/>
                </a:lnTo>
                <a:lnTo>
                  <a:pt x="20497800" y="3248025"/>
                </a:lnTo>
                <a:lnTo>
                  <a:pt x="20574000" y="3228975"/>
                </a:lnTo>
                <a:lnTo>
                  <a:pt x="20650200" y="3171825"/>
                </a:lnTo>
                <a:lnTo>
                  <a:pt x="20726400" y="3181350"/>
                </a:lnTo>
                <a:lnTo>
                  <a:pt x="20802600" y="3209925"/>
                </a:lnTo>
                <a:lnTo>
                  <a:pt x="20878800" y="3228975"/>
                </a:lnTo>
                <a:lnTo>
                  <a:pt x="20955000" y="3181350"/>
                </a:lnTo>
                <a:lnTo>
                  <a:pt x="21031200" y="3190875"/>
                </a:lnTo>
                <a:lnTo>
                  <a:pt x="21107400" y="3219450"/>
                </a:lnTo>
                <a:lnTo>
                  <a:pt x="21183600" y="3267075"/>
                </a:lnTo>
                <a:lnTo>
                  <a:pt x="21259800" y="3324225"/>
                </a:lnTo>
                <a:lnTo>
                  <a:pt x="21336000" y="3381375"/>
                </a:lnTo>
                <a:lnTo>
                  <a:pt x="21412200" y="3457575"/>
                </a:lnTo>
                <a:lnTo>
                  <a:pt x="21488400" y="3514725"/>
                </a:lnTo>
                <a:lnTo>
                  <a:pt x="21564600" y="3362325"/>
                </a:lnTo>
                <a:lnTo>
                  <a:pt x="21640800" y="3400425"/>
                </a:lnTo>
                <a:lnTo>
                  <a:pt x="21717000" y="3438525"/>
                </a:lnTo>
                <a:lnTo>
                  <a:pt x="21793200" y="3495675"/>
                </a:lnTo>
                <a:lnTo>
                  <a:pt x="21869400" y="3524250"/>
                </a:lnTo>
                <a:lnTo>
                  <a:pt x="22136100" y="3533775"/>
                </a:lnTo>
                <a:lnTo>
                  <a:pt x="22212300" y="3524250"/>
                </a:lnTo>
                <a:lnTo>
                  <a:pt x="22288500" y="3505200"/>
                </a:lnTo>
                <a:lnTo>
                  <a:pt x="22364700" y="3486150"/>
                </a:lnTo>
                <a:lnTo>
                  <a:pt x="22440900" y="3476625"/>
                </a:lnTo>
                <a:lnTo>
                  <a:pt x="22517100" y="3486150"/>
                </a:lnTo>
                <a:lnTo>
                  <a:pt x="22593300" y="3505200"/>
                </a:lnTo>
                <a:lnTo>
                  <a:pt x="22669500" y="3514725"/>
                </a:lnTo>
                <a:lnTo>
                  <a:pt x="22745700" y="3533775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rve-02"/>
          <p:cNvSpPr/>
          <p:nvPr/>
        </p:nvSpPr>
        <p:spPr>
          <a:xfrm>
            <a:off x="4343400" y="6096000"/>
            <a:ext cx="9906000" cy="4581525"/>
          </a:xfrm>
          <a:custGeom>
            <a:avLst/>
            <a:gdLst/>
            <a:ahLst/>
            <a:cxnLst/>
            <a:rect l="l" t="t" r="r" b="b"/>
            <a:pathLst>
              <a:path w="9906000" h="4581525">
                <a:moveTo>
                  <a:pt x="0" y="4581525"/>
                </a:moveTo>
                <a:lnTo>
                  <a:pt x="76200" y="4572000"/>
                </a:lnTo>
                <a:lnTo>
                  <a:pt x="152400" y="4552950"/>
                </a:lnTo>
                <a:lnTo>
                  <a:pt x="228600" y="4552950"/>
                </a:lnTo>
                <a:lnTo>
                  <a:pt x="304800" y="4514850"/>
                </a:lnTo>
                <a:lnTo>
                  <a:pt x="381000" y="4495800"/>
                </a:lnTo>
                <a:lnTo>
                  <a:pt x="457200" y="4476750"/>
                </a:lnTo>
                <a:lnTo>
                  <a:pt x="533400" y="4457700"/>
                </a:lnTo>
                <a:lnTo>
                  <a:pt x="609600" y="4419600"/>
                </a:lnTo>
                <a:lnTo>
                  <a:pt x="685800" y="4400550"/>
                </a:lnTo>
                <a:lnTo>
                  <a:pt x="762000" y="4381500"/>
                </a:lnTo>
                <a:lnTo>
                  <a:pt x="838200" y="4362450"/>
                </a:lnTo>
                <a:lnTo>
                  <a:pt x="914400" y="4324350"/>
                </a:lnTo>
                <a:lnTo>
                  <a:pt x="990600" y="4305300"/>
                </a:lnTo>
                <a:lnTo>
                  <a:pt x="1066800" y="4333875"/>
                </a:lnTo>
                <a:lnTo>
                  <a:pt x="1181100" y="4305300"/>
                </a:lnTo>
                <a:lnTo>
                  <a:pt x="1257300" y="4324350"/>
                </a:lnTo>
                <a:lnTo>
                  <a:pt x="1333500" y="4381500"/>
                </a:lnTo>
                <a:lnTo>
                  <a:pt x="1409700" y="4295775"/>
                </a:lnTo>
                <a:lnTo>
                  <a:pt x="1485900" y="4229100"/>
                </a:lnTo>
                <a:lnTo>
                  <a:pt x="1562100" y="4191000"/>
                </a:lnTo>
                <a:lnTo>
                  <a:pt x="1714500" y="4076700"/>
                </a:lnTo>
                <a:lnTo>
                  <a:pt x="1790700" y="3429000"/>
                </a:lnTo>
                <a:lnTo>
                  <a:pt x="1866900" y="2828925"/>
                </a:lnTo>
                <a:lnTo>
                  <a:pt x="1943100" y="2190750"/>
                </a:lnTo>
                <a:lnTo>
                  <a:pt x="2019300" y="1562100"/>
                </a:lnTo>
                <a:lnTo>
                  <a:pt x="2095500" y="990600"/>
                </a:lnTo>
                <a:lnTo>
                  <a:pt x="2171700" y="361950"/>
                </a:lnTo>
                <a:lnTo>
                  <a:pt x="2247900" y="0"/>
                </a:lnTo>
                <a:lnTo>
                  <a:pt x="2324100" y="38100"/>
                </a:lnTo>
                <a:lnTo>
                  <a:pt x="2400300" y="238125"/>
                </a:lnTo>
                <a:lnTo>
                  <a:pt x="2476500" y="581025"/>
                </a:lnTo>
                <a:lnTo>
                  <a:pt x="2552700" y="1038225"/>
                </a:lnTo>
                <a:lnTo>
                  <a:pt x="2628900" y="1590675"/>
                </a:lnTo>
                <a:lnTo>
                  <a:pt x="2705100" y="2190750"/>
                </a:lnTo>
                <a:lnTo>
                  <a:pt x="2781300" y="2771775"/>
                </a:lnTo>
                <a:lnTo>
                  <a:pt x="2857500" y="2990850"/>
                </a:lnTo>
                <a:lnTo>
                  <a:pt x="2933700" y="3638550"/>
                </a:lnTo>
                <a:lnTo>
                  <a:pt x="3009900" y="3543300"/>
                </a:lnTo>
                <a:lnTo>
                  <a:pt x="3086100" y="3505200"/>
                </a:lnTo>
                <a:lnTo>
                  <a:pt x="3162300" y="3457575"/>
                </a:lnTo>
                <a:lnTo>
                  <a:pt x="3238500" y="3409950"/>
                </a:lnTo>
                <a:lnTo>
                  <a:pt x="3314700" y="3343275"/>
                </a:lnTo>
                <a:lnTo>
                  <a:pt x="3390900" y="3286125"/>
                </a:lnTo>
                <a:lnTo>
                  <a:pt x="3467100" y="3238500"/>
                </a:lnTo>
                <a:lnTo>
                  <a:pt x="3543300" y="3219450"/>
                </a:lnTo>
                <a:lnTo>
                  <a:pt x="3619500" y="3181350"/>
                </a:lnTo>
                <a:lnTo>
                  <a:pt x="3695700" y="3143250"/>
                </a:lnTo>
                <a:lnTo>
                  <a:pt x="3771900" y="3105150"/>
                </a:lnTo>
                <a:lnTo>
                  <a:pt x="3848100" y="3067050"/>
                </a:lnTo>
                <a:lnTo>
                  <a:pt x="3924300" y="3038475"/>
                </a:lnTo>
                <a:lnTo>
                  <a:pt x="4000500" y="3028950"/>
                </a:lnTo>
                <a:lnTo>
                  <a:pt x="4076700" y="3028950"/>
                </a:lnTo>
                <a:lnTo>
                  <a:pt x="4152900" y="3048000"/>
                </a:lnTo>
                <a:lnTo>
                  <a:pt x="4229100" y="3086100"/>
                </a:lnTo>
                <a:lnTo>
                  <a:pt x="4305300" y="3143250"/>
                </a:lnTo>
                <a:lnTo>
                  <a:pt x="4381500" y="3219450"/>
                </a:lnTo>
                <a:lnTo>
                  <a:pt x="4457700" y="3352800"/>
                </a:lnTo>
                <a:lnTo>
                  <a:pt x="4533900" y="3438525"/>
                </a:lnTo>
                <a:lnTo>
                  <a:pt x="4610100" y="3524250"/>
                </a:lnTo>
                <a:lnTo>
                  <a:pt x="4686300" y="3600450"/>
                </a:lnTo>
                <a:lnTo>
                  <a:pt x="4762500" y="3695700"/>
                </a:lnTo>
                <a:lnTo>
                  <a:pt x="4838700" y="3771900"/>
                </a:lnTo>
                <a:lnTo>
                  <a:pt x="4914900" y="3848100"/>
                </a:lnTo>
                <a:lnTo>
                  <a:pt x="4991100" y="3924300"/>
                </a:lnTo>
                <a:lnTo>
                  <a:pt x="5067300" y="4000500"/>
                </a:lnTo>
                <a:lnTo>
                  <a:pt x="5143500" y="4476750"/>
                </a:lnTo>
                <a:lnTo>
                  <a:pt x="5219700" y="4457700"/>
                </a:lnTo>
                <a:lnTo>
                  <a:pt x="5295900" y="4457700"/>
                </a:lnTo>
                <a:lnTo>
                  <a:pt x="5372100" y="4400550"/>
                </a:lnTo>
                <a:lnTo>
                  <a:pt x="5448300" y="4429125"/>
                </a:lnTo>
                <a:lnTo>
                  <a:pt x="5524500" y="4467225"/>
                </a:lnTo>
                <a:lnTo>
                  <a:pt x="5715000" y="4572000"/>
                </a:lnTo>
                <a:lnTo>
                  <a:pt x="5829300" y="4495800"/>
                </a:lnTo>
                <a:lnTo>
                  <a:pt x="6096000" y="4572000"/>
                </a:lnTo>
                <a:lnTo>
                  <a:pt x="6172200" y="4581525"/>
                </a:lnTo>
                <a:lnTo>
                  <a:pt x="6248400" y="4572000"/>
                </a:lnTo>
                <a:lnTo>
                  <a:pt x="6324600" y="4562475"/>
                </a:lnTo>
                <a:lnTo>
                  <a:pt x="6400800" y="4286250"/>
                </a:lnTo>
                <a:lnTo>
                  <a:pt x="6477000" y="4229100"/>
                </a:lnTo>
                <a:lnTo>
                  <a:pt x="6553200" y="4181475"/>
                </a:lnTo>
                <a:lnTo>
                  <a:pt x="6629400" y="4133850"/>
                </a:lnTo>
                <a:lnTo>
                  <a:pt x="6705600" y="4114800"/>
                </a:lnTo>
                <a:lnTo>
                  <a:pt x="6781800" y="4095750"/>
                </a:lnTo>
                <a:lnTo>
                  <a:pt x="6858000" y="4114800"/>
                </a:lnTo>
                <a:lnTo>
                  <a:pt x="6934200" y="4152900"/>
                </a:lnTo>
                <a:lnTo>
                  <a:pt x="7010400" y="4495800"/>
                </a:lnTo>
                <a:lnTo>
                  <a:pt x="7086600" y="4448175"/>
                </a:lnTo>
                <a:lnTo>
                  <a:pt x="7162800" y="4476750"/>
                </a:lnTo>
                <a:lnTo>
                  <a:pt x="7277100" y="4286250"/>
                </a:lnTo>
                <a:lnTo>
                  <a:pt x="7353300" y="4286250"/>
                </a:lnTo>
                <a:lnTo>
                  <a:pt x="7429500" y="4286250"/>
                </a:lnTo>
                <a:lnTo>
                  <a:pt x="7505700" y="4286250"/>
                </a:lnTo>
                <a:lnTo>
                  <a:pt x="7581900" y="4286250"/>
                </a:lnTo>
                <a:lnTo>
                  <a:pt x="7658100" y="4286250"/>
                </a:lnTo>
                <a:lnTo>
                  <a:pt x="7734300" y="4286250"/>
                </a:lnTo>
                <a:lnTo>
                  <a:pt x="7810500" y="4276725"/>
                </a:lnTo>
                <a:lnTo>
                  <a:pt x="7886700" y="4276725"/>
                </a:lnTo>
                <a:lnTo>
                  <a:pt x="7962900" y="4524375"/>
                </a:lnTo>
                <a:lnTo>
                  <a:pt x="8039100" y="4524375"/>
                </a:lnTo>
                <a:lnTo>
                  <a:pt x="8115300" y="4514850"/>
                </a:lnTo>
                <a:lnTo>
                  <a:pt x="8191500" y="4514850"/>
                </a:lnTo>
                <a:lnTo>
                  <a:pt x="8267700" y="4533900"/>
                </a:lnTo>
                <a:lnTo>
                  <a:pt x="8343900" y="4552950"/>
                </a:lnTo>
                <a:lnTo>
                  <a:pt x="8496300" y="4400550"/>
                </a:lnTo>
                <a:lnTo>
                  <a:pt x="8572500" y="4400550"/>
                </a:lnTo>
                <a:lnTo>
                  <a:pt x="8648700" y="4400550"/>
                </a:lnTo>
                <a:lnTo>
                  <a:pt x="8724900" y="4362450"/>
                </a:lnTo>
                <a:lnTo>
                  <a:pt x="8801100" y="4210050"/>
                </a:lnTo>
                <a:lnTo>
                  <a:pt x="8877300" y="4133850"/>
                </a:lnTo>
                <a:lnTo>
                  <a:pt x="8953500" y="4191000"/>
                </a:lnTo>
                <a:lnTo>
                  <a:pt x="9029700" y="3752850"/>
                </a:lnTo>
                <a:lnTo>
                  <a:pt x="9105900" y="2886075"/>
                </a:lnTo>
                <a:lnTo>
                  <a:pt x="9182100" y="2457450"/>
                </a:lnTo>
                <a:lnTo>
                  <a:pt x="9258300" y="1962150"/>
                </a:lnTo>
                <a:lnTo>
                  <a:pt x="9334500" y="1162050"/>
                </a:lnTo>
                <a:lnTo>
                  <a:pt x="9410700" y="914400"/>
                </a:lnTo>
                <a:lnTo>
                  <a:pt x="9486900" y="666750"/>
                </a:lnTo>
                <a:lnTo>
                  <a:pt x="9563100" y="666750"/>
                </a:lnTo>
                <a:lnTo>
                  <a:pt x="9753600" y="628650"/>
                </a:lnTo>
                <a:lnTo>
                  <a:pt x="9829800" y="742950"/>
                </a:lnTo>
                <a:lnTo>
                  <a:pt x="9906000" y="1495425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rve-03"/>
          <p:cNvSpPr/>
          <p:nvPr/>
        </p:nvSpPr>
        <p:spPr>
          <a:xfrm>
            <a:off x="16383000" y="8267700"/>
            <a:ext cx="4267200" cy="2400300"/>
          </a:xfrm>
          <a:custGeom>
            <a:avLst/>
            <a:gdLst/>
            <a:ahLst/>
            <a:cxnLst/>
            <a:rect l="l" t="t" r="r" b="b"/>
            <a:pathLst>
              <a:path w="4267200" h="2400300">
                <a:moveTo>
                  <a:pt x="0" y="171450"/>
                </a:moveTo>
                <a:lnTo>
                  <a:pt x="76200" y="95250"/>
                </a:lnTo>
                <a:lnTo>
                  <a:pt x="152400" y="9525"/>
                </a:lnTo>
                <a:lnTo>
                  <a:pt x="228600" y="0"/>
                </a:lnTo>
                <a:lnTo>
                  <a:pt x="304800" y="38100"/>
                </a:lnTo>
                <a:lnTo>
                  <a:pt x="381000" y="114300"/>
                </a:lnTo>
                <a:lnTo>
                  <a:pt x="457200" y="190500"/>
                </a:lnTo>
                <a:lnTo>
                  <a:pt x="533400" y="295275"/>
                </a:lnTo>
                <a:lnTo>
                  <a:pt x="609600" y="381000"/>
                </a:lnTo>
                <a:lnTo>
                  <a:pt x="685800" y="466725"/>
                </a:lnTo>
                <a:lnTo>
                  <a:pt x="762000" y="523875"/>
                </a:lnTo>
                <a:lnTo>
                  <a:pt x="838200" y="571500"/>
                </a:lnTo>
                <a:lnTo>
                  <a:pt x="914400" y="619125"/>
                </a:lnTo>
                <a:lnTo>
                  <a:pt x="990600" y="666750"/>
                </a:lnTo>
                <a:lnTo>
                  <a:pt x="1066800" y="714375"/>
                </a:lnTo>
                <a:lnTo>
                  <a:pt x="1143000" y="762000"/>
                </a:lnTo>
                <a:lnTo>
                  <a:pt x="1219200" y="809625"/>
                </a:lnTo>
                <a:lnTo>
                  <a:pt x="1295400" y="857250"/>
                </a:lnTo>
                <a:lnTo>
                  <a:pt x="1371600" y="895350"/>
                </a:lnTo>
                <a:lnTo>
                  <a:pt x="1447800" y="952500"/>
                </a:lnTo>
                <a:lnTo>
                  <a:pt x="1524000" y="1047750"/>
                </a:lnTo>
                <a:lnTo>
                  <a:pt x="1600200" y="1076325"/>
                </a:lnTo>
                <a:lnTo>
                  <a:pt x="1676400" y="1104900"/>
                </a:lnTo>
                <a:lnTo>
                  <a:pt x="1752600" y="1143000"/>
                </a:lnTo>
                <a:lnTo>
                  <a:pt x="1828800" y="1162050"/>
                </a:lnTo>
                <a:lnTo>
                  <a:pt x="1905000" y="1200150"/>
                </a:lnTo>
                <a:lnTo>
                  <a:pt x="1981200" y="1238250"/>
                </a:lnTo>
                <a:lnTo>
                  <a:pt x="2057400" y="1295400"/>
                </a:lnTo>
                <a:lnTo>
                  <a:pt x="2133600" y="1352550"/>
                </a:lnTo>
                <a:lnTo>
                  <a:pt x="2209800" y="1447800"/>
                </a:lnTo>
                <a:lnTo>
                  <a:pt x="2286000" y="1543050"/>
                </a:lnTo>
                <a:lnTo>
                  <a:pt x="2362200" y="1524000"/>
                </a:lnTo>
                <a:lnTo>
                  <a:pt x="2438400" y="1571625"/>
                </a:lnTo>
                <a:lnTo>
                  <a:pt x="2514600" y="1619250"/>
                </a:lnTo>
                <a:lnTo>
                  <a:pt x="2590800" y="1666875"/>
                </a:lnTo>
                <a:lnTo>
                  <a:pt x="2667000" y="1714500"/>
                </a:lnTo>
                <a:lnTo>
                  <a:pt x="2743200" y="1762125"/>
                </a:lnTo>
                <a:lnTo>
                  <a:pt x="2819400" y="1809750"/>
                </a:lnTo>
                <a:lnTo>
                  <a:pt x="2895600" y="1562100"/>
                </a:lnTo>
                <a:lnTo>
                  <a:pt x="2971800" y="1619250"/>
                </a:lnTo>
                <a:lnTo>
                  <a:pt x="3048000" y="1657350"/>
                </a:lnTo>
                <a:lnTo>
                  <a:pt x="3124200" y="1714500"/>
                </a:lnTo>
                <a:lnTo>
                  <a:pt x="3200400" y="1752600"/>
                </a:lnTo>
                <a:lnTo>
                  <a:pt x="3276600" y="1809750"/>
                </a:lnTo>
                <a:lnTo>
                  <a:pt x="3352800" y="1847850"/>
                </a:lnTo>
                <a:lnTo>
                  <a:pt x="3429000" y="1905000"/>
                </a:lnTo>
                <a:lnTo>
                  <a:pt x="3505200" y="1943100"/>
                </a:lnTo>
                <a:lnTo>
                  <a:pt x="3581400" y="2000250"/>
                </a:lnTo>
                <a:lnTo>
                  <a:pt x="3657600" y="2047875"/>
                </a:lnTo>
                <a:lnTo>
                  <a:pt x="3771900" y="2400300"/>
                </a:lnTo>
                <a:lnTo>
                  <a:pt x="3886200" y="2190750"/>
                </a:lnTo>
                <a:lnTo>
                  <a:pt x="3962400" y="2247900"/>
                </a:lnTo>
                <a:lnTo>
                  <a:pt x="4038600" y="2286000"/>
                </a:lnTo>
                <a:lnTo>
                  <a:pt x="4114800" y="2324100"/>
                </a:lnTo>
                <a:lnTo>
                  <a:pt x="4191000" y="2381250"/>
                </a:lnTo>
                <a:lnTo>
                  <a:pt x="4267200" y="240030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rve-04"/>
          <p:cNvSpPr/>
          <p:nvPr/>
        </p:nvSpPr>
        <p:spPr>
          <a:xfrm>
            <a:off x="21145500" y="9877425"/>
            <a:ext cx="800100" cy="790575"/>
          </a:xfrm>
          <a:custGeom>
            <a:avLst/>
            <a:gdLst/>
            <a:ahLst/>
            <a:cxnLst/>
            <a:rect l="l" t="t" r="r" b="b"/>
            <a:pathLst>
              <a:path w="800100" h="790575">
                <a:moveTo>
                  <a:pt x="0" y="771525"/>
                </a:moveTo>
                <a:lnTo>
                  <a:pt x="76200" y="628650"/>
                </a:lnTo>
                <a:lnTo>
                  <a:pt x="152400" y="600075"/>
                </a:lnTo>
                <a:lnTo>
                  <a:pt x="304800" y="0"/>
                </a:lnTo>
                <a:lnTo>
                  <a:pt x="381000" y="209550"/>
                </a:lnTo>
                <a:lnTo>
                  <a:pt x="457200" y="352425"/>
                </a:lnTo>
                <a:lnTo>
                  <a:pt x="533400" y="466725"/>
                </a:lnTo>
                <a:lnTo>
                  <a:pt x="723900" y="790575"/>
                </a:lnTo>
                <a:lnTo>
                  <a:pt x="800100" y="76200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urve-05"/>
          <p:cNvSpPr/>
          <p:nvPr/>
        </p:nvSpPr>
        <p:spPr>
          <a:xfrm>
            <a:off x="22288500" y="10201275"/>
            <a:ext cx="457200" cy="123825"/>
          </a:xfrm>
          <a:custGeom>
            <a:avLst/>
            <a:gdLst/>
            <a:ahLst/>
            <a:cxnLst/>
            <a:rect l="l" t="t" r="r" b="b"/>
            <a:pathLst>
              <a:path w="457200" h="123825">
                <a:moveTo>
                  <a:pt x="0" y="85725"/>
                </a:moveTo>
                <a:lnTo>
                  <a:pt x="76200" y="28575"/>
                </a:lnTo>
                <a:lnTo>
                  <a:pt x="152400" y="0"/>
                </a:lnTo>
                <a:lnTo>
                  <a:pt x="228600" y="0"/>
                </a:lnTo>
                <a:lnTo>
                  <a:pt x="304800" y="19050"/>
                </a:lnTo>
                <a:lnTo>
                  <a:pt x="381000" y="66675"/>
                </a:lnTo>
                <a:lnTo>
                  <a:pt x="457200" y="123825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urve-06"/>
          <p:cNvSpPr/>
          <p:nvPr/>
        </p:nvSpPr>
        <p:spPr>
          <a:xfrm>
            <a:off x="23355300" y="9810750"/>
            <a:ext cx="1600200" cy="866775"/>
          </a:xfrm>
          <a:custGeom>
            <a:avLst/>
            <a:gdLst/>
            <a:ahLst/>
            <a:cxnLst/>
            <a:rect l="l" t="t" r="r" b="b"/>
            <a:pathLst>
              <a:path w="1600200" h="866775">
                <a:moveTo>
                  <a:pt x="0" y="0"/>
                </a:moveTo>
                <a:lnTo>
                  <a:pt x="76200" y="38100"/>
                </a:lnTo>
                <a:lnTo>
                  <a:pt x="152400" y="95250"/>
                </a:lnTo>
                <a:lnTo>
                  <a:pt x="228600" y="142875"/>
                </a:lnTo>
                <a:lnTo>
                  <a:pt x="304800" y="190500"/>
                </a:lnTo>
                <a:lnTo>
                  <a:pt x="381000" y="238125"/>
                </a:lnTo>
                <a:lnTo>
                  <a:pt x="457200" y="285750"/>
                </a:lnTo>
                <a:lnTo>
                  <a:pt x="533400" y="333375"/>
                </a:lnTo>
                <a:lnTo>
                  <a:pt x="609600" y="381000"/>
                </a:lnTo>
                <a:lnTo>
                  <a:pt x="685800" y="428625"/>
                </a:lnTo>
                <a:lnTo>
                  <a:pt x="762000" y="704850"/>
                </a:lnTo>
                <a:lnTo>
                  <a:pt x="838200" y="704850"/>
                </a:lnTo>
                <a:lnTo>
                  <a:pt x="914400" y="723900"/>
                </a:lnTo>
                <a:lnTo>
                  <a:pt x="990600" y="742950"/>
                </a:lnTo>
                <a:lnTo>
                  <a:pt x="1066800" y="790575"/>
                </a:lnTo>
                <a:lnTo>
                  <a:pt x="1143000" y="838200"/>
                </a:lnTo>
                <a:lnTo>
                  <a:pt x="1219200" y="762000"/>
                </a:lnTo>
                <a:lnTo>
                  <a:pt x="1295400" y="809625"/>
                </a:lnTo>
                <a:lnTo>
                  <a:pt x="1371600" y="838200"/>
                </a:lnTo>
                <a:lnTo>
                  <a:pt x="1447800" y="866775"/>
                </a:lnTo>
                <a:lnTo>
                  <a:pt x="1524000" y="609600"/>
                </a:lnTo>
                <a:lnTo>
                  <a:pt x="1600200" y="64770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urve-07"/>
          <p:cNvSpPr/>
          <p:nvPr/>
        </p:nvSpPr>
        <p:spPr>
          <a:xfrm>
            <a:off x="5219700" y="10563225"/>
            <a:ext cx="419100" cy="104775"/>
          </a:xfrm>
          <a:custGeom>
            <a:avLst/>
            <a:gdLst/>
            <a:ahLst/>
            <a:cxnLst/>
            <a:rect l="l" t="t" r="r" b="b"/>
            <a:pathLst>
              <a:path w="419100" h="104775">
                <a:moveTo>
                  <a:pt x="0" y="104775"/>
                </a:moveTo>
                <a:lnTo>
                  <a:pt x="76200" y="47625"/>
                </a:lnTo>
                <a:lnTo>
                  <a:pt x="342900" y="85725"/>
                </a:lnTo>
                <a:lnTo>
                  <a:pt x="419100" y="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urve-08"/>
          <p:cNvSpPr/>
          <p:nvPr/>
        </p:nvSpPr>
        <p:spPr>
          <a:xfrm>
            <a:off x="7277100" y="10401300"/>
            <a:ext cx="685800" cy="276225"/>
          </a:xfrm>
          <a:custGeom>
            <a:avLst/>
            <a:gdLst/>
            <a:ahLst/>
            <a:cxnLst/>
            <a:rect l="l" t="t" r="r" b="b"/>
            <a:pathLst>
              <a:path w="685800" h="276225">
                <a:moveTo>
                  <a:pt x="0" y="276225"/>
                </a:moveTo>
                <a:lnTo>
                  <a:pt x="76200" y="266700"/>
                </a:lnTo>
                <a:lnTo>
                  <a:pt x="152400" y="238125"/>
                </a:lnTo>
                <a:lnTo>
                  <a:pt x="228600" y="190500"/>
                </a:lnTo>
                <a:lnTo>
                  <a:pt x="304800" y="152400"/>
                </a:lnTo>
                <a:lnTo>
                  <a:pt x="381000" y="95250"/>
                </a:lnTo>
                <a:lnTo>
                  <a:pt x="457200" y="57150"/>
                </a:lnTo>
                <a:lnTo>
                  <a:pt x="533400" y="19050"/>
                </a:lnTo>
                <a:lnTo>
                  <a:pt x="609600" y="0"/>
                </a:lnTo>
                <a:lnTo>
                  <a:pt x="685800" y="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urve-09"/>
          <p:cNvSpPr/>
          <p:nvPr/>
        </p:nvSpPr>
        <p:spPr>
          <a:xfrm>
            <a:off x="8991600" y="10572750"/>
            <a:ext cx="457200" cy="95250"/>
          </a:xfrm>
          <a:custGeom>
            <a:avLst/>
            <a:gdLst/>
            <a:ahLst/>
            <a:cxnLst/>
            <a:rect l="l" t="t" r="r" b="b"/>
            <a:pathLst>
              <a:path w="457200" h="95250">
                <a:moveTo>
                  <a:pt x="0" y="95250"/>
                </a:moveTo>
                <a:lnTo>
                  <a:pt x="76200" y="85725"/>
                </a:lnTo>
                <a:lnTo>
                  <a:pt x="152400" y="66675"/>
                </a:lnTo>
                <a:lnTo>
                  <a:pt x="228600" y="38100"/>
                </a:lnTo>
                <a:lnTo>
                  <a:pt x="304800" y="19050"/>
                </a:lnTo>
                <a:lnTo>
                  <a:pt x="381000" y="9525"/>
                </a:lnTo>
                <a:lnTo>
                  <a:pt x="457200" y="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urve-10"/>
          <p:cNvSpPr/>
          <p:nvPr/>
        </p:nvSpPr>
        <p:spPr>
          <a:xfrm>
            <a:off x="10553700" y="10401300"/>
            <a:ext cx="723900" cy="266700"/>
          </a:xfrm>
          <a:custGeom>
            <a:avLst/>
            <a:gdLst/>
            <a:ahLst/>
            <a:cxnLst/>
            <a:rect l="l" t="t" r="r" b="b"/>
            <a:pathLst>
              <a:path w="723900" h="266700">
                <a:moveTo>
                  <a:pt x="0" y="85725"/>
                </a:moveTo>
                <a:lnTo>
                  <a:pt x="76200" y="57150"/>
                </a:lnTo>
                <a:lnTo>
                  <a:pt x="152400" y="0"/>
                </a:lnTo>
                <a:lnTo>
                  <a:pt x="419100" y="266700"/>
                </a:lnTo>
                <a:lnTo>
                  <a:pt x="495300" y="247650"/>
                </a:lnTo>
                <a:lnTo>
                  <a:pt x="571500" y="228600"/>
                </a:lnTo>
                <a:lnTo>
                  <a:pt x="647700" y="209550"/>
                </a:lnTo>
                <a:lnTo>
                  <a:pt x="723900" y="20955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urve-11"/>
          <p:cNvSpPr/>
          <p:nvPr/>
        </p:nvSpPr>
        <p:spPr>
          <a:xfrm>
            <a:off x="14554200" y="10153650"/>
            <a:ext cx="762000" cy="523875"/>
          </a:xfrm>
          <a:custGeom>
            <a:avLst/>
            <a:gdLst/>
            <a:ahLst/>
            <a:cxnLst/>
            <a:rect l="l" t="t" r="r" b="b"/>
            <a:pathLst>
              <a:path w="762000" h="523875">
                <a:moveTo>
                  <a:pt x="0" y="0"/>
                </a:moveTo>
                <a:lnTo>
                  <a:pt x="76200" y="152400"/>
                </a:lnTo>
                <a:lnTo>
                  <a:pt x="152400" y="257175"/>
                </a:lnTo>
                <a:lnTo>
                  <a:pt x="228600" y="361950"/>
                </a:lnTo>
                <a:lnTo>
                  <a:pt x="304800" y="438150"/>
                </a:lnTo>
                <a:lnTo>
                  <a:pt x="381000" y="495300"/>
                </a:lnTo>
                <a:lnTo>
                  <a:pt x="457200" y="523875"/>
                </a:lnTo>
                <a:lnTo>
                  <a:pt x="533400" y="409575"/>
                </a:lnTo>
                <a:lnTo>
                  <a:pt x="609600" y="457200"/>
                </a:lnTo>
                <a:lnTo>
                  <a:pt x="685800" y="495300"/>
                </a:lnTo>
                <a:lnTo>
                  <a:pt x="762000" y="51435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urve-12"/>
          <p:cNvSpPr/>
          <p:nvPr/>
        </p:nvSpPr>
        <p:spPr>
          <a:xfrm>
            <a:off x="15735300" y="8858250"/>
            <a:ext cx="3505200" cy="1809750"/>
          </a:xfrm>
          <a:custGeom>
            <a:avLst/>
            <a:gdLst/>
            <a:ahLst/>
            <a:cxnLst/>
            <a:rect l="l" t="t" r="r" b="b"/>
            <a:pathLst>
              <a:path w="3505200" h="1809750">
                <a:moveTo>
                  <a:pt x="0" y="1809750"/>
                </a:moveTo>
                <a:lnTo>
                  <a:pt x="266700" y="1200150"/>
                </a:lnTo>
                <a:lnTo>
                  <a:pt x="342900" y="847725"/>
                </a:lnTo>
                <a:lnTo>
                  <a:pt x="419100" y="485775"/>
                </a:lnTo>
                <a:lnTo>
                  <a:pt x="495300" y="371475"/>
                </a:lnTo>
                <a:lnTo>
                  <a:pt x="571500" y="38100"/>
                </a:lnTo>
                <a:lnTo>
                  <a:pt x="685800" y="171450"/>
                </a:lnTo>
                <a:lnTo>
                  <a:pt x="762000" y="66675"/>
                </a:lnTo>
                <a:lnTo>
                  <a:pt x="838200" y="19050"/>
                </a:lnTo>
                <a:lnTo>
                  <a:pt x="914400" y="0"/>
                </a:lnTo>
                <a:lnTo>
                  <a:pt x="990600" y="19050"/>
                </a:lnTo>
                <a:lnTo>
                  <a:pt x="1066800" y="57150"/>
                </a:lnTo>
                <a:lnTo>
                  <a:pt x="1143000" y="114300"/>
                </a:lnTo>
                <a:lnTo>
                  <a:pt x="1219200" y="161925"/>
                </a:lnTo>
                <a:lnTo>
                  <a:pt x="1295400" y="209550"/>
                </a:lnTo>
                <a:lnTo>
                  <a:pt x="1371600" y="266700"/>
                </a:lnTo>
                <a:lnTo>
                  <a:pt x="1447800" y="285750"/>
                </a:lnTo>
                <a:lnTo>
                  <a:pt x="1524000" y="314325"/>
                </a:lnTo>
                <a:lnTo>
                  <a:pt x="1600200" y="342900"/>
                </a:lnTo>
                <a:lnTo>
                  <a:pt x="1676400" y="361950"/>
                </a:lnTo>
                <a:lnTo>
                  <a:pt x="1752600" y="390525"/>
                </a:lnTo>
                <a:lnTo>
                  <a:pt x="1828800" y="419100"/>
                </a:lnTo>
                <a:lnTo>
                  <a:pt x="1905000" y="438150"/>
                </a:lnTo>
                <a:lnTo>
                  <a:pt x="1981200" y="457200"/>
                </a:lnTo>
                <a:lnTo>
                  <a:pt x="2057400" y="485775"/>
                </a:lnTo>
                <a:lnTo>
                  <a:pt x="2133600" y="504825"/>
                </a:lnTo>
                <a:lnTo>
                  <a:pt x="2209800" y="133350"/>
                </a:lnTo>
                <a:lnTo>
                  <a:pt x="2286000" y="190500"/>
                </a:lnTo>
                <a:lnTo>
                  <a:pt x="2362200" y="228600"/>
                </a:lnTo>
                <a:lnTo>
                  <a:pt x="2438400" y="285750"/>
                </a:lnTo>
                <a:lnTo>
                  <a:pt x="2514600" y="323850"/>
                </a:lnTo>
                <a:lnTo>
                  <a:pt x="2590800" y="381000"/>
                </a:lnTo>
                <a:lnTo>
                  <a:pt x="2667000" y="419100"/>
                </a:lnTo>
                <a:lnTo>
                  <a:pt x="2743200" y="476250"/>
                </a:lnTo>
                <a:lnTo>
                  <a:pt x="2819400" y="514350"/>
                </a:lnTo>
                <a:lnTo>
                  <a:pt x="2895600" y="571500"/>
                </a:lnTo>
                <a:lnTo>
                  <a:pt x="2971800" y="609600"/>
                </a:lnTo>
                <a:lnTo>
                  <a:pt x="3048000" y="666750"/>
                </a:lnTo>
                <a:lnTo>
                  <a:pt x="3124200" y="704850"/>
                </a:lnTo>
                <a:lnTo>
                  <a:pt x="3200400" y="762000"/>
                </a:lnTo>
                <a:lnTo>
                  <a:pt x="3276600" y="809625"/>
                </a:lnTo>
                <a:lnTo>
                  <a:pt x="3352800" y="857250"/>
                </a:lnTo>
                <a:lnTo>
                  <a:pt x="3429000" y="904875"/>
                </a:lnTo>
                <a:lnTo>
                  <a:pt x="3505200" y="95250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urve-13"/>
          <p:cNvSpPr/>
          <p:nvPr/>
        </p:nvSpPr>
        <p:spPr>
          <a:xfrm>
            <a:off x="20802600" y="9163050"/>
            <a:ext cx="838200" cy="714375"/>
          </a:xfrm>
          <a:custGeom>
            <a:avLst/>
            <a:gdLst/>
            <a:ahLst/>
            <a:cxnLst/>
            <a:rect l="l" t="t" r="r" b="b"/>
            <a:pathLst>
              <a:path w="838200" h="714375">
                <a:moveTo>
                  <a:pt x="0" y="523875"/>
                </a:moveTo>
                <a:lnTo>
                  <a:pt x="76200" y="457200"/>
                </a:lnTo>
                <a:lnTo>
                  <a:pt x="152400" y="419100"/>
                </a:lnTo>
                <a:lnTo>
                  <a:pt x="228600" y="390525"/>
                </a:lnTo>
                <a:lnTo>
                  <a:pt x="304800" y="390525"/>
                </a:lnTo>
                <a:lnTo>
                  <a:pt x="381000" y="419100"/>
                </a:lnTo>
                <a:lnTo>
                  <a:pt x="457200" y="476250"/>
                </a:lnTo>
                <a:lnTo>
                  <a:pt x="533400" y="714375"/>
                </a:lnTo>
                <a:lnTo>
                  <a:pt x="609600" y="542925"/>
                </a:lnTo>
                <a:lnTo>
                  <a:pt x="685800" y="238125"/>
                </a:lnTo>
                <a:lnTo>
                  <a:pt x="762000" y="161925"/>
                </a:lnTo>
                <a:lnTo>
                  <a:pt x="838200" y="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urve-14"/>
          <p:cNvSpPr/>
          <p:nvPr/>
        </p:nvSpPr>
        <p:spPr>
          <a:xfrm>
            <a:off x="22288500" y="9163050"/>
            <a:ext cx="2514600" cy="1200150"/>
          </a:xfrm>
          <a:custGeom>
            <a:avLst/>
            <a:gdLst/>
            <a:ahLst/>
            <a:cxnLst/>
            <a:rect l="l" t="t" r="r" b="b"/>
            <a:pathLst>
              <a:path w="2514600" h="1200150">
                <a:moveTo>
                  <a:pt x="0" y="0"/>
                </a:moveTo>
                <a:lnTo>
                  <a:pt x="76200" y="28575"/>
                </a:lnTo>
                <a:lnTo>
                  <a:pt x="152400" y="76200"/>
                </a:lnTo>
                <a:lnTo>
                  <a:pt x="228600" y="114300"/>
                </a:lnTo>
                <a:lnTo>
                  <a:pt x="304800" y="171450"/>
                </a:lnTo>
                <a:lnTo>
                  <a:pt x="381000" y="209550"/>
                </a:lnTo>
                <a:lnTo>
                  <a:pt x="457200" y="266700"/>
                </a:lnTo>
                <a:lnTo>
                  <a:pt x="533400" y="304800"/>
                </a:lnTo>
                <a:lnTo>
                  <a:pt x="609600" y="361950"/>
                </a:lnTo>
                <a:lnTo>
                  <a:pt x="685800" y="409575"/>
                </a:lnTo>
                <a:lnTo>
                  <a:pt x="762000" y="457200"/>
                </a:lnTo>
                <a:lnTo>
                  <a:pt x="838200" y="495300"/>
                </a:lnTo>
                <a:lnTo>
                  <a:pt x="914400" y="552450"/>
                </a:lnTo>
                <a:lnTo>
                  <a:pt x="990600" y="590550"/>
                </a:lnTo>
                <a:lnTo>
                  <a:pt x="1066800" y="295275"/>
                </a:lnTo>
                <a:lnTo>
                  <a:pt x="1143000" y="342900"/>
                </a:lnTo>
                <a:lnTo>
                  <a:pt x="1219200" y="390525"/>
                </a:lnTo>
                <a:lnTo>
                  <a:pt x="1295400" y="438150"/>
                </a:lnTo>
                <a:lnTo>
                  <a:pt x="1371600" y="485775"/>
                </a:lnTo>
                <a:lnTo>
                  <a:pt x="1447800" y="533400"/>
                </a:lnTo>
                <a:lnTo>
                  <a:pt x="1524000" y="581025"/>
                </a:lnTo>
                <a:lnTo>
                  <a:pt x="1600200" y="628650"/>
                </a:lnTo>
                <a:lnTo>
                  <a:pt x="1676400" y="676275"/>
                </a:lnTo>
                <a:lnTo>
                  <a:pt x="1752600" y="723900"/>
                </a:lnTo>
                <a:lnTo>
                  <a:pt x="1828800" y="771525"/>
                </a:lnTo>
                <a:lnTo>
                  <a:pt x="1905000" y="819150"/>
                </a:lnTo>
                <a:lnTo>
                  <a:pt x="1981200" y="866775"/>
                </a:lnTo>
                <a:lnTo>
                  <a:pt x="2057400" y="914400"/>
                </a:lnTo>
                <a:lnTo>
                  <a:pt x="2133600" y="962025"/>
                </a:lnTo>
                <a:lnTo>
                  <a:pt x="2209800" y="1009650"/>
                </a:lnTo>
                <a:lnTo>
                  <a:pt x="2286000" y="1057275"/>
                </a:lnTo>
                <a:lnTo>
                  <a:pt x="2362200" y="1104900"/>
                </a:lnTo>
                <a:lnTo>
                  <a:pt x="2438400" y="1162050"/>
                </a:lnTo>
                <a:lnTo>
                  <a:pt x="2514600" y="120015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urve-15"/>
          <p:cNvSpPr/>
          <p:nvPr/>
        </p:nvSpPr>
        <p:spPr>
          <a:xfrm>
            <a:off x="5867400" y="5791200"/>
            <a:ext cx="2895600" cy="4114800"/>
          </a:xfrm>
          <a:custGeom>
            <a:avLst/>
            <a:gdLst/>
            <a:ahLst/>
            <a:cxnLst/>
            <a:rect l="l" t="t" r="r" b="b"/>
            <a:pathLst>
              <a:path w="2895600" h="4114800">
                <a:moveTo>
                  <a:pt x="0" y="3857625"/>
                </a:moveTo>
                <a:lnTo>
                  <a:pt x="76200" y="3581400"/>
                </a:lnTo>
                <a:lnTo>
                  <a:pt x="152400" y="2990850"/>
                </a:lnTo>
                <a:lnTo>
                  <a:pt x="228600" y="2362200"/>
                </a:lnTo>
                <a:lnTo>
                  <a:pt x="304800" y="1724025"/>
                </a:lnTo>
                <a:lnTo>
                  <a:pt x="381000" y="1133475"/>
                </a:lnTo>
                <a:lnTo>
                  <a:pt x="457200" y="457200"/>
                </a:lnTo>
                <a:lnTo>
                  <a:pt x="533400" y="133350"/>
                </a:lnTo>
                <a:lnTo>
                  <a:pt x="609600" y="0"/>
                </a:lnTo>
                <a:lnTo>
                  <a:pt x="685800" y="133350"/>
                </a:lnTo>
                <a:lnTo>
                  <a:pt x="838200" y="885825"/>
                </a:lnTo>
                <a:lnTo>
                  <a:pt x="914400" y="1419225"/>
                </a:lnTo>
                <a:lnTo>
                  <a:pt x="990600" y="2000250"/>
                </a:lnTo>
                <a:lnTo>
                  <a:pt x="1066800" y="2600325"/>
                </a:lnTo>
                <a:lnTo>
                  <a:pt x="1143000" y="3181350"/>
                </a:lnTo>
                <a:lnTo>
                  <a:pt x="1219200" y="3571875"/>
                </a:lnTo>
                <a:lnTo>
                  <a:pt x="1295400" y="3800475"/>
                </a:lnTo>
                <a:lnTo>
                  <a:pt x="1447800" y="4029075"/>
                </a:lnTo>
                <a:lnTo>
                  <a:pt x="1524000" y="4114800"/>
                </a:lnTo>
                <a:lnTo>
                  <a:pt x="1600200" y="4095750"/>
                </a:lnTo>
                <a:lnTo>
                  <a:pt x="1676400" y="4076700"/>
                </a:lnTo>
                <a:lnTo>
                  <a:pt x="1752600" y="4019550"/>
                </a:lnTo>
                <a:lnTo>
                  <a:pt x="1828800" y="3981450"/>
                </a:lnTo>
                <a:lnTo>
                  <a:pt x="1905000" y="3924300"/>
                </a:lnTo>
                <a:lnTo>
                  <a:pt x="1981200" y="3848100"/>
                </a:lnTo>
                <a:lnTo>
                  <a:pt x="2057400" y="3800475"/>
                </a:lnTo>
                <a:lnTo>
                  <a:pt x="2133600" y="3771900"/>
                </a:lnTo>
                <a:lnTo>
                  <a:pt x="2209800" y="3733800"/>
                </a:lnTo>
                <a:lnTo>
                  <a:pt x="2286000" y="3695700"/>
                </a:lnTo>
                <a:lnTo>
                  <a:pt x="2362200" y="3657600"/>
                </a:lnTo>
                <a:lnTo>
                  <a:pt x="2438400" y="3619500"/>
                </a:lnTo>
                <a:lnTo>
                  <a:pt x="2514600" y="3600450"/>
                </a:lnTo>
                <a:lnTo>
                  <a:pt x="2590800" y="3581400"/>
                </a:lnTo>
                <a:lnTo>
                  <a:pt x="2667000" y="3581400"/>
                </a:lnTo>
                <a:lnTo>
                  <a:pt x="2743200" y="3600450"/>
                </a:lnTo>
                <a:lnTo>
                  <a:pt x="2819400" y="3629025"/>
                </a:lnTo>
                <a:lnTo>
                  <a:pt x="2895600" y="369570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urve-16"/>
          <p:cNvSpPr/>
          <p:nvPr/>
        </p:nvSpPr>
        <p:spPr>
          <a:xfrm>
            <a:off x="13220700" y="6924675"/>
            <a:ext cx="1752600" cy="3552825"/>
          </a:xfrm>
          <a:custGeom>
            <a:avLst/>
            <a:gdLst/>
            <a:ahLst/>
            <a:cxnLst/>
            <a:rect l="l" t="t" r="r" b="b"/>
            <a:pathLst>
              <a:path w="1752600" h="3552825">
                <a:moveTo>
                  <a:pt x="0" y="2914650"/>
                </a:moveTo>
                <a:lnTo>
                  <a:pt x="76200" y="2971800"/>
                </a:lnTo>
                <a:lnTo>
                  <a:pt x="152400" y="2533650"/>
                </a:lnTo>
                <a:lnTo>
                  <a:pt x="228600" y="1666875"/>
                </a:lnTo>
                <a:lnTo>
                  <a:pt x="304800" y="1238250"/>
                </a:lnTo>
                <a:lnTo>
                  <a:pt x="381000" y="742950"/>
                </a:lnTo>
                <a:lnTo>
                  <a:pt x="609600" y="0"/>
                </a:lnTo>
                <a:lnTo>
                  <a:pt x="685800" y="0"/>
                </a:lnTo>
                <a:lnTo>
                  <a:pt x="800100" y="695325"/>
                </a:lnTo>
                <a:lnTo>
                  <a:pt x="876300" y="1095375"/>
                </a:lnTo>
                <a:lnTo>
                  <a:pt x="952500" y="1533525"/>
                </a:lnTo>
                <a:lnTo>
                  <a:pt x="1028700" y="1676400"/>
                </a:lnTo>
                <a:lnTo>
                  <a:pt x="1104900" y="1809750"/>
                </a:lnTo>
                <a:lnTo>
                  <a:pt x="1181100" y="2486025"/>
                </a:lnTo>
                <a:lnTo>
                  <a:pt x="1257300" y="2981325"/>
                </a:lnTo>
                <a:lnTo>
                  <a:pt x="1447800" y="3228975"/>
                </a:lnTo>
                <a:lnTo>
                  <a:pt x="1524000" y="3333750"/>
                </a:lnTo>
                <a:lnTo>
                  <a:pt x="1600200" y="3419475"/>
                </a:lnTo>
                <a:lnTo>
                  <a:pt x="1676400" y="3495675"/>
                </a:lnTo>
                <a:lnTo>
                  <a:pt x="1752600" y="3552825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urve-17"/>
          <p:cNvSpPr/>
          <p:nvPr/>
        </p:nvSpPr>
        <p:spPr>
          <a:xfrm>
            <a:off x="18745200" y="10020300"/>
            <a:ext cx="152400" cy="352425"/>
          </a:xfrm>
          <a:custGeom>
            <a:avLst/>
            <a:gdLst/>
            <a:ahLst/>
            <a:cxnLst/>
            <a:rect l="l" t="t" r="r" b="b"/>
            <a:pathLst>
              <a:path w="152400" h="352425">
                <a:moveTo>
                  <a:pt x="0" y="0"/>
                </a:moveTo>
                <a:lnTo>
                  <a:pt x="76200" y="171450"/>
                </a:lnTo>
                <a:lnTo>
                  <a:pt x="152400" y="352425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urve-18"/>
          <p:cNvSpPr/>
          <p:nvPr/>
        </p:nvSpPr>
        <p:spPr>
          <a:xfrm>
            <a:off x="23393400" y="10534650"/>
            <a:ext cx="609600" cy="133350"/>
          </a:xfrm>
          <a:custGeom>
            <a:avLst/>
            <a:gdLst/>
            <a:ahLst/>
            <a:cxnLst/>
            <a:rect l="l" t="t" r="r" b="b"/>
            <a:pathLst>
              <a:path w="609600" h="133350">
                <a:moveTo>
                  <a:pt x="0" y="133350"/>
                </a:moveTo>
                <a:lnTo>
                  <a:pt x="76200" y="123825"/>
                </a:lnTo>
                <a:lnTo>
                  <a:pt x="152400" y="104775"/>
                </a:lnTo>
                <a:lnTo>
                  <a:pt x="228600" y="76200"/>
                </a:lnTo>
                <a:lnTo>
                  <a:pt x="304800" y="57150"/>
                </a:lnTo>
                <a:lnTo>
                  <a:pt x="381000" y="38100"/>
                </a:lnTo>
                <a:lnTo>
                  <a:pt x="457200" y="19050"/>
                </a:lnTo>
                <a:lnTo>
                  <a:pt x="533400" y="0"/>
                </a:lnTo>
                <a:lnTo>
                  <a:pt x="609600" y="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urve-19"/>
          <p:cNvSpPr/>
          <p:nvPr/>
        </p:nvSpPr>
        <p:spPr>
          <a:xfrm>
            <a:off x="24345900" y="10429875"/>
            <a:ext cx="152400" cy="95250"/>
          </a:xfrm>
          <a:custGeom>
            <a:avLst/>
            <a:gdLst/>
            <a:ahLst/>
            <a:cxnLst/>
            <a:rect l="l" t="t" r="r" b="b"/>
            <a:pathLst>
              <a:path w="152400" h="95250">
                <a:moveTo>
                  <a:pt x="0" y="0"/>
                </a:moveTo>
                <a:lnTo>
                  <a:pt x="76200" y="47625"/>
                </a:lnTo>
                <a:lnTo>
                  <a:pt x="152400" y="95250"/>
                </a:lnTo>
              </a:path>
            </a:pathLst>
          </a:custGeom>
          <a:noFill/>
          <a:ln w="66675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urve-spike-20"/>
          <p:cNvCxnSpPr/>
          <p:nvPr/>
        </p:nvCxnSpPr>
        <p:spPr>
          <a:xfrm>
            <a:off x="5905500" y="9220200"/>
            <a:ext cx="0" cy="4191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urve-spike-21"/>
          <p:cNvCxnSpPr/>
          <p:nvPr/>
        </p:nvCxnSpPr>
        <p:spPr>
          <a:xfrm>
            <a:off x="5943600" y="8934450"/>
            <a:ext cx="0" cy="4762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urve-spike-22"/>
          <p:cNvCxnSpPr/>
          <p:nvPr/>
        </p:nvCxnSpPr>
        <p:spPr>
          <a:xfrm>
            <a:off x="5981700" y="8629650"/>
            <a:ext cx="0" cy="5238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urve-spike-23"/>
          <p:cNvCxnSpPr/>
          <p:nvPr/>
        </p:nvCxnSpPr>
        <p:spPr>
          <a:xfrm>
            <a:off x="6019800" y="8315325"/>
            <a:ext cx="0" cy="5429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urve-spike-24"/>
          <p:cNvCxnSpPr/>
          <p:nvPr/>
        </p:nvCxnSpPr>
        <p:spPr>
          <a:xfrm>
            <a:off x="6057900" y="7991475"/>
            <a:ext cx="0" cy="5619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urve-spike-25"/>
          <p:cNvCxnSpPr/>
          <p:nvPr/>
        </p:nvCxnSpPr>
        <p:spPr>
          <a:xfrm>
            <a:off x="6057900" y="9610725"/>
            <a:ext cx="0" cy="4286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urve-spike-26"/>
          <p:cNvCxnSpPr/>
          <p:nvPr/>
        </p:nvCxnSpPr>
        <p:spPr>
          <a:xfrm>
            <a:off x="6096000" y="7667625"/>
            <a:ext cx="0" cy="5715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urve-spike-27"/>
          <p:cNvCxnSpPr/>
          <p:nvPr/>
        </p:nvCxnSpPr>
        <p:spPr>
          <a:xfrm>
            <a:off x="6096000" y="9344025"/>
            <a:ext cx="0" cy="4953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urve-spike-28"/>
          <p:cNvCxnSpPr/>
          <p:nvPr/>
        </p:nvCxnSpPr>
        <p:spPr>
          <a:xfrm>
            <a:off x="6134100" y="7353300"/>
            <a:ext cx="0" cy="5619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urve-spike-29"/>
          <p:cNvCxnSpPr/>
          <p:nvPr/>
        </p:nvCxnSpPr>
        <p:spPr>
          <a:xfrm>
            <a:off x="6134100" y="9048750"/>
            <a:ext cx="0" cy="5524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urve-spike-30"/>
          <p:cNvCxnSpPr/>
          <p:nvPr/>
        </p:nvCxnSpPr>
        <p:spPr>
          <a:xfrm>
            <a:off x="6172200" y="7048500"/>
            <a:ext cx="0" cy="5429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urve-spike-31"/>
          <p:cNvCxnSpPr/>
          <p:nvPr/>
        </p:nvCxnSpPr>
        <p:spPr>
          <a:xfrm>
            <a:off x="6172200" y="8734425"/>
            <a:ext cx="0" cy="6000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urve-spike-32"/>
          <p:cNvCxnSpPr/>
          <p:nvPr/>
        </p:nvCxnSpPr>
        <p:spPr>
          <a:xfrm>
            <a:off x="6210300" y="6753225"/>
            <a:ext cx="0" cy="5238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urve-spike-33"/>
          <p:cNvCxnSpPr/>
          <p:nvPr/>
        </p:nvCxnSpPr>
        <p:spPr>
          <a:xfrm>
            <a:off x="6210300" y="8420100"/>
            <a:ext cx="0" cy="6191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urve-spike-34"/>
          <p:cNvCxnSpPr/>
          <p:nvPr/>
        </p:nvCxnSpPr>
        <p:spPr>
          <a:xfrm>
            <a:off x="6248400" y="6486525"/>
            <a:ext cx="0" cy="4857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urve-spike-35"/>
          <p:cNvCxnSpPr/>
          <p:nvPr/>
        </p:nvCxnSpPr>
        <p:spPr>
          <a:xfrm>
            <a:off x="6248400" y="8096250"/>
            <a:ext cx="0" cy="6286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urve-spike-36"/>
          <p:cNvCxnSpPr/>
          <p:nvPr/>
        </p:nvCxnSpPr>
        <p:spPr>
          <a:xfrm>
            <a:off x="6286500" y="6257925"/>
            <a:ext cx="0" cy="4286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urve-spike-37"/>
          <p:cNvCxnSpPr/>
          <p:nvPr/>
        </p:nvCxnSpPr>
        <p:spPr>
          <a:xfrm>
            <a:off x="6286500" y="7772400"/>
            <a:ext cx="0" cy="6286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urve-spike-38"/>
          <p:cNvCxnSpPr/>
          <p:nvPr/>
        </p:nvCxnSpPr>
        <p:spPr>
          <a:xfrm>
            <a:off x="6324600" y="7458075"/>
            <a:ext cx="0" cy="6191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urve-spike-39"/>
          <p:cNvCxnSpPr/>
          <p:nvPr/>
        </p:nvCxnSpPr>
        <p:spPr>
          <a:xfrm>
            <a:off x="6362700" y="7162800"/>
            <a:ext cx="0" cy="6000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urve-spike-40"/>
          <p:cNvCxnSpPr/>
          <p:nvPr/>
        </p:nvCxnSpPr>
        <p:spPr>
          <a:xfrm>
            <a:off x="6400800" y="6886575"/>
            <a:ext cx="0" cy="5619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urve-spike-41"/>
          <p:cNvCxnSpPr/>
          <p:nvPr/>
        </p:nvCxnSpPr>
        <p:spPr>
          <a:xfrm>
            <a:off x="6438900" y="6638925"/>
            <a:ext cx="0" cy="5143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urve-spike-42"/>
          <p:cNvCxnSpPr/>
          <p:nvPr/>
        </p:nvCxnSpPr>
        <p:spPr>
          <a:xfrm>
            <a:off x="6477000" y="6438900"/>
            <a:ext cx="0" cy="4381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urve-spike-43"/>
          <p:cNvCxnSpPr/>
          <p:nvPr/>
        </p:nvCxnSpPr>
        <p:spPr>
          <a:xfrm>
            <a:off x="6667500" y="6257925"/>
            <a:ext cx="0" cy="4191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urve-spike-44"/>
          <p:cNvCxnSpPr/>
          <p:nvPr/>
        </p:nvCxnSpPr>
        <p:spPr>
          <a:xfrm>
            <a:off x="6705600" y="6486525"/>
            <a:ext cx="0" cy="4667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urve-spike-45"/>
          <p:cNvCxnSpPr/>
          <p:nvPr/>
        </p:nvCxnSpPr>
        <p:spPr>
          <a:xfrm>
            <a:off x="6743700" y="6743700"/>
            <a:ext cx="0" cy="4953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urve-spike-46"/>
          <p:cNvCxnSpPr/>
          <p:nvPr/>
        </p:nvCxnSpPr>
        <p:spPr>
          <a:xfrm>
            <a:off x="6781800" y="7019925"/>
            <a:ext cx="0" cy="5048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urve-spike-47"/>
          <p:cNvCxnSpPr/>
          <p:nvPr/>
        </p:nvCxnSpPr>
        <p:spPr>
          <a:xfrm>
            <a:off x="6819900" y="6486525"/>
            <a:ext cx="0" cy="4476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urve-spike-48"/>
          <p:cNvCxnSpPr/>
          <p:nvPr/>
        </p:nvCxnSpPr>
        <p:spPr>
          <a:xfrm>
            <a:off x="6819900" y="7305675"/>
            <a:ext cx="0" cy="5238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urve-spike-49"/>
          <p:cNvCxnSpPr/>
          <p:nvPr/>
        </p:nvCxnSpPr>
        <p:spPr>
          <a:xfrm>
            <a:off x="6858000" y="6696075"/>
            <a:ext cx="0" cy="5429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-spike-50"/>
          <p:cNvCxnSpPr/>
          <p:nvPr/>
        </p:nvCxnSpPr>
        <p:spPr>
          <a:xfrm>
            <a:off x="6858000" y="7600950"/>
            <a:ext cx="0" cy="5238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-spike-51"/>
          <p:cNvCxnSpPr/>
          <p:nvPr/>
        </p:nvCxnSpPr>
        <p:spPr>
          <a:xfrm>
            <a:off x="6896100" y="6943725"/>
            <a:ext cx="0" cy="5429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-spike-52"/>
          <p:cNvCxnSpPr/>
          <p:nvPr/>
        </p:nvCxnSpPr>
        <p:spPr>
          <a:xfrm>
            <a:off x="6896100" y="7905750"/>
            <a:ext cx="0" cy="5143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urve-spike-53"/>
          <p:cNvCxnSpPr/>
          <p:nvPr/>
        </p:nvCxnSpPr>
        <p:spPr>
          <a:xfrm>
            <a:off x="6934200" y="7219950"/>
            <a:ext cx="0" cy="5619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urve-spike-54"/>
          <p:cNvCxnSpPr/>
          <p:nvPr/>
        </p:nvCxnSpPr>
        <p:spPr>
          <a:xfrm>
            <a:off x="6934200" y="8201025"/>
            <a:ext cx="0" cy="4953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urve-spike-55"/>
          <p:cNvCxnSpPr/>
          <p:nvPr/>
        </p:nvCxnSpPr>
        <p:spPr>
          <a:xfrm>
            <a:off x="6972300" y="7496175"/>
            <a:ext cx="0" cy="5905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urve-spike-56"/>
          <p:cNvCxnSpPr/>
          <p:nvPr/>
        </p:nvCxnSpPr>
        <p:spPr>
          <a:xfrm>
            <a:off x="6972300" y="8486775"/>
            <a:ext cx="0" cy="4667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-spike-57"/>
          <p:cNvCxnSpPr/>
          <p:nvPr/>
        </p:nvCxnSpPr>
        <p:spPr>
          <a:xfrm>
            <a:off x="7010400" y="7791450"/>
            <a:ext cx="0" cy="5905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-spike-58"/>
          <p:cNvCxnSpPr/>
          <p:nvPr/>
        </p:nvCxnSpPr>
        <p:spPr>
          <a:xfrm>
            <a:off x="7048500" y="8096250"/>
            <a:ext cx="0" cy="5715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urve-spike-59"/>
          <p:cNvCxnSpPr/>
          <p:nvPr/>
        </p:nvCxnSpPr>
        <p:spPr>
          <a:xfrm>
            <a:off x="7086600" y="8391525"/>
            <a:ext cx="0" cy="5524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urve-spike-60"/>
          <p:cNvCxnSpPr/>
          <p:nvPr/>
        </p:nvCxnSpPr>
        <p:spPr>
          <a:xfrm>
            <a:off x="7124700" y="8677275"/>
            <a:ext cx="0" cy="5238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urve-spike-61"/>
          <p:cNvCxnSpPr/>
          <p:nvPr/>
        </p:nvCxnSpPr>
        <p:spPr>
          <a:xfrm>
            <a:off x="7162800" y="8953500"/>
            <a:ext cx="0" cy="4667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urve-spike-62"/>
          <p:cNvCxnSpPr/>
          <p:nvPr/>
        </p:nvCxnSpPr>
        <p:spPr>
          <a:xfrm>
            <a:off x="7200900" y="9201150"/>
            <a:ext cx="0" cy="4762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-spike-63"/>
          <p:cNvCxnSpPr/>
          <p:nvPr/>
        </p:nvCxnSpPr>
        <p:spPr>
          <a:xfrm>
            <a:off x="13182600" y="9953625"/>
            <a:ext cx="0" cy="6858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-spike-64"/>
          <p:cNvCxnSpPr/>
          <p:nvPr/>
        </p:nvCxnSpPr>
        <p:spPr>
          <a:xfrm>
            <a:off x="13220700" y="9648825"/>
            <a:ext cx="0" cy="10287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urve-spike-65"/>
          <p:cNvCxnSpPr/>
          <p:nvPr/>
        </p:nvCxnSpPr>
        <p:spPr>
          <a:xfrm>
            <a:off x="13258800" y="9315450"/>
            <a:ext cx="0" cy="13620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urve-spike-66"/>
          <p:cNvCxnSpPr/>
          <p:nvPr/>
        </p:nvCxnSpPr>
        <p:spPr>
          <a:xfrm>
            <a:off x="13296900" y="8924925"/>
            <a:ext cx="0" cy="15811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urve-spike-67"/>
          <p:cNvCxnSpPr/>
          <p:nvPr/>
        </p:nvCxnSpPr>
        <p:spPr>
          <a:xfrm>
            <a:off x="13335000" y="8505825"/>
            <a:ext cx="0" cy="18002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urve-spike-68"/>
          <p:cNvCxnSpPr/>
          <p:nvPr/>
        </p:nvCxnSpPr>
        <p:spPr>
          <a:xfrm>
            <a:off x="13373100" y="8096250"/>
            <a:ext cx="0" cy="19812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-spike-69"/>
          <p:cNvCxnSpPr/>
          <p:nvPr/>
        </p:nvCxnSpPr>
        <p:spPr>
          <a:xfrm>
            <a:off x="13411200" y="7658100"/>
            <a:ext cx="0" cy="21526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-spike-70"/>
          <p:cNvCxnSpPr/>
          <p:nvPr/>
        </p:nvCxnSpPr>
        <p:spPr>
          <a:xfrm>
            <a:off x="13449300" y="7229475"/>
            <a:ext cx="0" cy="23050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urve-spike-71"/>
          <p:cNvCxnSpPr/>
          <p:nvPr/>
        </p:nvCxnSpPr>
        <p:spPr>
          <a:xfrm>
            <a:off x="13487400" y="6800850"/>
            <a:ext cx="0" cy="13620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urve-spike-72"/>
          <p:cNvCxnSpPr/>
          <p:nvPr/>
        </p:nvCxnSpPr>
        <p:spPr>
          <a:xfrm>
            <a:off x="13487400" y="8258175"/>
            <a:ext cx="0" cy="9906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urve-spike-73"/>
          <p:cNvCxnSpPr/>
          <p:nvPr/>
        </p:nvCxnSpPr>
        <p:spPr>
          <a:xfrm>
            <a:off x="13525500" y="6372225"/>
            <a:ext cx="0" cy="13811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urve-spike-74"/>
          <p:cNvCxnSpPr/>
          <p:nvPr/>
        </p:nvCxnSpPr>
        <p:spPr>
          <a:xfrm>
            <a:off x="13525500" y="7972425"/>
            <a:ext cx="0" cy="10096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-spike-75"/>
          <p:cNvCxnSpPr/>
          <p:nvPr/>
        </p:nvCxnSpPr>
        <p:spPr>
          <a:xfrm>
            <a:off x="13563600" y="6000750"/>
            <a:ext cx="0" cy="13049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-spike-76"/>
          <p:cNvCxnSpPr/>
          <p:nvPr/>
        </p:nvCxnSpPr>
        <p:spPr>
          <a:xfrm>
            <a:off x="13563600" y="7724775"/>
            <a:ext cx="0" cy="9525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urve-spike-77"/>
          <p:cNvCxnSpPr/>
          <p:nvPr/>
        </p:nvCxnSpPr>
        <p:spPr>
          <a:xfrm>
            <a:off x="13601700" y="5648325"/>
            <a:ext cx="0" cy="12382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urve-spike-78"/>
          <p:cNvCxnSpPr/>
          <p:nvPr/>
        </p:nvCxnSpPr>
        <p:spPr>
          <a:xfrm>
            <a:off x="13601700" y="7477125"/>
            <a:ext cx="0" cy="9144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urve-spike-79"/>
          <p:cNvCxnSpPr/>
          <p:nvPr/>
        </p:nvCxnSpPr>
        <p:spPr>
          <a:xfrm>
            <a:off x="13639800" y="5343525"/>
            <a:ext cx="0" cy="11430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urve-spike-80"/>
          <p:cNvCxnSpPr/>
          <p:nvPr/>
        </p:nvCxnSpPr>
        <p:spPr>
          <a:xfrm>
            <a:off x="13639800" y="7239000"/>
            <a:ext cx="0" cy="8858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-spike-81"/>
          <p:cNvCxnSpPr/>
          <p:nvPr/>
        </p:nvCxnSpPr>
        <p:spPr>
          <a:xfrm>
            <a:off x="13677900" y="5086350"/>
            <a:ext cx="0" cy="10287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-spike-82"/>
          <p:cNvCxnSpPr/>
          <p:nvPr/>
        </p:nvCxnSpPr>
        <p:spPr>
          <a:xfrm>
            <a:off x="13716000" y="4905375"/>
            <a:ext cx="0" cy="8763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urve-spike-83"/>
          <p:cNvCxnSpPr/>
          <p:nvPr/>
        </p:nvCxnSpPr>
        <p:spPr>
          <a:xfrm>
            <a:off x="13944600" y="4981575"/>
            <a:ext cx="0" cy="5048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urve-spike-84"/>
          <p:cNvCxnSpPr/>
          <p:nvPr/>
        </p:nvCxnSpPr>
        <p:spPr>
          <a:xfrm>
            <a:off x="13982700" y="5086350"/>
            <a:ext cx="0" cy="6572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urve-spike-85"/>
          <p:cNvCxnSpPr/>
          <p:nvPr/>
        </p:nvCxnSpPr>
        <p:spPr>
          <a:xfrm>
            <a:off x="13982700" y="7019925"/>
            <a:ext cx="0" cy="4953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urve-spike-86"/>
          <p:cNvCxnSpPr/>
          <p:nvPr/>
        </p:nvCxnSpPr>
        <p:spPr>
          <a:xfrm>
            <a:off x="14020800" y="5324475"/>
            <a:ext cx="0" cy="7239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urve-spike-87"/>
          <p:cNvCxnSpPr/>
          <p:nvPr/>
        </p:nvCxnSpPr>
        <p:spPr>
          <a:xfrm>
            <a:off x="14020800" y="7162800"/>
            <a:ext cx="0" cy="5334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urve-spike-88"/>
          <p:cNvCxnSpPr/>
          <p:nvPr/>
        </p:nvCxnSpPr>
        <p:spPr>
          <a:xfrm>
            <a:off x="14058900" y="5610225"/>
            <a:ext cx="0" cy="7715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urve-spike-89"/>
          <p:cNvCxnSpPr/>
          <p:nvPr/>
        </p:nvCxnSpPr>
        <p:spPr>
          <a:xfrm>
            <a:off x="14058900" y="7324725"/>
            <a:ext cx="0" cy="5715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urve-spike-90"/>
          <p:cNvCxnSpPr/>
          <p:nvPr/>
        </p:nvCxnSpPr>
        <p:spPr>
          <a:xfrm>
            <a:off x="14097000" y="5934075"/>
            <a:ext cx="0" cy="8096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urve-spike-91"/>
          <p:cNvCxnSpPr/>
          <p:nvPr/>
        </p:nvCxnSpPr>
        <p:spPr>
          <a:xfrm>
            <a:off x="14097000" y="7524750"/>
            <a:ext cx="0" cy="5905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urve-spike-92"/>
          <p:cNvCxnSpPr/>
          <p:nvPr/>
        </p:nvCxnSpPr>
        <p:spPr>
          <a:xfrm>
            <a:off x="14135100" y="6276975"/>
            <a:ext cx="0" cy="8382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urve-spike-93"/>
          <p:cNvCxnSpPr/>
          <p:nvPr/>
        </p:nvCxnSpPr>
        <p:spPr>
          <a:xfrm>
            <a:off x="14135100" y="7734300"/>
            <a:ext cx="0" cy="6000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urve-spike-94"/>
          <p:cNvCxnSpPr/>
          <p:nvPr/>
        </p:nvCxnSpPr>
        <p:spPr>
          <a:xfrm>
            <a:off x="14173200" y="6648450"/>
            <a:ext cx="0" cy="8477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urve-spike-95"/>
          <p:cNvCxnSpPr/>
          <p:nvPr/>
        </p:nvCxnSpPr>
        <p:spPr>
          <a:xfrm>
            <a:off x="14173200" y="7953375"/>
            <a:ext cx="0" cy="6191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urve-spike-96"/>
          <p:cNvCxnSpPr/>
          <p:nvPr/>
        </p:nvCxnSpPr>
        <p:spPr>
          <a:xfrm>
            <a:off x="14211300" y="7019925"/>
            <a:ext cx="0" cy="8572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urve-spike-97"/>
          <p:cNvCxnSpPr/>
          <p:nvPr/>
        </p:nvCxnSpPr>
        <p:spPr>
          <a:xfrm>
            <a:off x="14211300" y="8181975"/>
            <a:ext cx="0" cy="6191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urve-spike-98"/>
          <p:cNvCxnSpPr/>
          <p:nvPr/>
        </p:nvCxnSpPr>
        <p:spPr>
          <a:xfrm>
            <a:off x="14249400" y="7400925"/>
            <a:ext cx="0" cy="8477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urve-spike-99"/>
          <p:cNvCxnSpPr/>
          <p:nvPr/>
        </p:nvCxnSpPr>
        <p:spPr>
          <a:xfrm>
            <a:off x="14249400" y="8410575"/>
            <a:ext cx="0" cy="6191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urve-spike-100"/>
          <p:cNvCxnSpPr/>
          <p:nvPr/>
        </p:nvCxnSpPr>
        <p:spPr>
          <a:xfrm>
            <a:off x="14287500" y="7781925"/>
            <a:ext cx="0" cy="8191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urve-spike-101"/>
          <p:cNvCxnSpPr/>
          <p:nvPr/>
        </p:nvCxnSpPr>
        <p:spPr>
          <a:xfrm>
            <a:off x="14287500" y="8648700"/>
            <a:ext cx="0" cy="6096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urve-spike-102"/>
          <p:cNvCxnSpPr/>
          <p:nvPr/>
        </p:nvCxnSpPr>
        <p:spPr>
          <a:xfrm>
            <a:off x="14325600" y="8153400"/>
            <a:ext cx="0" cy="13144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urve-spike-103"/>
          <p:cNvCxnSpPr/>
          <p:nvPr/>
        </p:nvCxnSpPr>
        <p:spPr>
          <a:xfrm>
            <a:off x="14363700" y="8496300"/>
            <a:ext cx="0" cy="11620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urve-spike-104"/>
          <p:cNvCxnSpPr/>
          <p:nvPr/>
        </p:nvCxnSpPr>
        <p:spPr>
          <a:xfrm>
            <a:off x="14401800" y="8829675"/>
            <a:ext cx="0" cy="9906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urve-spike-105"/>
          <p:cNvCxnSpPr/>
          <p:nvPr/>
        </p:nvCxnSpPr>
        <p:spPr>
          <a:xfrm>
            <a:off x="14439900" y="9115425"/>
            <a:ext cx="0" cy="8477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urve-spike-106"/>
          <p:cNvCxnSpPr/>
          <p:nvPr/>
        </p:nvCxnSpPr>
        <p:spPr>
          <a:xfrm>
            <a:off x="14478000" y="9363075"/>
            <a:ext cx="0" cy="6953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urve-spike-107"/>
          <p:cNvCxnSpPr/>
          <p:nvPr/>
        </p:nvCxnSpPr>
        <p:spPr>
          <a:xfrm>
            <a:off x="14516100" y="9553575"/>
            <a:ext cx="0" cy="6000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urve-spike-108"/>
          <p:cNvCxnSpPr/>
          <p:nvPr/>
        </p:nvCxnSpPr>
        <p:spPr>
          <a:xfrm>
            <a:off x="14554200" y="9686925"/>
            <a:ext cx="0" cy="5429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urve-spike-109"/>
          <p:cNvCxnSpPr/>
          <p:nvPr/>
        </p:nvCxnSpPr>
        <p:spPr>
          <a:xfrm>
            <a:off x="14592300" y="9763125"/>
            <a:ext cx="0" cy="5429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urve-spike-110"/>
          <p:cNvCxnSpPr/>
          <p:nvPr/>
        </p:nvCxnSpPr>
        <p:spPr>
          <a:xfrm>
            <a:off x="14630400" y="9848850"/>
            <a:ext cx="0" cy="5143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urve-spike-111"/>
          <p:cNvCxnSpPr/>
          <p:nvPr/>
        </p:nvCxnSpPr>
        <p:spPr>
          <a:xfrm>
            <a:off x="15963900" y="10029825"/>
            <a:ext cx="0" cy="4572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urve-spike-112"/>
          <p:cNvCxnSpPr/>
          <p:nvPr/>
        </p:nvCxnSpPr>
        <p:spPr>
          <a:xfrm>
            <a:off x="16002000" y="9867900"/>
            <a:ext cx="0" cy="5334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urve-spike-113"/>
          <p:cNvCxnSpPr/>
          <p:nvPr/>
        </p:nvCxnSpPr>
        <p:spPr>
          <a:xfrm>
            <a:off x="16040100" y="9696450"/>
            <a:ext cx="0" cy="6000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urve-spike-114"/>
          <p:cNvCxnSpPr/>
          <p:nvPr/>
        </p:nvCxnSpPr>
        <p:spPr>
          <a:xfrm>
            <a:off x="16078200" y="9515475"/>
            <a:ext cx="0" cy="6762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urve-spike-115"/>
          <p:cNvCxnSpPr/>
          <p:nvPr/>
        </p:nvCxnSpPr>
        <p:spPr>
          <a:xfrm>
            <a:off x="16116300" y="9334500"/>
            <a:ext cx="0" cy="7429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urve-spike-116"/>
          <p:cNvCxnSpPr/>
          <p:nvPr/>
        </p:nvCxnSpPr>
        <p:spPr>
          <a:xfrm>
            <a:off x="16154400" y="9153525"/>
            <a:ext cx="0" cy="8096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urve-spike-117"/>
          <p:cNvCxnSpPr/>
          <p:nvPr/>
        </p:nvCxnSpPr>
        <p:spPr>
          <a:xfrm>
            <a:off x="16192500" y="8982075"/>
            <a:ext cx="0" cy="4476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urve-spike-118"/>
          <p:cNvCxnSpPr/>
          <p:nvPr/>
        </p:nvCxnSpPr>
        <p:spPr>
          <a:xfrm>
            <a:off x="16230600" y="8810625"/>
            <a:ext cx="0" cy="4476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urve-spike-119"/>
          <p:cNvCxnSpPr/>
          <p:nvPr/>
        </p:nvCxnSpPr>
        <p:spPr>
          <a:xfrm>
            <a:off x="16268700" y="8639175"/>
            <a:ext cx="0" cy="4381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urve-spike-120"/>
          <p:cNvCxnSpPr/>
          <p:nvPr/>
        </p:nvCxnSpPr>
        <p:spPr>
          <a:xfrm>
            <a:off x="16306800" y="8496300"/>
            <a:ext cx="0" cy="41910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urve-spike-121"/>
          <p:cNvCxnSpPr/>
          <p:nvPr/>
        </p:nvCxnSpPr>
        <p:spPr>
          <a:xfrm>
            <a:off x="21259800" y="10172700"/>
            <a:ext cx="0" cy="5048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urve-spike-122"/>
          <p:cNvCxnSpPr/>
          <p:nvPr/>
        </p:nvCxnSpPr>
        <p:spPr>
          <a:xfrm>
            <a:off x="21297900" y="10010775"/>
            <a:ext cx="0" cy="552450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urve-spike-123"/>
          <p:cNvCxnSpPr/>
          <p:nvPr/>
        </p:nvCxnSpPr>
        <p:spPr>
          <a:xfrm>
            <a:off x="21336000" y="9686925"/>
            <a:ext cx="0" cy="7524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urve-spike-124"/>
          <p:cNvCxnSpPr/>
          <p:nvPr/>
        </p:nvCxnSpPr>
        <p:spPr>
          <a:xfrm>
            <a:off x="21374100" y="9677400"/>
            <a:ext cx="0" cy="6572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urve-spike-125"/>
          <p:cNvCxnSpPr/>
          <p:nvPr/>
        </p:nvCxnSpPr>
        <p:spPr>
          <a:xfrm>
            <a:off x="21412200" y="9515475"/>
            <a:ext cx="0" cy="63817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urve-spike-126"/>
          <p:cNvCxnSpPr/>
          <p:nvPr/>
        </p:nvCxnSpPr>
        <p:spPr>
          <a:xfrm>
            <a:off x="21450300" y="9353550"/>
            <a:ext cx="0" cy="6572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urve-spike-127"/>
          <p:cNvCxnSpPr/>
          <p:nvPr/>
        </p:nvCxnSpPr>
        <p:spPr>
          <a:xfrm>
            <a:off x="21488400" y="9210675"/>
            <a:ext cx="0" cy="6191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urve-spike-128"/>
          <p:cNvCxnSpPr/>
          <p:nvPr/>
        </p:nvCxnSpPr>
        <p:spPr>
          <a:xfrm>
            <a:off x="21526500" y="9153525"/>
            <a:ext cx="0" cy="504825"/>
          </a:xfrm>
          <a:prstGeom prst="line">
            <a:avLst/>
          </a:prstGeom>
          <a:ln w="66675">
            <a:solidFill>
              <a:srgbClr val="4E8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bubble1-tail"/>
          <p:cNvSpPr/>
          <p:nvPr/>
        </p:nvSpPr>
        <p:spPr>
          <a:xfrm>
            <a:off x="7724775" y="6667500"/>
            <a:ext cx="1133475" cy="1162050"/>
          </a:xfrm>
          <a:custGeom>
            <a:avLst/>
            <a:gdLst/>
            <a:ahLst/>
            <a:cxnLst/>
            <a:rect l="l" t="t" r="r" b="b"/>
            <a:pathLst>
              <a:path w="1133475" h="1162050">
                <a:moveTo>
                  <a:pt x="466725" y="0"/>
                </a:moveTo>
                <a:lnTo>
                  <a:pt x="0" y="1162050"/>
                </a:lnTo>
                <a:lnTo>
                  <a:pt x="1133475" y="428625"/>
                </a:lnTo>
                <a:close/>
              </a:path>
            </a:pathLst>
          </a:cu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bubble1"/>
          <p:cNvSpPr/>
          <p:nvPr/>
        </p:nvSpPr>
        <p:spPr>
          <a:xfrm>
            <a:off x="7581900" y="4152900"/>
            <a:ext cx="3009900" cy="3009900"/>
          </a:xfrm>
          <a:prstGeom prst="ellipse">
            <a:avLst/>
          </a:pr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bubble1-pct"/>
          <p:cNvSpPr txBox="1"/>
          <p:nvPr/>
        </p:nvSpPr>
        <p:spPr>
          <a:xfrm>
            <a:off x="7658100" y="4924425"/>
            <a:ext cx="2857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66%</a:t>
            </a:r>
          </a:p>
        </p:txBody>
      </p:sp>
      <p:sp>
        <p:nvSpPr>
          <p:cNvPr id="188" name="bubble1-cap"/>
          <p:cNvSpPr txBox="1"/>
          <p:nvPr/>
        </p:nvSpPr>
        <p:spPr>
          <a:xfrm>
            <a:off x="7658100" y="6124575"/>
            <a:ext cx="28575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高峰期1</a:t>
            </a:r>
          </a:p>
        </p:txBody>
      </p:sp>
      <p:sp>
        <p:nvSpPr>
          <p:cNvPr id="189" name="bubble2-tail"/>
          <p:cNvSpPr/>
          <p:nvPr/>
        </p:nvSpPr>
        <p:spPr>
          <a:xfrm>
            <a:off x="17049750" y="6096000"/>
            <a:ext cx="952500" cy="1409700"/>
          </a:xfrm>
          <a:custGeom>
            <a:avLst/>
            <a:gdLst/>
            <a:ahLst/>
            <a:cxnLst/>
            <a:rect l="l" t="t" r="r" b="b"/>
            <a:pathLst>
              <a:path w="952500" h="1409700">
                <a:moveTo>
                  <a:pt x="285750" y="0"/>
                </a:moveTo>
                <a:lnTo>
                  <a:pt x="0" y="1409700"/>
                </a:lnTo>
                <a:lnTo>
                  <a:pt x="952500" y="190500"/>
                </a:lnTo>
                <a:close/>
              </a:path>
            </a:pathLst>
          </a:cu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bubble2"/>
          <p:cNvSpPr/>
          <p:nvPr/>
        </p:nvSpPr>
        <p:spPr>
          <a:xfrm>
            <a:off x="16325850" y="3467100"/>
            <a:ext cx="3009900" cy="3009900"/>
          </a:xfrm>
          <a:prstGeom prst="ellipse">
            <a:avLst/>
          </a:pr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bubble2-pct"/>
          <p:cNvSpPr txBox="1"/>
          <p:nvPr/>
        </p:nvSpPr>
        <p:spPr>
          <a:xfrm>
            <a:off x="16402050" y="4467225"/>
            <a:ext cx="2857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192" name="bubble2-cap"/>
          <p:cNvSpPr txBox="1"/>
          <p:nvPr/>
        </p:nvSpPr>
        <p:spPr>
          <a:xfrm>
            <a:off x="16402050" y="5638800"/>
            <a:ext cx="28575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高峰期2</a:t>
            </a:r>
          </a:p>
        </p:txBody>
      </p:sp>
      <p:sp>
        <p:nvSpPr>
          <p:cNvPr id="193" name="label-2000"/>
          <p:cNvSpPr txBox="1"/>
          <p:nvPr/>
        </p:nvSpPr>
        <p:spPr>
          <a:xfrm>
            <a:off x="11439525" y="8048625"/>
            <a:ext cx="1143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2000</a:t>
            </a:r>
          </a:p>
        </p:txBody>
      </p:sp>
      <p:sp>
        <p:nvSpPr>
          <p:cNvPr id="194" name="label-3000"/>
          <p:cNvSpPr txBox="1"/>
          <p:nvPr/>
        </p:nvSpPr>
        <p:spPr>
          <a:xfrm>
            <a:off x="14382750" y="4895850"/>
            <a:ext cx="1143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3000</a:t>
            </a:r>
          </a:p>
        </p:txBody>
      </p:sp>
      <p:sp>
        <p:nvSpPr>
          <p:cNvPr id="195" name="note-box"/>
          <p:cNvSpPr/>
          <p:nvPr/>
        </p:nvSpPr>
        <p:spPr>
          <a:xfrm>
            <a:off x="20497800" y="5867400"/>
            <a:ext cx="7429500" cy="3124200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38100">
            <a:solidFill>
              <a:srgbClr val="4E8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note-l1"/>
          <p:cNvSpPr txBox="1"/>
          <p:nvPr/>
        </p:nvSpPr>
        <p:spPr>
          <a:xfrm>
            <a:off x="20964525" y="6134100"/>
            <a:ext cx="6667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72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2024年销量</a:t>
            </a:r>
          </a:p>
        </p:txBody>
      </p:sp>
      <p:sp>
        <p:nvSpPr>
          <p:cNvPr id="197" name="note-l2"/>
          <p:cNvSpPr txBox="1"/>
          <p:nvPr/>
        </p:nvSpPr>
        <p:spPr>
          <a:xfrm>
            <a:off x="21774150" y="7353300"/>
            <a:ext cx="628650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72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详细情况说明</a:t>
            </a:r>
          </a:p>
        </p:txBody>
      </p:sp>
      <p:grpSp>
        <p:nvGrpSpPr>
          <p:cNvPr id="218" name="card-1"/>
          <p:cNvGrpSpPr/>
          <p:nvPr/>
        </p:nvGrpSpPr>
        <p:grpSpPr>
          <a:xfrm>
            <a:off x="2524125" y="12553950"/>
            <a:ext cx="8134350" cy="3438525"/>
            <a:chOff x="2524125" y="12553950"/>
            <a:chExt cx="8134350" cy="3438525"/>
          </a:xfrm>
        </p:grpSpPr>
        <p:sp>
          <p:nvSpPr>
            <p:cNvPr id="198" name="card1-frame"/>
            <p:cNvSpPr/>
            <p:nvPr/>
          </p:nvSpPr>
          <p:spPr>
            <a:xfrm>
              <a:off x="2524125" y="13106400"/>
              <a:ext cx="8134350" cy="2886075"/>
            </a:xfrm>
            <a:prstGeom prst="roundRect">
              <a:avLst>
                <a:gd name="adj" fmla="val 5940"/>
              </a:avLst>
            </a:prstGeom>
            <a:solidFill>
              <a:srgbClr val="FFFFFF"/>
            </a:solidFill>
            <a:ln w="28575">
              <a:solidFill>
                <a:srgbClr val="4E88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card1-tag"/>
            <p:cNvSpPr/>
            <p:nvPr/>
          </p:nvSpPr>
          <p:spPr>
            <a:xfrm>
              <a:off x="3200400" y="12553950"/>
              <a:ext cx="3352800" cy="990600"/>
            </a:xfrm>
            <a:prstGeom prst="roundRect">
              <a:avLst>
                <a:gd name="adj" fmla="val 13461"/>
              </a:avLst>
            </a:prstGeom>
            <a:solidFill>
              <a:srgbClr val="4E88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card1-tag-text"/>
            <p:cNvSpPr txBox="1"/>
            <p:nvPr/>
          </p:nvSpPr>
          <p:spPr>
            <a:xfrm>
              <a:off x="3200400" y="12668250"/>
              <a:ext cx="335280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分析01</a:t>
              </a:r>
            </a:p>
          </p:txBody>
        </p:sp>
        <p:sp>
          <p:nvSpPr>
            <p:cNvPr id="201" name="card1-body1"/>
            <p:cNvSpPr txBox="1"/>
            <p:nvPr/>
          </p:nvSpPr>
          <p:spPr>
            <a:xfrm>
              <a:off x="3267075" y="1387792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</a:t>
              </a:r>
            </a:p>
          </p:txBody>
        </p:sp>
        <p:sp>
          <p:nvSpPr>
            <p:cNvPr id="202" name="card1-body2"/>
            <p:cNvSpPr txBox="1"/>
            <p:nvPr/>
          </p:nvSpPr>
          <p:spPr>
            <a:xfrm>
              <a:off x="3267075" y="1454467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常出行以及阅读学习成为本年度的销量有</a:t>
              </a:r>
            </a:p>
          </p:txBody>
        </p:sp>
        <p:sp>
          <p:nvSpPr>
            <p:cNvPr id="203" name="card1-body3"/>
            <p:cNvSpPr txBox="1"/>
            <p:nvPr/>
          </p:nvSpPr>
          <p:spPr>
            <a:xfrm>
              <a:off x="3267075" y="1521142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力增长点。</a:t>
              </a:r>
            </a:p>
          </p:txBody>
        </p:sp>
      </p:grpSp>
      <p:grpSp>
        <p:nvGrpSpPr>
          <p:cNvPr id="219" name="card-2"/>
          <p:cNvGrpSpPr/>
          <p:nvPr/>
        </p:nvGrpSpPr>
        <p:grpSpPr>
          <a:xfrm>
            <a:off x="11382375" y="12553950"/>
            <a:ext cx="8134350" cy="3438525"/>
            <a:chOff x="11382375" y="12553950"/>
            <a:chExt cx="8134350" cy="3438525"/>
          </a:xfrm>
        </p:grpSpPr>
        <p:sp>
          <p:nvSpPr>
            <p:cNvPr id="204" name="card2-frame"/>
            <p:cNvSpPr/>
            <p:nvPr/>
          </p:nvSpPr>
          <p:spPr>
            <a:xfrm>
              <a:off x="11382375" y="13106400"/>
              <a:ext cx="8134350" cy="2886075"/>
            </a:xfrm>
            <a:prstGeom prst="roundRect">
              <a:avLst>
                <a:gd name="adj" fmla="val 5940"/>
              </a:avLst>
            </a:prstGeom>
            <a:solidFill>
              <a:srgbClr val="FFFFFF"/>
            </a:solidFill>
            <a:ln w="28575">
              <a:solidFill>
                <a:srgbClr val="4E88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ard2-tag"/>
            <p:cNvSpPr/>
            <p:nvPr/>
          </p:nvSpPr>
          <p:spPr>
            <a:xfrm>
              <a:off x="12049125" y="12553950"/>
              <a:ext cx="3352800" cy="990600"/>
            </a:xfrm>
            <a:prstGeom prst="roundRect">
              <a:avLst>
                <a:gd name="adj" fmla="val 13461"/>
              </a:avLst>
            </a:prstGeom>
            <a:solidFill>
              <a:srgbClr val="4E88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card2-tag-text"/>
            <p:cNvSpPr txBox="1"/>
            <p:nvPr/>
          </p:nvSpPr>
          <p:spPr>
            <a:xfrm>
              <a:off x="12049125" y="12668250"/>
              <a:ext cx="335280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分析02</a:t>
              </a:r>
            </a:p>
          </p:txBody>
        </p:sp>
        <p:sp>
          <p:nvSpPr>
            <p:cNvPr id="207" name="card2-body1"/>
            <p:cNvSpPr txBox="1"/>
            <p:nvPr/>
          </p:nvSpPr>
          <p:spPr>
            <a:xfrm>
              <a:off x="12125325" y="1387792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</a:t>
              </a:r>
            </a:p>
          </p:txBody>
        </p:sp>
        <p:sp>
          <p:nvSpPr>
            <p:cNvPr id="208" name="card2-body2"/>
            <p:cNvSpPr txBox="1"/>
            <p:nvPr/>
          </p:nvSpPr>
          <p:spPr>
            <a:xfrm>
              <a:off x="12125325" y="1454467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常出行以及阅读学习成为本年度的销量有</a:t>
              </a:r>
            </a:p>
          </p:txBody>
        </p:sp>
        <p:sp>
          <p:nvSpPr>
            <p:cNvPr id="209" name="card2-body3"/>
            <p:cNvSpPr txBox="1"/>
            <p:nvPr/>
          </p:nvSpPr>
          <p:spPr>
            <a:xfrm>
              <a:off x="12125325" y="1521142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力增长点。</a:t>
              </a:r>
            </a:p>
          </p:txBody>
        </p:sp>
      </p:grpSp>
      <p:grpSp>
        <p:nvGrpSpPr>
          <p:cNvPr id="220" name="card-3"/>
          <p:cNvGrpSpPr/>
          <p:nvPr/>
        </p:nvGrpSpPr>
        <p:grpSpPr>
          <a:xfrm>
            <a:off x="20116800" y="12553950"/>
            <a:ext cx="8134350" cy="3438525"/>
            <a:chOff x="20116800" y="12553950"/>
            <a:chExt cx="8134350" cy="3438525"/>
          </a:xfrm>
        </p:grpSpPr>
        <p:sp>
          <p:nvSpPr>
            <p:cNvPr id="210" name="card3-frame"/>
            <p:cNvSpPr/>
            <p:nvPr/>
          </p:nvSpPr>
          <p:spPr>
            <a:xfrm>
              <a:off x="20116800" y="13106400"/>
              <a:ext cx="8134350" cy="2886075"/>
            </a:xfrm>
            <a:prstGeom prst="roundRect">
              <a:avLst>
                <a:gd name="adj" fmla="val 5940"/>
              </a:avLst>
            </a:prstGeom>
            <a:solidFill>
              <a:srgbClr val="FFFFFF"/>
            </a:solidFill>
            <a:ln w="28575">
              <a:solidFill>
                <a:srgbClr val="4E88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card3-tag"/>
            <p:cNvSpPr/>
            <p:nvPr/>
          </p:nvSpPr>
          <p:spPr>
            <a:xfrm>
              <a:off x="20764500" y="12553950"/>
              <a:ext cx="3352800" cy="990600"/>
            </a:xfrm>
            <a:prstGeom prst="roundRect">
              <a:avLst>
                <a:gd name="adj" fmla="val 13461"/>
              </a:avLst>
            </a:prstGeom>
            <a:solidFill>
              <a:srgbClr val="4E88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card3-tag-text"/>
            <p:cNvSpPr txBox="1"/>
            <p:nvPr/>
          </p:nvSpPr>
          <p:spPr>
            <a:xfrm>
              <a:off x="20764500" y="12668250"/>
              <a:ext cx="335280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分析03</a:t>
              </a:r>
            </a:p>
          </p:txBody>
        </p:sp>
        <p:sp>
          <p:nvSpPr>
            <p:cNvPr id="213" name="card3-body1"/>
            <p:cNvSpPr txBox="1"/>
            <p:nvPr/>
          </p:nvSpPr>
          <p:spPr>
            <a:xfrm>
              <a:off x="20859750" y="1387792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</a:t>
              </a:r>
            </a:p>
          </p:txBody>
        </p:sp>
        <p:sp>
          <p:nvSpPr>
            <p:cNvPr id="214" name="card3-body2"/>
            <p:cNvSpPr txBox="1"/>
            <p:nvPr/>
          </p:nvSpPr>
          <p:spPr>
            <a:xfrm>
              <a:off x="20859750" y="1454467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常出行以及阅读学习成为本年度的销量有</a:t>
              </a:r>
            </a:p>
          </p:txBody>
        </p:sp>
        <p:sp>
          <p:nvSpPr>
            <p:cNvPr id="215" name="card3-body3"/>
            <p:cNvSpPr txBox="1"/>
            <p:nvPr/>
          </p:nvSpPr>
          <p:spPr>
            <a:xfrm>
              <a:off x="20859750" y="15211425"/>
              <a:ext cx="7048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力增长点。</a:t>
              </a:r>
            </a:p>
          </p:txBody>
        </p:sp>
      </p:grpSp>
      <p:sp>
        <p:nvSpPr>
          <p:cNvPr id="216" name="bottom-line"/>
          <p:cNvSpPr/>
          <p:nvPr/>
        </p:nvSpPr>
        <p:spPr>
          <a:xfrm>
            <a:off x="1323975" y="16487775"/>
            <a:ext cx="28460700" cy="28575"/>
          </a:xfrm>
          <a:prstGeom prst="rect">
            <a:avLst/>
          </a:prstGeom>
          <a:solidFill>
            <a:srgbClr val="4E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