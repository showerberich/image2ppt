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0000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8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6" name="header"/>
          <p:cNvGrpSpPr/>
          <p:nvPr/>
        </p:nvGrpSpPr>
        <p:grpSpPr>
          <a:xfrm>
            <a:off x="1143000" y="447675"/>
            <a:ext cx="28479750" cy="1438275"/>
            <a:chOff x="1143000" y="447675"/>
            <a:chExt cx="28479750" cy="1438275"/>
          </a:xfrm>
        </p:grpSpPr>
        <p:sp>
          <p:nvSpPr>
            <p:cNvPr id="4" name="hdr-icon-bg"/>
            <p:cNvSpPr/>
            <p:nvPr/>
          </p:nvSpPr>
          <p:spPr>
            <a:xfrm>
              <a:off x="1219200" y="514350"/>
              <a:ext cx="1066800" cy="1066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6675">
              <a:solidFill>
                <a:srgbClr val="4D895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50" name="hdr-icon-check"/>
            <p:cNvGrpSpPr/>
            <p:nvPr/>
          </p:nvGrpSpPr>
          <p:grpSpPr>
            <a:xfrm>
              <a:off x="1587246" y="839724"/>
              <a:ext cx="330708" cy="416052"/>
              <a:chOff x="1587246" y="839724"/>
              <a:chExt cx="330708" cy="416052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1587246" y="839724"/>
                <a:ext cx="330708" cy="416052"/>
              </a:xfrm>
              <a:prstGeom prst="roundRect">
                <a:avLst>
                  <a:gd name="adj" fmla="val 19354"/>
                </a:avLst>
              </a:prstGeom>
              <a:noFill/>
              <a:ln w="15240">
                <a:solidFill>
                  <a:srgbClr val="4D895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6" name="Connector 5"/>
              <p:cNvCxnSpPr/>
              <p:nvPr/>
            </p:nvCxnSpPr>
            <p:spPr>
              <a:xfrm>
                <a:off x="1667256" y="1047750"/>
                <a:ext cx="64008" cy="74676"/>
              </a:xfrm>
              <a:prstGeom prst="line">
                <a:avLst/>
              </a:prstGeom>
              <a:ln w="58940">
                <a:solidFill>
                  <a:srgbClr val="4D8956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Connector 6"/>
              <p:cNvCxnSpPr/>
              <p:nvPr/>
            </p:nvCxnSpPr>
            <p:spPr>
              <a:xfrm flipV="1">
                <a:off x="1731264" y="962406"/>
                <a:ext cx="112014" cy="160020"/>
              </a:xfrm>
              <a:prstGeom prst="line">
                <a:avLst/>
              </a:prstGeom>
              <a:ln w="58940">
                <a:solidFill>
                  <a:srgbClr val="4D8956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hdr-title"/>
            <p:cNvSpPr txBox="1"/>
            <p:nvPr/>
          </p:nvSpPr>
          <p:spPr>
            <a:xfrm>
              <a:off x="2543175" y="447675"/>
              <a:ext cx="9334500" cy="12192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6000" b="1" i="0">
                  <a:solidFill>
                    <a:srgbClr val="4A8753"/>
                  </a:solidFill>
                  <a:latin typeface="Microsoft YaHei"/>
                  <a:ea typeface="Microsoft YaHei"/>
                  <a:cs typeface="Microsoft YaHei"/>
                </a:rPr>
                <a:t>职场工作汇报逻辑图表PPT</a:t>
              </a:r>
            </a:p>
          </p:txBody>
        </p:sp>
        <p:sp>
          <p:nvSpPr>
            <p:cNvPr id="9" name="hdr-tag"/>
            <p:cNvSpPr/>
            <p:nvPr/>
          </p:nvSpPr>
          <p:spPr>
            <a:xfrm>
              <a:off x="25307925" y="619125"/>
              <a:ext cx="4305300" cy="876300"/>
            </a:xfrm>
            <a:prstGeom prst="roundRect">
              <a:avLst>
                <a:gd name="adj" fmla="val 4347"/>
              </a:avLst>
            </a:prstGeom>
            <a:solidFill>
              <a:srgbClr val="4D895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hdr-tag-text"/>
            <p:cNvSpPr txBox="1"/>
            <p:nvPr/>
          </p:nvSpPr>
          <p:spPr>
            <a:xfrm>
              <a:off x="25307925" y="523875"/>
              <a:ext cx="4305300" cy="100012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49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数据可视化</a:t>
              </a:r>
            </a:p>
          </p:txBody>
        </p:sp>
        <p:sp>
          <p:nvSpPr>
            <p:cNvPr id="11" name="hdr-rule"/>
            <p:cNvSpPr/>
            <p:nvPr/>
          </p:nvSpPr>
          <p:spPr>
            <a:xfrm>
              <a:off x="1143000" y="1762125"/>
              <a:ext cx="28479750" cy="123825"/>
            </a:xfrm>
            <a:prstGeom prst="rect">
              <a:avLst/>
            </a:prstGeom>
            <a:solidFill>
              <a:srgbClr val="4D88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dash-top"/>
          <p:cNvCxnSpPr/>
          <p:nvPr/>
        </p:nvCxnSpPr>
        <p:spPr>
          <a:xfrm>
            <a:off x="1143000" y="4105275"/>
            <a:ext cx="28155900" cy="0"/>
          </a:xfrm>
          <a:prstGeom prst="line">
            <a:avLst/>
          </a:prstGeom>
          <a:ln w="38100">
            <a:solidFill>
              <a:srgbClr val="57835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ash-top-L"/>
          <p:cNvCxnSpPr/>
          <p:nvPr/>
        </p:nvCxnSpPr>
        <p:spPr>
          <a:xfrm>
            <a:off x="1143000" y="8658225"/>
            <a:ext cx="7381875" cy="0"/>
          </a:xfrm>
          <a:prstGeom prst="line">
            <a:avLst/>
          </a:prstGeom>
          <a:ln w="38100">
            <a:solidFill>
              <a:srgbClr val="57835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ash-top-R"/>
          <p:cNvCxnSpPr/>
          <p:nvPr/>
        </p:nvCxnSpPr>
        <p:spPr>
          <a:xfrm>
            <a:off x="21831300" y="8658225"/>
            <a:ext cx="8315325" cy="0"/>
          </a:xfrm>
          <a:prstGeom prst="line">
            <a:avLst/>
          </a:prstGeom>
          <a:ln w="38100">
            <a:solidFill>
              <a:srgbClr val="57835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ash-bot-L"/>
          <p:cNvCxnSpPr/>
          <p:nvPr/>
        </p:nvCxnSpPr>
        <p:spPr>
          <a:xfrm>
            <a:off x="1143000" y="14287500"/>
            <a:ext cx="7429500" cy="0"/>
          </a:xfrm>
          <a:prstGeom prst="line">
            <a:avLst/>
          </a:prstGeom>
          <a:ln w="38100">
            <a:solidFill>
              <a:srgbClr val="57835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ash-bot-R"/>
          <p:cNvCxnSpPr/>
          <p:nvPr/>
        </p:nvCxnSpPr>
        <p:spPr>
          <a:xfrm>
            <a:off x="21717000" y="14287500"/>
            <a:ext cx="7886700" cy="0"/>
          </a:xfrm>
          <a:prstGeom prst="line">
            <a:avLst/>
          </a:prstGeom>
          <a:ln w="38100">
            <a:solidFill>
              <a:srgbClr val="57835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panel-LT"/>
          <p:cNvGrpSpPr/>
          <p:nvPr/>
        </p:nvGrpSpPr>
        <p:grpSpPr>
          <a:xfrm>
            <a:off x="1562100" y="4686300"/>
            <a:ext cx="6972300" cy="3429000"/>
            <a:chOff x="1562100" y="4686300"/>
            <a:chExt cx="6972300" cy="3429000"/>
          </a:xfrm>
        </p:grpSpPr>
        <p:sp>
          <p:nvSpPr>
            <p:cNvPr id="17" name="LT-title"/>
            <p:cNvSpPr txBox="1"/>
            <p:nvPr/>
          </p:nvSpPr>
          <p:spPr>
            <a:xfrm>
              <a:off x="4048125" y="4686300"/>
              <a:ext cx="4000500" cy="10287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5100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点击输入标题</a:t>
              </a:r>
            </a:p>
          </p:txBody>
        </p:sp>
        <p:sp>
          <p:nvSpPr>
            <p:cNvPr id="18" name="LT-body1"/>
            <p:cNvSpPr txBox="1"/>
            <p:nvPr/>
          </p:nvSpPr>
          <p:spPr>
            <a:xfrm>
              <a:off x="1866900" y="6019800"/>
              <a:ext cx="6667500" cy="7143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>
                  <a:solidFill>
                    <a:srgbClr val="2B2B2B"/>
                  </a:solidFill>
                  <a:latin typeface="Microsoft YaHei"/>
                  <a:ea typeface="Microsoft YaHei"/>
                  <a:cs typeface="Microsoft YaHei"/>
                </a:rPr>
                <a:t>2025年，在公司营收、销量方</a:t>
              </a:r>
            </a:p>
          </p:txBody>
        </p:sp>
        <p:sp>
          <p:nvSpPr>
            <p:cNvPr id="19" name="LT-body2"/>
            <p:cNvSpPr txBox="1"/>
            <p:nvPr/>
          </p:nvSpPr>
          <p:spPr>
            <a:xfrm>
              <a:off x="1562100" y="6715125"/>
              <a:ext cx="6667500" cy="7143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>
                  <a:solidFill>
                    <a:srgbClr val="2B2B2B"/>
                  </a:solidFill>
                  <a:latin typeface="Microsoft YaHei"/>
                  <a:ea typeface="Microsoft YaHei"/>
                  <a:cs typeface="Microsoft YaHei"/>
                </a:rPr>
                <a:t>面来看，日常出行以及阅读学习</a:t>
              </a:r>
            </a:p>
          </p:txBody>
        </p:sp>
        <p:sp>
          <p:nvSpPr>
            <p:cNvPr id="20" name="LT-body3"/>
            <p:cNvSpPr txBox="1"/>
            <p:nvPr/>
          </p:nvSpPr>
          <p:spPr>
            <a:xfrm>
              <a:off x="1562100" y="7400925"/>
              <a:ext cx="6667500" cy="7143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>
                  <a:solidFill>
                    <a:srgbClr val="2B2B2B"/>
                  </a:solidFill>
                  <a:latin typeface="Microsoft YaHei"/>
                  <a:ea typeface="Microsoft YaHei"/>
                  <a:cs typeface="Microsoft YaHei"/>
                </a:rPr>
                <a:t>成为本年度销量的有力增长点。</a:t>
              </a:r>
            </a:p>
          </p:txBody>
        </p:sp>
      </p:grpSp>
      <p:grpSp>
        <p:nvGrpSpPr>
          <p:cNvPr id="57" name="panel-LB"/>
          <p:cNvGrpSpPr/>
          <p:nvPr/>
        </p:nvGrpSpPr>
        <p:grpSpPr>
          <a:xfrm>
            <a:off x="1562100" y="10125075"/>
            <a:ext cx="6667500" cy="3533775"/>
            <a:chOff x="1562100" y="10125075"/>
            <a:chExt cx="6667500" cy="3533775"/>
          </a:xfrm>
        </p:grpSpPr>
        <p:sp>
          <p:nvSpPr>
            <p:cNvPr id="21" name="LB-title"/>
            <p:cNvSpPr txBox="1"/>
            <p:nvPr/>
          </p:nvSpPr>
          <p:spPr>
            <a:xfrm>
              <a:off x="3657600" y="10125075"/>
              <a:ext cx="4000500" cy="10287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5100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点击输入标题</a:t>
              </a:r>
            </a:p>
          </p:txBody>
        </p:sp>
        <p:sp>
          <p:nvSpPr>
            <p:cNvPr id="22" name="LB-body1"/>
            <p:cNvSpPr txBox="1"/>
            <p:nvPr/>
          </p:nvSpPr>
          <p:spPr>
            <a:xfrm>
              <a:off x="1562100" y="11563350"/>
              <a:ext cx="6667500" cy="7143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>
                  <a:solidFill>
                    <a:srgbClr val="2B2B2B"/>
                  </a:solidFill>
                  <a:latin typeface="Microsoft YaHei"/>
                  <a:ea typeface="Microsoft YaHei"/>
                  <a:cs typeface="Microsoft YaHei"/>
                </a:rPr>
                <a:t>2025年，在公司营收、销量方</a:t>
              </a:r>
            </a:p>
          </p:txBody>
        </p:sp>
        <p:sp>
          <p:nvSpPr>
            <p:cNvPr id="23" name="LB-body2"/>
            <p:cNvSpPr txBox="1"/>
            <p:nvPr/>
          </p:nvSpPr>
          <p:spPr>
            <a:xfrm>
              <a:off x="1562100" y="12258675"/>
              <a:ext cx="6667500" cy="7143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>
                  <a:solidFill>
                    <a:srgbClr val="2B2B2B"/>
                  </a:solidFill>
                  <a:latin typeface="Microsoft YaHei"/>
                  <a:ea typeface="Microsoft YaHei"/>
                  <a:cs typeface="Microsoft YaHei"/>
                </a:rPr>
                <a:t>面来看，日常出行以及阅读学习</a:t>
              </a:r>
            </a:p>
          </p:txBody>
        </p:sp>
        <p:sp>
          <p:nvSpPr>
            <p:cNvPr id="24" name="LB-body3"/>
            <p:cNvSpPr txBox="1"/>
            <p:nvPr/>
          </p:nvSpPr>
          <p:spPr>
            <a:xfrm>
              <a:off x="1562100" y="12944475"/>
              <a:ext cx="6667500" cy="7143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>
                  <a:solidFill>
                    <a:srgbClr val="2B2B2B"/>
                  </a:solidFill>
                  <a:latin typeface="Microsoft YaHei"/>
                  <a:ea typeface="Microsoft YaHei"/>
                  <a:cs typeface="Microsoft YaHei"/>
                </a:rPr>
                <a:t>成为本年度销量的有力增长点。</a:t>
              </a:r>
            </a:p>
          </p:txBody>
        </p:sp>
      </p:grpSp>
      <p:grpSp>
        <p:nvGrpSpPr>
          <p:cNvPr id="52" name="panel-RT"/>
          <p:cNvGrpSpPr/>
          <p:nvPr/>
        </p:nvGrpSpPr>
        <p:grpSpPr>
          <a:xfrm>
            <a:off x="22498050" y="4686300"/>
            <a:ext cx="6743700" cy="3429000"/>
            <a:chOff x="22498050" y="4686300"/>
            <a:chExt cx="6743700" cy="3429000"/>
          </a:xfrm>
        </p:grpSpPr>
        <p:sp>
          <p:nvSpPr>
            <p:cNvPr id="25" name="RT-title"/>
            <p:cNvSpPr txBox="1"/>
            <p:nvPr/>
          </p:nvSpPr>
          <p:spPr>
            <a:xfrm>
              <a:off x="22498050" y="4686300"/>
              <a:ext cx="4000500" cy="10287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5100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点击输入标题</a:t>
              </a:r>
            </a:p>
          </p:txBody>
        </p:sp>
        <p:sp>
          <p:nvSpPr>
            <p:cNvPr id="26" name="RT-body1"/>
            <p:cNvSpPr txBox="1"/>
            <p:nvPr/>
          </p:nvSpPr>
          <p:spPr>
            <a:xfrm>
              <a:off x="22574250" y="6019800"/>
              <a:ext cx="6667500" cy="7143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>
                  <a:solidFill>
                    <a:srgbClr val="2B2B2B"/>
                  </a:solidFill>
                  <a:latin typeface="Microsoft YaHei"/>
                  <a:ea typeface="Microsoft YaHei"/>
                  <a:cs typeface="Microsoft YaHei"/>
                </a:rPr>
                <a:t>2025年，在公司营收、销量方</a:t>
              </a:r>
            </a:p>
          </p:txBody>
        </p:sp>
        <p:sp>
          <p:nvSpPr>
            <p:cNvPr id="27" name="RT-body2"/>
            <p:cNvSpPr txBox="1"/>
            <p:nvPr/>
          </p:nvSpPr>
          <p:spPr>
            <a:xfrm>
              <a:off x="22574250" y="6715125"/>
              <a:ext cx="6667500" cy="7143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>
                  <a:solidFill>
                    <a:srgbClr val="2B2B2B"/>
                  </a:solidFill>
                  <a:latin typeface="Microsoft YaHei"/>
                  <a:ea typeface="Microsoft YaHei"/>
                  <a:cs typeface="Microsoft YaHei"/>
                </a:rPr>
                <a:t>面来看，日常出行以及阅读学习</a:t>
              </a:r>
            </a:p>
          </p:txBody>
        </p:sp>
        <p:sp>
          <p:nvSpPr>
            <p:cNvPr id="28" name="RT-body3"/>
            <p:cNvSpPr txBox="1"/>
            <p:nvPr/>
          </p:nvSpPr>
          <p:spPr>
            <a:xfrm>
              <a:off x="22574250" y="7400925"/>
              <a:ext cx="6667500" cy="7143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>
                  <a:solidFill>
                    <a:srgbClr val="2B2B2B"/>
                  </a:solidFill>
                  <a:latin typeface="Microsoft YaHei"/>
                  <a:ea typeface="Microsoft YaHei"/>
                  <a:cs typeface="Microsoft YaHei"/>
                </a:rPr>
                <a:t>成为本年度销量的有力增长点。</a:t>
              </a:r>
            </a:p>
          </p:txBody>
        </p:sp>
      </p:grpSp>
      <p:grpSp>
        <p:nvGrpSpPr>
          <p:cNvPr id="55" name="panel-RB"/>
          <p:cNvGrpSpPr/>
          <p:nvPr/>
        </p:nvGrpSpPr>
        <p:grpSpPr>
          <a:xfrm>
            <a:off x="23164800" y="10125075"/>
            <a:ext cx="6819900" cy="3533775"/>
            <a:chOff x="23164800" y="10125075"/>
            <a:chExt cx="6819900" cy="3533775"/>
          </a:xfrm>
        </p:grpSpPr>
        <p:sp>
          <p:nvSpPr>
            <p:cNvPr id="29" name="RB-title"/>
            <p:cNvSpPr txBox="1"/>
            <p:nvPr/>
          </p:nvSpPr>
          <p:spPr>
            <a:xfrm>
              <a:off x="23164800" y="10125075"/>
              <a:ext cx="4000500" cy="10287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5100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点击输入标题</a:t>
              </a:r>
            </a:p>
          </p:txBody>
        </p:sp>
        <p:sp>
          <p:nvSpPr>
            <p:cNvPr id="30" name="RB-body1"/>
            <p:cNvSpPr txBox="1"/>
            <p:nvPr/>
          </p:nvSpPr>
          <p:spPr>
            <a:xfrm>
              <a:off x="23164800" y="11563350"/>
              <a:ext cx="6667500" cy="7143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>
                  <a:solidFill>
                    <a:srgbClr val="2B2B2B"/>
                  </a:solidFill>
                  <a:latin typeface="Microsoft YaHei"/>
                  <a:ea typeface="Microsoft YaHei"/>
                  <a:cs typeface="Microsoft YaHei"/>
                </a:rPr>
                <a:t>2025年，在公司营收、销量方</a:t>
              </a:r>
            </a:p>
          </p:txBody>
        </p:sp>
        <p:sp>
          <p:nvSpPr>
            <p:cNvPr id="31" name="RB-body2"/>
            <p:cNvSpPr txBox="1"/>
            <p:nvPr/>
          </p:nvSpPr>
          <p:spPr>
            <a:xfrm>
              <a:off x="23317200" y="12258675"/>
              <a:ext cx="6667500" cy="7143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>
                  <a:solidFill>
                    <a:srgbClr val="2B2B2B"/>
                  </a:solidFill>
                  <a:latin typeface="Microsoft YaHei"/>
                  <a:ea typeface="Microsoft YaHei"/>
                  <a:cs typeface="Microsoft YaHei"/>
                </a:rPr>
                <a:t>面来看，日常出行以及阅读学习</a:t>
              </a:r>
            </a:p>
          </p:txBody>
        </p:sp>
        <p:sp>
          <p:nvSpPr>
            <p:cNvPr id="32" name="RB-body3"/>
            <p:cNvSpPr txBox="1"/>
            <p:nvPr/>
          </p:nvSpPr>
          <p:spPr>
            <a:xfrm>
              <a:off x="23317200" y="12944475"/>
              <a:ext cx="6667500" cy="7143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>
                  <a:solidFill>
                    <a:srgbClr val="2B2B2B"/>
                  </a:solidFill>
                  <a:latin typeface="Microsoft YaHei"/>
                  <a:ea typeface="Microsoft YaHei"/>
                  <a:cs typeface="Microsoft YaHei"/>
                </a:rPr>
                <a:t>成为本年度销量的有力增长点。</a:t>
              </a:r>
            </a:p>
          </p:txBody>
        </p:sp>
      </p:grpSp>
      <p:grpSp>
        <p:nvGrpSpPr>
          <p:cNvPr id="53" name="ring"/>
          <p:cNvGrpSpPr/>
          <p:nvPr/>
        </p:nvGrpSpPr>
        <p:grpSpPr>
          <a:xfrm>
            <a:off x="7981950" y="4029075"/>
            <a:ext cx="14439900" cy="11036617"/>
            <a:chOff x="7981950" y="4029075"/>
            <a:chExt cx="14439900" cy="11036617"/>
          </a:xfrm>
        </p:grpSpPr>
        <p:sp>
          <p:nvSpPr>
            <p:cNvPr id="33" name="ring-01-pale"/>
            <p:cNvSpPr/>
            <p:nvPr/>
          </p:nvSpPr>
          <p:spPr>
            <a:xfrm>
              <a:off x="7981950" y="8188642"/>
              <a:ext cx="1978342" cy="6769418"/>
            </a:xfrm>
            <a:custGeom>
              <a:avLst/>
              <a:gdLst/>
              <a:ahLst/>
              <a:cxnLst/>
              <a:rect l="l" t="t" r="r" b="b"/>
              <a:pathLst>
                <a:path w="1978342" h="6769418">
                  <a:moveTo>
                    <a:pt x="1031558" y="6769418"/>
                  </a:moveTo>
                  <a:lnTo>
                    <a:pt x="957262" y="6642736"/>
                  </a:lnTo>
                  <a:lnTo>
                    <a:pt x="884872" y="6514148"/>
                  </a:lnTo>
                  <a:lnTo>
                    <a:pt x="815340" y="6384608"/>
                  </a:lnTo>
                  <a:lnTo>
                    <a:pt x="749618" y="6253163"/>
                  </a:lnTo>
                  <a:lnTo>
                    <a:pt x="685800" y="6120766"/>
                  </a:lnTo>
                  <a:lnTo>
                    <a:pt x="623888" y="5987416"/>
                  </a:lnTo>
                  <a:lnTo>
                    <a:pt x="565785" y="5852160"/>
                  </a:lnTo>
                  <a:lnTo>
                    <a:pt x="510540" y="5716906"/>
                  </a:lnTo>
                  <a:lnTo>
                    <a:pt x="457200" y="5579746"/>
                  </a:lnTo>
                  <a:lnTo>
                    <a:pt x="406718" y="5440680"/>
                  </a:lnTo>
                  <a:lnTo>
                    <a:pt x="360045" y="5301616"/>
                  </a:lnTo>
                  <a:lnTo>
                    <a:pt x="315278" y="5161598"/>
                  </a:lnTo>
                  <a:lnTo>
                    <a:pt x="274320" y="5020628"/>
                  </a:lnTo>
                  <a:lnTo>
                    <a:pt x="235268" y="4878706"/>
                  </a:lnTo>
                  <a:lnTo>
                    <a:pt x="199072" y="4736783"/>
                  </a:lnTo>
                  <a:lnTo>
                    <a:pt x="166688" y="4592956"/>
                  </a:lnTo>
                  <a:lnTo>
                    <a:pt x="137160" y="4449128"/>
                  </a:lnTo>
                  <a:lnTo>
                    <a:pt x="109538" y="4304348"/>
                  </a:lnTo>
                  <a:lnTo>
                    <a:pt x="85725" y="4159568"/>
                  </a:lnTo>
                  <a:lnTo>
                    <a:pt x="64770" y="4013836"/>
                  </a:lnTo>
                  <a:lnTo>
                    <a:pt x="46672" y="3868103"/>
                  </a:lnTo>
                  <a:lnTo>
                    <a:pt x="31432" y="3722370"/>
                  </a:lnTo>
                  <a:lnTo>
                    <a:pt x="19050" y="3575686"/>
                  </a:lnTo>
                  <a:lnTo>
                    <a:pt x="9525" y="3429000"/>
                  </a:lnTo>
                  <a:lnTo>
                    <a:pt x="3810" y="3282316"/>
                  </a:lnTo>
                  <a:lnTo>
                    <a:pt x="952" y="3134678"/>
                  </a:lnTo>
                  <a:lnTo>
                    <a:pt x="0" y="2987993"/>
                  </a:lnTo>
                  <a:lnTo>
                    <a:pt x="2858" y="2841308"/>
                  </a:lnTo>
                  <a:lnTo>
                    <a:pt x="8572" y="2693670"/>
                  </a:lnTo>
                  <a:lnTo>
                    <a:pt x="17145" y="2546986"/>
                  </a:lnTo>
                  <a:lnTo>
                    <a:pt x="29528" y="2400300"/>
                  </a:lnTo>
                  <a:lnTo>
                    <a:pt x="43815" y="2254568"/>
                  </a:lnTo>
                  <a:lnTo>
                    <a:pt x="61912" y="2108836"/>
                  </a:lnTo>
                  <a:lnTo>
                    <a:pt x="82868" y="1963103"/>
                  </a:lnTo>
                  <a:lnTo>
                    <a:pt x="105728" y="1817370"/>
                  </a:lnTo>
                  <a:lnTo>
                    <a:pt x="132398" y="1673543"/>
                  </a:lnTo>
                  <a:lnTo>
                    <a:pt x="161925" y="1528763"/>
                  </a:lnTo>
                  <a:lnTo>
                    <a:pt x="194310" y="1385888"/>
                  </a:lnTo>
                  <a:lnTo>
                    <a:pt x="229552" y="1243013"/>
                  </a:lnTo>
                  <a:lnTo>
                    <a:pt x="268605" y="1101090"/>
                  </a:lnTo>
                  <a:lnTo>
                    <a:pt x="309562" y="960120"/>
                  </a:lnTo>
                  <a:lnTo>
                    <a:pt x="353378" y="820103"/>
                  </a:lnTo>
                  <a:lnTo>
                    <a:pt x="400050" y="680086"/>
                  </a:lnTo>
                  <a:lnTo>
                    <a:pt x="449580" y="541973"/>
                  </a:lnTo>
                  <a:lnTo>
                    <a:pt x="501968" y="404813"/>
                  </a:lnTo>
                  <a:lnTo>
                    <a:pt x="557212" y="268606"/>
                  </a:lnTo>
                  <a:lnTo>
                    <a:pt x="615315" y="133350"/>
                  </a:lnTo>
                  <a:lnTo>
                    <a:pt x="676275" y="0"/>
                  </a:lnTo>
                  <a:lnTo>
                    <a:pt x="1678305" y="466726"/>
                  </a:lnTo>
                  <a:lnTo>
                    <a:pt x="1625918" y="580073"/>
                  </a:lnTo>
                  <a:lnTo>
                    <a:pt x="1577340" y="694373"/>
                  </a:lnTo>
                  <a:lnTo>
                    <a:pt x="1530668" y="809626"/>
                  </a:lnTo>
                  <a:lnTo>
                    <a:pt x="1485900" y="925830"/>
                  </a:lnTo>
                  <a:lnTo>
                    <a:pt x="1443990" y="1042988"/>
                  </a:lnTo>
                  <a:lnTo>
                    <a:pt x="1403985" y="1161098"/>
                  </a:lnTo>
                  <a:lnTo>
                    <a:pt x="1366838" y="1280160"/>
                  </a:lnTo>
                  <a:lnTo>
                    <a:pt x="1332548" y="1399223"/>
                  </a:lnTo>
                  <a:lnTo>
                    <a:pt x="1299210" y="1520190"/>
                  </a:lnTo>
                  <a:lnTo>
                    <a:pt x="1269682" y="1640206"/>
                  </a:lnTo>
                  <a:lnTo>
                    <a:pt x="1242060" y="1762126"/>
                  </a:lnTo>
                  <a:lnTo>
                    <a:pt x="1217295" y="1884046"/>
                  </a:lnTo>
                  <a:lnTo>
                    <a:pt x="1194435" y="2006918"/>
                  </a:lnTo>
                  <a:lnTo>
                    <a:pt x="1174432" y="2129790"/>
                  </a:lnTo>
                  <a:lnTo>
                    <a:pt x="1157288" y="2252663"/>
                  </a:lnTo>
                  <a:lnTo>
                    <a:pt x="1142048" y="2376488"/>
                  </a:lnTo>
                  <a:lnTo>
                    <a:pt x="1129665" y="2500313"/>
                  </a:lnTo>
                  <a:lnTo>
                    <a:pt x="1120140" y="2624138"/>
                  </a:lnTo>
                  <a:lnTo>
                    <a:pt x="1112520" y="2748916"/>
                  </a:lnTo>
                  <a:lnTo>
                    <a:pt x="1107758" y="2872740"/>
                  </a:lnTo>
                  <a:lnTo>
                    <a:pt x="1104900" y="2997518"/>
                  </a:lnTo>
                  <a:lnTo>
                    <a:pt x="1104900" y="3122296"/>
                  </a:lnTo>
                  <a:lnTo>
                    <a:pt x="1107758" y="3246120"/>
                  </a:lnTo>
                  <a:lnTo>
                    <a:pt x="1113472" y="3370898"/>
                  </a:lnTo>
                  <a:lnTo>
                    <a:pt x="1121092" y="3494723"/>
                  </a:lnTo>
                  <a:lnTo>
                    <a:pt x="1131570" y="3619500"/>
                  </a:lnTo>
                  <a:lnTo>
                    <a:pt x="1143952" y="3743326"/>
                  </a:lnTo>
                  <a:lnTo>
                    <a:pt x="1159192" y="3866198"/>
                  </a:lnTo>
                  <a:lnTo>
                    <a:pt x="1177290" y="3990023"/>
                  </a:lnTo>
                  <a:lnTo>
                    <a:pt x="1198245" y="4112896"/>
                  </a:lnTo>
                  <a:lnTo>
                    <a:pt x="1221105" y="4234816"/>
                  </a:lnTo>
                  <a:lnTo>
                    <a:pt x="1245870" y="4356736"/>
                  </a:lnTo>
                  <a:lnTo>
                    <a:pt x="1273492" y="4478656"/>
                  </a:lnTo>
                  <a:lnTo>
                    <a:pt x="1303972" y="4599623"/>
                  </a:lnTo>
                  <a:lnTo>
                    <a:pt x="1337310" y="4719638"/>
                  </a:lnTo>
                  <a:lnTo>
                    <a:pt x="1372552" y="4838700"/>
                  </a:lnTo>
                  <a:lnTo>
                    <a:pt x="1409700" y="4957763"/>
                  </a:lnTo>
                  <a:lnTo>
                    <a:pt x="1449705" y="5074920"/>
                  </a:lnTo>
                  <a:lnTo>
                    <a:pt x="1492568" y="5192078"/>
                  </a:lnTo>
                  <a:lnTo>
                    <a:pt x="1537335" y="5308283"/>
                  </a:lnTo>
                  <a:lnTo>
                    <a:pt x="1584008" y="5423536"/>
                  </a:lnTo>
                  <a:lnTo>
                    <a:pt x="1633538" y="5537836"/>
                  </a:lnTo>
                  <a:lnTo>
                    <a:pt x="1684972" y="5651183"/>
                  </a:lnTo>
                  <a:lnTo>
                    <a:pt x="1739265" y="5763578"/>
                  </a:lnTo>
                  <a:lnTo>
                    <a:pt x="1795462" y="5874068"/>
                  </a:lnTo>
                  <a:lnTo>
                    <a:pt x="1854518" y="5984558"/>
                  </a:lnTo>
                  <a:lnTo>
                    <a:pt x="1915478" y="6093143"/>
                  </a:lnTo>
                  <a:lnTo>
                    <a:pt x="1978342" y="6200776"/>
                  </a:lnTo>
                  <a:close/>
                </a:path>
              </a:pathLst>
            </a:custGeom>
            <a:solidFill>
              <a:srgbClr val="C2D7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ing-01-dark"/>
            <p:cNvSpPr/>
            <p:nvPr/>
          </p:nvSpPr>
          <p:spPr>
            <a:xfrm>
              <a:off x="9029700" y="8630602"/>
              <a:ext cx="3134678" cy="5787390"/>
            </a:xfrm>
            <a:custGeom>
              <a:avLst/>
              <a:gdLst/>
              <a:ahLst/>
              <a:cxnLst/>
              <a:rect l="l" t="t" r="r" b="b"/>
              <a:pathLst>
                <a:path w="3134678" h="5787390">
                  <a:moveTo>
                    <a:pt x="882015" y="5787390"/>
                  </a:moveTo>
                  <a:lnTo>
                    <a:pt x="818198" y="5679758"/>
                  </a:lnTo>
                  <a:lnTo>
                    <a:pt x="756285" y="5570220"/>
                  </a:lnTo>
                  <a:lnTo>
                    <a:pt x="697230" y="5458778"/>
                  </a:lnTo>
                  <a:lnTo>
                    <a:pt x="640080" y="5346383"/>
                  </a:lnTo>
                  <a:lnTo>
                    <a:pt x="585788" y="5233988"/>
                  </a:lnTo>
                  <a:lnTo>
                    <a:pt x="533400" y="5119688"/>
                  </a:lnTo>
                  <a:lnTo>
                    <a:pt x="483870" y="5004436"/>
                  </a:lnTo>
                  <a:lnTo>
                    <a:pt x="436245" y="4887278"/>
                  </a:lnTo>
                  <a:lnTo>
                    <a:pt x="390525" y="4770120"/>
                  </a:lnTo>
                  <a:lnTo>
                    <a:pt x="347662" y="4652010"/>
                  </a:lnTo>
                  <a:lnTo>
                    <a:pt x="307658" y="4532948"/>
                  </a:lnTo>
                  <a:lnTo>
                    <a:pt x="269558" y="4413886"/>
                  </a:lnTo>
                  <a:lnTo>
                    <a:pt x="234315" y="4292918"/>
                  </a:lnTo>
                  <a:lnTo>
                    <a:pt x="200978" y="4171950"/>
                  </a:lnTo>
                  <a:lnTo>
                    <a:pt x="170498" y="4050030"/>
                  </a:lnTo>
                  <a:lnTo>
                    <a:pt x="142875" y="3927158"/>
                  </a:lnTo>
                  <a:lnTo>
                    <a:pt x="117158" y="3804286"/>
                  </a:lnTo>
                  <a:lnTo>
                    <a:pt x="93345" y="3680460"/>
                  </a:lnTo>
                  <a:lnTo>
                    <a:pt x="73342" y="3556636"/>
                  </a:lnTo>
                  <a:lnTo>
                    <a:pt x="55245" y="3431858"/>
                  </a:lnTo>
                  <a:lnTo>
                    <a:pt x="40005" y="3308033"/>
                  </a:lnTo>
                  <a:lnTo>
                    <a:pt x="26670" y="3182303"/>
                  </a:lnTo>
                  <a:lnTo>
                    <a:pt x="16192" y="3057526"/>
                  </a:lnTo>
                  <a:lnTo>
                    <a:pt x="8572" y="2931796"/>
                  </a:lnTo>
                  <a:lnTo>
                    <a:pt x="2858" y="2806066"/>
                  </a:lnTo>
                  <a:lnTo>
                    <a:pt x="0" y="2680336"/>
                  </a:lnTo>
                  <a:lnTo>
                    <a:pt x="0" y="2554606"/>
                  </a:lnTo>
                  <a:lnTo>
                    <a:pt x="2858" y="2429828"/>
                  </a:lnTo>
                  <a:lnTo>
                    <a:pt x="7620" y="2304098"/>
                  </a:lnTo>
                  <a:lnTo>
                    <a:pt x="15240" y="2178368"/>
                  </a:lnTo>
                  <a:lnTo>
                    <a:pt x="24765" y="2052638"/>
                  </a:lnTo>
                  <a:lnTo>
                    <a:pt x="38100" y="1927860"/>
                  </a:lnTo>
                  <a:lnTo>
                    <a:pt x="52388" y="1803083"/>
                  </a:lnTo>
                  <a:lnTo>
                    <a:pt x="70485" y="1679258"/>
                  </a:lnTo>
                  <a:lnTo>
                    <a:pt x="90488" y="1554480"/>
                  </a:lnTo>
                  <a:lnTo>
                    <a:pt x="113348" y="1431608"/>
                  </a:lnTo>
                  <a:lnTo>
                    <a:pt x="139065" y="1307783"/>
                  </a:lnTo>
                  <a:lnTo>
                    <a:pt x="166688" y="1185863"/>
                  </a:lnTo>
                  <a:lnTo>
                    <a:pt x="196215" y="1063943"/>
                  </a:lnTo>
                  <a:lnTo>
                    <a:pt x="229552" y="942023"/>
                  </a:lnTo>
                  <a:lnTo>
                    <a:pt x="264795" y="821056"/>
                  </a:lnTo>
                  <a:lnTo>
                    <a:pt x="301942" y="701993"/>
                  </a:lnTo>
                  <a:lnTo>
                    <a:pt x="341948" y="582930"/>
                  </a:lnTo>
                  <a:lnTo>
                    <a:pt x="384810" y="463868"/>
                  </a:lnTo>
                  <a:lnTo>
                    <a:pt x="429578" y="346710"/>
                  </a:lnTo>
                  <a:lnTo>
                    <a:pt x="476250" y="230506"/>
                  </a:lnTo>
                  <a:lnTo>
                    <a:pt x="526732" y="115253"/>
                  </a:lnTo>
                  <a:lnTo>
                    <a:pt x="578168" y="0"/>
                  </a:lnTo>
                  <a:lnTo>
                    <a:pt x="2961322" y="1111568"/>
                  </a:lnTo>
                  <a:lnTo>
                    <a:pt x="2930842" y="1177290"/>
                  </a:lnTo>
                  <a:lnTo>
                    <a:pt x="2902268" y="1243013"/>
                  </a:lnTo>
                  <a:lnTo>
                    <a:pt x="2875598" y="1310640"/>
                  </a:lnTo>
                  <a:lnTo>
                    <a:pt x="2849880" y="1377316"/>
                  </a:lnTo>
                  <a:lnTo>
                    <a:pt x="2825115" y="1445896"/>
                  </a:lnTo>
                  <a:lnTo>
                    <a:pt x="2802255" y="1513523"/>
                  </a:lnTo>
                  <a:lnTo>
                    <a:pt x="2780348" y="1583056"/>
                  </a:lnTo>
                  <a:lnTo>
                    <a:pt x="2760345" y="1651636"/>
                  </a:lnTo>
                  <a:lnTo>
                    <a:pt x="2741295" y="1722120"/>
                  </a:lnTo>
                  <a:lnTo>
                    <a:pt x="2724150" y="1791653"/>
                  </a:lnTo>
                  <a:lnTo>
                    <a:pt x="2708910" y="1862138"/>
                  </a:lnTo>
                  <a:lnTo>
                    <a:pt x="2693670" y="1932623"/>
                  </a:lnTo>
                  <a:lnTo>
                    <a:pt x="2681288" y="2004060"/>
                  </a:lnTo>
                  <a:lnTo>
                    <a:pt x="2668905" y="2074546"/>
                  </a:lnTo>
                  <a:lnTo>
                    <a:pt x="2659380" y="2145983"/>
                  </a:lnTo>
                  <a:lnTo>
                    <a:pt x="2650808" y="2218373"/>
                  </a:lnTo>
                  <a:lnTo>
                    <a:pt x="2643188" y="2289810"/>
                  </a:lnTo>
                  <a:lnTo>
                    <a:pt x="2637472" y="2362200"/>
                  </a:lnTo>
                  <a:lnTo>
                    <a:pt x="2633662" y="2433638"/>
                  </a:lnTo>
                  <a:lnTo>
                    <a:pt x="2630805" y="2506028"/>
                  </a:lnTo>
                  <a:lnTo>
                    <a:pt x="2628900" y="2578418"/>
                  </a:lnTo>
                  <a:lnTo>
                    <a:pt x="2628900" y="2649856"/>
                  </a:lnTo>
                  <a:lnTo>
                    <a:pt x="2630805" y="2722246"/>
                  </a:lnTo>
                  <a:lnTo>
                    <a:pt x="2633662" y="2794636"/>
                  </a:lnTo>
                  <a:lnTo>
                    <a:pt x="2638425" y="2866073"/>
                  </a:lnTo>
                  <a:lnTo>
                    <a:pt x="2644140" y="2938463"/>
                  </a:lnTo>
                  <a:lnTo>
                    <a:pt x="2651760" y="3009900"/>
                  </a:lnTo>
                  <a:lnTo>
                    <a:pt x="2660332" y="3081338"/>
                  </a:lnTo>
                  <a:lnTo>
                    <a:pt x="2670810" y="3152776"/>
                  </a:lnTo>
                  <a:lnTo>
                    <a:pt x="2683192" y="3224213"/>
                  </a:lnTo>
                  <a:lnTo>
                    <a:pt x="2695575" y="3294698"/>
                  </a:lnTo>
                  <a:lnTo>
                    <a:pt x="2710815" y="3366136"/>
                  </a:lnTo>
                  <a:lnTo>
                    <a:pt x="2727008" y="3435668"/>
                  </a:lnTo>
                  <a:lnTo>
                    <a:pt x="2744152" y="3506153"/>
                  </a:lnTo>
                  <a:lnTo>
                    <a:pt x="2763202" y="3575686"/>
                  </a:lnTo>
                  <a:lnTo>
                    <a:pt x="2784158" y="3645218"/>
                  </a:lnTo>
                  <a:lnTo>
                    <a:pt x="2805112" y="3713798"/>
                  </a:lnTo>
                  <a:lnTo>
                    <a:pt x="2828925" y="3782378"/>
                  </a:lnTo>
                  <a:lnTo>
                    <a:pt x="2853690" y="3850006"/>
                  </a:lnTo>
                  <a:lnTo>
                    <a:pt x="2879408" y="3916680"/>
                  </a:lnTo>
                  <a:lnTo>
                    <a:pt x="2907030" y="3984308"/>
                  </a:lnTo>
                  <a:lnTo>
                    <a:pt x="2935605" y="4050030"/>
                  </a:lnTo>
                  <a:lnTo>
                    <a:pt x="2965132" y="4115753"/>
                  </a:lnTo>
                  <a:lnTo>
                    <a:pt x="2996565" y="4180523"/>
                  </a:lnTo>
                  <a:lnTo>
                    <a:pt x="3028950" y="4245293"/>
                  </a:lnTo>
                  <a:lnTo>
                    <a:pt x="3063240" y="4309110"/>
                  </a:lnTo>
                  <a:lnTo>
                    <a:pt x="3098482" y="4371976"/>
                  </a:lnTo>
                  <a:lnTo>
                    <a:pt x="3134678" y="4433888"/>
                  </a:lnTo>
                  <a:close/>
                </a:path>
              </a:pathLst>
            </a:custGeom>
            <a:solidFill>
              <a:srgbClr val="4D895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ing-02-pale"/>
            <p:cNvSpPr/>
            <p:nvPr/>
          </p:nvSpPr>
          <p:spPr>
            <a:xfrm>
              <a:off x="9013508" y="4029075"/>
              <a:ext cx="5868352" cy="4060507"/>
            </a:xfrm>
            <a:custGeom>
              <a:avLst/>
              <a:gdLst/>
              <a:ahLst/>
              <a:cxnLst/>
              <a:rect l="l" t="t" r="r" b="b"/>
              <a:pathLst>
                <a:path w="5868352" h="4060507">
                  <a:moveTo>
                    <a:pt x="0" y="3491865"/>
                  </a:moveTo>
                  <a:lnTo>
                    <a:pt x="77152" y="3367087"/>
                  </a:lnTo>
                  <a:lnTo>
                    <a:pt x="156210" y="3243263"/>
                  </a:lnTo>
                  <a:lnTo>
                    <a:pt x="238124" y="3121343"/>
                  </a:lnTo>
                  <a:lnTo>
                    <a:pt x="322897" y="3000375"/>
                  </a:lnTo>
                  <a:lnTo>
                    <a:pt x="409574" y="2882265"/>
                  </a:lnTo>
                  <a:lnTo>
                    <a:pt x="499110" y="2765107"/>
                  </a:lnTo>
                  <a:lnTo>
                    <a:pt x="590550" y="2650807"/>
                  </a:lnTo>
                  <a:lnTo>
                    <a:pt x="684847" y="2537460"/>
                  </a:lnTo>
                  <a:lnTo>
                    <a:pt x="781050" y="2426017"/>
                  </a:lnTo>
                  <a:lnTo>
                    <a:pt x="879157" y="2317433"/>
                  </a:lnTo>
                  <a:lnTo>
                    <a:pt x="980122" y="2209800"/>
                  </a:lnTo>
                  <a:lnTo>
                    <a:pt x="1082992" y="2105025"/>
                  </a:lnTo>
                  <a:lnTo>
                    <a:pt x="1187767" y="2002155"/>
                  </a:lnTo>
                  <a:lnTo>
                    <a:pt x="1295400" y="1901190"/>
                  </a:lnTo>
                  <a:lnTo>
                    <a:pt x="1403984" y="1803083"/>
                  </a:lnTo>
                  <a:lnTo>
                    <a:pt x="1515427" y="1706880"/>
                  </a:lnTo>
                  <a:lnTo>
                    <a:pt x="1628774" y="1612583"/>
                  </a:lnTo>
                  <a:lnTo>
                    <a:pt x="1743074" y="1521143"/>
                  </a:lnTo>
                  <a:lnTo>
                    <a:pt x="1860232" y="1431607"/>
                  </a:lnTo>
                  <a:lnTo>
                    <a:pt x="1978342" y="1344930"/>
                  </a:lnTo>
                  <a:lnTo>
                    <a:pt x="2099310" y="1260157"/>
                  </a:lnTo>
                  <a:lnTo>
                    <a:pt x="2221230" y="1178243"/>
                  </a:lnTo>
                  <a:lnTo>
                    <a:pt x="2345054" y="1099185"/>
                  </a:lnTo>
                  <a:lnTo>
                    <a:pt x="2469832" y="1022033"/>
                  </a:lnTo>
                  <a:lnTo>
                    <a:pt x="2596514" y="947737"/>
                  </a:lnTo>
                  <a:lnTo>
                    <a:pt x="2725102" y="875347"/>
                  </a:lnTo>
                  <a:lnTo>
                    <a:pt x="2854642" y="805815"/>
                  </a:lnTo>
                  <a:lnTo>
                    <a:pt x="2986087" y="740093"/>
                  </a:lnTo>
                  <a:lnTo>
                    <a:pt x="3118484" y="676275"/>
                  </a:lnTo>
                  <a:lnTo>
                    <a:pt x="3251834" y="614363"/>
                  </a:lnTo>
                  <a:lnTo>
                    <a:pt x="3387090" y="556260"/>
                  </a:lnTo>
                  <a:lnTo>
                    <a:pt x="3522344" y="501015"/>
                  </a:lnTo>
                  <a:lnTo>
                    <a:pt x="3659504" y="447675"/>
                  </a:lnTo>
                  <a:lnTo>
                    <a:pt x="3798570" y="397193"/>
                  </a:lnTo>
                  <a:lnTo>
                    <a:pt x="3937634" y="350520"/>
                  </a:lnTo>
                  <a:lnTo>
                    <a:pt x="4077652" y="305753"/>
                  </a:lnTo>
                  <a:lnTo>
                    <a:pt x="4218622" y="264795"/>
                  </a:lnTo>
                  <a:lnTo>
                    <a:pt x="4360544" y="225743"/>
                  </a:lnTo>
                  <a:lnTo>
                    <a:pt x="4502467" y="189547"/>
                  </a:lnTo>
                  <a:lnTo>
                    <a:pt x="4646294" y="157163"/>
                  </a:lnTo>
                  <a:lnTo>
                    <a:pt x="4790122" y="127635"/>
                  </a:lnTo>
                  <a:lnTo>
                    <a:pt x="4934902" y="100013"/>
                  </a:lnTo>
                  <a:lnTo>
                    <a:pt x="5079682" y="76200"/>
                  </a:lnTo>
                  <a:lnTo>
                    <a:pt x="5225414" y="55245"/>
                  </a:lnTo>
                  <a:lnTo>
                    <a:pt x="5371147" y="37147"/>
                  </a:lnTo>
                  <a:lnTo>
                    <a:pt x="5516880" y="21907"/>
                  </a:lnTo>
                  <a:lnTo>
                    <a:pt x="5663564" y="9525"/>
                  </a:lnTo>
                  <a:lnTo>
                    <a:pt x="5810250" y="0"/>
                  </a:lnTo>
                  <a:lnTo>
                    <a:pt x="5868352" y="1103947"/>
                  </a:lnTo>
                  <a:lnTo>
                    <a:pt x="5744527" y="1111567"/>
                  </a:lnTo>
                  <a:lnTo>
                    <a:pt x="5619750" y="1122045"/>
                  </a:lnTo>
                  <a:lnTo>
                    <a:pt x="5495924" y="1134427"/>
                  </a:lnTo>
                  <a:lnTo>
                    <a:pt x="5373052" y="1149667"/>
                  </a:lnTo>
                  <a:lnTo>
                    <a:pt x="5249227" y="1167765"/>
                  </a:lnTo>
                  <a:lnTo>
                    <a:pt x="5126354" y="1188720"/>
                  </a:lnTo>
                  <a:lnTo>
                    <a:pt x="5004434" y="1211580"/>
                  </a:lnTo>
                  <a:lnTo>
                    <a:pt x="4882514" y="1236345"/>
                  </a:lnTo>
                  <a:lnTo>
                    <a:pt x="4760594" y="1263967"/>
                  </a:lnTo>
                  <a:lnTo>
                    <a:pt x="4639627" y="1294447"/>
                  </a:lnTo>
                  <a:lnTo>
                    <a:pt x="4519612" y="1327785"/>
                  </a:lnTo>
                  <a:lnTo>
                    <a:pt x="4400550" y="1363027"/>
                  </a:lnTo>
                  <a:lnTo>
                    <a:pt x="4281487" y="1400175"/>
                  </a:lnTo>
                  <a:lnTo>
                    <a:pt x="4164330" y="1440180"/>
                  </a:lnTo>
                  <a:lnTo>
                    <a:pt x="4047172" y="1483043"/>
                  </a:lnTo>
                  <a:lnTo>
                    <a:pt x="3930967" y="1527810"/>
                  </a:lnTo>
                  <a:lnTo>
                    <a:pt x="3815714" y="1574483"/>
                  </a:lnTo>
                  <a:lnTo>
                    <a:pt x="3701414" y="1624013"/>
                  </a:lnTo>
                  <a:lnTo>
                    <a:pt x="3588067" y="1675447"/>
                  </a:lnTo>
                  <a:lnTo>
                    <a:pt x="3475672" y="1729740"/>
                  </a:lnTo>
                  <a:lnTo>
                    <a:pt x="3365182" y="1785937"/>
                  </a:lnTo>
                  <a:lnTo>
                    <a:pt x="3254692" y="1844993"/>
                  </a:lnTo>
                  <a:lnTo>
                    <a:pt x="3146107" y="1905953"/>
                  </a:lnTo>
                  <a:lnTo>
                    <a:pt x="3038474" y="1968817"/>
                  </a:lnTo>
                  <a:lnTo>
                    <a:pt x="2932747" y="2033587"/>
                  </a:lnTo>
                  <a:lnTo>
                    <a:pt x="2827972" y="2101215"/>
                  </a:lnTo>
                  <a:lnTo>
                    <a:pt x="2725102" y="2170747"/>
                  </a:lnTo>
                  <a:lnTo>
                    <a:pt x="2623184" y="2242185"/>
                  </a:lnTo>
                  <a:lnTo>
                    <a:pt x="2522220" y="2316480"/>
                  </a:lnTo>
                  <a:lnTo>
                    <a:pt x="2423160" y="2391727"/>
                  </a:lnTo>
                  <a:lnTo>
                    <a:pt x="2326004" y="2468880"/>
                  </a:lnTo>
                  <a:lnTo>
                    <a:pt x="2230754" y="2548890"/>
                  </a:lnTo>
                  <a:lnTo>
                    <a:pt x="2136457" y="2630805"/>
                  </a:lnTo>
                  <a:lnTo>
                    <a:pt x="2044064" y="2713673"/>
                  </a:lnTo>
                  <a:lnTo>
                    <a:pt x="1953577" y="2799397"/>
                  </a:lnTo>
                  <a:lnTo>
                    <a:pt x="1864042" y="2886075"/>
                  </a:lnTo>
                  <a:lnTo>
                    <a:pt x="1777364" y="2975610"/>
                  </a:lnTo>
                  <a:lnTo>
                    <a:pt x="1691640" y="3066097"/>
                  </a:lnTo>
                  <a:lnTo>
                    <a:pt x="1608772" y="3158490"/>
                  </a:lnTo>
                  <a:lnTo>
                    <a:pt x="1526857" y="3252787"/>
                  </a:lnTo>
                  <a:lnTo>
                    <a:pt x="1446847" y="3348037"/>
                  </a:lnTo>
                  <a:lnTo>
                    <a:pt x="1369694" y="3445193"/>
                  </a:lnTo>
                  <a:lnTo>
                    <a:pt x="1294447" y="3544253"/>
                  </a:lnTo>
                  <a:lnTo>
                    <a:pt x="1220152" y="3645217"/>
                  </a:lnTo>
                  <a:lnTo>
                    <a:pt x="1148714" y="3747135"/>
                  </a:lnTo>
                  <a:lnTo>
                    <a:pt x="1079182" y="3850005"/>
                  </a:lnTo>
                  <a:lnTo>
                    <a:pt x="1011554" y="3954780"/>
                  </a:lnTo>
                  <a:lnTo>
                    <a:pt x="946784" y="4060507"/>
                  </a:lnTo>
                  <a:close/>
                </a:path>
              </a:pathLst>
            </a:custGeom>
            <a:solidFill>
              <a:srgbClr val="C2D7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ing-02-dark"/>
            <p:cNvSpPr/>
            <p:nvPr/>
          </p:nvSpPr>
          <p:spPr>
            <a:xfrm>
              <a:off x="9911715" y="5075872"/>
              <a:ext cx="5104447" cy="4338638"/>
            </a:xfrm>
            <a:custGeom>
              <a:avLst/>
              <a:gdLst/>
              <a:ahLst/>
              <a:cxnLst/>
              <a:rect l="l" t="t" r="r" b="b"/>
              <a:pathLst>
                <a:path w="5104447" h="4338638">
                  <a:moveTo>
                    <a:pt x="0" y="2985136"/>
                  </a:moveTo>
                  <a:lnTo>
                    <a:pt x="65723" y="2877503"/>
                  </a:lnTo>
                  <a:lnTo>
                    <a:pt x="133350" y="2771776"/>
                  </a:lnTo>
                  <a:lnTo>
                    <a:pt x="203835" y="2667953"/>
                  </a:lnTo>
                  <a:lnTo>
                    <a:pt x="275273" y="2565083"/>
                  </a:lnTo>
                  <a:lnTo>
                    <a:pt x="350520" y="2463166"/>
                  </a:lnTo>
                  <a:lnTo>
                    <a:pt x="426720" y="2364106"/>
                  </a:lnTo>
                  <a:lnTo>
                    <a:pt x="504825" y="2265046"/>
                  </a:lnTo>
                  <a:lnTo>
                    <a:pt x="584835" y="2168843"/>
                  </a:lnTo>
                  <a:lnTo>
                    <a:pt x="667703" y="2073593"/>
                  </a:lnTo>
                  <a:lnTo>
                    <a:pt x="751523" y="1980248"/>
                  </a:lnTo>
                  <a:lnTo>
                    <a:pt x="838200" y="1888808"/>
                  </a:lnTo>
                  <a:lnTo>
                    <a:pt x="925830" y="1799273"/>
                  </a:lnTo>
                  <a:lnTo>
                    <a:pt x="1015365" y="1711643"/>
                  </a:lnTo>
                  <a:lnTo>
                    <a:pt x="1106805" y="1624966"/>
                  </a:lnTo>
                  <a:lnTo>
                    <a:pt x="1200150" y="1541146"/>
                  </a:lnTo>
                  <a:lnTo>
                    <a:pt x="1295400" y="1458278"/>
                  </a:lnTo>
                  <a:lnTo>
                    <a:pt x="1391603" y="1378268"/>
                  </a:lnTo>
                  <a:lnTo>
                    <a:pt x="1490663" y="1300163"/>
                  </a:lnTo>
                  <a:lnTo>
                    <a:pt x="1589723" y="1223963"/>
                  </a:lnTo>
                  <a:lnTo>
                    <a:pt x="1691640" y="1148716"/>
                  </a:lnTo>
                  <a:lnTo>
                    <a:pt x="1794510" y="1077278"/>
                  </a:lnTo>
                  <a:lnTo>
                    <a:pt x="1898333" y="1006793"/>
                  </a:lnTo>
                  <a:lnTo>
                    <a:pt x="2004060" y="939166"/>
                  </a:lnTo>
                  <a:lnTo>
                    <a:pt x="2111693" y="873443"/>
                  </a:lnTo>
                  <a:lnTo>
                    <a:pt x="2219325" y="809626"/>
                  </a:lnTo>
                  <a:lnTo>
                    <a:pt x="2328863" y="747713"/>
                  </a:lnTo>
                  <a:lnTo>
                    <a:pt x="2440305" y="688658"/>
                  </a:lnTo>
                  <a:lnTo>
                    <a:pt x="2552700" y="631508"/>
                  </a:lnTo>
                  <a:lnTo>
                    <a:pt x="2665095" y="577216"/>
                  </a:lnTo>
                  <a:lnTo>
                    <a:pt x="2779395" y="524828"/>
                  </a:lnTo>
                  <a:lnTo>
                    <a:pt x="2894647" y="475298"/>
                  </a:lnTo>
                  <a:lnTo>
                    <a:pt x="3011805" y="427673"/>
                  </a:lnTo>
                  <a:lnTo>
                    <a:pt x="3128963" y="381953"/>
                  </a:lnTo>
                  <a:lnTo>
                    <a:pt x="3247073" y="339090"/>
                  </a:lnTo>
                  <a:lnTo>
                    <a:pt x="3366135" y="299086"/>
                  </a:lnTo>
                  <a:lnTo>
                    <a:pt x="3485197" y="260986"/>
                  </a:lnTo>
                  <a:lnTo>
                    <a:pt x="3606165" y="225743"/>
                  </a:lnTo>
                  <a:lnTo>
                    <a:pt x="3727133" y="192406"/>
                  </a:lnTo>
                  <a:lnTo>
                    <a:pt x="3849053" y="161926"/>
                  </a:lnTo>
                  <a:lnTo>
                    <a:pt x="3971925" y="134303"/>
                  </a:lnTo>
                  <a:lnTo>
                    <a:pt x="4094797" y="108586"/>
                  </a:lnTo>
                  <a:lnTo>
                    <a:pt x="4218623" y="84773"/>
                  </a:lnTo>
                  <a:lnTo>
                    <a:pt x="4342447" y="64770"/>
                  </a:lnTo>
                  <a:lnTo>
                    <a:pt x="4467225" y="46673"/>
                  </a:lnTo>
                  <a:lnTo>
                    <a:pt x="4591050" y="31433"/>
                  </a:lnTo>
                  <a:lnTo>
                    <a:pt x="4716780" y="18098"/>
                  </a:lnTo>
                  <a:lnTo>
                    <a:pt x="4841557" y="7620"/>
                  </a:lnTo>
                  <a:lnTo>
                    <a:pt x="4967287" y="0"/>
                  </a:lnTo>
                  <a:lnTo>
                    <a:pt x="5104447" y="2625090"/>
                  </a:lnTo>
                  <a:lnTo>
                    <a:pt x="5033010" y="2629853"/>
                  </a:lnTo>
                  <a:lnTo>
                    <a:pt x="4960620" y="2635568"/>
                  </a:lnTo>
                  <a:lnTo>
                    <a:pt x="4889183" y="2643188"/>
                  </a:lnTo>
                  <a:lnTo>
                    <a:pt x="4817745" y="2651760"/>
                  </a:lnTo>
                  <a:lnTo>
                    <a:pt x="4746307" y="2662238"/>
                  </a:lnTo>
                  <a:lnTo>
                    <a:pt x="4674870" y="2674620"/>
                  </a:lnTo>
                  <a:lnTo>
                    <a:pt x="4604385" y="2687003"/>
                  </a:lnTo>
                  <a:lnTo>
                    <a:pt x="4532947" y="2702243"/>
                  </a:lnTo>
                  <a:lnTo>
                    <a:pt x="4463415" y="2718436"/>
                  </a:lnTo>
                  <a:lnTo>
                    <a:pt x="4392930" y="2735580"/>
                  </a:lnTo>
                  <a:lnTo>
                    <a:pt x="4323397" y="2754630"/>
                  </a:lnTo>
                  <a:lnTo>
                    <a:pt x="4253865" y="2775586"/>
                  </a:lnTo>
                  <a:lnTo>
                    <a:pt x="4185285" y="2796540"/>
                  </a:lnTo>
                  <a:lnTo>
                    <a:pt x="4116705" y="2820353"/>
                  </a:lnTo>
                  <a:lnTo>
                    <a:pt x="4049077" y="2845118"/>
                  </a:lnTo>
                  <a:lnTo>
                    <a:pt x="3982403" y="2870836"/>
                  </a:lnTo>
                  <a:lnTo>
                    <a:pt x="3914775" y="2898458"/>
                  </a:lnTo>
                  <a:lnTo>
                    <a:pt x="3849053" y="2927033"/>
                  </a:lnTo>
                  <a:lnTo>
                    <a:pt x="3783330" y="2956560"/>
                  </a:lnTo>
                  <a:lnTo>
                    <a:pt x="3718560" y="2987993"/>
                  </a:lnTo>
                  <a:lnTo>
                    <a:pt x="3653790" y="3020378"/>
                  </a:lnTo>
                  <a:lnTo>
                    <a:pt x="3589973" y="3054668"/>
                  </a:lnTo>
                  <a:lnTo>
                    <a:pt x="3527107" y="3089910"/>
                  </a:lnTo>
                  <a:lnTo>
                    <a:pt x="3465195" y="3126106"/>
                  </a:lnTo>
                  <a:lnTo>
                    <a:pt x="3404235" y="3164206"/>
                  </a:lnTo>
                  <a:lnTo>
                    <a:pt x="3343275" y="3203258"/>
                  </a:lnTo>
                  <a:lnTo>
                    <a:pt x="3283267" y="3243263"/>
                  </a:lnTo>
                  <a:lnTo>
                    <a:pt x="3224213" y="3285173"/>
                  </a:lnTo>
                  <a:lnTo>
                    <a:pt x="3166110" y="3328036"/>
                  </a:lnTo>
                  <a:lnTo>
                    <a:pt x="3108960" y="3371850"/>
                  </a:lnTo>
                  <a:lnTo>
                    <a:pt x="3052763" y="3416618"/>
                  </a:lnTo>
                  <a:lnTo>
                    <a:pt x="2996565" y="3462338"/>
                  </a:lnTo>
                  <a:lnTo>
                    <a:pt x="2942273" y="3509963"/>
                  </a:lnTo>
                  <a:lnTo>
                    <a:pt x="2888933" y="3558540"/>
                  </a:lnTo>
                  <a:lnTo>
                    <a:pt x="2836545" y="3608070"/>
                  </a:lnTo>
                  <a:lnTo>
                    <a:pt x="2785110" y="3658553"/>
                  </a:lnTo>
                  <a:lnTo>
                    <a:pt x="2734627" y="3709988"/>
                  </a:lnTo>
                  <a:lnTo>
                    <a:pt x="2685097" y="3762376"/>
                  </a:lnTo>
                  <a:lnTo>
                    <a:pt x="2636520" y="3815716"/>
                  </a:lnTo>
                  <a:lnTo>
                    <a:pt x="2588895" y="3870008"/>
                  </a:lnTo>
                  <a:lnTo>
                    <a:pt x="2543175" y="3926206"/>
                  </a:lnTo>
                  <a:lnTo>
                    <a:pt x="2498407" y="3982403"/>
                  </a:lnTo>
                  <a:lnTo>
                    <a:pt x="2454593" y="4039553"/>
                  </a:lnTo>
                  <a:lnTo>
                    <a:pt x="2411730" y="4097656"/>
                  </a:lnTo>
                  <a:lnTo>
                    <a:pt x="2369820" y="4156710"/>
                  </a:lnTo>
                  <a:lnTo>
                    <a:pt x="2329815" y="4216718"/>
                  </a:lnTo>
                  <a:lnTo>
                    <a:pt x="2290763" y="4277678"/>
                  </a:lnTo>
                  <a:lnTo>
                    <a:pt x="2252663" y="4338638"/>
                  </a:lnTo>
                  <a:close/>
                </a:path>
              </a:pathLst>
            </a:custGeom>
            <a:solidFill>
              <a:srgbClr val="4D895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ing-03-pale"/>
            <p:cNvSpPr/>
            <p:nvPr/>
          </p:nvSpPr>
          <p:spPr>
            <a:xfrm>
              <a:off x="15628620" y="4036695"/>
              <a:ext cx="5825490" cy="4145280"/>
            </a:xfrm>
            <a:custGeom>
              <a:avLst/>
              <a:gdLst/>
              <a:ahLst/>
              <a:cxnLst/>
              <a:rect l="l" t="t" r="r" b="b"/>
              <a:pathLst>
                <a:path w="5825490" h="4145280">
                  <a:moveTo>
                    <a:pt x="77152" y="0"/>
                  </a:moveTo>
                  <a:lnTo>
                    <a:pt x="223838" y="12383"/>
                  </a:lnTo>
                  <a:lnTo>
                    <a:pt x="369570" y="26670"/>
                  </a:lnTo>
                  <a:lnTo>
                    <a:pt x="515302" y="44767"/>
                  </a:lnTo>
                  <a:lnTo>
                    <a:pt x="661035" y="65723"/>
                  </a:lnTo>
                  <a:lnTo>
                    <a:pt x="806768" y="88583"/>
                  </a:lnTo>
                  <a:lnTo>
                    <a:pt x="950595" y="115253"/>
                  </a:lnTo>
                  <a:lnTo>
                    <a:pt x="1095375" y="144780"/>
                  </a:lnTo>
                  <a:lnTo>
                    <a:pt x="1238250" y="177165"/>
                  </a:lnTo>
                  <a:lnTo>
                    <a:pt x="1381125" y="212407"/>
                  </a:lnTo>
                  <a:lnTo>
                    <a:pt x="1523048" y="251460"/>
                  </a:lnTo>
                  <a:lnTo>
                    <a:pt x="1664018" y="292417"/>
                  </a:lnTo>
                  <a:lnTo>
                    <a:pt x="1804035" y="336233"/>
                  </a:lnTo>
                  <a:lnTo>
                    <a:pt x="1944052" y="382905"/>
                  </a:lnTo>
                  <a:lnTo>
                    <a:pt x="2082165" y="432435"/>
                  </a:lnTo>
                  <a:lnTo>
                    <a:pt x="2219325" y="484823"/>
                  </a:lnTo>
                  <a:lnTo>
                    <a:pt x="2355532" y="540067"/>
                  </a:lnTo>
                  <a:lnTo>
                    <a:pt x="2490788" y="598170"/>
                  </a:lnTo>
                  <a:lnTo>
                    <a:pt x="2624138" y="659130"/>
                  </a:lnTo>
                  <a:lnTo>
                    <a:pt x="2757488" y="722947"/>
                  </a:lnTo>
                  <a:lnTo>
                    <a:pt x="2887980" y="788670"/>
                  </a:lnTo>
                  <a:lnTo>
                    <a:pt x="3018472" y="858203"/>
                  </a:lnTo>
                  <a:lnTo>
                    <a:pt x="3147060" y="929640"/>
                  </a:lnTo>
                  <a:lnTo>
                    <a:pt x="3273742" y="1002983"/>
                  </a:lnTo>
                  <a:lnTo>
                    <a:pt x="3399472" y="1080135"/>
                  </a:lnTo>
                  <a:lnTo>
                    <a:pt x="3523298" y="1159193"/>
                  </a:lnTo>
                  <a:lnTo>
                    <a:pt x="3645218" y="1241107"/>
                  </a:lnTo>
                  <a:lnTo>
                    <a:pt x="3766185" y="1324927"/>
                  </a:lnTo>
                  <a:lnTo>
                    <a:pt x="3884295" y="1411605"/>
                  </a:lnTo>
                  <a:lnTo>
                    <a:pt x="4001452" y="1500187"/>
                  </a:lnTo>
                  <a:lnTo>
                    <a:pt x="4116705" y="1591627"/>
                  </a:lnTo>
                  <a:lnTo>
                    <a:pt x="4230052" y="1685925"/>
                  </a:lnTo>
                  <a:lnTo>
                    <a:pt x="4341495" y="1781175"/>
                  </a:lnTo>
                  <a:lnTo>
                    <a:pt x="4451032" y="1879283"/>
                  </a:lnTo>
                  <a:lnTo>
                    <a:pt x="4558665" y="1980247"/>
                  </a:lnTo>
                  <a:lnTo>
                    <a:pt x="4663440" y="2083117"/>
                  </a:lnTo>
                  <a:lnTo>
                    <a:pt x="4767262" y="2186940"/>
                  </a:lnTo>
                  <a:lnTo>
                    <a:pt x="4868228" y="2294573"/>
                  </a:lnTo>
                  <a:lnTo>
                    <a:pt x="4966335" y="2403157"/>
                  </a:lnTo>
                  <a:lnTo>
                    <a:pt x="5063490" y="2513647"/>
                  </a:lnTo>
                  <a:lnTo>
                    <a:pt x="5157788" y="2626995"/>
                  </a:lnTo>
                  <a:lnTo>
                    <a:pt x="5250180" y="2741295"/>
                  </a:lnTo>
                  <a:lnTo>
                    <a:pt x="5339715" y="2857500"/>
                  </a:lnTo>
                  <a:lnTo>
                    <a:pt x="5426392" y="2975610"/>
                  </a:lnTo>
                  <a:lnTo>
                    <a:pt x="5511165" y="3095625"/>
                  </a:lnTo>
                  <a:lnTo>
                    <a:pt x="5594032" y="3217545"/>
                  </a:lnTo>
                  <a:lnTo>
                    <a:pt x="5674042" y="3341370"/>
                  </a:lnTo>
                  <a:lnTo>
                    <a:pt x="5751195" y="3466147"/>
                  </a:lnTo>
                  <a:lnTo>
                    <a:pt x="5825490" y="3592830"/>
                  </a:lnTo>
                  <a:lnTo>
                    <a:pt x="4869180" y="4145280"/>
                  </a:lnTo>
                  <a:lnTo>
                    <a:pt x="4805362" y="4037647"/>
                  </a:lnTo>
                  <a:lnTo>
                    <a:pt x="4740592" y="3931920"/>
                  </a:lnTo>
                  <a:lnTo>
                    <a:pt x="4672965" y="3828097"/>
                  </a:lnTo>
                  <a:lnTo>
                    <a:pt x="4602480" y="3724275"/>
                  </a:lnTo>
                  <a:lnTo>
                    <a:pt x="4531042" y="3623310"/>
                  </a:lnTo>
                  <a:lnTo>
                    <a:pt x="4456748" y="3522345"/>
                  </a:lnTo>
                  <a:lnTo>
                    <a:pt x="4381500" y="3424237"/>
                  </a:lnTo>
                  <a:lnTo>
                    <a:pt x="4303395" y="3327083"/>
                  </a:lnTo>
                  <a:lnTo>
                    <a:pt x="4223385" y="3231833"/>
                  </a:lnTo>
                  <a:lnTo>
                    <a:pt x="4141470" y="3137535"/>
                  </a:lnTo>
                  <a:lnTo>
                    <a:pt x="4057650" y="3045143"/>
                  </a:lnTo>
                  <a:lnTo>
                    <a:pt x="3971925" y="2954655"/>
                  </a:lnTo>
                  <a:lnTo>
                    <a:pt x="3884295" y="2866073"/>
                  </a:lnTo>
                  <a:lnTo>
                    <a:pt x="3795712" y="2779395"/>
                  </a:lnTo>
                  <a:lnTo>
                    <a:pt x="3704272" y="2694623"/>
                  </a:lnTo>
                  <a:lnTo>
                    <a:pt x="3611880" y="2610803"/>
                  </a:lnTo>
                  <a:lnTo>
                    <a:pt x="3517582" y="2529840"/>
                  </a:lnTo>
                  <a:lnTo>
                    <a:pt x="3421380" y="2450783"/>
                  </a:lnTo>
                  <a:lnTo>
                    <a:pt x="3324225" y="2372677"/>
                  </a:lnTo>
                  <a:lnTo>
                    <a:pt x="3225165" y="2297430"/>
                  </a:lnTo>
                  <a:lnTo>
                    <a:pt x="3124200" y="2224087"/>
                  </a:lnTo>
                  <a:lnTo>
                    <a:pt x="3022282" y="2153603"/>
                  </a:lnTo>
                  <a:lnTo>
                    <a:pt x="2918460" y="2084070"/>
                  </a:lnTo>
                  <a:lnTo>
                    <a:pt x="2813685" y="2017395"/>
                  </a:lnTo>
                  <a:lnTo>
                    <a:pt x="2707958" y="1951673"/>
                  </a:lnTo>
                  <a:lnTo>
                    <a:pt x="2600325" y="1889760"/>
                  </a:lnTo>
                  <a:lnTo>
                    <a:pt x="2490788" y="1828800"/>
                  </a:lnTo>
                  <a:lnTo>
                    <a:pt x="2381250" y="1770697"/>
                  </a:lnTo>
                  <a:lnTo>
                    <a:pt x="2269808" y="1714500"/>
                  </a:lnTo>
                  <a:lnTo>
                    <a:pt x="2157412" y="1661160"/>
                  </a:lnTo>
                  <a:lnTo>
                    <a:pt x="2044065" y="1608773"/>
                  </a:lnTo>
                  <a:lnTo>
                    <a:pt x="1929765" y="1560195"/>
                  </a:lnTo>
                  <a:lnTo>
                    <a:pt x="1814512" y="1513523"/>
                  </a:lnTo>
                  <a:lnTo>
                    <a:pt x="1698308" y="1468755"/>
                  </a:lnTo>
                  <a:lnTo>
                    <a:pt x="1581150" y="1426845"/>
                  </a:lnTo>
                  <a:lnTo>
                    <a:pt x="1463040" y="1386840"/>
                  </a:lnTo>
                  <a:lnTo>
                    <a:pt x="1343978" y="1349693"/>
                  </a:lnTo>
                  <a:lnTo>
                    <a:pt x="1224915" y="1315403"/>
                  </a:lnTo>
                  <a:lnTo>
                    <a:pt x="1103948" y="1282065"/>
                  </a:lnTo>
                  <a:lnTo>
                    <a:pt x="983932" y="1252537"/>
                  </a:lnTo>
                  <a:lnTo>
                    <a:pt x="862012" y="1224915"/>
                  </a:lnTo>
                  <a:lnTo>
                    <a:pt x="740092" y="1200150"/>
                  </a:lnTo>
                  <a:lnTo>
                    <a:pt x="617220" y="1177290"/>
                  </a:lnTo>
                  <a:lnTo>
                    <a:pt x="494348" y="1157287"/>
                  </a:lnTo>
                  <a:lnTo>
                    <a:pt x="371475" y="1140143"/>
                  </a:lnTo>
                  <a:lnTo>
                    <a:pt x="247650" y="1124903"/>
                  </a:lnTo>
                  <a:lnTo>
                    <a:pt x="123825" y="1112520"/>
                  </a:lnTo>
                  <a:lnTo>
                    <a:pt x="0" y="1102995"/>
                  </a:lnTo>
                  <a:close/>
                </a:path>
              </a:pathLst>
            </a:custGeom>
            <a:solidFill>
              <a:srgbClr val="C2D7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ing-03-dark"/>
            <p:cNvSpPr/>
            <p:nvPr/>
          </p:nvSpPr>
          <p:spPr>
            <a:xfrm>
              <a:off x="15448598" y="5082540"/>
              <a:ext cx="5098732" cy="4385310"/>
            </a:xfrm>
            <a:custGeom>
              <a:avLst/>
              <a:gdLst/>
              <a:ahLst/>
              <a:cxnLst/>
              <a:rect l="l" t="t" r="r" b="b"/>
              <a:pathLst>
                <a:path w="5098732" h="4385310">
                  <a:moveTo>
                    <a:pt x="183832" y="0"/>
                  </a:moveTo>
                  <a:lnTo>
                    <a:pt x="309562" y="9525"/>
                  </a:lnTo>
                  <a:lnTo>
                    <a:pt x="434340" y="22860"/>
                  </a:lnTo>
                  <a:lnTo>
                    <a:pt x="559117" y="37148"/>
                  </a:lnTo>
                  <a:lnTo>
                    <a:pt x="682942" y="55245"/>
                  </a:lnTo>
                  <a:lnTo>
                    <a:pt x="807720" y="75248"/>
                  </a:lnTo>
                  <a:lnTo>
                    <a:pt x="930592" y="98108"/>
                  </a:lnTo>
                  <a:lnTo>
                    <a:pt x="1054417" y="123825"/>
                  </a:lnTo>
                  <a:lnTo>
                    <a:pt x="1176337" y="151448"/>
                  </a:lnTo>
                  <a:lnTo>
                    <a:pt x="1298257" y="180975"/>
                  </a:lnTo>
                  <a:lnTo>
                    <a:pt x="1420177" y="214312"/>
                  </a:lnTo>
                  <a:lnTo>
                    <a:pt x="1541144" y="249555"/>
                  </a:lnTo>
                  <a:lnTo>
                    <a:pt x="1660207" y="286702"/>
                  </a:lnTo>
                  <a:lnTo>
                    <a:pt x="1779270" y="326708"/>
                  </a:lnTo>
                  <a:lnTo>
                    <a:pt x="1898332" y="369570"/>
                  </a:lnTo>
                  <a:lnTo>
                    <a:pt x="2015490" y="414338"/>
                  </a:lnTo>
                  <a:lnTo>
                    <a:pt x="2131694" y="461010"/>
                  </a:lnTo>
                  <a:lnTo>
                    <a:pt x="2246947" y="511492"/>
                  </a:lnTo>
                  <a:lnTo>
                    <a:pt x="2362200" y="562928"/>
                  </a:lnTo>
                  <a:lnTo>
                    <a:pt x="2475547" y="617220"/>
                  </a:lnTo>
                  <a:lnTo>
                    <a:pt x="2586990" y="673418"/>
                  </a:lnTo>
                  <a:lnTo>
                    <a:pt x="2698432" y="732472"/>
                  </a:lnTo>
                  <a:lnTo>
                    <a:pt x="2807970" y="793432"/>
                  </a:lnTo>
                  <a:lnTo>
                    <a:pt x="2916554" y="857250"/>
                  </a:lnTo>
                  <a:lnTo>
                    <a:pt x="3024187" y="922972"/>
                  </a:lnTo>
                  <a:lnTo>
                    <a:pt x="3129914" y="990600"/>
                  </a:lnTo>
                  <a:lnTo>
                    <a:pt x="3234690" y="1060132"/>
                  </a:lnTo>
                  <a:lnTo>
                    <a:pt x="3337560" y="1132522"/>
                  </a:lnTo>
                  <a:lnTo>
                    <a:pt x="3439477" y="1205865"/>
                  </a:lnTo>
                  <a:lnTo>
                    <a:pt x="3539490" y="1282065"/>
                  </a:lnTo>
                  <a:lnTo>
                    <a:pt x="3637597" y="1360170"/>
                  </a:lnTo>
                  <a:lnTo>
                    <a:pt x="3734752" y="1440180"/>
                  </a:lnTo>
                  <a:lnTo>
                    <a:pt x="3830002" y="1522095"/>
                  </a:lnTo>
                  <a:lnTo>
                    <a:pt x="3923347" y="1605915"/>
                  </a:lnTo>
                  <a:lnTo>
                    <a:pt x="4014787" y="1692592"/>
                  </a:lnTo>
                  <a:lnTo>
                    <a:pt x="4105274" y="1780222"/>
                  </a:lnTo>
                  <a:lnTo>
                    <a:pt x="4192904" y="1869758"/>
                  </a:lnTo>
                  <a:lnTo>
                    <a:pt x="4279582" y="1960245"/>
                  </a:lnTo>
                  <a:lnTo>
                    <a:pt x="4364354" y="2053590"/>
                  </a:lnTo>
                  <a:lnTo>
                    <a:pt x="4446270" y="2148840"/>
                  </a:lnTo>
                  <a:lnTo>
                    <a:pt x="4527232" y="2245042"/>
                  </a:lnTo>
                  <a:lnTo>
                    <a:pt x="4606290" y="2343150"/>
                  </a:lnTo>
                  <a:lnTo>
                    <a:pt x="4682490" y="2442210"/>
                  </a:lnTo>
                  <a:lnTo>
                    <a:pt x="4756784" y="2543175"/>
                  </a:lnTo>
                  <a:lnTo>
                    <a:pt x="4830127" y="2646045"/>
                  </a:lnTo>
                  <a:lnTo>
                    <a:pt x="4900612" y="2749868"/>
                  </a:lnTo>
                  <a:lnTo>
                    <a:pt x="4968240" y="2855595"/>
                  </a:lnTo>
                  <a:lnTo>
                    <a:pt x="5034914" y="2962275"/>
                  </a:lnTo>
                  <a:lnTo>
                    <a:pt x="5098732" y="3070860"/>
                  </a:lnTo>
                  <a:lnTo>
                    <a:pt x="2822257" y="4385310"/>
                  </a:lnTo>
                  <a:lnTo>
                    <a:pt x="2785110" y="4323398"/>
                  </a:lnTo>
                  <a:lnTo>
                    <a:pt x="2747010" y="4261485"/>
                  </a:lnTo>
                  <a:lnTo>
                    <a:pt x="2707957" y="4201478"/>
                  </a:lnTo>
                  <a:lnTo>
                    <a:pt x="2667952" y="4141470"/>
                  </a:lnTo>
                  <a:lnTo>
                    <a:pt x="2626042" y="4082415"/>
                  </a:lnTo>
                  <a:lnTo>
                    <a:pt x="2583180" y="4024312"/>
                  </a:lnTo>
                  <a:lnTo>
                    <a:pt x="2539364" y="3967162"/>
                  </a:lnTo>
                  <a:lnTo>
                    <a:pt x="2493644" y="3910965"/>
                  </a:lnTo>
                  <a:lnTo>
                    <a:pt x="2447924" y="3855720"/>
                  </a:lnTo>
                  <a:lnTo>
                    <a:pt x="2400300" y="3801428"/>
                  </a:lnTo>
                  <a:lnTo>
                    <a:pt x="2351722" y="3748088"/>
                  </a:lnTo>
                  <a:lnTo>
                    <a:pt x="2302192" y="3695700"/>
                  </a:lnTo>
                  <a:lnTo>
                    <a:pt x="2251710" y="3644265"/>
                  </a:lnTo>
                  <a:lnTo>
                    <a:pt x="2200274" y="3593782"/>
                  </a:lnTo>
                  <a:lnTo>
                    <a:pt x="2146934" y="3544252"/>
                  </a:lnTo>
                  <a:lnTo>
                    <a:pt x="2093594" y="3496628"/>
                  </a:lnTo>
                  <a:lnTo>
                    <a:pt x="2038350" y="3449002"/>
                  </a:lnTo>
                  <a:lnTo>
                    <a:pt x="1983104" y="3403282"/>
                  </a:lnTo>
                  <a:lnTo>
                    <a:pt x="1926907" y="3358515"/>
                  </a:lnTo>
                  <a:lnTo>
                    <a:pt x="1868804" y="3314700"/>
                  </a:lnTo>
                  <a:lnTo>
                    <a:pt x="1810702" y="3271838"/>
                  </a:lnTo>
                  <a:lnTo>
                    <a:pt x="1751647" y="3230880"/>
                  </a:lnTo>
                  <a:lnTo>
                    <a:pt x="1691640" y="3190875"/>
                  </a:lnTo>
                  <a:lnTo>
                    <a:pt x="1630680" y="3151822"/>
                  </a:lnTo>
                  <a:lnTo>
                    <a:pt x="1569720" y="3114675"/>
                  </a:lnTo>
                  <a:lnTo>
                    <a:pt x="1506854" y="3078480"/>
                  </a:lnTo>
                  <a:lnTo>
                    <a:pt x="1443990" y="3043238"/>
                  </a:lnTo>
                  <a:lnTo>
                    <a:pt x="1380172" y="3008948"/>
                  </a:lnTo>
                  <a:lnTo>
                    <a:pt x="1315402" y="2976562"/>
                  </a:lnTo>
                  <a:lnTo>
                    <a:pt x="1250632" y="2946082"/>
                  </a:lnTo>
                  <a:lnTo>
                    <a:pt x="1184910" y="2915602"/>
                  </a:lnTo>
                  <a:lnTo>
                    <a:pt x="1119187" y="2887028"/>
                  </a:lnTo>
                  <a:lnTo>
                    <a:pt x="1051560" y="2860358"/>
                  </a:lnTo>
                  <a:lnTo>
                    <a:pt x="984884" y="2834640"/>
                  </a:lnTo>
                  <a:lnTo>
                    <a:pt x="916304" y="2809875"/>
                  </a:lnTo>
                  <a:lnTo>
                    <a:pt x="848677" y="2787015"/>
                  </a:lnTo>
                  <a:lnTo>
                    <a:pt x="779144" y="2765108"/>
                  </a:lnTo>
                  <a:lnTo>
                    <a:pt x="710564" y="2745105"/>
                  </a:lnTo>
                  <a:lnTo>
                    <a:pt x="640080" y="2726055"/>
                  </a:lnTo>
                  <a:lnTo>
                    <a:pt x="570547" y="2708910"/>
                  </a:lnTo>
                  <a:lnTo>
                    <a:pt x="500062" y="2693670"/>
                  </a:lnTo>
                  <a:lnTo>
                    <a:pt x="429577" y="2678430"/>
                  </a:lnTo>
                  <a:lnTo>
                    <a:pt x="358140" y="2666048"/>
                  </a:lnTo>
                  <a:lnTo>
                    <a:pt x="287654" y="2653665"/>
                  </a:lnTo>
                  <a:lnTo>
                    <a:pt x="216217" y="2644140"/>
                  </a:lnTo>
                  <a:lnTo>
                    <a:pt x="143827" y="2635568"/>
                  </a:lnTo>
                  <a:lnTo>
                    <a:pt x="72390" y="2627948"/>
                  </a:lnTo>
                  <a:lnTo>
                    <a:pt x="0" y="2622232"/>
                  </a:lnTo>
                  <a:close/>
                </a:path>
              </a:pathLst>
            </a:custGeom>
            <a:solidFill>
              <a:srgbClr val="4D895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ing-04-pale"/>
            <p:cNvSpPr/>
            <p:nvPr/>
          </p:nvSpPr>
          <p:spPr>
            <a:xfrm>
              <a:off x="20387310" y="8302942"/>
              <a:ext cx="2034540" cy="6762750"/>
            </a:xfrm>
            <a:custGeom>
              <a:avLst/>
              <a:gdLst/>
              <a:ahLst/>
              <a:cxnLst/>
              <a:rect l="l" t="t" r="r" b="b"/>
              <a:pathLst>
                <a:path w="2034540" h="6762750">
                  <a:moveTo>
                    <a:pt x="1410652" y="0"/>
                  </a:moveTo>
                  <a:lnTo>
                    <a:pt x="1468755" y="135256"/>
                  </a:lnTo>
                  <a:lnTo>
                    <a:pt x="1524000" y="270510"/>
                  </a:lnTo>
                  <a:lnTo>
                    <a:pt x="1577340" y="407670"/>
                  </a:lnTo>
                  <a:lnTo>
                    <a:pt x="1627822" y="546736"/>
                  </a:lnTo>
                  <a:lnTo>
                    <a:pt x="1674495" y="685800"/>
                  </a:lnTo>
                  <a:lnTo>
                    <a:pt x="1719262" y="825818"/>
                  </a:lnTo>
                  <a:lnTo>
                    <a:pt x="1760220" y="966788"/>
                  </a:lnTo>
                  <a:lnTo>
                    <a:pt x="1799272" y="1108710"/>
                  </a:lnTo>
                  <a:lnTo>
                    <a:pt x="1835468" y="1250633"/>
                  </a:lnTo>
                  <a:lnTo>
                    <a:pt x="1867852" y="1394460"/>
                  </a:lnTo>
                  <a:lnTo>
                    <a:pt x="1897380" y="1538288"/>
                  </a:lnTo>
                  <a:lnTo>
                    <a:pt x="1925002" y="1683068"/>
                  </a:lnTo>
                  <a:lnTo>
                    <a:pt x="1948815" y="1827848"/>
                  </a:lnTo>
                  <a:lnTo>
                    <a:pt x="1969770" y="1973580"/>
                  </a:lnTo>
                  <a:lnTo>
                    <a:pt x="1987868" y="2119313"/>
                  </a:lnTo>
                  <a:lnTo>
                    <a:pt x="2003108" y="2265046"/>
                  </a:lnTo>
                  <a:lnTo>
                    <a:pt x="2015490" y="2411730"/>
                  </a:lnTo>
                  <a:lnTo>
                    <a:pt x="2025015" y="2558416"/>
                  </a:lnTo>
                  <a:lnTo>
                    <a:pt x="2030730" y="2705100"/>
                  </a:lnTo>
                  <a:lnTo>
                    <a:pt x="2033588" y="2852738"/>
                  </a:lnTo>
                  <a:lnTo>
                    <a:pt x="2034540" y="2999423"/>
                  </a:lnTo>
                  <a:lnTo>
                    <a:pt x="2031682" y="3146108"/>
                  </a:lnTo>
                  <a:lnTo>
                    <a:pt x="2025968" y="3293746"/>
                  </a:lnTo>
                  <a:lnTo>
                    <a:pt x="2017395" y="3440430"/>
                  </a:lnTo>
                  <a:lnTo>
                    <a:pt x="2005012" y="3587116"/>
                  </a:lnTo>
                  <a:lnTo>
                    <a:pt x="1990725" y="3732848"/>
                  </a:lnTo>
                  <a:lnTo>
                    <a:pt x="1972628" y="3878580"/>
                  </a:lnTo>
                  <a:lnTo>
                    <a:pt x="1951672" y="4024313"/>
                  </a:lnTo>
                  <a:lnTo>
                    <a:pt x="1928812" y="4170046"/>
                  </a:lnTo>
                  <a:lnTo>
                    <a:pt x="1902142" y="4313873"/>
                  </a:lnTo>
                  <a:lnTo>
                    <a:pt x="1872615" y="4458653"/>
                  </a:lnTo>
                  <a:lnTo>
                    <a:pt x="1840230" y="4601528"/>
                  </a:lnTo>
                  <a:lnTo>
                    <a:pt x="1804988" y="4744403"/>
                  </a:lnTo>
                  <a:lnTo>
                    <a:pt x="1765935" y="4886326"/>
                  </a:lnTo>
                  <a:lnTo>
                    <a:pt x="1724978" y="5027296"/>
                  </a:lnTo>
                  <a:lnTo>
                    <a:pt x="1681162" y="5167313"/>
                  </a:lnTo>
                  <a:lnTo>
                    <a:pt x="1634490" y="5307330"/>
                  </a:lnTo>
                  <a:lnTo>
                    <a:pt x="1584960" y="5445443"/>
                  </a:lnTo>
                  <a:lnTo>
                    <a:pt x="1532572" y="5582603"/>
                  </a:lnTo>
                  <a:lnTo>
                    <a:pt x="1477328" y="5718810"/>
                  </a:lnTo>
                  <a:lnTo>
                    <a:pt x="1419225" y="5854066"/>
                  </a:lnTo>
                  <a:lnTo>
                    <a:pt x="1358265" y="5987416"/>
                  </a:lnTo>
                  <a:lnTo>
                    <a:pt x="1294448" y="6120766"/>
                  </a:lnTo>
                  <a:lnTo>
                    <a:pt x="1228725" y="6251258"/>
                  </a:lnTo>
                  <a:lnTo>
                    <a:pt x="1159192" y="6381750"/>
                  </a:lnTo>
                  <a:lnTo>
                    <a:pt x="1087755" y="6510338"/>
                  </a:lnTo>
                  <a:lnTo>
                    <a:pt x="1014412" y="6637020"/>
                  </a:lnTo>
                  <a:lnTo>
                    <a:pt x="937260" y="6762750"/>
                  </a:lnTo>
                  <a:lnTo>
                    <a:pt x="0" y="6176963"/>
                  </a:lnTo>
                  <a:lnTo>
                    <a:pt x="65722" y="6071236"/>
                  </a:lnTo>
                  <a:lnTo>
                    <a:pt x="127635" y="5963603"/>
                  </a:lnTo>
                  <a:lnTo>
                    <a:pt x="188595" y="5854066"/>
                  </a:lnTo>
                  <a:lnTo>
                    <a:pt x="246698" y="5744528"/>
                  </a:lnTo>
                  <a:lnTo>
                    <a:pt x="302895" y="5633086"/>
                  </a:lnTo>
                  <a:lnTo>
                    <a:pt x="356235" y="5520690"/>
                  </a:lnTo>
                  <a:lnTo>
                    <a:pt x="408622" y="5407343"/>
                  </a:lnTo>
                  <a:lnTo>
                    <a:pt x="457200" y="5293043"/>
                  </a:lnTo>
                  <a:lnTo>
                    <a:pt x="503872" y="5177790"/>
                  </a:lnTo>
                  <a:lnTo>
                    <a:pt x="548640" y="5061586"/>
                  </a:lnTo>
                  <a:lnTo>
                    <a:pt x="590550" y="4944428"/>
                  </a:lnTo>
                  <a:lnTo>
                    <a:pt x="630555" y="4826318"/>
                  </a:lnTo>
                  <a:lnTo>
                    <a:pt x="667702" y="4707256"/>
                  </a:lnTo>
                  <a:lnTo>
                    <a:pt x="701992" y="4588193"/>
                  </a:lnTo>
                  <a:lnTo>
                    <a:pt x="735330" y="4467226"/>
                  </a:lnTo>
                  <a:lnTo>
                    <a:pt x="764858" y="4347210"/>
                  </a:lnTo>
                  <a:lnTo>
                    <a:pt x="792480" y="4225290"/>
                  </a:lnTo>
                  <a:lnTo>
                    <a:pt x="817245" y="4103370"/>
                  </a:lnTo>
                  <a:lnTo>
                    <a:pt x="840105" y="3980498"/>
                  </a:lnTo>
                  <a:lnTo>
                    <a:pt x="860108" y="3857626"/>
                  </a:lnTo>
                  <a:lnTo>
                    <a:pt x="877252" y="3734753"/>
                  </a:lnTo>
                  <a:lnTo>
                    <a:pt x="892492" y="3610928"/>
                  </a:lnTo>
                  <a:lnTo>
                    <a:pt x="904875" y="3487103"/>
                  </a:lnTo>
                  <a:lnTo>
                    <a:pt x="914400" y="3363278"/>
                  </a:lnTo>
                  <a:lnTo>
                    <a:pt x="922020" y="3238500"/>
                  </a:lnTo>
                  <a:lnTo>
                    <a:pt x="926782" y="3114676"/>
                  </a:lnTo>
                  <a:lnTo>
                    <a:pt x="929640" y="2989898"/>
                  </a:lnTo>
                  <a:lnTo>
                    <a:pt x="929640" y="2865120"/>
                  </a:lnTo>
                  <a:lnTo>
                    <a:pt x="926782" y="2741296"/>
                  </a:lnTo>
                  <a:lnTo>
                    <a:pt x="921068" y="2616518"/>
                  </a:lnTo>
                  <a:lnTo>
                    <a:pt x="913448" y="2492693"/>
                  </a:lnTo>
                  <a:lnTo>
                    <a:pt x="902970" y="2367916"/>
                  </a:lnTo>
                  <a:lnTo>
                    <a:pt x="890588" y="2244090"/>
                  </a:lnTo>
                  <a:lnTo>
                    <a:pt x="875348" y="2121218"/>
                  </a:lnTo>
                  <a:lnTo>
                    <a:pt x="857250" y="1997393"/>
                  </a:lnTo>
                  <a:lnTo>
                    <a:pt x="836295" y="1874520"/>
                  </a:lnTo>
                  <a:lnTo>
                    <a:pt x="813435" y="1752600"/>
                  </a:lnTo>
                  <a:lnTo>
                    <a:pt x="788670" y="1630680"/>
                  </a:lnTo>
                  <a:lnTo>
                    <a:pt x="761048" y="1508760"/>
                  </a:lnTo>
                  <a:lnTo>
                    <a:pt x="730568" y="1387793"/>
                  </a:lnTo>
                  <a:lnTo>
                    <a:pt x="697230" y="1267778"/>
                  </a:lnTo>
                  <a:lnTo>
                    <a:pt x="661988" y="1148716"/>
                  </a:lnTo>
                  <a:lnTo>
                    <a:pt x="624840" y="1029653"/>
                  </a:lnTo>
                  <a:lnTo>
                    <a:pt x="584835" y="912496"/>
                  </a:lnTo>
                  <a:lnTo>
                    <a:pt x="541972" y="795338"/>
                  </a:lnTo>
                  <a:lnTo>
                    <a:pt x="497205" y="679133"/>
                  </a:lnTo>
                  <a:lnTo>
                    <a:pt x="450532" y="563880"/>
                  </a:lnTo>
                  <a:lnTo>
                    <a:pt x="401002" y="449580"/>
                  </a:lnTo>
                  <a:close/>
                </a:path>
              </a:pathLst>
            </a:custGeom>
            <a:solidFill>
              <a:srgbClr val="A9DB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ing-04-dark"/>
            <p:cNvSpPr/>
            <p:nvPr/>
          </p:nvSpPr>
          <p:spPr>
            <a:xfrm>
              <a:off x="18207038" y="8728710"/>
              <a:ext cx="3167062" cy="5781675"/>
            </a:xfrm>
            <a:custGeom>
              <a:avLst/>
              <a:gdLst/>
              <a:ahLst/>
              <a:cxnLst/>
              <a:rect l="l" t="t" r="r" b="b"/>
              <a:pathLst>
                <a:path w="3167062" h="5781675">
                  <a:moveTo>
                    <a:pt x="2633662" y="0"/>
                  </a:moveTo>
                  <a:lnTo>
                    <a:pt x="2683192" y="115252"/>
                  </a:lnTo>
                  <a:lnTo>
                    <a:pt x="2730817" y="232410"/>
                  </a:lnTo>
                  <a:lnTo>
                    <a:pt x="2776537" y="349568"/>
                  </a:lnTo>
                  <a:lnTo>
                    <a:pt x="2819400" y="467678"/>
                  </a:lnTo>
                  <a:lnTo>
                    <a:pt x="2859404" y="586740"/>
                  </a:lnTo>
                  <a:lnTo>
                    <a:pt x="2897504" y="705802"/>
                  </a:lnTo>
                  <a:lnTo>
                    <a:pt x="2932747" y="826770"/>
                  </a:lnTo>
                  <a:lnTo>
                    <a:pt x="2966084" y="947738"/>
                  </a:lnTo>
                  <a:lnTo>
                    <a:pt x="2996564" y="1069658"/>
                  </a:lnTo>
                  <a:lnTo>
                    <a:pt x="3024187" y="1192530"/>
                  </a:lnTo>
                  <a:lnTo>
                    <a:pt x="3049904" y="1315402"/>
                  </a:lnTo>
                  <a:lnTo>
                    <a:pt x="3073717" y="1439228"/>
                  </a:lnTo>
                  <a:lnTo>
                    <a:pt x="3093720" y="1563052"/>
                  </a:lnTo>
                  <a:lnTo>
                    <a:pt x="3111817" y="1687830"/>
                  </a:lnTo>
                  <a:lnTo>
                    <a:pt x="3127057" y="1811655"/>
                  </a:lnTo>
                  <a:lnTo>
                    <a:pt x="3140392" y="1937385"/>
                  </a:lnTo>
                  <a:lnTo>
                    <a:pt x="3150870" y="2062162"/>
                  </a:lnTo>
                  <a:lnTo>
                    <a:pt x="3158490" y="2187892"/>
                  </a:lnTo>
                  <a:lnTo>
                    <a:pt x="3164204" y="2313622"/>
                  </a:lnTo>
                  <a:lnTo>
                    <a:pt x="3167062" y="2439352"/>
                  </a:lnTo>
                  <a:lnTo>
                    <a:pt x="3167062" y="2565082"/>
                  </a:lnTo>
                  <a:lnTo>
                    <a:pt x="3164204" y="2689860"/>
                  </a:lnTo>
                  <a:lnTo>
                    <a:pt x="3159442" y="2815590"/>
                  </a:lnTo>
                  <a:lnTo>
                    <a:pt x="3151822" y="2941320"/>
                  </a:lnTo>
                  <a:lnTo>
                    <a:pt x="3142297" y="3067050"/>
                  </a:lnTo>
                  <a:lnTo>
                    <a:pt x="3128962" y="3191828"/>
                  </a:lnTo>
                  <a:lnTo>
                    <a:pt x="3114674" y="3316605"/>
                  </a:lnTo>
                  <a:lnTo>
                    <a:pt x="3096577" y="3440430"/>
                  </a:lnTo>
                  <a:lnTo>
                    <a:pt x="3076574" y="3565208"/>
                  </a:lnTo>
                  <a:lnTo>
                    <a:pt x="3053714" y="3688080"/>
                  </a:lnTo>
                  <a:lnTo>
                    <a:pt x="3027997" y="3811905"/>
                  </a:lnTo>
                  <a:lnTo>
                    <a:pt x="3000374" y="3933825"/>
                  </a:lnTo>
                  <a:lnTo>
                    <a:pt x="2970847" y="4055745"/>
                  </a:lnTo>
                  <a:lnTo>
                    <a:pt x="2937510" y="4177665"/>
                  </a:lnTo>
                  <a:lnTo>
                    <a:pt x="2902267" y="4298632"/>
                  </a:lnTo>
                  <a:lnTo>
                    <a:pt x="2865120" y="4417695"/>
                  </a:lnTo>
                  <a:lnTo>
                    <a:pt x="2825114" y="4536758"/>
                  </a:lnTo>
                  <a:lnTo>
                    <a:pt x="2782252" y="4655820"/>
                  </a:lnTo>
                  <a:lnTo>
                    <a:pt x="2737484" y="4772978"/>
                  </a:lnTo>
                  <a:lnTo>
                    <a:pt x="2690812" y="4889182"/>
                  </a:lnTo>
                  <a:lnTo>
                    <a:pt x="2640330" y="5004435"/>
                  </a:lnTo>
                  <a:lnTo>
                    <a:pt x="2588894" y="5119688"/>
                  </a:lnTo>
                  <a:lnTo>
                    <a:pt x="2534602" y="5233035"/>
                  </a:lnTo>
                  <a:lnTo>
                    <a:pt x="2478404" y="5344478"/>
                  </a:lnTo>
                  <a:lnTo>
                    <a:pt x="2419350" y="5455920"/>
                  </a:lnTo>
                  <a:lnTo>
                    <a:pt x="2358390" y="5565458"/>
                  </a:lnTo>
                  <a:lnTo>
                    <a:pt x="2294572" y="5674042"/>
                  </a:lnTo>
                  <a:lnTo>
                    <a:pt x="2228850" y="5781675"/>
                  </a:lnTo>
                  <a:lnTo>
                    <a:pt x="0" y="4388168"/>
                  </a:lnTo>
                  <a:lnTo>
                    <a:pt x="37147" y="4327208"/>
                  </a:lnTo>
                  <a:lnTo>
                    <a:pt x="73342" y="4264342"/>
                  </a:lnTo>
                  <a:lnTo>
                    <a:pt x="108584" y="4201478"/>
                  </a:lnTo>
                  <a:lnTo>
                    <a:pt x="142874" y="4137660"/>
                  </a:lnTo>
                  <a:lnTo>
                    <a:pt x="175260" y="4072890"/>
                  </a:lnTo>
                  <a:lnTo>
                    <a:pt x="205740" y="4008120"/>
                  </a:lnTo>
                  <a:lnTo>
                    <a:pt x="236220" y="3942398"/>
                  </a:lnTo>
                  <a:lnTo>
                    <a:pt x="264794" y="3876675"/>
                  </a:lnTo>
                  <a:lnTo>
                    <a:pt x="291464" y="3809048"/>
                  </a:lnTo>
                  <a:lnTo>
                    <a:pt x="317182" y="3742372"/>
                  </a:lnTo>
                  <a:lnTo>
                    <a:pt x="341947" y="3673792"/>
                  </a:lnTo>
                  <a:lnTo>
                    <a:pt x="364807" y="3606165"/>
                  </a:lnTo>
                  <a:lnTo>
                    <a:pt x="386714" y="3536632"/>
                  </a:lnTo>
                  <a:lnTo>
                    <a:pt x="406717" y="3468052"/>
                  </a:lnTo>
                  <a:lnTo>
                    <a:pt x="425767" y="3397568"/>
                  </a:lnTo>
                  <a:lnTo>
                    <a:pt x="442912" y="3328035"/>
                  </a:lnTo>
                  <a:lnTo>
                    <a:pt x="458152" y="3257550"/>
                  </a:lnTo>
                  <a:lnTo>
                    <a:pt x="473392" y="3187065"/>
                  </a:lnTo>
                  <a:lnTo>
                    <a:pt x="485774" y="3115628"/>
                  </a:lnTo>
                  <a:lnTo>
                    <a:pt x="498157" y="3045142"/>
                  </a:lnTo>
                  <a:lnTo>
                    <a:pt x="507682" y="2973705"/>
                  </a:lnTo>
                  <a:lnTo>
                    <a:pt x="516254" y="2901315"/>
                  </a:lnTo>
                  <a:lnTo>
                    <a:pt x="523874" y="2829878"/>
                  </a:lnTo>
                  <a:lnTo>
                    <a:pt x="529590" y="2757488"/>
                  </a:lnTo>
                  <a:lnTo>
                    <a:pt x="533400" y="2686050"/>
                  </a:lnTo>
                  <a:lnTo>
                    <a:pt x="536257" y="2613660"/>
                  </a:lnTo>
                  <a:lnTo>
                    <a:pt x="538162" y="2541270"/>
                  </a:lnTo>
                  <a:lnTo>
                    <a:pt x="538162" y="2469832"/>
                  </a:lnTo>
                  <a:lnTo>
                    <a:pt x="536257" y="2397442"/>
                  </a:lnTo>
                  <a:lnTo>
                    <a:pt x="533400" y="2325052"/>
                  </a:lnTo>
                  <a:lnTo>
                    <a:pt x="528637" y="2253615"/>
                  </a:lnTo>
                  <a:lnTo>
                    <a:pt x="522922" y="2181225"/>
                  </a:lnTo>
                  <a:lnTo>
                    <a:pt x="515302" y="2109788"/>
                  </a:lnTo>
                  <a:lnTo>
                    <a:pt x="506730" y="2038350"/>
                  </a:lnTo>
                  <a:lnTo>
                    <a:pt x="496252" y="1966912"/>
                  </a:lnTo>
                  <a:lnTo>
                    <a:pt x="483870" y="1895475"/>
                  </a:lnTo>
                  <a:lnTo>
                    <a:pt x="471487" y="1824990"/>
                  </a:lnTo>
                  <a:lnTo>
                    <a:pt x="456247" y="1753552"/>
                  </a:lnTo>
                  <a:lnTo>
                    <a:pt x="440054" y="1684020"/>
                  </a:lnTo>
                  <a:lnTo>
                    <a:pt x="422910" y="1613535"/>
                  </a:lnTo>
                  <a:lnTo>
                    <a:pt x="403860" y="1544002"/>
                  </a:lnTo>
                  <a:lnTo>
                    <a:pt x="382904" y="1474470"/>
                  </a:lnTo>
                  <a:lnTo>
                    <a:pt x="361950" y="1405890"/>
                  </a:lnTo>
                  <a:lnTo>
                    <a:pt x="338137" y="1337310"/>
                  </a:lnTo>
                  <a:lnTo>
                    <a:pt x="313372" y="1269682"/>
                  </a:lnTo>
                  <a:lnTo>
                    <a:pt x="287654" y="1203008"/>
                  </a:lnTo>
                  <a:lnTo>
                    <a:pt x="260032" y="1135380"/>
                  </a:lnTo>
                  <a:lnTo>
                    <a:pt x="231457" y="1069658"/>
                  </a:lnTo>
                  <a:close/>
                </a:path>
              </a:pathLst>
            </a:custGeom>
            <a:solidFill>
              <a:srgbClr val="02967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ing-num-01"/>
            <p:cNvSpPr txBox="1"/>
            <p:nvPr/>
          </p:nvSpPr>
          <p:spPr>
            <a:xfrm>
              <a:off x="9058275" y="10658475"/>
              <a:ext cx="2476500" cy="16002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9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42" name="ring-num-02"/>
            <p:cNvSpPr txBox="1"/>
            <p:nvPr/>
          </p:nvSpPr>
          <p:spPr>
            <a:xfrm>
              <a:off x="11306175" y="6372225"/>
              <a:ext cx="2476500" cy="16002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9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43" name="ring-num-03"/>
            <p:cNvSpPr txBox="1"/>
            <p:nvPr/>
          </p:nvSpPr>
          <p:spPr>
            <a:xfrm>
              <a:off x="16497300" y="6410325"/>
              <a:ext cx="2476500" cy="16002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9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44" name="ring-num-04"/>
            <p:cNvSpPr txBox="1"/>
            <p:nvPr/>
          </p:nvSpPr>
          <p:spPr>
            <a:xfrm>
              <a:off x="18669000" y="10553700"/>
              <a:ext cx="2476500" cy="16002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9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</p:grpSp>
      <p:grpSp>
        <p:nvGrpSpPr>
          <p:cNvPr id="54" name="hub"/>
          <p:cNvGrpSpPr/>
          <p:nvPr/>
        </p:nvGrpSpPr>
        <p:grpSpPr>
          <a:xfrm>
            <a:off x="12525375" y="8763000"/>
            <a:ext cx="5429250" cy="5429250"/>
            <a:chOff x="12525375" y="8763000"/>
            <a:chExt cx="5429250" cy="5429250"/>
          </a:xfrm>
        </p:grpSpPr>
        <p:sp>
          <p:nvSpPr>
            <p:cNvPr id="45" name="hub-disc"/>
            <p:cNvSpPr/>
            <p:nvPr/>
          </p:nvSpPr>
          <p:spPr>
            <a:xfrm>
              <a:off x="12525375" y="8763000"/>
              <a:ext cx="5429250" cy="5429250"/>
            </a:xfrm>
            <a:prstGeom prst="ellipse">
              <a:avLst/>
            </a:prstGeom>
            <a:gradFill rotWithShape="1">
              <a:gsLst>
                <a:gs pos="0">
                  <a:srgbClr val="E5E1D3"/>
                </a:gs>
                <a:gs pos="100000">
                  <a:srgbClr val="FFFFFF"/>
                </a:gs>
              </a:gsLst>
              <a:lin scaled="0" ang="16200000"/>
            </a:gradFill>
            <a:ln w="19050">
              <a:solidFill>
                <a:srgbClr val="DFDC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hub-t1"/>
            <p:cNvSpPr txBox="1"/>
            <p:nvPr/>
          </p:nvSpPr>
          <p:spPr>
            <a:xfrm>
              <a:off x="14230350" y="9925050"/>
              <a:ext cx="2133600" cy="17049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8400" b="1" i="0">
                  <a:solidFill>
                    <a:srgbClr val="4A8753"/>
                  </a:solidFill>
                  <a:latin typeface="Microsoft YaHei"/>
                  <a:ea typeface="Microsoft YaHei"/>
                  <a:cs typeface="Microsoft YaHei"/>
                </a:rPr>
                <a:t>工作</a:t>
              </a:r>
            </a:p>
          </p:txBody>
        </p:sp>
        <p:sp>
          <p:nvSpPr>
            <p:cNvPr id="47" name="hub-t2"/>
            <p:cNvSpPr txBox="1"/>
            <p:nvPr/>
          </p:nvSpPr>
          <p:spPr>
            <a:xfrm>
              <a:off x="14230350" y="10972800"/>
              <a:ext cx="2133600" cy="1704975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8400" b="1" i="0">
                  <a:solidFill>
                    <a:srgbClr val="4A8753"/>
                  </a:solidFill>
                  <a:latin typeface="Microsoft YaHei"/>
                  <a:ea typeface="Microsoft YaHei"/>
                  <a:cs typeface="Microsoft YaHei"/>
                </a:rPr>
                <a:t>计划</a:t>
              </a:r>
            </a:p>
          </p:txBody>
        </p:sp>
      </p:grpSp>
      <p:sp>
        <p:nvSpPr>
          <p:cNvPr id="48" name="footer-line"/>
          <p:cNvSpPr/>
          <p:nvPr/>
        </p:nvSpPr>
        <p:spPr>
          <a:xfrm>
            <a:off x="1323975" y="16487775"/>
            <a:ext cx="28460700" cy="28575"/>
          </a:xfrm>
          <a:prstGeom prst="rect">
            <a:avLst/>
          </a:prstGeom>
          <a:solidFill>
            <a:srgbClr val="5B7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