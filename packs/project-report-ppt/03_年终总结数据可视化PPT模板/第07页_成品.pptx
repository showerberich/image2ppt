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54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54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200150" y="361950"/>
            <a:ext cx="1104900" cy="1104900"/>
          </a:xfrm>
          <a:prstGeom prst="ellipse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hdr-check-1"/>
          <p:cNvCxnSpPr/>
          <p:nvPr/>
        </p:nvCxnSpPr>
        <p:spPr>
          <a:xfrm>
            <a:off x="1504950" y="914400"/>
            <a:ext cx="171450" cy="190500"/>
          </a:xfrm>
          <a:prstGeom prst="line">
            <a:avLst/>
          </a:prstGeom>
          <a:ln w="11430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hdr-check-2"/>
          <p:cNvCxnSpPr/>
          <p:nvPr/>
        </p:nvCxnSpPr>
        <p:spPr>
          <a:xfrm flipV="1">
            <a:off x="1676400" y="704850"/>
            <a:ext cx="323850" cy="400050"/>
          </a:xfrm>
          <a:prstGeom prst="line">
            <a:avLst/>
          </a:prstGeom>
          <a:ln w="114300">
            <a:solidFill>
              <a:srgbClr val="1C40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hdr-title"/>
          <p:cNvSpPr txBox="1"/>
          <p:nvPr/>
        </p:nvSpPr>
        <p:spPr>
          <a:xfrm>
            <a:off x="2524125" y="723900"/>
            <a:ext cx="168592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IT 技术团队 “研发工具生态效能分层分析” 报告</a:t>
            </a:r>
          </a:p>
        </p:txBody>
      </p:sp>
      <p:sp>
        <p:nvSpPr>
          <p:cNvPr id="7" name="hdr-tag"/>
          <p:cNvSpPr/>
          <p:nvPr/>
        </p:nvSpPr>
        <p:spPr>
          <a:xfrm>
            <a:off x="25317450" y="571500"/>
            <a:ext cx="4295775" cy="866775"/>
          </a:xfrm>
          <a:prstGeom prst="roundRect">
            <a:avLst>
              <a:gd name="adj" fmla="val 6593"/>
            </a:avLst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"/>
          <p:cNvSpPr txBox="1"/>
          <p:nvPr/>
        </p:nvSpPr>
        <p:spPr>
          <a:xfrm>
            <a:off x="25317450" y="571500"/>
            <a:ext cx="4295775" cy="8667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divider"/>
          <p:cNvSpPr/>
          <p:nvPr/>
        </p:nvSpPr>
        <p:spPr>
          <a:xfrm>
            <a:off x="1162050" y="1714500"/>
            <a:ext cx="28460700" cy="104775"/>
          </a:xfrm>
          <a:prstGeom prst="rect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-left"/>
          <p:cNvSpPr/>
          <p:nvPr/>
        </p:nvSpPr>
        <p:spPr>
          <a:xfrm>
            <a:off x="1123950" y="2724150"/>
            <a:ext cx="17945100" cy="13306425"/>
          </a:xfrm>
          <a:prstGeom prst="roundRect">
            <a:avLst>
              <a:gd name="adj" fmla="val 715"/>
            </a:avLst>
          </a:prstGeom>
          <a:solidFill>
            <a:srgbClr val="FFFFFF"/>
          </a:solidFill>
          <a:ln w="38100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nner"/>
          <p:cNvSpPr/>
          <p:nvPr/>
        </p:nvSpPr>
        <p:spPr>
          <a:xfrm>
            <a:off x="1743075" y="3181350"/>
            <a:ext cx="17030700" cy="2314575"/>
          </a:xfrm>
          <a:prstGeom prst="roundRect">
            <a:avLst>
              <a:gd name="adj" fmla="val 10699"/>
            </a:avLst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nner-l1"/>
          <p:cNvSpPr txBox="1"/>
          <p:nvPr/>
        </p:nvSpPr>
        <p:spPr>
          <a:xfrm>
            <a:off x="2095500" y="3362325"/>
            <a:ext cx="1662112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 2024 年度数据，可以看出业务方对高效能研发工具的关注更加强烈，头部工具的业务粘性</a:t>
            </a:r>
          </a:p>
        </p:txBody>
      </p:sp>
      <p:sp>
        <p:nvSpPr>
          <p:cNvPr id="13" name="banner-l2"/>
          <p:cNvSpPr txBox="1"/>
          <p:nvPr/>
        </p:nvSpPr>
        <p:spPr>
          <a:xfrm>
            <a:off x="2095500" y="3886200"/>
            <a:ext cx="1662112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显著增加，其中工具易用性、接入成本、问题响应速度都对业务方的使用留存起到了很大的影</a:t>
            </a:r>
          </a:p>
        </p:txBody>
      </p:sp>
      <p:sp>
        <p:nvSpPr>
          <p:cNvPr id="14" name="banner-l3"/>
          <p:cNvSpPr txBox="1"/>
          <p:nvPr/>
        </p:nvSpPr>
        <p:spPr>
          <a:xfrm>
            <a:off x="2095500" y="4410075"/>
            <a:ext cx="16621125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响，工具使用率增长显著</a:t>
            </a:r>
          </a:p>
        </p:txBody>
      </p:sp>
      <p:sp>
        <p:nvSpPr>
          <p:cNvPr id="15" name="card-c1"/>
          <p:cNvSpPr/>
          <p:nvPr/>
        </p:nvSpPr>
        <p:spPr>
          <a:xfrm>
            <a:off x="1743075" y="5534025"/>
            <a:ext cx="5372100" cy="2495550"/>
          </a:xfrm>
          <a:prstGeom prst="roundRect">
            <a:avLst>
              <a:gd name="adj" fmla="val 6106"/>
            </a:avLst>
          </a:prstGeom>
          <a:solidFill>
            <a:srgbClr val="EDF4FC"/>
          </a:solidFill>
          <a:ln w="285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p-c1-1"/>
          <p:cNvSpPr txBox="1"/>
          <p:nvPr/>
        </p:nvSpPr>
        <p:spPr>
          <a:xfrm>
            <a:off x="1838325" y="5857875"/>
            <a:ext cx="51816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年度头部工具整体使</a:t>
            </a:r>
          </a:p>
        </p:txBody>
      </p:sp>
      <p:sp>
        <p:nvSpPr>
          <p:cNvPr id="17" name="cap-c1-2"/>
          <p:cNvSpPr txBox="1"/>
          <p:nvPr/>
        </p:nvSpPr>
        <p:spPr>
          <a:xfrm>
            <a:off x="1838325" y="6391275"/>
            <a:ext cx="51816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用率提升</a:t>
            </a:r>
          </a:p>
        </p:txBody>
      </p:sp>
      <p:sp>
        <p:nvSpPr>
          <p:cNvPr id="18" name="num-c1"/>
          <p:cNvSpPr txBox="1"/>
          <p:nvPr/>
        </p:nvSpPr>
        <p:spPr>
          <a:xfrm>
            <a:off x="1838325" y="6667500"/>
            <a:ext cx="5181600" cy="142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86%</a:t>
            </a:r>
          </a:p>
        </p:txBody>
      </p:sp>
      <p:sp>
        <p:nvSpPr>
          <p:cNvPr id="19" name="card-c2"/>
          <p:cNvSpPr/>
          <p:nvPr/>
        </p:nvSpPr>
        <p:spPr>
          <a:xfrm>
            <a:off x="7648575" y="5534025"/>
            <a:ext cx="5343525" cy="2495550"/>
          </a:xfrm>
          <a:prstGeom prst="roundRect">
            <a:avLst>
              <a:gd name="adj" fmla="val 6106"/>
            </a:avLst>
          </a:prstGeom>
          <a:solidFill>
            <a:srgbClr val="EDF4FC"/>
          </a:solidFill>
          <a:ln w="285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p-c2-1"/>
          <p:cNvSpPr txBox="1"/>
          <p:nvPr/>
        </p:nvSpPr>
        <p:spPr>
          <a:xfrm>
            <a:off x="7743825" y="5857875"/>
            <a:ext cx="51530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2024 年度中部工具整体使</a:t>
            </a:r>
          </a:p>
        </p:txBody>
      </p:sp>
      <p:sp>
        <p:nvSpPr>
          <p:cNvPr id="21" name="cap-c2-2"/>
          <p:cNvSpPr txBox="1"/>
          <p:nvPr/>
        </p:nvSpPr>
        <p:spPr>
          <a:xfrm>
            <a:off x="7743825" y="6391275"/>
            <a:ext cx="51530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用率提升</a:t>
            </a:r>
          </a:p>
        </p:txBody>
      </p:sp>
      <p:sp>
        <p:nvSpPr>
          <p:cNvPr id="22" name="num-c2"/>
          <p:cNvSpPr txBox="1"/>
          <p:nvPr/>
        </p:nvSpPr>
        <p:spPr>
          <a:xfrm>
            <a:off x="7743825" y="6667500"/>
            <a:ext cx="5153025" cy="142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A33524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23" name="card-c3"/>
          <p:cNvSpPr/>
          <p:nvPr/>
        </p:nvSpPr>
        <p:spPr>
          <a:xfrm>
            <a:off x="13439775" y="5534025"/>
            <a:ext cx="5353050" cy="2495550"/>
          </a:xfrm>
          <a:prstGeom prst="roundRect">
            <a:avLst>
              <a:gd name="adj" fmla="val 6106"/>
            </a:avLst>
          </a:prstGeom>
          <a:solidFill>
            <a:srgbClr val="EDF4FC"/>
          </a:solidFill>
          <a:ln w="285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p-c3-1"/>
          <p:cNvSpPr txBox="1"/>
          <p:nvPr/>
        </p:nvSpPr>
        <p:spPr>
          <a:xfrm>
            <a:off x="13535025" y="5857875"/>
            <a:ext cx="51625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2024 年度标杆工具整体使</a:t>
            </a:r>
          </a:p>
        </p:txBody>
      </p:sp>
      <p:sp>
        <p:nvSpPr>
          <p:cNvPr id="25" name="cap-c3-2"/>
          <p:cNvSpPr txBox="1"/>
          <p:nvPr/>
        </p:nvSpPr>
        <p:spPr>
          <a:xfrm>
            <a:off x="13535025" y="6391275"/>
            <a:ext cx="51625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用率提升</a:t>
            </a:r>
          </a:p>
        </p:txBody>
      </p:sp>
      <p:sp>
        <p:nvSpPr>
          <p:cNvPr id="26" name="num-c3"/>
          <p:cNvSpPr txBox="1"/>
          <p:nvPr/>
        </p:nvSpPr>
        <p:spPr>
          <a:xfrm>
            <a:off x="13535025" y="6667500"/>
            <a:ext cx="5162550" cy="142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96%</a:t>
            </a:r>
          </a:p>
        </p:txBody>
      </p:sp>
      <p:sp>
        <p:nvSpPr>
          <p:cNvPr id="27" name="d-demand"/>
          <p:cNvSpPr txBox="1"/>
          <p:nvPr/>
        </p:nvSpPr>
        <p:spPr>
          <a:xfrm>
            <a:off x="1504950" y="11868150"/>
            <a:ext cx="203835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业务需求</a:t>
            </a:r>
          </a:p>
        </p:txBody>
      </p:sp>
      <p:sp>
        <p:nvSpPr>
          <p:cNvPr id="28" name="bubble-tail"/>
          <p:cNvSpPr/>
          <p:nvPr/>
        </p:nvSpPr>
        <p:spPr>
          <a:xfrm>
            <a:off x="4171950" y="9677400"/>
            <a:ext cx="619125" cy="1276350"/>
          </a:xfrm>
          <a:custGeom>
            <a:avLst/>
            <a:gdLst/>
            <a:ahLst/>
            <a:cxnLst/>
            <a:rect l="l" t="t" r="r" b="b"/>
            <a:pathLst>
              <a:path w="619125" h="1276350">
                <a:moveTo>
                  <a:pt x="0" y="0"/>
                </a:moveTo>
                <a:lnTo>
                  <a:pt x="590550" y="0"/>
                </a:lnTo>
                <a:lnTo>
                  <a:pt x="619125" y="1276350"/>
                </a:lnTo>
                <a:close/>
              </a:path>
            </a:pathLst>
          </a:custGeom>
          <a:solidFill>
            <a:srgbClr val="FFFFFF"/>
          </a:solidFill>
          <a:ln w="666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bble"/>
          <p:cNvSpPr/>
          <p:nvPr/>
        </p:nvSpPr>
        <p:spPr>
          <a:xfrm>
            <a:off x="2857500" y="8591550"/>
            <a:ext cx="3238500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bble-l1"/>
          <p:cNvSpPr txBox="1"/>
          <p:nvPr/>
        </p:nvSpPr>
        <p:spPr>
          <a:xfrm>
            <a:off x="2971800" y="8820150"/>
            <a:ext cx="30099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细分高使用</a:t>
            </a:r>
          </a:p>
        </p:txBody>
      </p:sp>
      <p:sp>
        <p:nvSpPr>
          <p:cNvPr id="31" name="bubble-l2"/>
          <p:cNvSpPr txBox="1"/>
          <p:nvPr/>
        </p:nvSpPr>
        <p:spPr>
          <a:xfrm>
            <a:off x="2971800" y="9439275"/>
            <a:ext cx="30099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率领域工具</a:t>
            </a:r>
          </a:p>
        </p:txBody>
      </p:sp>
      <p:sp>
        <p:nvSpPr>
          <p:cNvPr id="32" name="node-red"/>
          <p:cNvSpPr/>
          <p:nvPr/>
        </p:nvSpPr>
        <p:spPr>
          <a:xfrm>
            <a:off x="3629025" y="11020425"/>
            <a:ext cx="2324100" cy="2209800"/>
          </a:xfrm>
          <a:prstGeom prst="ellipse">
            <a:avLst/>
          </a:pr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ode-red-t"/>
          <p:cNvSpPr txBox="1"/>
          <p:nvPr/>
        </p:nvSpPr>
        <p:spPr>
          <a:xfrm>
            <a:off x="3629025" y="11858625"/>
            <a:ext cx="23241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工具功能丰富</a:t>
            </a:r>
          </a:p>
        </p:txBody>
      </p:sp>
      <p:sp>
        <p:nvSpPr>
          <p:cNvPr id="34" name="node-mid"/>
          <p:cNvSpPr/>
          <p:nvPr/>
        </p:nvSpPr>
        <p:spPr>
          <a:xfrm>
            <a:off x="8391525" y="10668000"/>
            <a:ext cx="2838450" cy="283845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A3352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ode-mid-t"/>
          <p:cNvSpPr txBox="1"/>
          <p:nvPr/>
        </p:nvSpPr>
        <p:spPr>
          <a:xfrm>
            <a:off x="8542782" y="11906250"/>
            <a:ext cx="2535936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工具覆盖场景拓展</a:t>
            </a:r>
          </a:p>
        </p:txBody>
      </p:sp>
      <p:sp>
        <p:nvSpPr>
          <p:cNvPr id="36" name="box-b1"/>
          <p:cNvSpPr/>
          <p:nvPr/>
        </p:nvSpPr>
        <p:spPr>
          <a:xfrm>
            <a:off x="11363325" y="10525125"/>
            <a:ext cx="23907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x-b1-t"/>
          <p:cNvSpPr txBox="1"/>
          <p:nvPr/>
        </p:nvSpPr>
        <p:spPr>
          <a:xfrm>
            <a:off x="11401425" y="10563225"/>
            <a:ext cx="2314575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支持复用</a:t>
            </a:r>
          </a:p>
        </p:txBody>
      </p:sp>
      <p:sp>
        <p:nvSpPr>
          <p:cNvPr id="38" name="box-b2"/>
          <p:cNvSpPr/>
          <p:nvPr/>
        </p:nvSpPr>
        <p:spPr>
          <a:xfrm>
            <a:off x="11744325" y="11715750"/>
            <a:ext cx="225742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x-b2-t"/>
          <p:cNvSpPr txBox="1"/>
          <p:nvPr/>
        </p:nvSpPr>
        <p:spPr>
          <a:xfrm>
            <a:off x="11782425" y="11753850"/>
            <a:ext cx="2181225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常态化使用</a:t>
            </a:r>
          </a:p>
        </p:txBody>
      </p:sp>
      <p:sp>
        <p:nvSpPr>
          <p:cNvPr id="40" name="box-b3"/>
          <p:cNvSpPr/>
          <p:nvPr/>
        </p:nvSpPr>
        <p:spPr>
          <a:xfrm>
            <a:off x="11363325" y="12906375"/>
            <a:ext cx="239077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1C407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ox-b3-t"/>
          <p:cNvSpPr txBox="1"/>
          <p:nvPr/>
        </p:nvSpPr>
        <p:spPr>
          <a:xfrm>
            <a:off x="11399710" y="12944475"/>
            <a:ext cx="2318004" cy="647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替代“一次性使用”</a:t>
            </a:r>
          </a:p>
        </p:txBody>
      </p:sp>
      <p:sp>
        <p:nvSpPr>
          <p:cNvPr id="42" name="node-blue"/>
          <p:cNvSpPr/>
          <p:nvPr/>
        </p:nvSpPr>
        <p:spPr>
          <a:xfrm>
            <a:off x="15611475" y="10610850"/>
            <a:ext cx="2914650" cy="2914650"/>
          </a:xfrm>
          <a:prstGeom prst="ellipse">
            <a:avLst/>
          </a:pr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ode-blue-l1"/>
          <p:cNvSpPr txBox="1"/>
          <p:nvPr/>
        </p:nvSpPr>
        <p:spPr>
          <a:xfrm>
            <a:off x="15906750" y="11525250"/>
            <a:ext cx="23241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业务方使用增长</a:t>
            </a:r>
          </a:p>
        </p:txBody>
      </p:sp>
      <p:sp>
        <p:nvSpPr>
          <p:cNvPr id="44" name="node-blue-l2"/>
          <p:cNvSpPr txBox="1"/>
          <p:nvPr/>
        </p:nvSpPr>
        <p:spPr>
          <a:xfrm>
            <a:off x="15906750" y="12344400"/>
            <a:ext cx="23241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工具使用率增长</a:t>
            </a:r>
          </a:p>
        </p:txBody>
      </p:sp>
      <p:sp>
        <p:nvSpPr>
          <p:cNvPr id="45" name="cycle-ring"/>
          <p:cNvSpPr/>
          <p:nvPr/>
        </p:nvSpPr>
        <p:spPr>
          <a:xfrm>
            <a:off x="16221075" y="8810625"/>
            <a:ext cx="1143000" cy="1143000"/>
          </a:xfrm>
          <a:prstGeom prst="ellipse">
            <a:avLst/>
          </a:prstGeom>
          <a:solidFill>
            <a:srgbClr val="FFFFFF"/>
          </a:solidFill>
          <a:ln w="10477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ycle-a1"/>
          <p:cNvSpPr/>
          <p:nvPr/>
        </p:nvSpPr>
        <p:spPr>
          <a:xfrm>
            <a:off x="16449675" y="8915400"/>
            <a:ext cx="400050" cy="390525"/>
          </a:xfrm>
          <a:custGeom>
            <a:avLst/>
            <a:gdLst/>
            <a:ahLst/>
            <a:cxnLst/>
            <a:rect l="l" t="t" r="r" b="b"/>
            <a:pathLst>
              <a:path w="400050" h="390525">
                <a:moveTo>
                  <a:pt x="0" y="123825"/>
                </a:moveTo>
                <a:lnTo>
                  <a:pt x="400050" y="0"/>
                </a:lnTo>
                <a:lnTo>
                  <a:pt x="200025" y="390525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ycle-a2"/>
          <p:cNvSpPr/>
          <p:nvPr/>
        </p:nvSpPr>
        <p:spPr>
          <a:xfrm>
            <a:off x="16735425" y="9458325"/>
            <a:ext cx="400050" cy="390525"/>
          </a:xfrm>
          <a:custGeom>
            <a:avLst/>
            <a:gdLst/>
            <a:ahLst/>
            <a:cxnLst/>
            <a:rect l="l" t="t" r="r" b="b"/>
            <a:pathLst>
              <a:path w="400050" h="390525">
                <a:moveTo>
                  <a:pt x="400050" y="266700"/>
                </a:moveTo>
                <a:lnTo>
                  <a:pt x="0" y="390525"/>
                </a:lnTo>
                <a:lnTo>
                  <a:pt x="200025" y="0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ar-u1"/>
          <p:cNvCxnSpPr/>
          <p:nvPr/>
        </p:nvCxnSpPr>
        <p:spPr>
          <a:xfrm flipV="1">
            <a:off x="5715000" y="9029700"/>
            <a:ext cx="5572125" cy="2400300"/>
          </a:xfrm>
          <a:prstGeom prst="line">
            <a:avLst/>
          </a:prstGeom>
          <a:ln w="38100">
            <a:solidFill>
              <a:srgbClr val="1C407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r-u2"/>
          <p:cNvCxnSpPr/>
          <p:nvPr/>
        </p:nvCxnSpPr>
        <p:spPr>
          <a:xfrm>
            <a:off x="11287125" y="9029700"/>
            <a:ext cx="4333875" cy="2362200"/>
          </a:xfrm>
          <a:prstGeom prst="line">
            <a:avLst/>
          </a:prstGeom>
          <a:ln w="38100">
            <a:solidFill>
              <a:srgbClr val="1C40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r-d1"/>
          <p:cNvCxnSpPr/>
          <p:nvPr/>
        </p:nvCxnSpPr>
        <p:spPr>
          <a:xfrm>
            <a:off x="5715000" y="12763500"/>
            <a:ext cx="5810250" cy="2819400"/>
          </a:xfrm>
          <a:prstGeom prst="line">
            <a:avLst/>
          </a:prstGeom>
          <a:ln w="38100">
            <a:solidFill>
              <a:srgbClr val="1C407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r-d2"/>
          <p:cNvCxnSpPr/>
          <p:nvPr/>
        </p:nvCxnSpPr>
        <p:spPr>
          <a:xfrm flipV="1">
            <a:off x="11525250" y="12763500"/>
            <a:ext cx="4095750" cy="2819400"/>
          </a:xfrm>
          <a:prstGeom prst="line">
            <a:avLst/>
          </a:prstGeom>
          <a:ln w="38100">
            <a:solidFill>
              <a:srgbClr val="1C4072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lb-fu1"/>
          <p:cNvSpPr txBox="1"/>
          <p:nvPr/>
        </p:nvSpPr>
        <p:spPr>
          <a:xfrm rot="20220000">
            <a:off x="7305675" y="9829800"/>
            <a:ext cx="1905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进一步促进</a:t>
            </a:r>
          </a:p>
        </p:txBody>
      </p:sp>
      <p:sp>
        <p:nvSpPr>
          <p:cNvPr id="53" name="lb-qd1"/>
          <p:cNvSpPr txBox="1"/>
          <p:nvPr/>
        </p:nvSpPr>
        <p:spPr>
          <a:xfrm rot="1740000">
            <a:off x="12782550" y="10029825"/>
            <a:ext cx="1714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强劲动力</a:t>
            </a:r>
          </a:p>
        </p:txBody>
      </p:sp>
      <p:sp>
        <p:nvSpPr>
          <p:cNvPr id="54" name="lb-fu2"/>
          <p:cNvSpPr txBox="1"/>
          <p:nvPr/>
        </p:nvSpPr>
        <p:spPr>
          <a:xfrm rot="1560000">
            <a:off x="7572375" y="13830300"/>
            <a:ext cx="1905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进一步促进</a:t>
            </a:r>
          </a:p>
        </p:txBody>
      </p:sp>
      <p:sp>
        <p:nvSpPr>
          <p:cNvPr id="55" name="lb-qd2"/>
          <p:cNvSpPr txBox="1"/>
          <p:nvPr/>
        </p:nvSpPr>
        <p:spPr>
          <a:xfrm rot="19680000">
            <a:off x="12906375" y="14258925"/>
            <a:ext cx="17145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强劲动力</a:t>
            </a:r>
          </a:p>
        </p:txBody>
      </p:sp>
      <p:sp>
        <p:nvSpPr>
          <p:cNvPr id="56" name="seg-side-1"/>
          <p:cNvSpPr/>
          <p:nvPr/>
        </p:nvSpPr>
        <p:spPr>
          <a:xfrm>
            <a:off x="23158132" y="4752975"/>
            <a:ext cx="5439728" cy="3887153"/>
          </a:xfrm>
          <a:custGeom>
            <a:avLst/>
            <a:gdLst/>
            <a:ahLst/>
            <a:cxnLst/>
            <a:rect l="l" t="t" r="r" b="b"/>
            <a:pathLst>
              <a:path w="5439728" h="3887153">
                <a:moveTo>
                  <a:pt x="0" y="240983"/>
                </a:moveTo>
                <a:lnTo>
                  <a:pt x="109538" y="202883"/>
                </a:lnTo>
                <a:lnTo>
                  <a:pt x="220028" y="168593"/>
                </a:lnTo>
                <a:lnTo>
                  <a:pt x="332423" y="137160"/>
                </a:lnTo>
                <a:lnTo>
                  <a:pt x="444818" y="108585"/>
                </a:lnTo>
                <a:lnTo>
                  <a:pt x="557213" y="83820"/>
                </a:lnTo>
                <a:lnTo>
                  <a:pt x="671513" y="61913"/>
                </a:lnTo>
                <a:lnTo>
                  <a:pt x="785813" y="43815"/>
                </a:lnTo>
                <a:lnTo>
                  <a:pt x="900113" y="28575"/>
                </a:lnTo>
                <a:lnTo>
                  <a:pt x="1015366" y="16193"/>
                </a:lnTo>
                <a:lnTo>
                  <a:pt x="1130618" y="7620"/>
                </a:lnTo>
                <a:lnTo>
                  <a:pt x="1246823" y="1905"/>
                </a:lnTo>
                <a:lnTo>
                  <a:pt x="1362076" y="0"/>
                </a:lnTo>
                <a:lnTo>
                  <a:pt x="1478280" y="953"/>
                </a:lnTo>
                <a:lnTo>
                  <a:pt x="1593533" y="5715"/>
                </a:lnTo>
                <a:lnTo>
                  <a:pt x="1708786" y="13335"/>
                </a:lnTo>
                <a:lnTo>
                  <a:pt x="1824038" y="24765"/>
                </a:lnTo>
                <a:lnTo>
                  <a:pt x="1939290" y="39053"/>
                </a:lnTo>
                <a:lnTo>
                  <a:pt x="2053590" y="56197"/>
                </a:lnTo>
                <a:lnTo>
                  <a:pt x="2166938" y="77153"/>
                </a:lnTo>
                <a:lnTo>
                  <a:pt x="2280286" y="101917"/>
                </a:lnTo>
                <a:lnTo>
                  <a:pt x="2393633" y="128587"/>
                </a:lnTo>
                <a:lnTo>
                  <a:pt x="2505076" y="160020"/>
                </a:lnTo>
                <a:lnTo>
                  <a:pt x="2616518" y="193357"/>
                </a:lnTo>
                <a:lnTo>
                  <a:pt x="2726056" y="230505"/>
                </a:lnTo>
                <a:lnTo>
                  <a:pt x="2835593" y="270510"/>
                </a:lnTo>
                <a:lnTo>
                  <a:pt x="2943226" y="313373"/>
                </a:lnTo>
                <a:lnTo>
                  <a:pt x="3049906" y="360045"/>
                </a:lnTo>
                <a:lnTo>
                  <a:pt x="3155633" y="408623"/>
                </a:lnTo>
                <a:lnTo>
                  <a:pt x="3259456" y="461010"/>
                </a:lnTo>
                <a:lnTo>
                  <a:pt x="3362326" y="516255"/>
                </a:lnTo>
                <a:lnTo>
                  <a:pt x="3463290" y="574357"/>
                </a:lnTo>
                <a:lnTo>
                  <a:pt x="3562350" y="635317"/>
                </a:lnTo>
                <a:lnTo>
                  <a:pt x="3660458" y="699135"/>
                </a:lnTo>
                <a:lnTo>
                  <a:pt x="3756660" y="765810"/>
                </a:lnTo>
                <a:lnTo>
                  <a:pt x="3850958" y="834390"/>
                </a:lnTo>
                <a:lnTo>
                  <a:pt x="3943350" y="906780"/>
                </a:lnTo>
                <a:lnTo>
                  <a:pt x="4033838" y="981075"/>
                </a:lnTo>
                <a:lnTo>
                  <a:pt x="4122420" y="1058227"/>
                </a:lnTo>
                <a:lnTo>
                  <a:pt x="4209098" y="1138237"/>
                </a:lnTo>
                <a:lnTo>
                  <a:pt x="4292918" y="1220153"/>
                </a:lnTo>
                <a:lnTo>
                  <a:pt x="4374833" y="1303973"/>
                </a:lnTo>
                <a:lnTo>
                  <a:pt x="4454843" y="1390650"/>
                </a:lnTo>
                <a:lnTo>
                  <a:pt x="4531996" y="1480185"/>
                </a:lnTo>
                <a:lnTo>
                  <a:pt x="4607243" y="1570673"/>
                </a:lnTo>
                <a:lnTo>
                  <a:pt x="4679633" y="1664017"/>
                </a:lnTo>
                <a:lnTo>
                  <a:pt x="4750118" y="1759267"/>
                </a:lnTo>
                <a:lnTo>
                  <a:pt x="4816793" y="1856423"/>
                </a:lnTo>
                <a:lnTo>
                  <a:pt x="4881563" y="1955483"/>
                </a:lnTo>
                <a:lnTo>
                  <a:pt x="4944428" y="2056447"/>
                </a:lnTo>
                <a:lnTo>
                  <a:pt x="5003483" y="2159317"/>
                </a:lnTo>
                <a:lnTo>
                  <a:pt x="5060633" y="2263140"/>
                </a:lnTo>
                <a:lnTo>
                  <a:pt x="5113973" y="2369820"/>
                </a:lnTo>
                <a:lnTo>
                  <a:pt x="5165408" y="2476500"/>
                </a:lnTo>
                <a:lnTo>
                  <a:pt x="5213033" y="2586037"/>
                </a:lnTo>
                <a:lnTo>
                  <a:pt x="5258753" y="2695575"/>
                </a:lnTo>
                <a:lnTo>
                  <a:pt x="5300663" y="2807017"/>
                </a:lnTo>
                <a:lnTo>
                  <a:pt x="5339716" y="2919413"/>
                </a:lnTo>
                <a:lnTo>
                  <a:pt x="5375910" y="3033713"/>
                </a:lnTo>
                <a:lnTo>
                  <a:pt x="5409248" y="3148013"/>
                </a:lnTo>
                <a:lnTo>
                  <a:pt x="5439728" y="3263265"/>
                </a:lnTo>
                <a:lnTo>
                  <a:pt x="2873693" y="3887153"/>
                </a:lnTo>
                <a:lnTo>
                  <a:pt x="2862263" y="3838575"/>
                </a:lnTo>
                <a:lnTo>
                  <a:pt x="2849880" y="3790950"/>
                </a:lnTo>
                <a:lnTo>
                  <a:pt x="2836546" y="3743325"/>
                </a:lnTo>
                <a:lnTo>
                  <a:pt x="2822258" y="3696653"/>
                </a:lnTo>
                <a:lnTo>
                  <a:pt x="2807018" y="3649980"/>
                </a:lnTo>
                <a:lnTo>
                  <a:pt x="2789873" y="3604260"/>
                </a:lnTo>
                <a:lnTo>
                  <a:pt x="2772728" y="3558540"/>
                </a:lnTo>
                <a:lnTo>
                  <a:pt x="2753678" y="3513773"/>
                </a:lnTo>
                <a:lnTo>
                  <a:pt x="2733676" y="3469005"/>
                </a:lnTo>
                <a:lnTo>
                  <a:pt x="2712720" y="3426143"/>
                </a:lnTo>
                <a:lnTo>
                  <a:pt x="2690813" y="3383280"/>
                </a:lnTo>
                <a:lnTo>
                  <a:pt x="2667953" y="3340417"/>
                </a:lnTo>
                <a:lnTo>
                  <a:pt x="2644140" y="3299460"/>
                </a:lnTo>
                <a:lnTo>
                  <a:pt x="2619376" y="3258503"/>
                </a:lnTo>
                <a:lnTo>
                  <a:pt x="2593658" y="3219450"/>
                </a:lnTo>
                <a:lnTo>
                  <a:pt x="2566988" y="3180397"/>
                </a:lnTo>
                <a:lnTo>
                  <a:pt x="2539366" y="3142297"/>
                </a:lnTo>
                <a:lnTo>
                  <a:pt x="2510790" y="3105150"/>
                </a:lnTo>
                <a:lnTo>
                  <a:pt x="2481263" y="3068955"/>
                </a:lnTo>
                <a:lnTo>
                  <a:pt x="2451736" y="3033713"/>
                </a:lnTo>
                <a:lnTo>
                  <a:pt x="2420303" y="2999423"/>
                </a:lnTo>
                <a:lnTo>
                  <a:pt x="2388870" y="2966085"/>
                </a:lnTo>
                <a:lnTo>
                  <a:pt x="2356486" y="2933700"/>
                </a:lnTo>
                <a:lnTo>
                  <a:pt x="2323148" y="2902267"/>
                </a:lnTo>
                <a:lnTo>
                  <a:pt x="2288858" y="2872740"/>
                </a:lnTo>
                <a:lnTo>
                  <a:pt x="2253616" y="2844165"/>
                </a:lnTo>
                <a:lnTo>
                  <a:pt x="2218373" y="2815590"/>
                </a:lnTo>
                <a:lnTo>
                  <a:pt x="2182178" y="2788920"/>
                </a:lnTo>
                <a:lnTo>
                  <a:pt x="2145983" y="2764155"/>
                </a:lnTo>
                <a:lnTo>
                  <a:pt x="2108836" y="2739390"/>
                </a:lnTo>
                <a:lnTo>
                  <a:pt x="2070736" y="2716530"/>
                </a:lnTo>
                <a:lnTo>
                  <a:pt x="2032636" y="2694623"/>
                </a:lnTo>
                <a:lnTo>
                  <a:pt x="1993583" y="2674620"/>
                </a:lnTo>
                <a:lnTo>
                  <a:pt x="1954530" y="2654617"/>
                </a:lnTo>
                <a:lnTo>
                  <a:pt x="1914526" y="2636520"/>
                </a:lnTo>
                <a:lnTo>
                  <a:pt x="1874520" y="2620327"/>
                </a:lnTo>
                <a:lnTo>
                  <a:pt x="1833563" y="2605087"/>
                </a:lnTo>
                <a:lnTo>
                  <a:pt x="1793558" y="2590800"/>
                </a:lnTo>
                <a:lnTo>
                  <a:pt x="1751648" y="2578417"/>
                </a:lnTo>
                <a:lnTo>
                  <a:pt x="1710690" y="2566987"/>
                </a:lnTo>
                <a:lnTo>
                  <a:pt x="1668780" y="2556510"/>
                </a:lnTo>
                <a:lnTo>
                  <a:pt x="1626870" y="2547937"/>
                </a:lnTo>
                <a:lnTo>
                  <a:pt x="1584960" y="2540317"/>
                </a:lnTo>
                <a:lnTo>
                  <a:pt x="1542098" y="2534603"/>
                </a:lnTo>
                <a:lnTo>
                  <a:pt x="1500188" y="2529840"/>
                </a:lnTo>
                <a:lnTo>
                  <a:pt x="1457326" y="2526983"/>
                </a:lnTo>
                <a:lnTo>
                  <a:pt x="1414463" y="2525077"/>
                </a:lnTo>
                <a:lnTo>
                  <a:pt x="1372553" y="2524125"/>
                </a:lnTo>
                <a:lnTo>
                  <a:pt x="1329690" y="2525077"/>
                </a:lnTo>
                <a:lnTo>
                  <a:pt x="1286828" y="2526983"/>
                </a:lnTo>
                <a:lnTo>
                  <a:pt x="1244918" y="2530793"/>
                </a:lnTo>
                <a:lnTo>
                  <a:pt x="1202056" y="2535555"/>
                </a:lnTo>
                <a:lnTo>
                  <a:pt x="1160146" y="2542223"/>
                </a:lnTo>
                <a:lnTo>
                  <a:pt x="1118236" y="2549843"/>
                </a:lnTo>
                <a:lnTo>
                  <a:pt x="1076326" y="2559367"/>
                </a:lnTo>
                <a:lnTo>
                  <a:pt x="1034416" y="2569845"/>
                </a:lnTo>
                <a:lnTo>
                  <a:pt x="993458" y="2581275"/>
                </a:lnTo>
                <a:lnTo>
                  <a:pt x="951548" y="2594610"/>
                </a:lnTo>
                <a:lnTo>
                  <a:pt x="911543" y="2608897"/>
                </a:lnTo>
                <a:lnTo>
                  <a:pt x="870586" y="2625090"/>
                </a:lnTo>
                <a:close/>
              </a:path>
            </a:pathLst>
          </a:custGeom>
          <a:solidFill>
            <a:srgbClr val="7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eg-side-2"/>
          <p:cNvSpPr/>
          <p:nvPr/>
        </p:nvSpPr>
        <p:spPr>
          <a:xfrm>
            <a:off x="24930735" y="8134350"/>
            <a:ext cx="3796665" cy="5142548"/>
          </a:xfrm>
          <a:custGeom>
            <a:avLst/>
            <a:gdLst/>
            <a:ahLst/>
            <a:cxnLst/>
            <a:rect l="l" t="t" r="r" b="b"/>
            <a:pathLst>
              <a:path w="3796665" h="5142548">
                <a:moveTo>
                  <a:pt x="3693795" y="0"/>
                </a:moveTo>
                <a:lnTo>
                  <a:pt x="3716655" y="108585"/>
                </a:lnTo>
                <a:lnTo>
                  <a:pt x="3735705" y="217170"/>
                </a:lnTo>
                <a:lnTo>
                  <a:pt x="3752850" y="326708"/>
                </a:lnTo>
                <a:lnTo>
                  <a:pt x="3767137" y="436245"/>
                </a:lnTo>
                <a:lnTo>
                  <a:pt x="3778567" y="546735"/>
                </a:lnTo>
                <a:lnTo>
                  <a:pt x="3787140" y="657225"/>
                </a:lnTo>
                <a:lnTo>
                  <a:pt x="3792855" y="767715"/>
                </a:lnTo>
                <a:lnTo>
                  <a:pt x="3795713" y="878205"/>
                </a:lnTo>
                <a:lnTo>
                  <a:pt x="3796665" y="989648"/>
                </a:lnTo>
                <a:lnTo>
                  <a:pt x="3793807" y="1100138"/>
                </a:lnTo>
                <a:lnTo>
                  <a:pt x="3789045" y="1210628"/>
                </a:lnTo>
                <a:lnTo>
                  <a:pt x="3781425" y="1321118"/>
                </a:lnTo>
                <a:lnTo>
                  <a:pt x="3770947" y="1431608"/>
                </a:lnTo>
                <a:lnTo>
                  <a:pt x="3757613" y="1541145"/>
                </a:lnTo>
                <a:lnTo>
                  <a:pt x="3741420" y="1650682"/>
                </a:lnTo>
                <a:lnTo>
                  <a:pt x="3723323" y="1760220"/>
                </a:lnTo>
                <a:lnTo>
                  <a:pt x="3702367" y="1868805"/>
                </a:lnTo>
                <a:lnTo>
                  <a:pt x="3677603" y="1976438"/>
                </a:lnTo>
                <a:lnTo>
                  <a:pt x="3650933" y="2084070"/>
                </a:lnTo>
                <a:lnTo>
                  <a:pt x="3622357" y="2190750"/>
                </a:lnTo>
                <a:lnTo>
                  <a:pt x="3589973" y="2296478"/>
                </a:lnTo>
                <a:lnTo>
                  <a:pt x="3555683" y="2401252"/>
                </a:lnTo>
                <a:lnTo>
                  <a:pt x="3518535" y="2505075"/>
                </a:lnTo>
                <a:lnTo>
                  <a:pt x="3478530" y="2607945"/>
                </a:lnTo>
                <a:lnTo>
                  <a:pt x="3436620" y="2709862"/>
                </a:lnTo>
                <a:lnTo>
                  <a:pt x="3391853" y="2810828"/>
                </a:lnTo>
                <a:lnTo>
                  <a:pt x="3344227" y="2909888"/>
                </a:lnTo>
                <a:lnTo>
                  <a:pt x="3294697" y="3007995"/>
                </a:lnTo>
                <a:lnTo>
                  <a:pt x="3243263" y="3105150"/>
                </a:lnTo>
                <a:lnTo>
                  <a:pt x="3188970" y="3200400"/>
                </a:lnTo>
                <a:lnTo>
                  <a:pt x="3131820" y="3294698"/>
                </a:lnTo>
                <a:lnTo>
                  <a:pt x="3072765" y="3387090"/>
                </a:lnTo>
                <a:lnTo>
                  <a:pt x="3011805" y="3478530"/>
                </a:lnTo>
                <a:lnTo>
                  <a:pt x="2947987" y="3567112"/>
                </a:lnTo>
                <a:lnTo>
                  <a:pt x="2882265" y="3654742"/>
                </a:lnTo>
                <a:lnTo>
                  <a:pt x="2814637" y="3740468"/>
                </a:lnTo>
                <a:lnTo>
                  <a:pt x="2744153" y="3824288"/>
                </a:lnTo>
                <a:lnTo>
                  <a:pt x="2672715" y="3906202"/>
                </a:lnTo>
                <a:lnTo>
                  <a:pt x="2598420" y="3986212"/>
                </a:lnTo>
                <a:lnTo>
                  <a:pt x="2522220" y="4064318"/>
                </a:lnTo>
                <a:lnTo>
                  <a:pt x="2444115" y="4140518"/>
                </a:lnTo>
                <a:lnTo>
                  <a:pt x="2364105" y="4214812"/>
                </a:lnTo>
                <a:lnTo>
                  <a:pt x="2283143" y="4287202"/>
                </a:lnTo>
                <a:lnTo>
                  <a:pt x="2199323" y="4356735"/>
                </a:lnTo>
                <a:lnTo>
                  <a:pt x="2114550" y="4424362"/>
                </a:lnTo>
                <a:lnTo>
                  <a:pt x="2027873" y="4489132"/>
                </a:lnTo>
                <a:lnTo>
                  <a:pt x="1940243" y="4551998"/>
                </a:lnTo>
                <a:lnTo>
                  <a:pt x="1849755" y="4612958"/>
                </a:lnTo>
                <a:lnTo>
                  <a:pt x="1759267" y="4671060"/>
                </a:lnTo>
                <a:lnTo>
                  <a:pt x="1665923" y="4726305"/>
                </a:lnTo>
                <a:lnTo>
                  <a:pt x="1572577" y="4779645"/>
                </a:lnTo>
                <a:lnTo>
                  <a:pt x="1477327" y="4830128"/>
                </a:lnTo>
                <a:lnTo>
                  <a:pt x="1380173" y="4878705"/>
                </a:lnTo>
                <a:lnTo>
                  <a:pt x="1283017" y="4924425"/>
                </a:lnTo>
                <a:lnTo>
                  <a:pt x="1183957" y="4967288"/>
                </a:lnTo>
                <a:lnTo>
                  <a:pt x="1083945" y="5007292"/>
                </a:lnTo>
                <a:lnTo>
                  <a:pt x="983933" y="5045392"/>
                </a:lnTo>
                <a:lnTo>
                  <a:pt x="882015" y="5080635"/>
                </a:lnTo>
                <a:lnTo>
                  <a:pt x="779145" y="5113020"/>
                </a:lnTo>
                <a:lnTo>
                  <a:pt x="676275" y="5142548"/>
                </a:lnTo>
                <a:lnTo>
                  <a:pt x="0" y="2702242"/>
                </a:lnTo>
                <a:lnTo>
                  <a:pt x="38100" y="2689860"/>
                </a:lnTo>
                <a:lnTo>
                  <a:pt x="75247" y="2676525"/>
                </a:lnTo>
                <a:lnTo>
                  <a:pt x="113347" y="2661285"/>
                </a:lnTo>
                <a:lnTo>
                  <a:pt x="150495" y="2646045"/>
                </a:lnTo>
                <a:lnTo>
                  <a:pt x="186690" y="2628900"/>
                </a:lnTo>
                <a:lnTo>
                  <a:pt x="222885" y="2610802"/>
                </a:lnTo>
                <a:lnTo>
                  <a:pt x="259080" y="2591752"/>
                </a:lnTo>
                <a:lnTo>
                  <a:pt x="294323" y="2571750"/>
                </a:lnTo>
                <a:lnTo>
                  <a:pt x="329565" y="2550795"/>
                </a:lnTo>
                <a:lnTo>
                  <a:pt x="363855" y="2527935"/>
                </a:lnTo>
                <a:lnTo>
                  <a:pt x="398145" y="2505075"/>
                </a:lnTo>
                <a:lnTo>
                  <a:pt x="432435" y="2481262"/>
                </a:lnTo>
                <a:lnTo>
                  <a:pt x="464820" y="2455545"/>
                </a:lnTo>
                <a:lnTo>
                  <a:pt x="497205" y="2428875"/>
                </a:lnTo>
                <a:lnTo>
                  <a:pt x="529590" y="2402205"/>
                </a:lnTo>
                <a:lnTo>
                  <a:pt x="561023" y="2373630"/>
                </a:lnTo>
                <a:lnTo>
                  <a:pt x="591503" y="2345055"/>
                </a:lnTo>
                <a:lnTo>
                  <a:pt x="621030" y="2314575"/>
                </a:lnTo>
                <a:lnTo>
                  <a:pt x="650557" y="2284095"/>
                </a:lnTo>
                <a:lnTo>
                  <a:pt x="679133" y="2251710"/>
                </a:lnTo>
                <a:lnTo>
                  <a:pt x="707707" y="2219325"/>
                </a:lnTo>
                <a:lnTo>
                  <a:pt x="734377" y="2185988"/>
                </a:lnTo>
                <a:lnTo>
                  <a:pt x="761047" y="2151698"/>
                </a:lnTo>
                <a:lnTo>
                  <a:pt x="786765" y="2116455"/>
                </a:lnTo>
                <a:lnTo>
                  <a:pt x="812483" y="2081212"/>
                </a:lnTo>
                <a:lnTo>
                  <a:pt x="836295" y="2044065"/>
                </a:lnTo>
                <a:lnTo>
                  <a:pt x="859155" y="2006918"/>
                </a:lnTo>
                <a:lnTo>
                  <a:pt x="882015" y="1968818"/>
                </a:lnTo>
                <a:lnTo>
                  <a:pt x="903923" y="1930718"/>
                </a:lnTo>
                <a:lnTo>
                  <a:pt x="924877" y="1891665"/>
                </a:lnTo>
                <a:lnTo>
                  <a:pt x="944880" y="1851660"/>
                </a:lnTo>
                <a:lnTo>
                  <a:pt x="963930" y="1810702"/>
                </a:lnTo>
                <a:lnTo>
                  <a:pt x="982027" y="1769745"/>
                </a:lnTo>
                <a:lnTo>
                  <a:pt x="1000125" y="1728788"/>
                </a:lnTo>
                <a:lnTo>
                  <a:pt x="1016317" y="1686878"/>
                </a:lnTo>
                <a:lnTo>
                  <a:pt x="1031557" y="1644015"/>
                </a:lnTo>
                <a:lnTo>
                  <a:pt x="1045845" y="1601152"/>
                </a:lnTo>
                <a:lnTo>
                  <a:pt x="1060133" y="1557338"/>
                </a:lnTo>
                <a:lnTo>
                  <a:pt x="1072515" y="1513522"/>
                </a:lnTo>
                <a:lnTo>
                  <a:pt x="1083945" y="1469708"/>
                </a:lnTo>
                <a:lnTo>
                  <a:pt x="1095375" y="1424940"/>
                </a:lnTo>
                <a:lnTo>
                  <a:pt x="1104900" y="1380172"/>
                </a:lnTo>
                <a:lnTo>
                  <a:pt x="1113473" y="1335405"/>
                </a:lnTo>
                <a:lnTo>
                  <a:pt x="1122045" y="1289685"/>
                </a:lnTo>
                <a:lnTo>
                  <a:pt x="1128713" y="1243965"/>
                </a:lnTo>
                <a:lnTo>
                  <a:pt x="1134427" y="1198245"/>
                </a:lnTo>
                <a:lnTo>
                  <a:pt x="1139190" y="1152525"/>
                </a:lnTo>
                <a:lnTo>
                  <a:pt x="1143000" y="1106805"/>
                </a:lnTo>
                <a:lnTo>
                  <a:pt x="1145857" y="1060132"/>
                </a:lnTo>
                <a:lnTo>
                  <a:pt x="1147763" y="1014412"/>
                </a:lnTo>
                <a:lnTo>
                  <a:pt x="1148715" y="967740"/>
                </a:lnTo>
                <a:lnTo>
                  <a:pt x="1148715" y="922020"/>
                </a:lnTo>
                <a:lnTo>
                  <a:pt x="1147763" y="875348"/>
                </a:lnTo>
                <a:lnTo>
                  <a:pt x="1144905" y="828675"/>
                </a:lnTo>
                <a:lnTo>
                  <a:pt x="1142047" y="782955"/>
                </a:lnTo>
                <a:lnTo>
                  <a:pt x="1137285" y="737235"/>
                </a:lnTo>
                <a:lnTo>
                  <a:pt x="1132523" y="691515"/>
                </a:lnTo>
                <a:lnTo>
                  <a:pt x="1126807" y="645795"/>
                </a:lnTo>
                <a:lnTo>
                  <a:pt x="1119187" y="600075"/>
                </a:lnTo>
                <a:lnTo>
                  <a:pt x="1110615" y="554355"/>
                </a:lnTo>
                <a:close/>
              </a:path>
            </a:pathLst>
          </a:cu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eg-side-3"/>
          <p:cNvSpPr/>
          <p:nvPr/>
        </p:nvSpPr>
        <p:spPr>
          <a:xfrm>
            <a:off x="20503515" y="9579292"/>
            <a:ext cx="4990147" cy="3841433"/>
          </a:xfrm>
          <a:custGeom>
            <a:avLst/>
            <a:gdLst/>
            <a:ahLst/>
            <a:cxnLst/>
            <a:rect l="l" t="t" r="r" b="b"/>
            <a:pathLst>
              <a:path w="4990147" h="3841433">
                <a:moveTo>
                  <a:pt x="4990147" y="3727133"/>
                </a:moveTo>
                <a:lnTo>
                  <a:pt x="4886325" y="3750946"/>
                </a:lnTo>
                <a:lnTo>
                  <a:pt x="4781550" y="3771900"/>
                </a:lnTo>
                <a:lnTo>
                  <a:pt x="4675823" y="3789998"/>
                </a:lnTo>
                <a:lnTo>
                  <a:pt x="4571047" y="3805238"/>
                </a:lnTo>
                <a:lnTo>
                  <a:pt x="4465320" y="3818573"/>
                </a:lnTo>
                <a:lnTo>
                  <a:pt x="4358640" y="3828098"/>
                </a:lnTo>
                <a:lnTo>
                  <a:pt x="4252913" y="3835718"/>
                </a:lnTo>
                <a:lnTo>
                  <a:pt x="4146233" y="3839528"/>
                </a:lnTo>
                <a:lnTo>
                  <a:pt x="4039553" y="3841433"/>
                </a:lnTo>
                <a:lnTo>
                  <a:pt x="3932873" y="3840480"/>
                </a:lnTo>
                <a:lnTo>
                  <a:pt x="3826193" y="3835718"/>
                </a:lnTo>
                <a:lnTo>
                  <a:pt x="3720465" y="3829050"/>
                </a:lnTo>
                <a:lnTo>
                  <a:pt x="3613785" y="3819526"/>
                </a:lnTo>
                <a:lnTo>
                  <a:pt x="3508057" y="3807143"/>
                </a:lnTo>
                <a:lnTo>
                  <a:pt x="3402330" y="3791903"/>
                </a:lnTo>
                <a:lnTo>
                  <a:pt x="3297555" y="3773806"/>
                </a:lnTo>
                <a:lnTo>
                  <a:pt x="3192780" y="3753803"/>
                </a:lnTo>
                <a:lnTo>
                  <a:pt x="3088957" y="3729990"/>
                </a:lnTo>
                <a:lnTo>
                  <a:pt x="2985135" y="3704273"/>
                </a:lnTo>
                <a:lnTo>
                  <a:pt x="2882265" y="3674746"/>
                </a:lnTo>
                <a:lnTo>
                  <a:pt x="2780347" y="3643313"/>
                </a:lnTo>
                <a:lnTo>
                  <a:pt x="2679383" y="3609023"/>
                </a:lnTo>
                <a:lnTo>
                  <a:pt x="2578417" y="3571876"/>
                </a:lnTo>
                <a:lnTo>
                  <a:pt x="2479357" y="3532823"/>
                </a:lnTo>
                <a:lnTo>
                  <a:pt x="2380297" y="3490913"/>
                </a:lnTo>
                <a:lnTo>
                  <a:pt x="2283143" y="3446146"/>
                </a:lnTo>
                <a:lnTo>
                  <a:pt x="2186940" y="3398520"/>
                </a:lnTo>
                <a:lnTo>
                  <a:pt x="2091690" y="3348990"/>
                </a:lnTo>
                <a:lnTo>
                  <a:pt x="1998345" y="3296603"/>
                </a:lnTo>
                <a:lnTo>
                  <a:pt x="1905953" y="3241358"/>
                </a:lnTo>
                <a:lnTo>
                  <a:pt x="1814513" y="3184208"/>
                </a:lnTo>
                <a:lnTo>
                  <a:pt x="1724977" y="3125153"/>
                </a:lnTo>
                <a:lnTo>
                  <a:pt x="1636395" y="3063240"/>
                </a:lnTo>
                <a:lnTo>
                  <a:pt x="1549717" y="2999423"/>
                </a:lnTo>
                <a:lnTo>
                  <a:pt x="1464945" y="2932748"/>
                </a:lnTo>
                <a:lnTo>
                  <a:pt x="1382077" y="2864168"/>
                </a:lnTo>
                <a:lnTo>
                  <a:pt x="1300163" y="2793683"/>
                </a:lnTo>
                <a:lnTo>
                  <a:pt x="1220153" y="2720340"/>
                </a:lnTo>
                <a:lnTo>
                  <a:pt x="1142047" y="2645093"/>
                </a:lnTo>
                <a:lnTo>
                  <a:pt x="1065847" y="2568893"/>
                </a:lnTo>
                <a:lnTo>
                  <a:pt x="991553" y="2489836"/>
                </a:lnTo>
                <a:lnTo>
                  <a:pt x="919163" y="2408873"/>
                </a:lnTo>
                <a:lnTo>
                  <a:pt x="848677" y="2326006"/>
                </a:lnTo>
                <a:lnTo>
                  <a:pt x="781050" y="2241233"/>
                </a:lnTo>
                <a:lnTo>
                  <a:pt x="714375" y="2154556"/>
                </a:lnTo>
                <a:lnTo>
                  <a:pt x="650557" y="2066926"/>
                </a:lnTo>
                <a:lnTo>
                  <a:pt x="588645" y="1977390"/>
                </a:lnTo>
                <a:lnTo>
                  <a:pt x="529590" y="1885950"/>
                </a:lnTo>
                <a:lnTo>
                  <a:pt x="471487" y="1792606"/>
                </a:lnTo>
                <a:lnTo>
                  <a:pt x="417195" y="1698308"/>
                </a:lnTo>
                <a:lnTo>
                  <a:pt x="363855" y="1603058"/>
                </a:lnTo>
                <a:lnTo>
                  <a:pt x="313373" y="1505903"/>
                </a:lnTo>
                <a:lnTo>
                  <a:pt x="265747" y="1406843"/>
                </a:lnTo>
                <a:lnTo>
                  <a:pt x="220027" y="1307783"/>
                </a:lnTo>
                <a:lnTo>
                  <a:pt x="177165" y="1206818"/>
                </a:lnTo>
                <a:lnTo>
                  <a:pt x="137160" y="1104900"/>
                </a:lnTo>
                <a:lnTo>
                  <a:pt x="99060" y="1002030"/>
                </a:lnTo>
                <a:lnTo>
                  <a:pt x="63817" y="898208"/>
                </a:lnTo>
                <a:lnTo>
                  <a:pt x="30480" y="793433"/>
                </a:lnTo>
                <a:lnTo>
                  <a:pt x="0" y="687706"/>
                </a:lnTo>
                <a:lnTo>
                  <a:pt x="2547937" y="0"/>
                </a:lnTo>
                <a:lnTo>
                  <a:pt x="2559367" y="44768"/>
                </a:lnTo>
                <a:lnTo>
                  <a:pt x="2571750" y="88583"/>
                </a:lnTo>
                <a:lnTo>
                  <a:pt x="2584133" y="131446"/>
                </a:lnTo>
                <a:lnTo>
                  <a:pt x="2598420" y="174308"/>
                </a:lnTo>
                <a:lnTo>
                  <a:pt x="2613660" y="217170"/>
                </a:lnTo>
                <a:lnTo>
                  <a:pt x="2628900" y="259080"/>
                </a:lnTo>
                <a:lnTo>
                  <a:pt x="2646045" y="300990"/>
                </a:lnTo>
                <a:lnTo>
                  <a:pt x="2663190" y="341948"/>
                </a:lnTo>
                <a:lnTo>
                  <a:pt x="2682240" y="382906"/>
                </a:lnTo>
                <a:lnTo>
                  <a:pt x="2701290" y="422910"/>
                </a:lnTo>
                <a:lnTo>
                  <a:pt x="2722245" y="461963"/>
                </a:lnTo>
                <a:lnTo>
                  <a:pt x="2743200" y="501016"/>
                </a:lnTo>
                <a:lnTo>
                  <a:pt x="2765107" y="539116"/>
                </a:lnTo>
                <a:lnTo>
                  <a:pt x="2787967" y="576263"/>
                </a:lnTo>
                <a:lnTo>
                  <a:pt x="2810827" y="613410"/>
                </a:lnTo>
                <a:lnTo>
                  <a:pt x="2835593" y="648653"/>
                </a:lnTo>
                <a:lnTo>
                  <a:pt x="2860357" y="684848"/>
                </a:lnTo>
                <a:lnTo>
                  <a:pt x="2886075" y="719138"/>
                </a:lnTo>
                <a:lnTo>
                  <a:pt x="2912745" y="752476"/>
                </a:lnTo>
                <a:lnTo>
                  <a:pt x="2940367" y="785813"/>
                </a:lnTo>
                <a:lnTo>
                  <a:pt x="2968943" y="818198"/>
                </a:lnTo>
                <a:lnTo>
                  <a:pt x="2997517" y="849630"/>
                </a:lnTo>
                <a:lnTo>
                  <a:pt x="3027045" y="880110"/>
                </a:lnTo>
                <a:lnTo>
                  <a:pt x="3056573" y="909638"/>
                </a:lnTo>
                <a:lnTo>
                  <a:pt x="3087053" y="938213"/>
                </a:lnTo>
                <a:lnTo>
                  <a:pt x="3118485" y="965836"/>
                </a:lnTo>
                <a:lnTo>
                  <a:pt x="3150870" y="992506"/>
                </a:lnTo>
                <a:lnTo>
                  <a:pt x="3183255" y="1018223"/>
                </a:lnTo>
                <a:lnTo>
                  <a:pt x="3216593" y="1042988"/>
                </a:lnTo>
                <a:lnTo>
                  <a:pt x="3249930" y="1066800"/>
                </a:lnTo>
                <a:lnTo>
                  <a:pt x="3284220" y="1089660"/>
                </a:lnTo>
                <a:lnTo>
                  <a:pt x="3318510" y="1111568"/>
                </a:lnTo>
                <a:lnTo>
                  <a:pt x="3353753" y="1132523"/>
                </a:lnTo>
                <a:lnTo>
                  <a:pt x="3388995" y="1152526"/>
                </a:lnTo>
                <a:lnTo>
                  <a:pt x="3424237" y="1170623"/>
                </a:lnTo>
                <a:lnTo>
                  <a:pt x="3460433" y="1188720"/>
                </a:lnTo>
                <a:lnTo>
                  <a:pt x="3497580" y="1204913"/>
                </a:lnTo>
                <a:lnTo>
                  <a:pt x="3534727" y="1220153"/>
                </a:lnTo>
                <a:lnTo>
                  <a:pt x="3571875" y="1234440"/>
                </a:lnTo>
                <a:lnTo>
                  <a:pt x="3609023" y="1247776"/>
                </a:lnTo>
                <a:lnTo>
                  <a:pt x="3647123" y="1260158"/>
                </a:lnTo>
                <a:lnTo>
                  <a:pt x="3685223" y="1270636"/>
                </a:lnTo>
                <a:lnTo>
                  <a:pt x="3723323" y="1280160"/>
                </a:lnTo>
                <a:lnTo>
                  <a:pt x="3762375" y="1289686"/>
                </a:lnTo>
                <a:lnTo>
                  <a:pt x="3800475" y="1296353"/>
                </a:lnTo>
                <a:lnTo>
                  <a:pt x="3839527" y="1303020"/>
                </a:lnTo>
                <a:lnTo>
                  <a:pt x="3878580" y="1307783"/>
                </a:lnTo>
                <a:lnTo>
                  <a:pt x="3917633" y="1312546"/>
                </a:lnTo>
                <a:lnTo>
                  <a:pt x="3956685" y="1315403"/>
                </a:lnTo>
                <a:lnTo>
                  <a:pt x="3995737" y="1316356"/>
                </a:lnTo>
                <a:lnTo>
                  <a:pt x="4035743" y="1317308"/>
                </a:lnTo>
                <a:lnTo>
                  <a:pt x="4074795" y="1316356"/>
                </a:lnTo>
                <a:lnTo>
                  <a:pt x="4113847" y="1314450"/>
                </a:lnTo>
                <a:lnTo>
                  <a:pt x="4152900" y="1311593"/>
                </a:lnTo>
                <a:lnTo>
                  <a:pt x="4191953" y="1307783"/>
                </a:lnTo>
                <a:lnTo>
                  <a:pt x="4231005" y="1302068"/>
                </a:lnTo>
                <a:lnTo>
                  <a:pt x="4270057" y="1295400"/>
                </a:lnTo>
                <a:lnTo>
                  <a:pt x="4308157" y="1287780"/>
                </a:lnTo>
                <a:lnTo>
                  <a:pt x="4347210" y="1279208"/>
                </a:lnTo>
                <a:lnTo>
                  <a:pt x="4385310" y="1269683"/>
                </a:lnTo>
                <a:close/>
              </a:path>
            </a:pathLst>
          </a:custGeom>
          <a:solidFill>
            <a:srgbClr val="7C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eg-side-4"/>
          <p:cNvSpPr/>
          <p:nvPr/>
        </p:nvSpPr>
        <p:spPr>
          <a:xfrm>
            <a:off x="20345400" y="5035868"/>
            <a:ext cx="3643312" cy="5113972"/>
          </a:xfrm>
          <a:custGeom>
            <a:avLst/>
            <a:gdLst/>
            <a:ahLst/>
            <a:cxnLst/>
            <a:rect l="l" t="t" r="r" b="b"/>
            <a:pathLst>
              <a:path w="3643312" h="5113972">
                <a:moveTo>
                  <a:pt x="127635" y="5113972"/>
                </a:moveTo>
                <a:lnTo>
                  <a:pt x="104775" y="5012054"/>
                </a:lnTo>
                <a:lnTo>
                  <a:pt x="82868" y="4909184"/>
                </a:lnTo>
                <a:lnTo>
                  <a:pt x="63818" y="4805362"/>
                </a:lnTo>
                <a:lnTo>
                  <a:pt x="47625" y="4702492"/>
                </a:lnTo>
                <a:lnTo>
                  <a:pt x="33338" y="4597717"/>
                </a:lnTo>
                <a:lnTo>
                  <a:pt x="21908" y="4493894"/>
                </a:lnTo>
                <a:lnTo>
                  <a:pt x="12382" y="4389120"/>
                </a:lnTo>
                <a:lnTo>
                  <a:pt x="5715" y="4283392"/>
                </a:lnTo>
                <a:lnTo>
                  <a:pt x="1905" y="4178617"/>
                </a:lnTo>
                <a:lnTo>
                  <a:pt x="0" y="4073842"/>
                </a:lnTo>
                <a:lnTo>
                  <a:pt x="952" y="3968114"/>
                </a:lnTo>
                <a:lnTo>
                  <a:pt x="3810" y="3863340"/>
                </a:lnTo>
                <a:lnTo>
                  <a:pt x="9525" y="3758564"/>
                </a:lnTo>
                <a:lnTo>
                  <a:pt x="18098" y="3653790"/>
                </a:lnTo>
                <a:lnTo>
                  <a:pt x="28575" y="3549014"/>
                </a:lnTo>
                <a:lnTo>
                  <a:pt x="40958" y="3445192"/>
                </a:lnTo>
                <a:lnTo>
                  <a:pt x="56198" y="3341370"/>
                </a:lnTo>
                <a:lnTo>
                  <a:pt x="74295" y="3237547"/>
                </a:lnTo>
                <a:lnTo>
                  <a:pt x="95250" y="3134677"/>
                </a:lnTo>
                <a:lnTo>
                  <a:pt x="117158" y="3031807"/>
                </a:lnTo>
                <a:lnTo>
                  <a:pt x="142875" y="2929890"/>
                </a:lnTo>
                <a:lnTo>
                  <a:pt x="170498" y="2828924"/>
                </a:lnTo>
                <a:lnTo>
                  <a:pt x="200025" y="2727960"/>
                </a:lnTo>
                <a:lnTo>
                  <a:pt x="232410" y="2628900"/>
                </a:lnTo>
                <a:lnTo>
                  <a:pt x="266700" y="2529840"/>
                </a:lnTo>
                <a:lnTo>
                  <a:pt x="303848" y="2431732"/>
                </a:lnTo>
                <a:lnTo>
                  <a:pt x="342900" y="2334577"/>
                </a:lnTo>
                <a:lnTo>
                  <a:pt x="383858" y="2238374"/>
                </a:lnTo>
                <a:lnTo>
                  <a:pt x="427672" y="2144077"/>
                </a:lnTo>
                <a:lnTo>
                  <a:pt x="473392" y="2049780"/>
                </a:lnTo>
                <a:lnTo>
                  <a:pt x="521970" y="1957387"/>
                </a:lnTo>
                <a:lnTo>
                  <a:pt x="571500" y="1865947"/>
                </a:lnTo>
                <a:lnTo>
                  <a:pt x="623888" y="1775460"/>
                </a:lnTo>
                <a:lnTo>
                  <a:pt x="678180" y="1686877"/>
                </a:lnTo>
                <a:lnTo>
                  <a:pt x="735330" y="1599247"/>
                </a:lnTo>
                <a:lnTo>
                  <a:pt x="793432" y="1513522"/>
                </a:lnTo>
                <a:lnTo>
                  <a:pt x="854392" y="1428750"/>
                </a:lnTo>
                <a:lnTo>
                  <a:pt x="916305" y="1345882"/>
                </a:lnTo>
                <a:lnTo>
                  <a:pt x="981075" y="1264920"/>
                </a:lnTo>
                <a:lnTo>
                  <a:pt x="1047750" y="1184910"/>
                </a:lnTo>
                <a:lnTo>
                  <a:pt x="1115378" y="1106804"/>
                </a:lnTo>
                <a:lnTo>
                  <a:pt x="1185862" y="1030604"/>
                </a:lnTo>
                <a:lnTo>
                  <a:pt x="1257300" y="956310"/>
                </a:lnTo>
                <a:lnTo>
                  <a:pt x="1330642" y="883920"/>
                </a:lnTo>
                <a:lnTo>
                  <a:pt x="1405890" y="812482"/>
                </a:lnTo>
                <a:lnTo>
                  <a:pt x="1482090" y="743902"/>
                </a:lnTo>
                <a:lnTo>
                  <a:pt x="1561148" y="676274"/>
                </a:lnTo>
                <a:lnTo>
                  <a:pt x="1641158" y="611504"/>
                </a:lnTo>
                <a:lnTo>
                  <a:pt x="1722120" y="548640"/>
                </a:lnTo>
                <a:lnTo>
                  <a:pt x="1804988" y="487680"/>
                </a:lnTo>
                <a:lnTo>
                  <a:pt x="1889760" y="429577"/>
                </a:lnTo>
                <a:lnTo>
                  <a:pt x="1975485" y="372427"/>
                </a:lnTo>
                <a:lnTo>
                  <a:pt x="2062162" y="318134"/>
                </a:lnTo>
                <a:lnTo>
                  <a:pt x="2149792" y="265747"/>
                </a:lnTo>
                <a:lnTo>
                  <a:pt x="2239328" y="215264"/>
                </a:lnTo>
                <a:lnTo>
                  <a:pt x="2329815" y="167640"/>
                </a:lnTo>
                <a:lnTo>
                  <a:pt x="2422208" y="121920"/>
                </a:lnTo>
                <a:lnTo>
                  <a:pt x="2514600" y="79057"/>
                </a:lnTo>
                <a:lnTo>
                  <a:pt x="2607945" y="38100"/>
                </a:lnTo>
                <a:lnTo>
                  <a:pt x="2703195" y="0"/>
                </a:lnTo>
                <a:lnTo>
                  <a:pt x="3643312" y="2359342"/>
                </a:lnTo>
                <a:lnTo>
                  <a:pt x="3608070" y="2375534"/>
                </a:lnTo>
                <a:lnTo>
                  <a:pt x="3573780" y="2392680"/>
                </a:lnTo>
                <a:lnTo>
                  <a:pt x="3539490" y="2410777"/>
                </a:lnTo>
                <a:lnTo>
                  <a:pt x="3506152" y="2429827"/>
                </a:lnTo>
                <a:lnTo>
                  <a:pt x="3472815" y="2449830"/>
                </a:lnTo>
                <a:lnTo>
                  <a:pt x="3439478" y="2469832"/>
                </a:lnTo>
                <a:lnTo>
                  <a:pt x="3407092" y="2491740"/>
                </a:lnTo>
                <a:lnTo>
                  <a:pt x="3374708" y="2514600"/>
                </a:lnTo>
                <a:lnTo>
                  <a:pt x="3343275" y="2538412"/>
                </a:lnTo>
                <a:lnTo>
                  <a:pt x="3312795" y="2563177"/>
                </a:lnTo>
                <a:lnTo>
                  <a:pt x="3282315" y="2588894"/>
                </a:lnTo>
                <a:lnTo>
                  <a:pt x="3251835" y="2614612"/>
                </a:lnTo>
                <a:lnTo>
                  <a:pt x="3222308" y="2642234"/>
                </a:lnTo>
                <a:lnTo>
                  <a:pt x="3193732" y="2669857"/>
                </a:lnTo>
                <a:lnTo>
                  <a:pt x="3165158" y="2698432"/>
                </a:lnTo>
                <a:lnTo>
                  <a:pt x="3137535" y="2727960"/>
                </a:lnTo>
                <a:lnTo>
                  <a:pt x="3110865" y="2758440"/>
                </a:lnTo>
                <a:lnTo>
                  <a:pt x="3084195" y="2789872"/>
                </a:lnTo>
                <a:lnTo>
                  <a:pt x="3058478" y="2821304"/>
                </a:lnTo>
                <a:lnTo>
                  <a:pt x="3033712" y="2854642"/>
                </a:lnTo>
                <a:lnTo>
                  <a:pt x="3008948" y="2887027"/>
                </a:lnTo>
                <a:lnTo>
                  <a:pt x="2985135" y="2921317"/>
                </a:lnTo>
                <a:lnTo>
                  <a:pt x="2962275" y="2955607"/>
                </a:lnTo>
                <a:lnTo>
                  <a:pt x="2940368" y="2991802"/>
                </a:lnTo>
                <a:lnTo>
                  <a:pt x="2918460" y="3027044"/>
                </a:lnTo>
                <a:lnTo>
                  <a:pt x="2897505" y="3064192"/>
                </a:lnTo>
                <a:lnTo>
                  <a:pt x="2877502" y="3100387"/>
                </a:lnTo>
                <a:lnTo>
                  <a:pt x="2858452" y="3138487"/>
                </a:lnTo>
                <a:lnTo>
                  <a:pt x="2840355" y="3176587"/>
                </a:lnTo>
                <a:lnTo>
                  <a:pt x="2822258" y="3215640"/>
                </a:lnTo>
                <a:lnTo>
                  <a:pt x="2805112" y="3254692"/>
                </a:lnTo>
                <a:lnTo>
                  <a:pt x="2788920" y="3293744"/>
                </a:lnTo>
                <a:lnTo>
                  <a:pt x="2773680" y="3334702"/>
                </a:lnTo>
                <a:lnTo>
                  <a:pt x="2759392" y="3374707"/>
                </a:lnTo>
                <a:lnTo>
                  <a:pt x="2746058" y="3415664"/>
                </a:lnTo>
                <a:lnTo>
                  <a:pt x="2733675" y="3456622"/>
                </a:lnTo>
                <a:lnTo>
                  <a:pt x="2721292" y="3498532"/>
                </a:lnTo>
                <a:lnTo>
                  <a:pt x="2710815" y="3540442"/>
                </a:lnTo>
                <a:lnTo>
                  <a:pt x="2700338" y="3583304"/>
                </a:lnTo>
                <a:lnTo>
                  <a:pt x="2690812" y="3625214"/>
                </a:lnTo>
                <a:lnTo>
                  <a:pt x="2683192" y="3668077"/>
                </a:lnTo>
                <a:lnTo>
                  <a:pt x="2675572" y="3710940"/>
                </a:lnTo>
                <a:lnTo>
                  <a:pt x="2668905" y="3754754"/>
                </a:lnTo>
                <a:lnTo>
                  <a:pt x="2663190" y="3797617"/>
                </a:lnTo>
                <a:lnTo>
                  <a:pt x="2658428" y="3841432"/>
                </a:lnTo>
                <a:lnTo>
                  <a:pt x="2654618" y="3885247"/>
                </a:lnTo>
                <a:lnTo>
                  <a:pt x="2651760" y="3929062"/>
                </a:lnTo>
                <a:lnTo>
                  <a:pt x="2649855" y="3972877"/>
                </a:lnTo>
                <a:lnTo>
                  <a:pt x="2647950" y="4016692"/>
                </a:lnTo>
                <a:lnTo>
                  <a:pt x="2647950" y="4060507"/>
                </a:lnTo>
                <a:lnTo>
                  <a:pt x="2648902" y="4104322"/>
                </a:lnTo>
                <a:lnTo>
                  <a:pt x="2649855" y="4148137"/>
                </a:lnTo>
                <a:lnTo>
                  <a:pt x="2652712" y="4191952"/>
                </a:lnTo>
                <a:lnTo>
                  <a:pt x="2655570" y="4235767"/>
                </a:lnTo>
                <a:lnTo>
                  <a:pt x="2660332" y="4279582"/>
                </a:lnTo>
                <a:lnTo>
                  <a:pt x="2665095" y="4322444"/>
                </a:lnTo>
                <a:lnTo>
                  <a:pt x="2671762" y="4366260"/>
                </a:lnTo>
                <a:lnTo>
                  <a:pt x="2678430" y="4409122"/>
                </a:lnTo>
                <a:lnTo>
                  <a:pt x="2686050" y="4451984"/>
                </a:lnTo>
                <a:lnTo>
                  <a:pt x="2694622" y="4494847"/>
                </a:lnTo>
                <a:close/>
              </a:path>
            </a:pathLst>
          </a:cu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eg-1"/>
          <p:cNvSpPr/>
          <p:nvPr/>
        </p:nvSpPr>
        <p:spPr>
          <a:xfrm>
            <a:off x="23053358" y="4619625"/>
            <a:ext cx="5439727" cy="3887153"/>
          </a:xfrm>
          <a:custGeom>
            <a:avLst/>
            <a:gdLst/>
            <a:ahLst/>
            <a:cxnLst/>
            <a:rect l="l" t="t" r="r" b="b"/>
            <a:pathLst>
              <a:path w="5439727" h="3887153">
                <a:moveTo>
                  <a:pt x="0" y="240983"/>
                </a:moveTo>
                <a:lnTo>
                  <a:pt x="109537" y="202883"/>
                </a:lnTo>
                <a:lnTo>
                  <a:pt x="220027" y="168593"/>
                </a:lnTo>
                <a:lnTo>
                  <a:pt x="332422" y="137160"/>
                </a:lnTo>
                <a:lnTo>
                  <a:pt x="444817" y="108585"/>
                </a:lnTo>
                <a:lnTo>
                  <a:pt x="557212" y="83820"/>
                </a:lnTo>
                <a:lnTo>
                  <a:pt x="671512" y="61913"/>
                </a:lnTo>
                <a:lnTo>
                  <a:pt x="785812" y="43815"/>
                </a:lnTo>
                <a:lnTo>
                  <a:pt x="900112" y="28575"/>
                </a:lnTo>
                <a:lnTo>
                  <a:pt x="1015364" y="16193"/>
                </a:lnTo>
                <a:lnTo>
                  <a:pt x="1130617" y="7620"/>
                </a:lnTo>
                <a:lnTo>
                  <a:pt x="1246822" y="1905"/>
                </a:lnTo>
                <a:lnTo>
                  <a:pt x="1362074" y="0"/>
                </a:lnTo>
                <a:lnTo>
                  <a:pt x="1478280" y="953"/>
                </a:lnTo>
                <a:lnTo>
                  <a:pt x="1593532" y="5715"/>
                </a:lnTo>
                <a:lnTo>
                  <a:pt x="1708784" y="13335"/>
                </a:lnTo>
                <a:lnTo>
                  <a:pt x="1824037" y="24765"/>
                </a:lnTo>
                <a:lnTo>
                  <a:pt x="1939290" y="39053"/>
                </a:lnTo>
                <a:lnTo>
                  <a:pt x="2053590" y="56197"/>
                </a:lnTo>
                <a:lnTo>
                  <a:pt x="2166937" y="77153"/>
                </a:lnTo>
                <a:lnTo>
                  <a:pt x="2280284" y="101917"/>
                </a:lnTo>
                <a:lnTo>
                  <a:pt x="2393632" y="128587"/>
                </a:lnTo>
                <a:lnTo>
                  <a:pt x="2505074" y="160020"/>
                </a:lnTo>
                <a:lnTo>
                  <a:pt x="2616517" y="193357"/>
                </a:lnTo>
                <a:lnTo>
                  <a:pt x="2726054" y="230505"/>
                </a:lnTo>
                <a:lnTo>
                  <a:pt x="2835592" y="270510"/>
                </a:lnTo>
                <a:lnTo>
                  <a:pt x="2943224" y="313373"/>
                </a:lnTo>
                <a:lnTo>
                  <a:pt x="3049904" y="360045"/>
                </a:lnTo>
                <a:lnTo>
                  <a:pt x="3155632" y="408623"/>
                </a:lnTo>
                <a:lnTo>
                  <a:pt x="3259454" y="461010"/>
                </a:lnTo>
                <a:lnTo>
                  <a:pt x="3362324" y="516255"/>
                </a:lnTo>
                <a:lnTo>
                  <a:pt x="3463290" y="574357"/>
                </a:lnTo>
                <a:lnTo>
                  <a:pt x="3562350" y="635317"/>
                </a:lnTo>
                <a:lnTo>
                  <a:pt x="3660457" y="699135"/>
                </a:lnTo>
                <a:lnTo>
                  <a:pt x="3756660" y="765810"/>
                </a:lnTo>
                <a:lnTo>
                  <a:pt x="3850957" y="834390"/>
                </a:lnTo>
                <a:lnTo>
                  <a:pt x="3943350" y="906780"/>
                </a:lnTo>
                <a:lnTo>
                  <a:pt x="4033837" y="981075"/>
                </a:lnTo>
                <a:lnTo>
                  <a:pt x="4122420" y="1058227"/>
                </a:lnTo>
                <a:lnTo>
                  <a:pt x="4209097" y="1138237"/>
                </a:lnTo>
                <a:lnTo>
                  <a:pt x="4292917" y="1220153"/>
                </a:lnTo>
                <a:lnTo>
                  <a:pt x="4374832" y="1303973"/>
                </a:lnTo>
                <a:lnTo>
                  <a:pt x="4454842" y="1390650"/>
                </a:lnTo>
                <a:lnTo>
                  <a:pt x="4531994" y="1480185"/>
                </a:lnTo>
                <a:lnTo>
                  <a:pt x="4607242" y="1570673"/>
                </a:lnTo>
                <a:lnTo>
                  <a:pt x="4679632" y="1664017"/>
                </a:lnTo>
                <a:lnTo>
                  <a:pt x="4750117" y="1759267"/>
                </a:lnTo>
                <a:lnTo>
                  <a:pt x="4816792" y="1856423"/>
                </a:lnTo>
                <a:lnTo>
                  <a:pt x="4881562" y="1955483"/>
                </a:lnTo>
                <a:lnTo>
                  <a:pt x="4944427" y="2056447"/>
                </a:lnTo>
                <a:lnTo>
                  <a:pt x="5003482" y="2159317"/>
                </a:lnTo>
                <a:lnTo>
                  <a:pt x="5060632" y="2263140"/>
                </a:lnTo>
                <a:lnTo>
                  <a:pt x="5113972" y="2369820"/>
                </a:lnTo>
                <a:lnTo>
                  <a:pt x="5165407" y="2476500"/>
                </a:lnTo>
                <a:lnTo>
                  <a:pt x="5213032" y="2586037"/>
                </a:lnTo>
                <a:lnTo>
                  <a:pt x="5258752" y="2695575"/>
                </a:lnTo>
                <a:lnTo>
                  <a:pt x="5300662" y="2807017"/>
                </a:lnTo>
                <a:lnTo>
                  <a:pt x="5339714" y="2919413"/>
                </a:lnTo>
                <a:lnTo>
                  <a:pt x="5375910" y="3033713"/>
                </a:lnTo>
                <a:lnTo>
                  <a:pt x="5409247" y="3148013"/>
                </a:lnTo>
                <a:lnTo>
                  <a:pt x="5439727" y="3263265"/>
                </a:lnTo>
                <a:lnTo>
                  <a:pt x="2873692" y="3887153"/>
                </a:lnTo>
                <a:lnTo>
                  <a:pt x="2862262" y="3838575"/>
                </a:lnTo>
                <a:lnTo>
                  <a:pt x="2849880" y="3790950"/>
                </a:lnTo>
                <a:lnTo>
                  <a:pt x="2836544" y="3743325"/>
                </a:lnTo>
                <a:lnTo>
                  <a:pt x="2822257" y="3696653"/>
                </a:lnTo>
                <a:lnTo>
                  <a:pt x="2807017" y="3649980"/>
                </a:lnTo>
                <a:lnTo>
                  <a:pt x="2789872" y="3604260"/>
                </a:lnTo>
                <a:lnTo>
                  <a:pt x="2772727" y="3558540"/>
                </a:lnTo>
                <a:lnTo>
                  <a:pt x="2753677" y="3513773"/>
                </a:lnTo>
                <a:lnTo>
                  <a:pt x="2733674" y="3469005"/>
                </a:lnTo>
                <a:lnTo>
                  <a:pt x="2712720" y="3426143"/>
                </a:lnTo>
                <a:lnTo>
                  <a:pt x="2690812" y="3383280"/>
                </a:lnTo>
                <a:lnTo>
                  <a:pt x="2667952" y="3340417"/>
                </a:lnTo>
                <a:lnTo>
                  <a:pt x="2644140" y="3299460"/>
                </a:lnTo>
                <a:lnTo>
                  <a:pt x="2619374" y="3258503"/>
                </a:lnTo>
                <a:lnTo>
                  <a:pt x="2593657" y="3219450"/>
                </a:lnTo>
                <a:lnTo>
                  <a:pt x="2566987" y="3180397"/>
                </a:lnTo>
                <a:lnTo>
                  <a:pt x="2539364" y="3142297"/>
                </a:lnTo>
                <a:lnTo>
                  <a:pt x="2510790" y="3105150"/>
                </a:lnTo>
                <a:lnTo>
                  <a:pt x="2481262" y="3068955"/>
                </a:lnTo>
                <a:lnTo>
                  <a:pt x="2451734" y="3033713"/>
                </a:lnTo>
                <a:lnTo>
                  <a:pt x="2420302" y="2999423"/>
                </a:lnTo>
                <a:lnTo>
                  <a:pt x="2388870" y="2966085"/>
                </a:lnTo>
                <a:lnTo>
                  <a:pt x="2356484" y="2933700"/>
                </a:lnTo>
                <a:lnTo>
                  <a:pt x="2323147" y="2902267"/>
                </a:lnTo>
                <a:lnTo>
                  <a:pt x="2288857" y="2872740"/>
                </a:lnTo>
                <a:lnTo>
                  <a:pt x="2253614" y="2844165"/>
                </a:lnTo>
                <a:lnTo>
                  <a:pt x="2218372" y="2815590"/>
                </a:lnTo>
                <a:lnTo>
                  <a:pt x="2182177" y="2788920"/>
                </a:lnTo>
                <a:lnTo>
                  <a:pt x="2145982" y="2764155"/>
                </a:lnTo>
                <a:lnTo>
                  <a:pt x="2108834" y="2739390"/>
                </a:lnTo>
                <a:lnTo>
                  <a:pt x="2070734" y="2716530"/>
                </a:lnTo>
                <a:lnTo>
                  <a:pt x="2032634" y="2694623"/>
                </a:lnTo>
                <a:lnTo>
                  <a:pt x="1993582" y="2674620"/>
                </a:lnTo>
                <a:lnTo>
                  <a:pt x="1954530" y="2654617"/>
                </a:lnTo>
                <a:lnTo>
                  <a:pt x="1914524" y="2636520"/>
                </a:lnTo>
                <a:lnTo>
                  <a:pt x="1874520" y="2620327"/>
                </a:lnTo>
                <a:lnTo>
                  <a:pt x="1833562" y="2605087"/>
                </a:lnTo>
                <a:lnTo>
                  <a:pt x="1793557" y="2590800"/>
                </a:lnTo>
                <a:lnTo>
                  <a:pt x="1751647" y="2578417"/>
                </a:lnTo>
                <a:lnTo>
                  <a:pt x="1710690" y="2566987"/>
                </a:lnTo>
                <a:lnTo>
                  <a:pt x="1668780" y="2556510"/>
                </a:lnTo>
                <a:lnTo>
                  <a:pt x="1626870" y="2547937"/>
                </a:lnTo>
                <a:lnTo>
                  <a:pt x="1584960" y="2540317"/>
                </a:lnTo>
                <a:lnTo>
                  <a:pt x="1542097" y="2534603"/>
                </a:lnTo>
                <a:lnTo>
                  <a:pt x="1500187" y="2529840"/>
                </a:lnTo>
                <a:lnTo>
                  <a:pt x="1457324" y="2526983"/>
                </a:lnTo>
                <a:lnTo>
                  <a:pt x="1414462" y="2525077"/>
                </a:lnTo>
                <a:lnTo>
                  <a:pt x="1372552" y="2524125"/>
                </a:lnTo>
                <a:lnTo>
                  <a:pt x="1329690" y="2525077"/>
                </a:lnTo>
                <a:lnTo>
                  <a:pt x="1286827" y="2526983"/>
                </a:lnTo>
                <a:lnTo>
                  <a:pt x="1244917" y="2530793"/>
                </a:lnTo>
                <a:lnTo>
                  <a:pt x="1202054" y="2535555"/>
                </a:lnTo>
                <a:lnTo>
                  <a:pt x="1160144" y="2542223"/>
                </a:lnTo>
                <a:lnTo>
                  <a:pt x="1118234" y="2549843"/>
                </a:lnTo>
                <a:lnTo>
                  <a:pt x="1076324" y="2559367"/>
                </a:lnTo>
                <a:lnTo>
                  <a:pt x="1034414" y="2569845"/>
                </a:lnTo>
                <a:lnTo>
                  <a:pt x="993457" y="2581275"/>
                </a:lnTo>
                <a:lnTo>
                  <a:pt x="951547" y="2594610"/>
                </a:lnTo>
                <a:lnTo>
                  <a:pt x="911542" y="2608897"/>
                </a:lnTo>
                <a:lnTo>
                  <a:pt x="870584" y="2625090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eg-2"/>
          <p:cNvSpPr/>
          <p:nvPr/>
        </p:nvSpPr>
        <p:spPr>
          <a:xfrm>
            <a:off x="24825960" y="8001000"/>
            <a:ext cx="3796665" cy="5142548"/>
          </a:xfrm>
          <a:custGeom>
            <a:avLst/>
            <a:gdLst/>
            <a:ahLst/>
            <a:cxnLst/>
            <a:rect l="l" t="t" r="r" b="b"/>
            <a:pathLst>
              <a:path w="3796665" h="5142548">
                <a:moveTo>
                  <a:pt x="3693795" y="0"/>
                </a:moveTo>
                <a:lnTo>
                  <a:pt x="3716655" y="108585"/>
                </a:lnTo>
                <a:lnTo>
                  <a:pt x="3735705" y="217170"/>
                </a:lnTo>
                <a:lnTo>
                  <a:pt x="3752850" y="326708"/>
                </a:lnTo>
                <a:lnTo>
                  <a:pt x="3767138" y="436245"/>
                </a:lnTo>
                <a:lnTo>
                  <a:pt x="3778568" y="546735"/>
                </a:lnTo>
                <a:lnTo>
                  <a:pt x="3787140" y="657225"/>
                </a:lnTo>
                <a:lnTo>
                  <a:pt x="3792855" y="767715"/>
                </a:lnTo>
                <a:lnTo>
                  <a:pt x="3795712" y="878205"/>
                </a:lnTo>
                <a:lnTo>
                  <a:pt x="3796665" y="989648"/>
                </a:lnTo>
                <a:lnTo>
                  <a:pt x="3793808" y="1100138"/>
                </a:lnTo>
                <a:lnTo>
                  <a:pt x="3789045" y="1210628"/>
                </a:lnTo>
                <a:lnTo>
                  <a:pt x="3781425" y="1321118"/>
                </a:lnTo>
                <a:lnTo>
                  <a:pt x="3770948" y="1431608"/>
                </a:lnTo>
                <a:lnTo>
                  <a:pt x="3757612" y="1541145"/>
                </a:lnTo>
                <a:lnTo>
                  <a:pt x="3741420" y="1650682"/>
                </a:lnTo>
                <a:lnTo>
                  <a:pt x="3723322" y="1760220"/>
                </a:lnTo>
                <a:lnTo>
                  <a:pt x="3702368" y="1868805"/>
                </a:lnTo>
                <a:lnTo>
                  <a:pt x="3677602" y="1976438"/>
                </a:lnTo>
                <a:lnTo>
                  <a:pt x="3650932" y="2084070"/>
                </a:lnTo>
                <a:lnTo>
                  <a:pt x="3622358" y="2190750"/>
                </a:lnTo>
                <a:lnTo>
                  <a:pt x="3589972" y="2296478"/>
                </a:lnTo>
                <a:lnTo>
                  <a:pt x="3555682" y="2401252"/>
                </a:lnTo>
                <a:lnTo>
                  <a:pt x="3518535" y="2505075"/>
                </a:lnTo>
                <a:lnTo>
                  <a:pt x="3478530" y="2607945"/>
                </a:lnTo>
                <a:lnTo>
                  <a:pt x="3436620" y="2709862"/>
                </a:lnTo>
                <a:lnTo>
                  <a:pt x="3391852" y="2810828"/>
                </a:lnTo>
                <a:lnTo>
                  <a:pt x="3344228" y="2909888"/>
                </a:lnTo>
                <a:lnTo>
                  <a:pt x="3294698" y="3007995"/>
                </a:lnTo>
                <a:lnTo>
                  <a:pt x="3243262" y="3105150"/>
                </a:lnTo>
                <a:lnTo>
                  <a:pt x="3188970" y="3200400"/>
                </a:lnTo>
                <a:lnTo>
                  <a:pt x="3131820" y="3294698"/>
                </a:lnTo>
                <a:lnTo>
                  <a:pt x="3072765" y="3387090"/>
                </a:lnTo>
                <a:lnTo>
                  <a:pt x="3011805" y="3478530"/>
                </a:lnTo>
                <a:lnTo>
                  <a:pt x="2947988" y="3567112"/>
                </a:lnTo>
                <a:lnTo>
                  <a:pt x="2882265" y="3654742"/>
                </a:lnTo>
                <a:lnTo>
                  <a:pt x="2814638" y="3740468"/>
                </a:lnTo>
                <a:lnTo>
                  <a:pt x="2744152" y="3824288"/>
                </a:lnTo>
                <a:lnTo>
                  <a:pt x="2672715" y="3906202"/>
                </a:lnTo>
                <a:lnTo>
                  <a:pt x="2598420" y="3986212"/>
                </a:lnTo>
                <a:lnTo>
                  <a:pt x="2522220" y="4064318"/>
                </a:lnTo>
                <a:lnTo>
                  <a:pt x="2444115" y="4140518"/>
                </a:lnTo>
                <a:lnTo>
                  <a:pt x="2364105" y="4214812"/>
                </a:lnTo>
                <a:lnTo>
                  <a:pt x="2283142" y="4287202"/>
                </a:lnTo>
                <a:lnTo>
                  <a:pt x="2199322" y="4356735"/>
                </a:lnTo>
                <a:lnTo>
                  <a:pt x="2114550" y="4424362"/>
                </a:lnTo>
                <a:lnTo>
                  <a:pt x="2027872" y="4489132"/>
                </a:lnTo>
                <a:lnTo>
                  <a:pt x="1940242" y="4551998"/>
                </a:lnTo>
                <a:lnTo>
                  <a:pt x="1849755" y="4612958"/>
                </a:lnTo>
                <a:lnTo>
                  <a:pt x="1759268" y="4671060"/>
                </a:lnTo>
                <a:lnTo>
                  <a:pt x="1665922" y="4726305"/>
                </a:lnTo>
                <a:lnTo>
                  <a:pt x="1572578" y="4779645"/>
                </a:lnTo>
                <a:lnTo>
                  <a:pt x="1477328" y="4830128"/>
                </a:lnTo>
                <a:lnTo>
                  <a:pt x="1380172" y="4878705"/>
                </a:lnTo>
                <a:lnTo>
                  <a:pt x="1283018" y="4924425"/>
                </a:lnTo>
                <a:lnTo>
                  <a:pt x="1183958" y="4967288"/>
                </a:lnTo>
                <a:lnTo>
                  <a:pt x="1083945" y="5007292"/>
                </a:lnTo>
                <a:lnTo>
                  <a:pt x="983932" y="5045392"/>
                </a:lnTo>
                <a:lnTo>
                  <a:pt x="882015" y="5080635"/>
                </a:lnTo>
                <a:lnTo>
                  <a:pt x="779145" y="5113020"/>
                </a:lnTo>
                <a:lnTo>
                  <a:pt x="676275" y="5142548"/>
                </a:lnTo>
                <a:lnTo>
                  <a:pt x="0" y="2702242"/>
                </a:lnTo>
                <a:lnTo>
                  <a:pt x="38100" y="2689860"/>
                </a:lnTo>
                <a:lnTo>
                  <a:pt x="75248" y="2676525"/>
                </a:lnTo>
                <a:lnTo>
                  <a:pt x="113348" y="2661285"/>
                </a:lnTo>
                <a:lnTo>
                  <a:pt x="150495" y="2646045"/>
                </a:lnTo>
                <a:lnTo>
                  <a:pt x="186690" y="2628900"/>
                </a:lnTo>
                <a:lnTo>
                  <a:pt x="222885" y="2610802"/>
                </a:lnTo>
                <a:lnTo>
                  <a:pt x="259080" y="2591752"/>
                </a:lnTo>
                <a:lnTo>
                  <a:pt x="294322" y="2571750"/>
                </a:lnTo>
                <a:lnTo>
                  <a:pt x="329565" y="2550795"/>
                </a:lnTo>
                <a:lnTo>
                  <a:pt x="363855" y="2527935"/>
                </a:lnTo>
                <a:lnTo>
                  <a:pt x="398145" y="2505075"/>
                </a:lnTo>
                <a:lnTo>
                  <a:pt x="432435" y="2481262"/>
                </a:lnTo>
                <a:lnTo>
                  <a:pt x="464820" y="2455545"/>
                </a:lnTo>
                <a:lnTo>
                  <a:pt x="497205" y="2428875"/>
                </a:lnTo>
                <a:lnTo>
                  <a:pt x="529590" y="2402205"/>
                </a:lnTo>
                <a:lnTo>
                  <a:pt x="561022" y="2373630"/>
                </a:lnTo>
                <a:lnTo>
                  <a:pt x="591502" y="2345055"/>
                </a:lnTo>
                <a:lnTo>
                  <a:pt x="621030" y="2314575"/>
                </a:lnTo>
                <a:lnTo>
                  <a:pt x="650558" y="2284095"/>
                </a:lnTo>
                <a:lnTo>
                  <a:pt x="679132" y="2251710"/>
                </a:lnTo>
                <a:lnTo>
                  <a:pt x="707708" y="2219325"/>
                </a:lnTo>
                <a:lnTo>
                  <a:pt x="734378" y="2185988"/>
                </a:lnTo>
                <a:lnTo>
                  <a:pt x="761048" y="2151698"/>
                </a:lnTo>
                <a:lnTo>
                  <a:pt x="786765" y="2116455"/>
                </a:lnTo>
                <a:lnTo>
                  <a:pt x="812482" y="2081212"/>
                </a:lnTo>
                <a:lnTo>
                  <a:pt x="836295" y="2044065"/>
                </a:lnTo>
                <a:lnTo>
                  <a:pt x="859155" y="2006918"/>
                </a:lnTo>
                <a:lnTo>
                  <a:pt x="882015" y="1968818"/>
                </a:lnTo>
                <a:lnTo>
                  <a:pt x="903922" y="1930718"/>
                </a:lnTo>
                <a:lnTo>
                  <a:pt x="924878" y="1891665"/>
                </a:lnTo>
                <a:lnTo>
                  <a:pt x="944880" y="1851660"/>
                </a:lnTo>
                <a:lnTo>
                  <a:pt x="963930" y="1810702"/>
                </a:lnTo>
                <a:lnTo>
                  <a:pt x="982028" y="1769745"/>
                </a:lnTo>
                <a:lnTo>
                  <a:pt x="1000125" y="1728788"/>
                </a:lnTo>
                <a:lnTo>
                  <a:pt x="1016318" y="1686878"/>
                </a:lnTo>
                <a:lnTo>
                  <a:pt x="1031558" y="1644015"/>
                </a:lnTo>
                <a:lnTo>
                  <a:pt x="1045845" y="1601152"/>
                </a:lnTo>
                <a:lnTo>
                  <a:pt x="1060132" y="1557338"/>
                </a:lnTo>
                <a:lnTo>
                  <a:pt x="1072515" y="1513522"/>
                </a:lnTo>
                <a:lnTo>
                  <a:pt x="1083945" y="1469708"/>
                </a:lnTo>
                <a:lnTo>
                  <a:pt x="1095375" y="1424940"/>
                </a:lnTo>
                <a:lnTo>
                  <a:pt x="1104900" y="1380172"/>
                </a:lnTo>
                <a:lnTo>
                  <a:pt x="1113472" y="1335405"/>
                </a:lnTo>
                <a:lnTo>
                  <a:pt x="1122045" y="1289685"/>
                </a:lnTo>
                <a:lnTo>
                  <a:pt x="1128712" y="1243965"/>
                </a:lnTo>
                <a:lnTo>
                  <a:pt x="1134428" y="1198245"/>
                </a:lnTo>
                <a:lnTo>
                  <a:pt x="1139190" y="1152525"/>
                </a:lnTo>
                <a:lnTo>
                  <a:pt x="1143000" y="1106805"/>
                </a:lnTo>
                <a:lnTo>
                  <a:pt x="1145858" y="1060132"/>
                </a:lnTo>
                <a:lnTo>
                  <a:pt x="1147762" y="1014412"/>
                </a:lnTo>
                <a:lnTo>
                  <a:pt x="1148715" y="967740"/>
                </a:lnTo>
                <a:lnTo>
                  <a:pt x="1148715" y="922020"/>
                </a:lnTo>
                <a:lnTo>
                  <a:pt x="1147762" y="875348"/>
                </a:lnTo>
                <a:lnTo>
                  <a:pt x="1144905" y="828675"/>
                </a:lnTo>
                <a:lnTo>
                  <a:pt x="1142048" y="782955"/>
                </a:lnTo>
                <a:lnTo>
                  <a:pt x="1137285" y="737235"/>
                </a:lnTo>
                <a:lnTo>
                  <a:pt x="1132522" y="691515"/>
                </a:lnTo>
                <a:lnTo>
                  <a:pt x="1126808" y="645795"/>
                </a:lnTo>
                <a:lnTo>
                  <a:pt x="1119188" y="600075"/>
                </a:lnTo>
                <a:lnTo>
                  <a:pt x="1110615" y="554355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g-3"/>
          <p:cNvSpPr/>
          <p:nvPr/>
        </p:nvSpPr>
        <p:spPr>
          <a:xfrm>
            <a:off x="20398740" y="9445942"/>
            <a:ext cx="4990148" cy="3841433"/>
          </a:xfrm>
          <a:custGeom>
            <a:avLst/>
            <a:gdLst/>
            <a:ahLst/>
            <a:cxnLst/>
            <a:rect l="l" t="t" r="r" b="b"/>
            <a:pathLst>
              <a:path w="4990148" h="3841433">
                <a:moveTo>
                  <a:pt x="4990148" y="3727133"/>
                </a:moveTo>
                <a:lnTo>
                  <a:pt x="4886325" y="3750946"/>
                </a:lnTo>
                <a:lnTo>
                  <a:pt x="4781550" y="3771900"/>
                </a:lnTo>
                <a:lnTo>
                  <a:pt x="4675822" y="3789998"/>
                </a:lnTo>
                <a:lnTo>
                  <a:pt x="4571048" y="3805238"/>
                </a:lnTo>
                <a:lnTo>
                  <a:pt x="4465320" y="3818573"/>
                </a:lnTo>
                <a:lnTo>
                  <a:pt x="4358640" y="3828098"/>
                </a:lnTo>
                <a:lnTo>
                  <a:pt x="4252912" y="3835718"/>
                </a:lnTo>
                <a:lnTo>
                  <a:pt x="4146232" y="3839528"/>
                </a:lnTo>
                <a:lnTo>
                  <a:pt x="4039552" y="3841433"/>
                </a:lnTo>
                <a:lnTo>
                  <a:pt x="3932872" y="3840480"/>
                </a:lnTo>
                <a:lnTo>
                  <a:pt x="3826192" y="3835718"/>
                </a:lnTo>
                <a:lnTo>
                  <a:pt x="3720465" y="3829050"/>
                </a:lnTo>
                <a:lnTo>
                  <a:pt x="3613785" y="3819526"/>
                </a:lnTo>
                <a:lnTo>
                  <a:pt x="3508058" y="3807143"/>
                </a:lnTo>
                <a:lnTo>
                  <a:pt x="3402330" y="3791903"/>
                </a:lnTo>
                <a:lnTo>
                  <a:pt x="3297555" y="3773806"/>
                </a:lnTo>
                <a:lnTo>
                  <a:pt x="3192780" y="3753803"/>
                </a:lnTo>
                <a:lnTo>
                  <a:pt x="3088958" y="3729990"/>
                </a:lnTo>
                <a:lnTo>
                  <a:pt x="2985135" y="3704273"/>
                </a:lnTo>
                <a:lnTo>
                  <a:pt x="2882265" y="3674746"/>
                </a:lnTo>
                <a:lnTo>
                  <a:pt x="2780348" y="3643313"/>
                </a:lnTo>
                <a:lnTo>
                  <a:pt x="2679382" y="3609023"/>
                </a:lnTo>
                <a:lnTo>
                  <a:pt x="2578418" y="3571876"/>
                </a:lnTo>
                <a:lnTo>
                  <a:pt x="2479358" y="3532823"/>
                </a:lnTo>
                <a:lnTo>
                  <a:pt x="2380298" y="3490913"/>
                </a:lnTo>
                <a:lnTo>
                  <a:pt x="2283142" y="3446146"/>
                </a:lnTo>
                <a:lnTo>
                  <a:pt x="2186940" y="3398520"/>
                </a:lnTo>
                <a:lnTo>
                  <a:pt x="2091690" y="3348990"/>
                </a:lnTo>
                <a:lnTo>
                  <a:pt x="1998345" y="3296603"/>
                </a:lnTo>
                <a:lnTo>
                  <a:pt x="1905952" y="3241358"/>
                </a:lnTo>
                <a:lnTo>
                  <a:pt x="1814512" y="3184208"/>
                </a:lnTo>
                <a:lnTo>
                  <a:pt x="1724978" y="3125153"/>
                </a:lnTo>
                <a:lnTo>
                  <a:pt x="1636395" y="3063240"/>
                </a:lnTo>
                <a:lnTo>
                  <a:pt x="1549718" y="2999423"/>
                </a:lnTo>
                <a:lnTo>
                  <a:pt x="1464945" y="2932748"/>
                </a:lnTo>
                <a:lnTo>
                  <a:pt x="1382078" y="2864168"/>
                </a:lnTo>
                <a:lnTo>
                  <a:pt x="1300162" y="2793683"/>
                </a:lnTo>
                <a:lnTo>
                  <a:pt x="1220152" y="2720340"/>
                </a:lnTo>
                <a:lnTo>
                  <a:pt x="1142048" y="2645093"/>
                </a:lnTo>
                <a:lnTo>
                  <a:pt x="1065848" y="2568893"/>
                </a:lnTo>
                <a:lnTo>
                  <a:pt x="991552" y="2489836"/>
                </a:lnTo>
                <a:lnTo>
                  <a:pt x="919162" y="2408873"/>
                </a:lnTo>
                <a:lnTo>
                  <a:pt x="848678" y="2326006"/>
                </a:lnTo>
                <a:lnTo>
                  <a:pt x="781050" y="2241233"/>
                </a:lnTo>
                <a:lnTo>
                  <a:pt x="714375" y="2154556"/>
                </a:lnTo>
                <a:lnTo>
                  <a:pt x="650558" y="2066926"/>
                </a:lnTo>
                <a:lnTo>
                  <a:pt x="588645" y="1977390"/>
                </a:lnTo>
                <a:lnTo>
                  <a:pt x="529590" y="1885950"/>
                </a:lnTo>
                <a:lnTo>
                  <a:pt x="471488" y="1792606"/>
                </a:lnTo>
                <a:lnTo>
                  <a:pt x="417195" y="1698308"/>
                </a:lnTo>
                <a:lnTo>
                  <a:pt x="363855" y="1603058"/>
                </a:lnTo>
                <a:lnTo>
                  <a:pt x="313372" y="1505903"/>
                </a:lnTo>
                <a:lnTo>
                  <a:pt x="265748" y="1406843"/>
                </a:lnTo>
                <a:lnTo>
                  <a:pt x="220028" y="1307783"/>
                </a:lnTo>
                <a:lnTo>
                  <a:pt x="177165" y="1206818"/>
                </a:lnTo>
                <a:lnTo>
                  <a:pt x="137160" y="1104900"/>
                </a:lnTo>
                <a:lnTo>
                  <a:pt x="99060" y="1002030"/>
                </a:lnTo>
                <a:lnTo>
                  <a:pt x="63818" y="898208"/>
                </a:lnTo>
                <a:lnTo>
                  <a:pt x="30480" y="793433"/>
                </a:lnTo>
                <a:lnTo>
                  <a:pt x="0" y="687706"/>
                </a:lnTo>
                <a:lnTo>
                  <a:pt x="2547938" y="0"/>
                </a:lnTo>
                <a:lnTo>
                  <a:pt x="2559368" y="44768"/>
                </a:lnTo>
                <a:lnTo>
                  <a:pt x="2571750" y="88583"/>
                </a:lnTo>
                <a:lnTo>
                  <a:pt x="2584132" y="131446"/>
                </a:lnTo>
                <a:lnTo>
                  <a:pt x="2598420" y="174308"/>
                </a:lnTo>
                <a:lnTo>
                  <a:pt x="2613660" y="217170"/>
                </a:lnTo>
                <a:lnTo>
                  <a:pt x="2628900" y="259080"/>
                </a:lnTo>
                <a:lnTo>
                  <a:pt x="2646045" y="300990"/>
                </a:lnTo>
                <a:lnTo>
                  <a:pt x="2663190" y="341948"/>
                </a:lnTo>
                <a:lnTo>
                  <a:pt x="2682240" y="382906"/>
                </a:lnTo>
                <a:lnTo>
                  <a:pt x="2701290" y="422910"/>
                </a:lnTo>
                <a:lnTo>
                  <a:pt x="2722245" y="461963"/>
                </a:lnTo>
                <a:lnTo>
                  <a:pt x="2743200" y="501016"/>
                </a:lnTo>
                <a:lnTo>
                  <a:pt x="2765108" y="539116"/>
                </a:lnTo>
                <a:lnTo>
                  <a:pt x="2787968" y="576263"/>
                </a:lnTo>
                <a:lnTo>
                  <a:pt x="2810828" y="613410"/>
                </a:lnTo>
                <a:lnTo>
                  <a:pt x="2835592" y="648653"/>
                </a:lnTo>
                <a:lnTo>
                  <a:pt x="2860358" y="684848"/>
                </a:lnTo>
                <a:lnTo>
                  <a:pt x="2886075" y="719138"/>
                </a:lnTo>
                <a:lnTo>
                  <a:pt x="2912745" y="752476"/>
                </a:lnTo>
                <a:lnTo>
                  <a:pt x="2940368" y="785813"/>
                </a:lnTo>
                <a:lnTo>
                  <a:pt x="2968942" y="818198"/>
                </a:lnTo>
                <a:lnTo>
                  <a:pt x="2997518" y="849630"/>
                </a:lnTo>
                <a:lnTo>
                  <a:pt x="3027045" y="880110"/>
                </a:lnTo>
                <a:lnTo>
                  <a:pt x="3056572" y="909638"/>
                </a:lnTo>
                <a:lnTo>
                  <a:pt x="3087052" y="938213"/>
                </a:lnTo>
                <a:lnTo>
                  <a:pt x="3118485" y="965836"/>
                </a:lnTo>
                <a:lnTo>
                  <a:pt x="3150870" y="992506"/>
                </a:lnTo>
                <a:lnTo>
                  <a:pt x="3183255" y="1018223"/>
                </a:lnTo>
                <a:lnTo>
                  <a:pt x="3216592" y="1042988"/>
                </a:lnTo>
                <a:lnTo>
                  <a:pt x="3249930" y="1066800"/>
                </a:lnTo>
                <a:lnTo>
                  <a:pt x="3284220" y="1089660"/>
                </a:lnTo>
                <a:lnTo>
                  <a:pt x="3318510" y="1111568"/>
                </a:lnTo>
                <a:lnTo>
                  <a:pt x="3353752" y="1132523"/>
                </a:lnTo>
                <a:lnTo>
                  <a:pt x="3388995" y="1152526"/>
                </a:lnTo>
                <a:lnTo>
                  <a:pt x="3424238" y="1170623"/>
                </a:lnTo>
                <a:lnTo>
                  <a:pt x="3460432" y="1188720"/>
                </a:lnTo>
                <a:lnTo>
                  <a:pt x="3497580" y="1204913"/>
                </a:lnTo>
                <a:lnTo>
                  <a:pt x="3534728" y="1220153"/>
                </a:lnTo>
                <a:lnTo>
                  <a:pt x="3571875" y="1234440"/>
                </a:lnTo>
                <a:lnTo>
                  <a:pt x="3609022" y="1247776"/>
                </a:lnTo>
                <a:lnTo>
                  <a:pt x="3647122" y="1260158"/>
                </a:lnTo>
                <a:lnTo>
                  <a:pt x="3685222" y="1270636"/>
                </a:lnTo>
                <a:lnTo>
                  <a:pt x="3723322" y="1280160"/>
                </a:lnTo>
                <a:lnTo>
                  <a:pt x="3762375" y="1289686"/>
                </a:lnTo>
                <a:lnTo>
                  <a:pt x="3800475" y="1296353"/>
                </a:lnTo>
                <a:lnTo>
                  <a:pt x="3839528" y="1303020"/>
                </a:lnTo>
                <a:lnTo>
                  <a:pt x="3878580" y="1307783"/>
                </a:lnTo>
                <a:lnTo>
                  <a:pt x="3917632" y="1312546"/>
                </a:lnTo>
                <a:lnTo>
                  <a:pt x="3956685" y="1315403"/>
                </a:lnTo>
                <a:lnTo>
                  <a:pt x="3995738" y="1316356"/>
                </a:lnTo>
                <a:lnTo>
                  <a:pt x="4035742" y="1317308"/>
                </a:lnTo>
                <a:lnTo>
                  <a:pt x="4074795" y="1316356"/>
                </a:lnTo>
                <a:lnTo>
                  <a:pt x="4113848" y="1314450"/>
                </a:lnTo>
                <a:lnTo>
                  <a:pt x="4152900" y="1311593"/>
                </a:lnTo>
                <a:lnTo>
                  <a:pt x="4191952" y="1307783"/>
                </a:lnTo>
                <a:lnTo>
                  <a:pt x="4231005" y="1302068"/>
                </a:lnTo>
                <a:lnTo>
                  <a:pt x="4270058" y="1295400"/>
                </a:lnTo>
                <a:lnTo>
                  <a:pt x="4308158" y="1287780"/>
                </a:lnTo>
                <a:lnTo>
                  <a:pt x="4347210" y="1279208"/>
                </a:lnTo>
                <a:lnTo>
                  <a:pt x="4385310" y="1269683"/>
                </a:lnTo>
                <a:close/>
              </a:path>
            </a:pathLst>
          </a:custGeom>
          <a:solidFill>
            <a:srgbClr val="A33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eg-4"/>
          <p:cNvSpPr/>
          <p:nvPr/>
        </p:nvSpPr>
        <p:spPr>
          <a:xfrm>
            <a:off x="20240625" y="4902518"/>
            <a:ext cx="3643313" cy="5113972"/>
          </a:xfrm>
          <a:custGeom>
            <a:avLst/>
            <a:gdLst/>
            <a:ahLst/>
            <a:cxnLst/>
            <a:rect l="l" t="t" r="r" b="b"/>
            <a:pathLst>
              <a:path w="3643313" h="5113972">
                <a:moveTo>
                  <a:pt x="127635" y="5113972"/>
                </a:moveTo>
                <a:lnTo>
                  <a:pt x="104775" y="5012054"/>
                </a:lnTo>
                <a:lnTo>
                  <a:pt x="82867" y="4909184"/>
                </a:lnTo>
                <a:lnTo>
                  <a:pt x="63817" y="4805362"/>
                </a:lnTo>
                <a:lnTo>
                  <a:pt x="47625" y="4702492"/>
                </a:lnTo>
                <a:lnTo>
                  <a:pt x="33337" y="4597717"/>
                </a:lnTo>
                <a:lnTo>
                  <a:pt x="21907" y="4493894"/>
                </a:lnTo>
                <a:lnTo>
                  <a:pt x="12383" y="4389120"/>
                </a:lnTo>
                <a:lnTo>
                  <a:pt x="5715" y="4283392"/>
                </a:lnTo>
                <a:lnTo>
                  <a:pt x="1905" y="4178617"/>
                </a:lnTo>
                <a:lnTo>
                  <a:pt x="0" y="4073842"/>
                </a:lnTo>
                <a:lnTo>
                  <a:pt x="953" y="3968114"/>
                </a:lnTo>
                <a:lnTo>
                  <a:pt x="3810" y="3863340"/>
                </a:lnTo>
                <a:lnTo>
                  <a:pt x="9525" y="3758564"/>
                </a:lnTo>
                <a:lnTo>
                  <a:pt x="18097" y="3653790"/>
                </a:lnTo>
                <a:lnTo>
                  <a:pt x="28575" y="3549014"/>
                </a:lnTo>
                <a:lnTo>
                  <a:pt x="40957" y="3445192"/>
                </a:lnTo>
                <a:lnTo>
                  <a:pt x="56197" y="3341370"/>
                </a:lnTo>
                <a:lnTo>
                  <a:pt x="74295" y="3237547"/>
                </a:lnTo>
                <a:lnTo>
                  <a:pt x="95250" y="3134677"/>
                </a:lnTo>
                <a:lnTo>
                  <a:pt x="117157" y="3031807"/>
                </a:lnTo>
                <a:lnTo>
                  <a:pt x="142875" y="2929890"/>
                </a:lnTo>
                <a:lnTo>
                  <a:pt x="170497" y="2828924"/>
                </a:lnTo>
                <a:lnTo>
                  <a:pt x="200025" y="2727960"/>
                </a:lnTo>
                <a:lnTo>
                  <a:pt x="232410" y="2628900"/>
                </a:lnTo>
                <a:lnTo>
                  <a:pt x="266700" y="2529840"/>
                </a:lnTo>
                <a:lnTo>
                  <a:pt x="303847" y="2431732"/>
                </a:lnTo>
                <a:lnTo>
                  <a:pt x="342900" y="2334577"/>
                </a:lnTo>
                <a:lnTo>
                  <a:pt x="383857" y="2238374"/>
                </a:lnTo>
                <a:lnTo>
                  <a:pt x="427673" y="2144077"/>
                </a:lnTo>
                <a:lnTo>
                  <a:pt x="473393" y="2049780"/>
                </a:lnTo>
                <a:lnTo>
                  <a:pt x="521970" y="1957387"/>
                </a:lnTo>
                <a:lnTo>
                  <a:pt x="571500" y="1865947"/>
                </a:lnTo>
                <a:lnTo>
                  <a:pt x="623887" y="1775460"/>
                </a:lnTo>
                <a:lnTo>
                  <a:pt x="678180" y="1686877"/>
                </a:lnTo>
                <a:lnTo>
                  <a:pt x="735330" y="1599247"/>
                </a:lnTo>
                <a:lnTo>
                  <a:pt x="793433" y="1513522"/>
                </a:lnTo>
                <a:lnTo>
                  <a:pt x="854393" y="1428750"/>
                </a:lnTo>
                <a:lnTo>
                  <a:pt x="916305" y="1345882"/>
                </a:lnTo>
                <a:lnTo>
                  <a:pt x="981075" y="1264920"/>
                </a:lnTo>
                <a:lnTo>
                  <a:pt x="1047750" y="1184910"/>
                </a:lnTo>
                <a:lnTo>
                  <a:pt x="1115377" y="1106804"/>
                </a:lnTo>
                <a:lnTo>
                  <a:pt x="1185863" y="1030604"/>
                </a:lnTo>
                <a:lnTo>
                  <a:pt x="1257300" y="956310"/>
                </a:lnTo>
                <a:lnTo>
                  <a:pt x="1330643" y="883920"/>
                </a:lnTo>
                <a:lnTo>
                  <a:pt x="1405890" y="812482"/>
                </a:lnTo>
                <a:lnTo>
                  <a:pt x="1482090" y="743902"/>
                </a:lnTo>
                <a:lnTo>
                  <a:pt x="1561147" y="676274"/>
                </a:lnTo>
                <a:lnTo>
                  <a:pt x="1641157" y="611504"/>
                </a:lnTo>
                <a:lnTo>
                  <a:pt x="1722120" y="548640"/>
                </a:lnTo>
                <a:lnTo>
                  <a:pt x="1804987" y="487680"/>
                </a:lnTo>
                <a:lnTo>
                  <a:pt x="1889760" y="429577"/>
                </a:lnTo>
                <a:lnTo>
                  <a:pt x="1975485" y="372427"/>
                </a:lnTo>
                <a:lnTo>
                  <a:pt x="2062163" y="318134"/>
                </a:lnTo>
                <a:lnTo>
                  <a:pt x="2149793" y="265747"/>
                </a:lnTo>
                <a:lnTo>
                  <a:pt x="2239327" y="215264"/>
                </a:lnTo>
                <a:lnTo>
                  <a:pt x="2329815" y="167640"/>
                </a:lnTo>
                <a:lnTo>
                  <a:pt x="2422207" y="121920"/>
                </a:lnTo>
                <a:lnTo>
                  <a:pt x="2514600" y="79057"/>
                </a:lnTo>
                <a:lnTo>
                  <a:pt x="2607945" y="38100"/>
                </a:lnTo>
                <a:lnTo>
                  <a:pt x="2703195" y="0"/>
                </a:lnTo>
                <a:lnTo>
                  <a:pt x="3643313" y="2359342"/>
                </a:lnTo>
                <a:lnTo>
                  <a:pt x="3608070" y="2375534"/>
                </a:lnTo>
                <a:lnTo>
                  <a:pt x="3573780" y="2392680"/>
                </a:lnTo>
                <a:lnTo>
                  <a:pt x="3539490" y="2410777"/>
                </a:lnTo>
                <a:lnTo>
                  <a:pt x="3506153" y="2429827"/>
                </a:lnTo>
                <a:lnTo>
                  <a:pt x="3472815" y="2449830"/>
                </a:lnTo>
                <a:lnTo>
                  <a:pt x="3439477" y="2469832"/>
                </a:lnTo>
                <a:lnTo>
                  <a:pt x="3407093" y="2491740"/>
                </a:lnTo>
                <a:lnTo>
                  <a:pt x="3374707" y="2514600"/>
                </a:lnTo>
                <a:lnTo>
                  <a:pt x="3343275" y="2538412"/>
                </a:lnTo>
                <a:lnTo>
                  <a:pt x="3312795" y="2563177"/>
                </a:lnTo>
                <a:lnTo>
                  <a:pt x="3282315" y="2588894"/>
                </a:lnTo>
                <a:lnTo>
                  <a:pt x="3251835" y="2614612"/>
                </a:lnTo>
                <a:lnTo>
                  <a:pt x="3222307" y="2642234"/>
                </a:lnTo>
                <a:lnTo>
                  <a:pt x="3193733" y="2669857"/>
                </a:lnTo>
                <a:lnTo>
                  <a:pt x="3165157" y="2698432"/>
                </a:lnTo>
                <a:lnTo>
                  <a:pt x="3137535" y="2727960"/>
                </a:lnTo>
                <a:lnTo>
                  <a:pt x="3110865" y="2758440"/>
                </a:lnTo>
                <a:lnTo>
                  <a:pt x="3084195" y="2789872"/>
                </a:lnTo>
                <a:lnTo>
                  <a:pt x="3058477" y="2821304"/>
                </a:lnTo>
                <a:lnTo>
                  <a:pt x="3033713" y="2854642"/>
                </a:lnTo>
                <a:lnTo>
                  <a:pt x="3008947" y="2887027"/>
                </a:lnTo>
                <a:lnTo>
                  <a:pt x="2985135" y="2921317"/>
                </a:lnTo>
                <a:lnTo>
                  <a:pt x="2962275" y="2955607"/>
                </a:lnTo>
                <a:lnTo>
                  <a:pt x="2940367" y="2991802"/>
                </a:lnTo>
                <a:lnTo>
                  <a:pt x="2918460" y="3027044"/>
                </a:lnTo>
                <a:lnTo>
                  <a:pt x="2897505" y="3064192"/>
                </a:lnTo>
                <a:lnTo>
                  <a:pt x="2877503" y="3100387"/>
                </a:lnTo>
                <a:lnTo>
                  <a:pt x="2858453" y="3138487"/>
                </a:lnTo>
                <a:lnTo>
                  <a:pt x="2840355" y="3176587"/>
                </a:lnTo>
                <a:lnTo>
                  <a:pt x="2822257" y="3215640"/>
                </a:lnTo>
                <a:lnTo>
                  <a:pt x="2805113" y="3254692"/>
                </a:lnTo>
                <a:lnTo>
                  <a:pt x="2788920" y="3293744"/>
                </a:lnTo>
                <a:lnTo>
                  <a:pt x="2773680" y="3334702"/>
                </a:lnTo>
                <a:lnTo>
                  <a:pt x="2759393" y="3374707"/>
                </a:lnTo>
                <a:lnTo>
                  <a:pt x="2746057" y="3415664"/>
                </a:lnTo>
                <a:lnTo>
                  <a:pt x="2733675" y="3456622"/>
                </a:lnTo>
                <a:lnTo>
                  <a:pt x="2721293" y="3498532"/>
                </a:lnTo>
                <a:lnTo>
                  <a:pt x="2710815" y="3540442"/>
                </a:lnTo>
                <a:lnTo>
                  <a:pt x="2700337" y="3583304"/>
                </a:lnTo>
                <a:lnTo>
                  <a:pt x="2690813" y="3625214"/>
                </a:lnTo>
                <a:lnTo>
                  <a:pt x="2683193" y="3668077"/>
                </a:lnTo>
                <a:lnTo>
                  <a:pt x="2675573" y="3710940"/>
                </a:lnTo>
                <a:lnTo>
                  <a:pt x="2668905" y="3754754"/>
                </a:lnTo>
                <a:lnTo>
                  <a:pt x="2663190" y="3797617"/>
                </a:lnTo>
                <a:lnTo>
                  <a:pt x="2658427" y="3841432"/>
                </a:lnTo>
                <a:lnTo>
                  <a:pt x="2654617" y="3885247"/>
                </a:lnTo>
                <a:lnTo>
                  <a:pt x="2651760" y="3929062"/>
                </a:lnTo>
                <a:lnTo>
                  <a:pt x="2649855" y="3972877"/>
                </a:lnTo>
                <a:lnTo>
                  <a:pt x="2647950" y="4016692"/>
                </a:lnTo>
                <a:lnTo>
                  <a:pt x="2647950" y="4060507"/>
                </a:lnTo>
                <a:lnTo>
                  <a:pt x="2648903" y="4104322"/>
                </a:lnTo>
                <a:lnTo>
                  <a:pt x="2649855" y="4148137"/>
                </a:lnTo>
                <a:lnTo>
                  <a:pt x="2652713" y="4191952"/>
                </a:lnTo>
                <a:lnTo>
                  <a:pt x="2655570" y="4235767"/>
                </a:lnTo>
                <a:lnTo>
                  <a:pt x="2660333" y="4279582"/>
                </a:lnTo>
                <a:lnTo>
                  <a:pt x="2665095" y="4322444"/>
                </a:lnTo>
                <a:lnTo>
                  <a:pt x="2671763" y="4366260"/>
                </a:lnTo>
                <a:lnTo>
                  <a:pt x="2678430" y="4409122"/>
                </a:lnTo>
                <a:lnTo>
                  <a:pt x="2686050" y="4451984"/>
                </a:lnTo>
                <a:lnTo>
                  <a:pt x="2694623" y="4494847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eg-num-1"/>
          <p:cNvSpPr txBox="1"/>
          <p:nvPr/>
        </p:nvSpPr>
        <p:spPr>
          <a:xfrm>
            <a:off x="21297900" y="6019800"/>
            <a:ext cx="1333500" cy="148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5" name="seg-num-3"/>
          <p:cNvSpPr txBox="1"/>
          <p:nvPr/>
        </p:nvSpPr>
        <p:spPr>
          <a:xfrm>
            <a:off x="25498425" y="5972175"/>
            <a:ext cx="1333500" cy="148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6" name="seg-num-2"/>
          <p:cNvSpPr txBox="1"/>
          <p:nvPr/>
        </p:nvSpPr>
        <p:spPr>
          <a:xfrm>
            <a:off x="22669500" y="10515600"/>
            <a:ext cx="1333500" cy="148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7" name="seg-num-4"/>
          <p:cNvSpPr txBox="1"/>
          <p:nvPr/>
        </p:nvSpPr>
        <p:spPr>
          <a:xfrm>
            <a:off x="26746200" y="10220325"/>
            <a:ext cx="1333500" cy="148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8" name="callout-c"/>
          <p:cNvSpPr/>
          <p:nvPr/>
        </p:nvSpPr>
        <p:spPr>
          <a:xfrm>
            <a:off x="27098625" y="3724275"/>
            <a:ext cx="2552700" cy="2552700"/>
          </a:xfrm>
          <a:prstGeom prst="ellipse">
            <a:avLst/>
          </a:prstGeom>
          <a:solidFill>
            <a:srgbClr val="FFFFFF"/>
          </a:solidFill>
          <a:ln w="85725">
            <a:solidFill>
              <a:srgbClr val="1C4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allout-ptr"/>
          <p:cNvSpPr/>
          <p:nvPr/>
        </p:nvSpPr>
        <p:spPr>
          <a:xfrm>
            <a:off x="26574750" y="5695950"/>
            <a:ext cx="1257300" cy="923925"/>
          </a:xfrm>
          <a:custGeom>
            <a:avLst/>
            <a:gdLst/>
            <a:ahLst/>
            <a:cxnLst/>
            <a:rect l="l" t="t" r="r" b="b"/>
            <a:pathLst>
              <a:path w="1257300" h="923925">
                <a:moveTo>
                  <a:pt x="0" y="923925"/>
                </a:moveTo>
                <a:lnTo>
                  <a:pt x="895350" y="0"/>
                </a:lnTo>
                <a:lnTo>
                  <a:pt x="1257300" y="457200"/>
                </a:lnTo>
                <a:close/>
              </a:path>
            </a:pathLst>
          </a:custGeom>
          <a:solidFill>
            <a:srgbClr val="1C4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allout-t1"/>
          <p:cNvSpPr txBox="1"/>
          <p:nvPr/>
        </p:nvSpPr>
        <p:spPr>
          <a:xfrm>
            <a:off x="27193875" y="4457700"/>
            <a:ext cx="23622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存在问题</a:t>
            </a:r>
          </a:p>
        </p:txBody>
      </p:sp>
      <p:sp>
        <p:nvSpPr>
          <p:cNvPr id="71" name="callout-t2"/>
          <p:cNvSpPr txBox="1"/>
          <p:nvPr/>
        </p:nvSpPr>
        <p:spPr>
          <a:xfrm>
            <a:off x="27193875" y="4991100"/>
            <a:ext cx="23622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50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Existing problems</a:t>
            </a:r>
          </a:p>
        </p:txBody>
      </p:sp>
      <p:sp>
        <p:nvSpPr>
          <p:cNvPr id="72" name="prob-1"/>
          <p:cNvSpPr txBox="1"/>
          <p:nvPr/>
        </p:nvSpPr>
        <p:spPr>
          <a:xfrm>
            <a:off x="28117800" y="6800850"/>
            <a:ext cx="2286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头部工具功能冗余</a:t>
            </a:r>
          </a:p>
        </p:txBody>
      </p:sp>
      <p:sp>
        <p:nvSpPr>
          <p:cNvPr id="73" name="prob-2"/>
          <p:cNvSpPr txBox="1"/>
          <p:nvPr/>
        </p:nvSpPr>
        <p:spPr>
          <a:xfrm>
            <a:off x="28117800" y="7067550"/>
            <a:ext cx="2286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中部工具能力匹配度不足</a:t>
            </a:r>
          </a:p>
        </p:txBody>
      </p:sp>
      <p:sp>
        <p:nvSpPr>
          <p:cNvPr id="74" name="prob-3"/>
          <p:cNvSpPr txBox="1"/>
          <p:nvPr/>
        </p:nvSpPr>
        <p:spPr>
          <a:xfrm>
            <a:off x="28117800" y="7334250"/>
            <a:ext cx="2286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工具间联动性弱</a:t>
            </a:r>
          </a:p>
        </p:txBody>
      </p:sp>
      <p:sp>
        <p:nvSpPr>
          <p:cNvPr id="75" name="prob-4"/>
          <p:cNvSpPr txBox="1"/>
          <p:nvPr/>
        </p:nvSpPr>
        <p:spPr>
          <a:xfrm>
            <a:off x="28117800" y="7600950"/>
            <a:ext cx="2286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小众场景工具覆盖缺失</a:t>
            </a:r>
          </a:p>
        </p:txBody>
      </p:sp>
      <p:sp>
        <p:nvSpPr>
          <p:cNvPr id="76" name="lbl-head"/>
          <p:cNvSpPr txBox="1"/>
          <p:nvPr/>
        </p:nvSpPr>
        <p:spPr>
          <a:xfrm>
            <a:off x="19592925" y="2695575"/>
            <a:ext cx="25717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头部工具</a:t>
            </a:r>
          </a:p>
        </p:txBody>
      </p:sp>
      <p:sp>
        <p:nvSpPr>
          <p:cNvPr id="77" name="par-head-1"/>
          <p:cNvSpPr txBox="1"/>
          <p:nvPr/>
        </p:nvSpPr>
        <p:spPr>
          <a:xfrm>
            <a:off x="23031450" y="2819400"/>
            <a:ext cx="554483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结合 2024 年度数据，业务方对</a:t>
            </a:r>
          </a:p>
        </p:txBody>
      </p:sp>
      <p:sp>
        <p:nvSpPr>
          <p:cNvPr id="78" name="par-head-2"/>
          <p:cNvSpPr txBox="1"/>
          <p:nvPr/>
        </p:nvSpPr>
        <p:spPr>
          <a:xfrm>
            <a:off x="23031450" y="3352800"/>
            <a:ext cx="5334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头部工具的关注更加强烈</a:t>
            </a:r>
          </a:p>
        </p:txBody>
      </p:sp>
      <p:sp>
        <p:nvSpPr>
          <p:cNvPr id="79" name="lbl-mid"/>
          <p:cNvSpPr txBox="1"/>
          <p:nvPr/>
        </p:nvSpPr>
        <p:spPr>
          <a:xfrm>
            <a:off x="20154900" y="13973175"/>
            <a:ext cx="257175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25" b="1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中部工具</a:t>
            </a:r>
          </a:p>
        </p:txBody>
      </p:sp>
      <p:sp>
        <p:nvSpPr>
          <p:cNvPr id="80" name="par-mid-1"/>
          <p:cNvSpPr txBox="1"/>
          <p:nvPr/>
        </p:nvSpPr>
        <p:spPr>
          <a:xfrm>
            <a:off x="23031450" y="14097000"/>
            <a:ext cx="554483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结合 2024 年度数据，中部工具</a:t>
            </a:r>
          </a:p>
        </p:txBody>
      </p:sp>
      <p:sp>
        <p:nvSpPr>
          <p:cNvPr id="81" name="par-mid-2"/>
          <p:cNvSpPr txBox="1"/>
          <p:nvPr/>
        </p:nvSpPr>
        <p:spPr>
          <a:xfrm>
            <a:off x="23031450" y="14630400"/>
            <a:ext cx="5334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75" b="0" i="0">
                <a:solidFill>
                  <a:srgbClr val="1C4072"/>
                </a:solidFill>
                <a:latin typeface="Microsoft YaHei"/>
                <a:ea typeface="Microsoft YaHei"/>
                <a:cs typeface="Microsoft YaHei"/>
              </a:rPr>
              <a:t>的使用率增长有所放缓</a:t>
            </a:r>
          </a:p>
        </p:txBody>
      </p:sp>
      <p:cxnSp>
        <p:nvCxnSpPr>
          <p:cNvPr id="82" name="ptr-1"/>
          <p:cNvCxnSpPr/>
          <p:nvPr/>
        </p:nvCxnSpPr>
        <p:spPr>
          <a:xfrm flipH="1" flipV="1">
            <a:off x="20574000" y="4457700"/>
            <a:ext cx="1733550" cy="12573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tr-2"/>
          <p:cNvCxnSpPr/>
          <p:nvPr/>
        </p:nvCxnSpPr>
        <p:spPr>
          <a:xfrm flipH="1">
            <a:off x="21621750" y="10553700"/>
            <a:ext cx="990600" cy="27813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