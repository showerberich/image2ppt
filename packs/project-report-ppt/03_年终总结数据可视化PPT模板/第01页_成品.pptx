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8952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89525" cy="17145000"/>
          </a:xfrm>
          <a:prstGeom prst="rect">
            <a:avLst/>
          </a:prstGeom>
          <a:solidFill>
            <a:srgbClr val="7A2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89525" cy="17145000"/>
          </a:xfrm>
          <a:prstGeom prst="rect">
            <a:avLst/>
          </a:prstGeom>
          <a:gradFill rotWithShape="1">
            <a:gsLst>
              <a:gs pos="0">
                <a:srgbClr val="A23425"/>
              </a:gs>
              <a:gs pos="5000">
                <a:srgbClr val="9F3424"/>
              </a:gs>
              <a:gs pos="10000">
                <a:srgbClr val="9D3324"/>
              </a:gs>
              <a:gs pos="15000">
                <a:srgbClr val="993223"/>
              </a:gs>
              <a:gs pos="20000">
                <a:srgbClr val="963021"/>
              </a:gs>
              <a:gs pos="25000">
                <a:srgbClr val="923021"/>
              </a:gs>
              <a:gs pos="30000">
                <a:srgbClr val="8F2E21"/>
              </a:gs>
              <a:gs pos="35000">
                <a:srgbClr val="8B2E20"/>
              </a:gs>
              <a:gs pos="40000">
                <a:srgbClr val="882C1F"/>
              </a:gs>
              <a:gs pos="45000">
                <a:srgbClr val="842B1E"/>
              </a:gs>
              <a:gs pos="50000">
                <a:srgbClr val="822B1E"/>
              </a:gs>
              <a:gs pos="55000">
                <a:srgbClr val="7D291E"/>
              </a:gs>
              <a:gs pos="60000">
                <a:srgbClr val="7A281C"/>
              </a:gs>
              <a:gs pos="65000">
                <a:srgbClr val="7A281C"/>
              </a:gs>
              <a:gs pos="70000">
                <a:srgbClr val="7A281C"/>
              </a:gs>
              <a:gs pos="75000">
                <a:srgbClr val="7A281C"/>
              </a:gs>
              <a:gs pos="80000">
                <a:srgbClr val="7A281C"/>
              </a:gs>
              <a:gs pos="85000">
                <a:srgbClr val="7A281C"/>
              </a:gs>
              <a:gs pos="90000">
                <a:srgbClr val="7A281C"/>
              </a:gs>
              <a:gs pos="95000">
                <a:srgbClr val="7A281C"/>
              </a:gs>
              <a:gs pos="100000">
                <a:srgbClr val="7A281C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wave-band"/>
          <p:cNvSpPr/>
          <p:nvPr/>
        </p:nvSpPr>
        <p:spPr>
          <a:xfrm>
            <a:off x="19050" y="10620375"/>
            <a:ext cx="30403800" cy="3019425"/>
          </a:xfrm>
          <a:custGeom>
            <a:avLst/>
            <a:gdLst/>
            <a:ahLst/>
            <a:cxnLst/>
            <a:rect l="l" t="t" r="r" b="b"/>
            <a:pathLst>
              <a:path w="30403800" h="3019425">
                <a:moveTo>
                  <a:pt x="0" y="1981200"/>
                </a:moveTo>
                <a:lnTo>
                  <a:pt x="76200" y="1990725"/>
                </a:lnTo>
                <a:lnTo>
                  <a:pt x="152400" y="2009775"/>
                </a:lnTo>
                <a:lnTo>
                  <a:pt x="228600" y="2019300"/>
                </a:lnTo>
                <a:lnTo>
                  <a:pt x="304800" y="2038350"/>
                </a:lnTo>
                <a:lnTo>
                  <a:pt x="381000" y="2047875"/>
                </a:lnTo>
                <a:lnTo>
                  <a:pt x="457200" y="2057400"/>
                </a:lnTo>
                <a:lnTo>
                  <a:pt x="533400" y="2076450"/>
                </a:lnTo>
                <a:lnTo>
                  <a:pt x="609600" y="2085975"/>
                </a:lnTo>
                <a:lnTo>
                  <a:pt x="685800" y="2095500"/>
                </a:lnTo>
                <a:lnTo>
                  <a:pt x="762000" y="2114550"/>
                </a:lnTo>
                <a:lnTo>
                  <a:pt x="838200" y="2124075"/>
                </a:lnTo>
                <a:lnTo>
                  <a:pt x="914400" y="2133600"/>
                </a:lnTo>
                <a:lnTo>
                  <a:pt x="990600" y="2143125"/>
                </a:lnTo>
                <a:lnTo>
                  <a:pt x="1066800" y="2152650"/>
                </a:lnTo>
                <a:lnTo>
                  <a:pt x="1143000" y="2162175"/>
                </a:lnTo>
                <a:lnTo>
                  <a:pt x="1219200" y="2171700"/>
                </a:lnTo>
                <a:lnTo>
                  <a:pt x="1295400" y="2181225"/>
                </a:lnTo>
                <a:lnTo>
                  <a:pt x="1371600" y="2190750"/>
                </a:lnTo>
                <a:lnTo>
                  <a:pt x="1447800" y="2200275"/>
                </a:lnTo>
                <a:lnTo>
                  <a:pt x="1524000" y="2209800"/>
                </a:lnTo>
                <a:lnTo>
                  <a:pt x="1600200" y="2219325"/>
                </a:lnTo>
                <a:lnTo>
                  <a:pt x="1676400" y="2228850"/>
                </a:lnTo>
                <a:lnTo>
                  <a:pt x="1752600" y="2228850"/>
                </a:lnTo>
                <a:lnTo>
                  <a:pt x="1828800" y="2238375"/>
                </a:lnTo>
                <a:lnTo>
                  <a:pt x="1905000" y="2247900"/>
                </a:lnTo>
                <a:lnTo>
                  <a:pt x="1981200" y="2257425"/>
                </a:lnTo>
                <a:lnTo>
                  <a:pt x="2057400" y="2257425"/>
                </a:lnTo>
                <a:lnTo>
                  <a:pt x="2133600" y="2266950"/>
                </a:lnTo>
                <a:lnTo>
                  <a:pt x="2209800" y="2266950"/>
                </a:lnTo>
                <a:lnTo>
                  <a:pt x="2286000" y="2276475"/>
                </a:lnTo>
                <a:lnTo>
                  <a:pt x="2362200" y="2276475"/>
                </a:lnTo>
                <a:lnTo>
                  <a:pt x="2438400" y="2286000"/>
                </a:lnTo>
                <a:lnTo>
                  <a:pt x="2514600" y="2286000"/>
                </a:lnTo>
                <a:lnTo>
                  <a:pt x="2590800" y="2295525"/>
                </a:lnTo>
                <a:lnTo>
                  <a:pt x="2667000" y="2295525"/>
                </a:lnTo>
                <a:lnTo>
                  <a:pt x="2743200" y="2295525"/>
                </a:lnTo>
                <a:lnTo>
                  <a:pt x="2819400" y="2305050"/>
                </a:lnTo>
                <a:lnTo>
                  <a:pt x="2895600" y="2305050"/>
                </a:lnTo>
                <a:lnTo>
                  <a:pt x="2971800" y="2305050"/>
                </a:lnTo>
                <a:lnTo>
                  <a:pt x="3048000" y="2305050"/>
                </a:lnTo>
                <a:lnTo>
                  <a:pt x="3124200" y="2314575"/>
                </a:lnTo>
                <a:lnTo>
                  <a:pt x="3200400" y="2314575"/>
                </a:lnTo>
                <a:lnTo>
                  <a:pt x="3276600" y="2314575"/>
                </a:lnTo>
                <a:lnTo>
                  <a:pt x="3352800" y="2314575"/>
                </a:lnTo>
                <a:lnTo>
                  <a:pt x="3429000" y="2314575"/>
                </a:lnTo>
                <a:lnTo>
                  <a:pt x="3505200" y="2314575"/>
                </a:lnTo>
                <a:lnTo>
                  <a:pt x="3581400" y="2314575"/>
                </a:lnTo>
                <a:lnTo>
                  <a:pt x="3657600" y="2314575"/>
                </a:lnTo>
                <a:lnTo>
                  <a:pt x="3733800" y="2314575"/>
                </a:lnTo>
                <a:lnTo>
                  <a:pt x="3810000" y="2314575"/>
                </a:lnTo>
                <a:lnTo>
                  <a:pt x="3886200" y="2314575"/>
                </a:lnTo>
                <a:lnTo>
                  <a:pt x="3962400" y="2305050"/>
                </a:lnTo>
                <a:lnTo>
                  <a:pt x="4038600" y="2305050"/>
                </a:lnTo>
                <a:lnTo>
                  <a:pt x="4114800" y="2305050"/>
                </a:lnTo>
                <a:lnTo>
                  <a:pt x="4191000" y="2305050"/>
                </a:lnTo>
                <a:lnTo>
                  <a:pt x="4267200" y="2295525"/>
                </a:lnTo>
                <a:lnTo>
                  <a:pt x="4343400" y="2295525"/>
                </a:lnTo>
                <a:lnTo>
                  <a:pt x="4419600" y="2295525"/>
                </a:lnTo>
                <a:lnTo>
                  <a:pt x="4495800" y="2286000"/>
                </a:lnTo>
                <a:lnTo>
                  <a:pt x="4572000" y="2286000"/>
                </a:lnTo>
                <a:lnTo>
                  <a:pt x="4648200" y="2286000"/>
                </a:lnTo>
                <a:lnTo>
                  <a:pt x="4724400" y="2276475"/>
                </a:lnTo>
                <a:lnTo>
                  <a:pt x="4800600" y="2276475"/>
                </a:lnTo>
                <a:lnTo>
                  <a:pt x="4876800" y="2266950"/>
                </a:lnTo>
                <a:lnTo>
                  <a:pt x="4953000" y="2266950"/>
                </a:lnTo>
                <a:lnTo>
                  <a:pt x="5029200" y="2257425"/>
                </a:lnTo>
                <a:lnTo>
                  <a:pt x="5105400" y="2247900"/>
                </a:lnTo>
                <a:lnTo>
                  <a:pt x="5181600" y="2247900"/>
                </a:lnTo>
                <a:lnTo>
                  <a:pt x="5257800" y="2238375"/>
                </a:lnTo>
                <a:lnTo>
                  <a:pt x="5334000" y="2228850"/>
                </a:lnTo>
                <a:lnTo>
                  <a:pt x="5410200" y="2228850"/>
                </a:lnTo>
                <a:lnTo>
                  <a:pt x="5486400" y="2219325"/>
                </a:lnTo>
                <a:lnTo>
                  <a:pt x="5562600" y="2209800"/>
                </a:lnTo>
                <a:lnTo>
                  <a:pt x="5638800" y="2200275"/>
                </a:lnTo>
                <a:lnTo>
                  <a:pt x="5715000" y="2200275"/>
                </a:lnTo>
                <a:lnTo>
                  <a:pt x="5791200" y="2190750"/>
                </a:lnTo>
                <a:lnTo>
                  <a:pt x="5867400" y="2181225"/>
                </a:lnTo>
                <a:lnTo>
                  <a:pt x="5943600" y="2171700"/>
                </a:lnTo>
                <a:lnTo>
                  <a:pt x="6019800" y="2162175"/>
                </a:lnTo>
                <a:lnTo>
                  <a:pt x="6096000" y="2152650"/>
                </a:lnTo>
                <a:lnTo>
                  <a:pt x="6172200" y="2152650"/>
                </a:lnTo>
                <a:lnTo>
                  <a:pt x="6248400" y="2143125"/>
                </a:lnTo>
                <a:lnTo>
                  <a:pt x="6324600" y="2133600"/>
                </a:lnTo>
                <a:lnTo>
                  <a:pt x="6400800" y="2124075"/>
                </a:lnTo>
                <a:lnTo>
                  <a:pt x="6477000" y="2114550"/>
                </a:lnTo>
                <a:lnTo>
                  <a:pt x="6553200" y="2105025"/>
                </a:lnTo>
                <a:lnTo>
                  <a:pt x="6629400" y="2095500"/>
                </a:lnTo>
                <a:lnTo>
                  <a:pt x="6705600" y="2085975"/>
                </a:lnTo>
                <a:lnTo>
                  <a:pt x="6781800" y="2076450"/>
                </a:lnTo>
                <a:lnTo>
                  <a:pt x="6858000" y="2057400"/>
                </a:lnTo>
                <a:lnTo>
                  <a:pt x="6934200" y="2047875"/>
                </a:lnTo>
                <a:lnTo>
                  <a:pt x="7010400" y="2038350"/>
                </a:lnTo>
                <a:lnTo>
                  <a:pt x="7086600" y="2028825"/>
                </a:lnTo>
                <a:lnTo>
                  <a:pt x="7162800" y="2019300"/>
                </a:lnTo>
                <a:lnTo>
                  <a:pt x="7239000" y="2009775"/>
                </a:lnTo>
                <a:lnTo>
                  <a:pt x="7315200" y="2000250"/>
                </a:lnTo>
                <a:lnTo>
                  <a:pt x="7391400" y="1981200"/>
                </a:lnTo>
                <a:lnTo>
                  <a:pt x="7467600" y="1971675"/>
                </a:lnTo>
                <a:lnTo>
                  <a:pt x="7543800" y="1962150"/>
                </a:lnTo>
                <a:lnTo>
                  <a:pt x="7620000" y="1943100"/>
                </a:lnTo>
                <a:lnTo>
                  <a:pt x="7696200" y="1933575"/>
                </a:lnTo>
                <a:lnTo>
                  <a:pt x="7772400" y="1924050"/>
                </a:lnTo>
                <a:lnTo>
                  <a:pt x="7848600" y="1905000"/>
                </a:lnTo>
                <a:lnTo>
                  <a:pt x="7924800" y="1895475"/>
                </a:lnTo>
                <a:lnTo>
                  <a:pt x="8001000" y="1885950"/>
                </a:lnTo>
                <a:lnTo>
                  <a:pt x="8077200" y="1866900"/>
                </a:lnTo>
                <a:lnTo>
                  <a:pt x="8153400" y="1857375"/>
                </a:lnTo>
                <a:lnTo>
                  <a:pt x="8229600" y="1847850"/>
                </a:lnTo>
                <a:lnTo>
                  <a:pt x="8305800" y="1828800"/>
                </a:lnTo>
                <a:lnTo>
                  <a:pt x="8382000" y="1819275"/>
                </a:lnTo>
                <a:lnTo>
                  <a:pt x="8458200" y="1809750"/>
                </a:lnTo>
                <a:lnTo>
                  <a:pt x="8534400" y="1790700"/>
                </a:lnTo>
                <a:lnTo>
                  <a:pt x="8610600" y="1781175"/>
                </a:lnTo>
                <a:lnTo>
                  <a:pt x="8686800" y="1762125"/>
                </a:lnTo>
                <a:lnTo>
                  <a:pt x="8763000" y="1752600"/>
                </a:lnTo>
                <a:lnTo>
                  <a:pt x="8839200" y="1733550"/>
                </a:lnTo>
                <a:lnTo>
                  <a:pt x="8915400" y="1724025"/>
                </a:lnTo>
                <a:lnTo>
                  <a:pt x="8991600" y="1704975"/>
                </a:lnTo>
                <a:lnTo>
                  <a:pt x="9067800" y="1695450"/>
                </a:lnTo>
                <a:lnTo>
                  <a:pt x="9144000" y="1676400"/>
                </a:lnTo>
                <a:lnTo>
                  <a:pt x="9220200" y="1666875"/>
                </a:lnTo>
                <a:lnTo>
                  <a:pt x="9296400" y="1647825"/>
                </a:lnTo>
                <a:lnTo>
                  <a:pt x="9372600" y="1638300"/>
                </a:lnTo>
                <a:lnTo>
                  <a:pt x="9448800" y="1619250"/>
                </a:lnTo>
                <a:lnTo>
                  <a:pt x="9525000" y="1609725"/>
                </a:lnTo>
                <a:lnTo>
                  <a:pt x="9601200" y="1590675"/>
                </a:lnTo>
                <a:lnTo>
                  <a:pt x="9677400" y="1581150"/>
                </a:lnTo>
                <a:lnTo>
                  <a:pt x="9753600" y="1562100"/>
                </a:lnTo>
                <a:lnTo>
                  <a:pt x="9829800" y="1552575"/>
                </a:lnTo>
                <a:lnTo>
                  <a:pt x="9906000" y="1533525"/>
                </a:lnTo>
                <a:lnTo>
                  <a:pt x="9982200" y="1514475"/>
                </a:lnTo>
                <a:lnTo>
                  <a:pt x="10058400" y="1504950"/>
                </a:lnTo>
                <a:lnTo>
                  <a:pt x="10134600" y="1485900"/>
                </a:lnTo>
                <a:lnTo>
                  <a:pt x="10210800" y="1476375"/>
                </a:lnTo>
                <a:lnTo>
                  <a:pt x="10287000" y="1457325"/>
                </a:lnTo>
                <a:lnTo>
                  <a:pt x="10363200" y="1438275"/>
                </a:lnTo>
                <a:lnTo>
                  <a:pt x="10439400" y="1428750"/>
                </a:lnTo>
                <a:lnTo>
                  <a:pt x="10515600" y="1409700"/>
                </a:lnTo>
                <a:lnTo>
                  <a:pt x="10591800" y="1400175"/>
                </a:lnTo>
                <a:lnTo>
                  <a:pt x="10668000" y="1381125"/>
                </a:lnTo>
                <a:lnTo>
                  <a:pt x="10744200" y="1362075"/>
                </a:lnTo>
                <a:lnTo>
                  <a:pt x="10820400" y="1352550"/>
                </a:lnTo>
                <a:lnTo>
                  <a:pt x="10896600" y="1333500"/>
                </a:lnTo>
                <a:lnTo>
                  <a:pt x="10972800" y="1323975"/>
                </a:lnTo>
                <a:lnTo>
                  <a:pt x="11049000" y="1304925"/>
                </a:lnTo>
                <a:lnTo>
                  <a:pt x="11125200" y="1285875"/>
                </a:lnTo>
                <a:lnTo>
                  <a:pt x="11201400" y="1276350"/>
                </a:lnTo>
                <a:lnTo>
                  <a:pt x="11277600" y="1257300"/>
                </a:lnTo>
                <a:lnTo>
                  <a:pt x="11353800" y="1247775"/>
                </a:lnTo>
                <a:lnTo>
                  <a:pt x="11430000" y="1228725"/>
                </a:lnTo>
                <a:lnTo>
                  <a:pt x="11506200" y="1209675"/>
                </a:lnTo>
                <a:lnTo>
                  <a:pt x="11582400" y="1200150"/>
                </a:lnTo>
                <a:lnTo>
                  <a:pt x="11658600" y="1181100"/>
                </a:lnTo>
                <a:lnTo>
                  <a:pt x="11734800" y="1171575"/>
                </a:lnTo>
                <a:lnTo>
                  <a:pt x="11811000" y="1152525"/>
                </a:lnTo>
                <a:lnTo>
                  <a:pt x="11887200" y="1133475"/>
                </a:lnTo>
                <a:lnTo>
                  <a:pt x="11963400" y="1123950"/>
                </a:lnTo>
                <a:lnTo>
                  <a:pt x="12039600" y="1104900"/>
                </a:lnTo>
                <a:lnTo>
                  <a:pt x="12115800" y="1095375"/>
                </a:lnTo>
                <a:lnTo>
                  <a:pt x="12192000" y="1076325"/>
                </a:lnTo>
                <a:lnTo>
                  <a:pt x="12268200" y="1057275"/>
                </a:lnTo>
                <a:lnTo>
                  <a:pt x="12344400" y="1047750"/>
                </a:lnTo>
                <a:lnTo>
                  <a:pt x="12420600" y="1028700"/>
                </a:lnTo>
                <a:lnTo>
                  <a:pt x="12496800" y="1019175"/>
                </a:lnTo>
                <a:lnTo>
                  <a:pt x="12573000" y="1000125"/>
                </a:lnTo>
                <a:lnTo>
                  <a:pt x="12649200" y="990600"/>
                </a:lnTo>
                <a:lnTo>
                  <a:pt x="12725400" y="971550"/>
                </a:lnTo>
                <a:lnTo>
                  <a:pt x="12801600" y="952500"/>
                </a:lnTo>
                <a:lnTo>
                  <a:pt x="12877800" y="942975"/>
                </a:lnTo>
                <a:lnTo>
                  <a:pt x="12954000" y="923925"/>
                </a:lnTo>
                <a:lnTo>
                  <a:pt x="13030200" y="914400"/>
                </a:lnTo>
                <a:lnTo>
                  <a:pt x="13106400" y="895350"/>
                </a:lnTo>
                <a:lnTo>
                  <a:pt x="13182600" y="885825"/>
                </a:lnTo>
                <a:lnTo>
                  <a:pt x="13258800" y="876300"/>
                </a:lnTo>
                <a:lnTo>
                  <a:pt x="13335000" y="857250"/>
                </a:lnTo>
                <a:lnTo>
                  <a:pt x="13411200" y="838200"/>
                </a:lnTo>
                <a:lnTo>
                  <a:pt x="13487400" y="828675"/>
                </a:lnTo>
                <a:lnTo>
                  <a:pt x="13563600" y="809625"/>
                </a:lnTo>
                <a:lnTo>
                  <a:pt x="13639800" y="800100"/>
                </a:lnTo>
                <a:lnTo>
                  <a:pt x="13716000" y="781050"/>
                </a:lnTo>
                <a:lnTo>
                  <a:pt x="13792200" y="771525"/>
                </a:lnTo>
                <a:lnTo>
                  <a:pt x="13868400" y="752475"/>
                </a:lnTo>
                <a:lnTo>
                  <a:pt x="13944600" y="742950"/>
                </a:lnTo>
                <a:lnTo>
                  <a:pt x="14020800" y="733425"/>
                </a:lnTo>
                <a:lnTo>
                  <a:pt x="14097000" y="714375"/>
                </a:lnTo>
                <a:lnTo>
                  <a:pt x="14173200" y="704850"/>
                </a:lnTo>
                <a:lnTo>
                  <a:pt x="14249400" y="685800"/>
                </a:lnTo>
                <a:lnTo>
                  <a:pt x="14325600" y="676275"/>
                </a:lnTo>
                <a:lnTo>
                  <a:pt x="14401800" y="666750"/>
                </a:lnTo>
                <a:lnTo>
                  <a:pt x="14478000" y="647700"/>
                </a:lnTo>
                <a:lnTo>
                  <a:pt x="14554200" y="638175"/>
                </a:lnTo>
                <a:lnTo>
                  <a:pt x="14630400" y="628650"/>
                </a:lnTo>
                <a:lnTo>
                  <a:pt x="14706600" y="609600"/>
                </a:lnTo>
                <a:lnTo>
                  <a:pt x="14782800" y="600075"/>
                </a:lnTo>
                <a:lnTo>
                  <a:pt x="14859000" y="581025"/>
                </a:lnTo>
                <a:lnTo>
                  <a:pt x="14935200" y="571500"/>
                </a:lnTo>
                <a:lnTo>
                  <a:pt x="15011400" y="561975"/>
                </a:lnTo>
                <a:lnTo>
                  <a:pt x="15087600" y="552450"/>
                </a:lnTo>
                <a:lnTo>
                  <a:pt x="15163800" y="533400"/>
                </a:lnTo>
                <a:lnTo>
                  <a:pt x="15240000" y="523875"/>
                </a:lnTo>
                <a:lnTo>
                  <a:pt x="15316200" y="514350"/>
                </a:lnTo>
                <a:lnTo>
                  <a:pt x="15392400" y="504825"/>
                </a:lnTo>
                <a:lnTo>
                  <a:pt x="15468600" y="485775"/>
                </a:lnTo>
                <a:lnTo>
                  <a:pt x="15544800" y="476250"/>
                </a:lnTo>
                <a:lnTo>
                  <a:pt x="15621000" y="466725"/>
                </a:lnTo>
                <a:lnTo>
                  <a:pt x="15697200" y="457200"/>
                </a:lnTo>
                <a:lnTo>
                  <a:pt x="15773400" y="447675"/>
                </a:lnTo>
                <a:lnTo>
                  <a:pt x="15849600" y="438150"/>
                </a:lnTo>
                <a:lnTo>
                  <a:pt x="15925800" y="419100"/>
                </a:lnTo>
                <a:lnTo>
                  <a:pt x="16002000" y="409575"/>
                </a:lnTo>
                <a:lnTo>
                  <a:pt x="16078200" y="400050"/>
                </a:lnTo>
                <a:lnTo>
                  <a:pt x="16154400" y="390525"/>
                </a:lnTo>
                <a:lnTo>
                  <a:pt x="16230600" y="381000"/>
                </a:lnTo>
                <a:lnTo>
                  <a:pt x="16306800" y="371475"/>
                </a:lnTo>
                <a:lnTo>
                  <a:pt x="16383000" y="361950"/>
                </a:lnTo>
                <a:lnTo>
                  <a:pt x="16459200" y="352425"/>
                </a:lnTo>
                <a:lnTo>
                  <a:pt x="16535400" y="342900"/>
                </a:lnTo>
                <a:lnTo>
                  <a:pt x="16611600" y="333375"/>
                </a:lnTo>
                <a:lnTo>
                  <a:pt x="16687800" y="323850"/>
                </a:lnTo>
                <a:lnTo>
                  <a:pt x="16764000" y="304800"/>
                </a:lnTo>
                <a:lnTo>
                  <a:pt x="16840200" y="304800"/>
                </a:lnTo>
                <a:lnTo>
                  <a:pt x="16916400" y="295275"/>
                </a:lnTo>
                <a:lnTo>
                  <a:pt x="16992600" y="285750"/>
                </a:lnTo>
                <a:lnTo>
                  <a:pt x="17068800" y="276225"/>
                </a:lnTo>
                <a:lnTo>
                  <a:pt x="17145000" y="266700"/>
                </a:lnTo>
                <a:lnTo>
                  <a:pt x="17221200" y="257175"/>
                </a:lnTo>
                <a:lnTo>
                  <a:pt x="17297400" y="247650"/>
                </a:lnTo>
                <a:lnTo>
                  <a:pt x="17373600" y="238125"/>
                </a:lnTo>
                <a:lnTo>
                  <a:pt x="17449800" y="228600"/>
                </a:lnTo>
                <a:lnTo>
                  <a:pt x="17526000" y="219075"/>
                </a:lnTo>
                <a:lnTo>
                  <a:pt x="17602200" y="209550"/>
                </a:lnTo>
                <a:lnTo>
                  <a:pt x="17678400" y="209550"/>
                </a:lnTo>
                <a:lnTo>
                  <a:pt x="17754600" y="200025"/>
                </a:lnTo>
                <a:lnTo>
                  <a:pt x="17830800" y="190500"/>
                </a:lnTo>
                <a:lnTo>
                  <a:pt x="17907000" y="180975"/>
                </a:lnTo>
                <a:lnTo>
                  <a:pt x="17983200" y="171450"/>
                </a:lnTo>
                <a:lnTo>
                  <a:pt x="18059400" y="171450"/>
                </a:lnTo>
                <a:lnTo>
                  <a:pt x="18135600" y="161925"/>
                </a:lnTo>
                <a:lnTo>
                  <a:pt x="18211800" y="152400"/>
                </a:lnTo>
                <a:lnTo>
                  <a:pt x="18288000" y="142875"/>
                </a:lnTo>
                <a:lnTo>
                  <a:pt x="18364200" y="142875"/>
                </a:lnTo>
                <a:lnTo>
                  <a:pt x="18440400" y="133350"/>
                </a:lnTo>
                <a:lnTo>
                  <a:pt x="18516600" y="123825"/>
                </a:lnTo>
                <a:lnTo>
                  <a:pt x="18592800" y="123825"/>
                </a:lnTo>
                <a:lnTo>
                  <a:pt x="18669000" y="114300"/>
                </a:lnTo>
                <a:lnTo>
                  <a:pt x="18745200" y="104775"/>
                </a:lnTo>
                <a:lnTo>
                  <a:pt x="18821400" y="104775"/>
                </a:lnTo>
                <a:lnTo>
                  <a:pt x="18897600" y="95250"/>
                </a:lnTo>
                <a:lnTo>
                  <a:pt x="18973800" y="95250"/>
                </a:lnTo>
                <a:lnTo>
                  <a:pt x="19050000" y="85725"/>
                </a:lnTo>
                <a:lnTo>
                  <a:pt x="19126200" y="76200"/>
                </a:lnTo>
                <a:lnTo>
                  <a:pt x="19202400" y="76200"/>
                </a:lnTo>
                <a:lnTo>
                  <a:pt x="19278600" y="66675"/>
                </a:lnTo>
                <a:lnTo>
                  <a:pt x="19354800" y="66675"/>
                </a:lnTo>
                <a:lnTo>
                  <a:pt x="19431000" y="66675"/>
                </a:lnTo>
                <a:lnTo>
                  <a:pt x="19507200" y="57150"/>
                </a:lnTo>
                <a:lnTo>
                  <a:pt x="19583400" y="57150"/>
                </a:lnTo>
                <a:lnTo>
                  <a:pt x="19659600" y="47625"/>
                </a:lnTo>
                <a:lnTo>
                  <a:pt x="19735800" y="47625"/>
                </a:lnTo>
                <a:lnTo>
                  <a:pt x="19812000" y="38100"/>
                </a:lnTo>
                <a:lnTo>
                  <a:pt x="19888200" y="38100"/>
                </a:lnTo>
                <a:lnTo>
                  <a:pt x="19964400" y="38100"/>
                </a:lnTo>
                <a:lnTo>
                  <a:pt x="20040600" y="28575"/>
                </a:lnTo>
                <a:lnTo>
                  <a:pt x="20116800" y="28575"/>
                </a:lnTo>
                <a:lnTo>
                  <a:pt x="20193000" y="28575"/>
                </a:lnTo>
                <a:lnTo>
                  <a:pt x="20269200" y="19050"/>
                </a:lnTo>
                <a:lnTo>
                  <a:pt x="20345400" y="19050"/>
                </a:lnTo>
                <a:lnTo>
                  <a:pt x="20421600" y="19050"/>
                </a:lnTo>
                <a:lnTo>
                  <a:pt x="20497800" y="9525"/>
                </a:lnTo>
                <a:lnTo>
                  <a:pt x="20574000" y="9525"/>
                </a:lnTo>
                <a:lnTo>
                  <a:pt x="20650200" y="9525"/>
                </a:lnTo>
                <a:lnTo>
                  <a:pt x="20726400" y="9525"/>
                </a:lnTo>
                <a:lnTo>
                  <a:pt x="20802600" y="9525"/>
                </a:lnTo>
                <a:lnTo>
                  <a:pt x="20878800" y="0"/>
                </a:lnTo>
                <a:lnTo>
                  <a:pt x="20955000" y="0"/>
                </a:lnTo>
                <a:lnTo>
                  <a:pt x="21031200" y="0"/>
                </a:lnTo>
                <a:lnTo>
                  <a:pt x="21107400" y="0"/>
                </a:lnTo>
                <a:lnTo>
                  <a:pt x="21183600" y="0"/>
                </a:lnTo>
                <a:lnTo>
                  <a:pt x="21259800" y="0"/>
                </a:lnTo>
                <a:lnTo>
                  <a:pt x="21336000" y="0"/>
                </a:lnTo>
                <a:lnTo>
                  <a:pt x="21412200" y="0"/>
                </a:lnTo>
                <a:lnTo>
                  <a:pt x="21488400" y="0"/>
                </a:lnTo>
                <a:lnTo>
                  <a:pt x="21564600" y="0"/>
                </a:lnTo>
                <a:lnTo>
                  <a:pt x="21640800" y="0"/>
                </a:lnTo>
                <a:lnTo>
                  <a:pt x="21717000" y="0"/>
                </a:lnTo>
                <a:lnTo>
                  <a:pt x="21793200" y="0"/>
                </a:lnTo>
                <a:lnTo>
                  <a:pt x="21869400" y="0"/>
                </a:lnTo>
                <a:lnTo>
                  <a:pt x="21945600" y="0"/>
                </a:lnTo>
                <a:lnTo>
                  <a:pt x="22021800" y="0"/>
                </a:lnTo>
                <a:lnTo>
                  <a:pt x="22098000" y="0"/>
                </a:lnTo>
                <a:lnTo>
                  <a:pt x="22174200" y="0"/>
                </a:lnTo>
                <a:lnTo>
                  <a:pt x="22250400" y="0"/>
                </a:lnTo>
                <a:lnTo>
                  <a:pt x="22326600" y="0"/>
                </a:lnTo>
                <a:lnTo>
                  <a:pt x="22402800" y="0"/>
                </a:lnTo>
                <a:lnTo>
                  <a:pt x="22479000" y="0"/>
                </a:lnTo>
                <a:lnTo>
                  <a:pt x="22555200" y="9525"/>
                </a:lnTo>
                <a:lnTo>
                  <a:pt x="22631400" y="9525"/>
                </a:lnTo>
                <a:lnTo>
                  <a:pt x="22707600" y="9525"/>
                </a:lnTo>
                <a:lnTo>
                  <a:pt x="22783800" y="9525"/>
                </a:lnTo>
                <a:lnTo>
                  <a:pt x="22860000" y="19050"/>
                </a:lnTo>
                <a:lnTo>
                  <a:pt x="22936200" y="19050"/>
                </a:lnTo>
                <a:lnTo>
                  <a:pt x="23012400" y="19050"/>
                </a:lnTo>
                <a:lnTo>
                  <a:pt x="23088600" y="28575"/>
                </a:lnTo>
                <a:lnTo>
                  <a:pt x="23164800" y="28575"/>
                </a:lnTo>
                <a:lnTo>
                  <a:pt x="23241000" y="28575"/>
                </a:lnTo>
                <a:lnTo>
                  <a:pt x="23317200" y="38100"/>
                </a:lnTo>
                <a:lnTo>
                  <a:pt x="23393400" y="47625"/>
                </a:lnTo>
                <a:lnTo>
                  <a:pt x="23469600" y="57150"/>
                </a:lnTo>
                <a:lnTo>
                  <a:pt x="23545800" y="66675"/>
                </a:lnTo>
                <a:lnTo>
                  <a:pt x="23622000" y="76200"/>
                </a:lnTo>
                <a:lnTo>
                  <a:pt x="23698200" y="85725"/>
                </a:lnTo>
                <a:lnTo>
                  <a:pt x="23774400" y="95250"/>
                </a:lnTo>
                <a:lnTo>
                  <a:pt x="23850600" y="104775"/>
                </a:lnTo>
                <a:lnTo>
                  <a:pt x="23926800" y="114300"/>
                </a:lnTo>
                <a:lnTo>
                  <a:pt x="24003000" y="123825"/>
                </a:lnTo>
                <a:lnTo>
                  <a:pt x="24079200" y="133350"/>
                </a:lnTo>
                <a:lnTo>
                  <a:pt x="24155400" y="142875"/>
                </a:lnTo>
                <a:lnTo>
                  <a:pt x="24231600" y="152400"/>
                </a:lnTo>
                <a:lnTo>
                  <a:pt x="24307800" y="161925"/>
                </a:lnTo>
                <a:lnTo>
                  <a:pt x="24384000" y="171450"/>
                </a:lnTo>
                <a:lnTo>
                  <a:pt x="24460200" y="180975"/>
                </a:lnTo>
                <a:lnTo>
                  <a:pt x="24536400" y="190500"/>
                </a:lnTo>
                <a:lnTo>
                  <a:pt x="24612600" y="200025"/>
                </a:lnTo>
                <a:lnTo>
                  <a:pt x="24688800" y="209550"/>
                </a:lnTo>
                <a:lnTo>
                  <a:pt x="24765000" y="228600"/>
                </a:lnTo>
                <a:lnTo>
                  <a:pt x="24841200" y="238125"/>
                </a:lnTo>
                <a:lnTo>
                  <a:pt x="24917400" y="247650"/>
                </a:lnTo>
                <a:lnTo>
                  <a:pt x="24993600" y="257175"/>
                </a:lnTo>
                <a:lnTo>
                  <a:pt x="25069800" y="266700"/>
                </a:lnTo>
                <a:lnTo>
                  <a:pt x="25146000" y="285750"/>
                </a:lnTo>
                <a:lnTo>
                  <a:pt x="25222200" y="295275"/>
                </a:lnTo>
                <a:lnTo>
                  <a:pt x="25298400" y="304800"/>
                </a:lnTo>
                <a:lnTo>
                  <a:pt x="25374600" y="314325"/>
                </a:lnTo>
                <a:lnTo>
                  <a:pt x="25450800" y="323850"/>
                </a:lnTo>
                <a:lnTo>
                  <a:pt x="25527000" y="342900"/>
                </a:lnTo>
                <a:lnTo>
                  <a:pt x="25603200" y="352425"/>
                </a:lnTo>
                <a:lnTo>
                  <a:pt x="25679400" y="361950"/>
                </a:lnTo>
                <a:lnTo>
                  <a:pt x="25755600" y="381000"/>
                </a:lnTo>
                <a:lnTo>
                  <a:pt x="25831800" y="390525"/>
                </a:lnTo>
                <a:lnTo>
                  <a:pt x="25908000" y="400050"/>
                </a:lnTo>
                <a:lnTo>
                  <a:pt x="25984200" y="419100"/>
                </a:lnTo>
                <a:lnTo>
                  <a:pt x="26060400" y="428625"/>
                </a:lnTo>
                <a:lnTo>
                  <a:pt x="26136600" y="438150"/>
                </a:lnTo>
                <a:lnTo>
                  <a:pt x="26212800" y="457200"/>
                </a:lnTo>
                <a:lnTo>
                  <a:pt x="26289000" y="466725"/>
                </a:lnTo>
                <a:lnTo>
                  <a:pt x="26365200" y="485775"/>
                </a:lnTo>
                <a:lnTo>
                  <a:pt x="26441400" y="495300"/>
                </a:lnTo>
                <a:lnTo>
                  <a:pt x="26517600" y="504825"/>
                </a:lnTo>
                <a:lnTo>
                  <a:pt x="26593800" y="523875"/>
                </a:lnTo>
                <a:lnTo>
                  <a:pt x="26670000" y="533400"/>
                </a:lnTo>
                <a:lnTo>
                  <a:pt x="26746200" y="552450"/>
                </a:lnTo>
                <a:lnTo>
                  <a:pt x="26822400" y="561975"/>
                </a:lnTo>
                <a:lnTo>
                  <a:pt x="26898600" y="581025"/>
                </a:lnTo>
                <a:lnTo>
                  <a:pt x="26974800" y="590550"/>
                </a:lnTo>
                <a:lnTo>
                  <a:pt x="27051000" y="609600"/>
                </a:lnTo>
                <a:lnTo>
                  <a:pt x="27127200" y="619125"/>
                </a:lnTo>
                <a:lnTo>
                  <a:pt x="27203400" y="638175"/>
                </a:lnTo>
                <a:lnTo>
                  <a:pt x="27279600" y="647700"/>
                </a:lnTo>
                <a:lnTo>
                  <a:pt x="27355800" y="666750"/>
                </a:lnTo>
                <a:lnTo>
                  <a:pt x="27432000" y="676275"/>
                </a:lnTo>
                <a:lnTo>
                  <a:pt x="27508200" y="695325"/>
                </a:lnTo>
                <a:lnTo>
                  <a:pt x="27584400" y="714375"/>
                </a:lnTo>
                <a:lnTo>
                  <a:pt x="27660600" y="723900"/>
                </a:lnTo>
                <a:lnTo>
                  <a:pt x="27736800" y="742950"/>
                </a:lnTo>
                <a:lnTo>
                  <a:pt x="27813000" y="752475"/>
                </a:lnTo>
                <a:lnTo>
                  <a:pt x="27889200" y="771525"/>
                </a:lnTo>
                <a:lnTo>
                  <a:pt x="27965400" y="790575"/>
                </a:lnTo>
                <a:lnTo>
                  <a:pt x="28041600" y="800100"/>
                </a:lnTo>
                <a:lnTo>
                  <a:pt x="28117800" y="819150"/>
                </a:lnTo>
                <a:lnTo>
                  <a:pt x="28194000" y="838200"/>
                </a:lnTo>
                <a:lnTo>
                  <a:pt x="28270200" y="847725"/>
                </a:lnTo>
                <a:lnTo>
                  <a:pt x="28346400" y="866775"/>
                </a:lnTo>
                <a:lnTo>
                  <a:pt x="28422600" y="885825"/>
                </a:lnTo>
                <a:lnTo>
                  <a:pt x="28498800" y="904875"/>
                </a:lnTo>
                <a:lnTo>
                  <a:pt x="28575000" y="923925"/>
                </a:lnTo>
                <a:lnTo>
                  <a:pt x="28651200" y="942975"/>
                </a:lnTo>
                <a:lnTo>
                  <a:pt x="28727400" y="952500"/>
                </a:lnTo>
                <a:lnTo>
                  <a:pt x="28803600" y="971550"/>
                </a:lnTo>
                <a:lnTo>
                  <a:pt x="28879800" y="990600"/>
                </a:lnTo>
                <a:lnTo>
                  <a:pt x="28956000" y="1009650"/>
                </a:lnTo>
                <a:lnTo>
                  <a:pt x="29032200" y="1028700"/>
                </a:lnTo>
                <a:lnTo>
                  <a:pt x="29108400" y="1047750"/>
                </a:lnTo>
                <a:lnTo>
                  <a:pt x="29184600" y="1066800"/>
                </a:lnTo>
                <a:lnTo>
                  <a:pt x="29260800" y="1076325"/>
                </a:lnTo>
                <a:lnTo>
                  <a:pt x="29337000" y="1095375"/>
                </a:lnTo>
                <a:lnTo>
                  <a:pt x="29413200" y="1114425"/>
                </a:lnTo>
                <a:lnTo>
                  <a:pt x="29489400" y="1133475"/>
                </a:lnTo>
                <a:lnTo>
                  <a:pt x="29565600" y="1162050"/>
                </a:lnTo>
                <a:lnTo>
                  <a:pt x="29641800" y="1181100"/>
                </a:lnTo>
                <a:lnTo>
                  <a:pt x="29718000" y="1200150"/>
                </a:lnTo>
                <a:lnTo>
                  <a:pt x="29794200" y="1219200"/>
                </a:lnTo>
                <a:lnTo>
                  <a:pt x="29870400" y="1238250"/>
                </a:lnTo>
                <a:lnTo>
                  <a:pt x="29946600" y="1257300"/>
                </a:lnTo>
                <a:lnTo>
                  <a:pt x="30022800" y="1276350"/>
                </a:lnTo>
                <a:lnTo>
                  <a:pt x="30099000" y="1295400"/>
                </a:lnTo>
                <a:lnTo>
                  <a:pt x="30175200" y="1323975"/>
                </a:lnTo>
                <a:lnTo>
                  <a:pt x="30251400" y="1343025"/>
                </a:lnTo>
                <a:lnTo>
                  <a:pt x="30327600" y="1362075"/>
                </a:lnTo>
                <a:lnTo>
                  <a:pt x="30403800" y="1381125"/>
                </a:lnTo>
                <a:lnTo>
                  <a:pt x="30403800" y="1971675"/>
                </a:lnTo>
                <a:lnTo>
                  <a:pt x="30327600" y="1952625"/>
                </a:lnTo>
                <a:lnTo>
                  <a:pt x="30251400" y="1933575"/>
                </a:lnTo>
                <a:lnTo>
                  <a:pt x="30175200" y="1914525"/>
                </a:lnTo>
                <a:lnTo>
                  <a:pt x="30099000" y="1895475"/>
                </a:lnTo>
                <a:lnTo>
                  <a:pt x="30022800" y="1866900"/>
                </a:lnTo>
                <a:lnTo>
                  <a:pt x="29946600" y="1847850"/>
                </a:lnTo>
                <a:lnTo>
                  <a:pt x="29870400" y="1828800"/>
                </a:lnTo>
                <a:lnTo>
                  <a:pt x="29794200" y="1809750"/>
                </a:lnTo>
                <a:lnTo>
                  <a:pt x="29718000" y="1790700"/>
                </a:lnTo>
                <a:lnTo>
                  <a:pt x="29641800" y="1771650"/>
                </a:lnTo>
                <a:lnTo>
                  <a:pt x="29565600" y="1752600"/>
                </a:lnTo>
                <a:lnTo>
                  <a:pt x="29489400" y="1733550"/>
                </a:lnTo>
                <a:lnTo>
                  <a:pt x="29413200" y="1714500"/>
                </a:lnTo>
                <a:lnTo>
                  <a:pt x="29337000" y="1695450"/>
                </a:lnTo>
                <a:lnTo>
                  <a:pt x="29260800" y="1676400"/>
                </a:lnTo>
                <a:lnTo>
                  <a:pt x="29184600" y="1657350"/>
                </a:lnTo>
                <a:lnTo>
                  <a:pt x="29108400" y="1638300"/>
                </a:lnTo>
                <a:lnTo>
                  <a:pt x="29032200" y="1628775"/>
                </a:lnTo>
                <a:lnTo>
                  <a:pt x="28956000" y="1609725"/>
                </a:lnTo>
                <a:lnTo>
                  <a:pt x="28879800" y="1590675"/>
                </a:lnTo>
                <a:lnTo>
                  <a:pt x="28803600" y="1571625"/>
                </a:lnTo>
                <a:lnTo>
                  <a:pt x="28727400" y="1552575"/>
                </a:lnTo>
                <a:lnTo>
                  <a:pt x="28651200" y="1533525"/>
                </a:lnTo>
                <a:lnTo>
                  <a:pt x="28575000" y="1524000"/>
                </a:lnTo>
                <a:lnTo>
                  <a:pt x="28498800" y="1504950"/>
                </a:lnTo>
                <a:lnTo>
                  <a:pt x="28422600" y="1485900"/>
                </a:lnTo>
                <a:lnTo>
                  <a:pt x="28346400" y="1476375"/>
                </a:lnTo>
                <a:lnTo>
                  <a:pt x="28270200" y="1457325"/>
                </a:lnTo>
                <a:lnTo>
                  <a:pt x="28194000" y="1438275"/>
                </a:lnTo>
                <a:lnTo>
                  <a:pt x="28117800" y="1419225"/>
                </a:lnTo>
                <a:lnTo>
                  <a:pt x="28041600" y="1409700"/>
                </a:lnTo>
                <a:lnTo>
                  <a:pt x="27965400" y="1390650"/>
                </a:lnTo>
                <a:lnTo>
                  <a:pt x="27889200" y="1381125"/>
                </a:lnTo>
                <a:lnTo>
                  <a:pt x="27813000" y="1362075"/>
                </a:lnTo>
                <a:lnTo>
                  <a:pt x="27736800" y="1343025"/>
                </a:lnTo>
                <a:lnTo>
                  <a:pt x="27660600" y="1333500"/>
                </a:lnTo>
                <a:lnTo>
                  <a:pt x="27584400" y="1314450"/>
                </a:lnTo>
                <a:lnTo>
                  <a:pt x="27508200" y="1304925"/>
                </a:lnTo>
                <a:lnTo>
                  <a:pt x="27432000" y="1285875"/>
                </a:lnTo>
                <a:lnTo>
                  <a:pt x="27355800" y="1276350"/>
                </a:lnTo>
                <a:lnTo>
                  <a:pt x="27279600" y="1257300"/>
                </a:lnTo>
                <a:lnTo>
                  <a:pt x="27203400" y="1238250"/>
                </a:lnTo>
                <a:lnTo>
                  <a:pt x="27127200" y="1228725"/>
                </a:lnTo>
                <a:lnTo>
                  <a:pt x="27051000" y="1209675"/>
                </a:lnTo>
                <a:lnTo>
                  <a:pt x="26974800" y="1200150"/>
                </a:lnTo>
                <a:lnTo>
                  <a:pt x="26898600" y="1190625"/>
                </a:lnTo>
                <a:lnTo>
                  <a:pt x="26822400" y="1171575"/>
                </a:lnTo>
                <a:lnTo>
                  <a:pt x="26746200" y="1162050"/>
                </a:lnTo>
                <a:lnTo>
                  <a:pt x="26670000" y="1143000"/>
                </a:lnTo>
                <a:lnTo>
                  <a:pt x="26593800" y="1133475"/>
                </a:lnTo>
                <a:lnTo>
                  <a:pt x="26517600" y="1114425"/>
                </a:lnTo>
                <a:lnTo>
                  <a:pt x="26441400" y="1104900"/>
                </a:lnTo>
                <a:lnTo>
                  <a:pt x="26365200" y="1095375"/>
                </a:lnTo>
                <a:lnTo>
                  <a:pt x="26289000" y="1076325"/>
                </a:lnTo>
                <a:lnTo>
                  <a:pt x="26212800" y="1066800"/>
                </a:lnTo>
                <a:lnTo>
                  <a:pt x="26136600" y="1057275"/>
                </a:lnTo>
                <a:lnTo>
                  <a:pt x="26060400" y="1038225"/>
                </a:lnTo>
                <a:lnTo>
                  <a:pt x="25984200" y="1028700"/>
                </a:lnTo>
                <a:lnTo>
                  <a:pt x="25908000" y="1019175"/>
                </a:lnTo>
                <a:lnTo>
                  <a:pt x="25831800" y="1000125"/>
                </a:lnTo>
                <a:lnTo>
                  <a:pt x="25755600" y="990600"/>
                </a:lnTo>
                <a:lnTo>
                  <a:pt x="25679400" y="981075"/>
                </a:lnTo>
                <a:lnTo>
                  <a:pt x="25603200" y="971550"/>
                </a:lnTo>
                <a:lnTo>
                  <a:pt x="25527000" y="952500"/>
                </a:lnTo>
                <a:lnTo>
                  <a:pt x="25450800" y="942975"/>
                </a:lnTo>
                <a:lnTo>
                  <a:pt x="25374600" y="933450"/>
                </a:lnTo>
                <a:lnTo>
                  <a:pt x="25298400" y="923925"/>
                </a:lnTo>
                <a:lnTo>
                  <a:pt x="25222200" y="904875"/>
                </a:lnTo>
                <a:lnTo>
                  <a:pt x="25146000" y="895350"/>
                </a:lnTo>
                <a:lnTo>
                  <a:pt x="25069800" y="885825"/>
                </a:lnTo>
                <a:lnTo>
                  <a:pt x="24993600" y="876300"/>
                </a:lnTo>
                <a:lnTo>
                  <a:pt x="24917400" y="866775"/>
                </a:lnTo>
                <a:lnTo>
                  <a:pt x="24841200" y="857250"/>
                </a:lnTo>
                <a:lnTo>
                  <a:pt x="24765000" y="838200"/>
                </a:lnTo>
                <a:lnTo>
                  <a:pt x="24688800" y="828675"/>
                </a:lnTo>
                <a:lnTo>
                  <a:pt x="24612600" y="819150"/>
                </a:lnTo>
                <a:lnTo>
                  <a:pt x="24536400" y="809625"/>
                </a:lnTo>
                <a:lnTo>
                  <a:pt x="24460200" y="800100"/>
                </a:lnTo>
                <a:lnTo>
                  <a:pt x="24384000" y="790575"/>
                </a:lnTo>
                <a:lnTo>
                  <a:pt x="24307800" y="781050"/>
                </a:lnTo>
                <a:lnTo>
                  <a:pt x="24231600" y="771525"/>
                </a:lnTo>
                <a:lnTo>
                  <a:pt x="24155400" y="762000"/>
                </a:lnTo>
                <a:lnTo>
                  <a:pt x="24079200" y="752475"/>
                </a:lnTo>
                <a:lnTo>
                  <a:pt x="24003000" y="742950"/>
                </a:lnTo>
                <a:lnTo>
                  <a:pt x="23926800" y="733425"/>
                </a:lnTo>
                <a:lnTo>
                  <a:pt x="23850600" y="723900"/>
                </a:lnTo>
                <a:lnTo>
                  <a:pt x="23774400" y="714375"/>
                </a:lnTo>
                <a:lnTo>
                  <a:pt x="23698200" y="704850"/>
                </a:lnTo>
                <a:lnTo>
                  <a:pt x="23622000" y="695325"/>
                </a:lnTo>
                <a:lnTo>
                  <a:pt x="23545800" y="685800"/>
                </a:lnTo>
                <a:lnTo>
                  <a:pt x="23469600" y="676275"/>
                </a:lnTo>
                <a:lnTo>
                  <a:pt x="23393400" y="676275"/>
                </a:lnTo>
                <a:lnTo>
                  <a:pt x="23317200" y="666750"/>
                </a:lnTo>
                <a:lnTo>
                  <a:pt x="23241000" y="666750"/>
                </a:lnTo>
                <a:lnTo>
                  <a:pt x="23164800" y="657225"/>
                </a:lnTo>
                <a:lnTo>
                  <a:pt x="23088600" y="657225"/>
                </a:lnTo>
                <a:lnTo>
                  <a:pt x="23012400" y="657225"/>
                </a:lnTo>
                <a:lnTo>
                  <a:pt x="22936200" y="657225"/>
                </a:lnTo>
                <a:lnTo>
                  <a:pt x="22860000" y="647700"/>
                </a:lnTo>
                <a:lnTo>
                  <a:pt x="22783800" y="647700"/>
                </a:lnTo>
                <a:lnTo>
                  <a:pt x="22707600" y="647700"/>
                </a:lnTo>
                <a:lnTo>
                  <a:pt x="22631400" y="647700"/>
                </a:lnTo>
                <a:lnTo>
                  <a:pt x="22555200" y="647700"/>
                </a:lnTo>
                <a:lnTo>
                  <a:pt x="22479000" y="638175"/>
                </a:lnTo>
                <a:lnTo>
                  <a:pt x="22402800" y="638175"/>
                </a:lnTo>
                <a:lnTo>
                  <a:pt x="22326600" y="638175"/>
                </a:lnTo>
                <a:lnTo>
                  <a:pt x="22250400" y="638175"/>
                </a:lnTo>
                <a:lnTo>
                  <a:pt x="22174200" y="638175"/>
                </a:lnTo>
                <a:lnTo>
                  <a:pt x="22098000" y="638175"/>
                </a:lnTo>
                <a:lnTo>
                  <a:pt x="22021800" y="638175"/>
                </a:lnTo>
                <a:lnTo>
                  <a:pt x="21945600" y="638175"/>
                </a:lnTo>
                <a:lnTo>
                  <a:pt x="21869400" y="638175"/>
                </a:lnTo>
                <a:lnTo>
                  <a:pt x="21793200" y="638175"/>
                </a:lnTo>
                <a:lnTo>
                  <a:pt x="21717000" y="638175"/>
                </a:lnTo>
                <a:lnTo>
                  <a:pt x="21640800" y="638175"/>
                </a:lnTo>
                <a:lnTo>
                  <a:pt x="21564600" y="638175"/>
                </a:lnTo>
                <a:lnTo>
                  <a:pt x="21488400" y="638175"/>
                </a:lnTo>
                <a:lnTo>
                  <a:pt x="21412200" y="638175"/>
                </a:lnTo>
                <a:lnTo>
                  <a:pt x="21336000" y="638175"/>
                </a:lnTo>
                <a:lnTo>
                  <a:pt x="21259800" y="647700"/>
                </a:lnTo>
                <a:lnTo>
                  <a:pt x="21183600" y="647700"/>
                </a:lnTo>
                <a:lnTo>
                  <a:pt x="21107400" y="647700"/>
                </a:lnTo>
                <a:lnTo>
                  <a:pt x="21031200" y="647700"/>
                </a:lnTo>
                <a:lnTo>
                  <a:pt x="20955000" y="647700"/>
                </a:lnTo>
                <a:lnTo>
                  <a:pt x="20878800" y="647700"/>
                </a:lnTo>
                <a:lnTo>
                  <a:pt x="20802600" y="647700"/>
                </a:lnTo>
                <a:lnTo>
                  <a:pt x="20726400" y="657225"/>
                </a:lnTo>
                <a:lnTo>
                  <a:pt x="20650200" y="657225"/>
                </a:lnTo>
                <a:lnTo>
                  <a:pt x="20574000" y="657225"/>
                </a:lnTo>
                <a:lnTo>
                  <a:pt x="20497800" y="657225"/>
                </a:lnTo>
                <a:lnTo>
                  <a:pt x="20421600" y="666750"/>
                </a:lnTo>
                <a:lnTo>
                  <a:pt x="20345400" y="666750"/>
                </a:lnTo>
                <a:lnTo>
                  <a:pt x="20269200" y="666750"/>
                </a:lnTo>
                <a:lnTo>
                  <a:pt x="20193000" y="676275"/>
                </a:lnTo>
                <a:lnTo>
                  <a:pt x="20116800" y="676275"/>
                </a:lnTo>
                <a:lnTo>
                  <a:pt x="20040600" y="685800"/>
                </a:lnTo>
                <a:lnTo>
                  <a:pt x="19964400" y="685800"/>
                </a:lnTo>
                <a:lnTo>
                  <a:pt x="19888200" y="685800"/>
                </a:lnTo>
                <a:lnTo>
                  <a:pt x="19812000" y="695325"/>
                </a:lnTo>
                <a:lnTo>
                  <a:pt x="19735800" y="695325"/>
                </a:lnTo>
                <a:lnTo>
                  <a:pt x="19659600" y="704850"/>
                </a:lnTo>
                <a:lnTo>
                  <a:pt x="19583400" y="704850"/>
                </a:lnTo>
                <a:lnTo>
                  <a:pt x="19507200" y="714375"/>
                </a:lnTo>
                <a:lnTo>
                  <a:pt x="19431000" y="714375"/>
                </a:lnTo>
                <a:lnTo>
                  <a:pt x="19354800" y="723900"/>
                </a:lnTo>
                <a:lnTo>
                  <a:pt x="19278600" y="723900"/>
                </a:lnTo>
                <a:lnTo>
                  <a:pt x="19202400" y="733425"/>
                </a:lnTo>
                <a:lnTo>
                  <a:pt x="19126200" y="733425"/>
                </a:lnTo>
                <a:lnTo>
                  <a:pt x="19050000" y="742950"/>
                </a:lnTo>
                <a:lnTo>
                  <a:pt x="18973800" y="752475"/>
                </a:lnTo>
                <a:lnTo>
                  <a:pt x="18897600" y="752475"/>
                </a:lnTo>
                <a:lnTo>
                  <a:pt x="18821400" y="762000"/>
                </a:lnTo>
                <a:lnTo>
                  <a:pt x="18745200" y="762000"/>
                </a:lnTo>
                <a:lnTo>
                  <a:pt x="18669000" y="771525"/>
                </a:lnTo>
                <a:lnTo>
                  <a:pt x="18592800" y="781050"/>
                </a:lnTo>
                <a:lnTo>
                  <a:pt x="18516600" y="781050"/>
                </a:lnTo>
                <a:lnTo>
                  <a:pt x="18440400" y="790575"/>
                </a:lnTo>
                <a:lnTo>
                  <a:pt x="18364200" y="800100"/>
                </a:lnTo>
                <a:lnTo>
                  <a:pt x="18288000" y="800100"/>
                </a:lnTo>
                <a:lnTo>
                  <a:pt x="18211800" y="809625"/>
                </a:lnTo>
                <a:lnTo>
                  <a:pt x="18135600" y="819150"/>
                </a:lnTo>
                <a:lnTo>
                  <a:pt x="18059400" y="828675"/>
                </a:lnTo>
                <a:lnTo>
                  <a:pt x="17983200" y="838200"/>
                </a:lnTo>
                <a:lnTo>
                  <a:pt x="17907000" y="838200"/>
                </a:lnTo>
                <a:lnTo>
                  <a:pt x="17830800" y="847725"/>
                </a:lnTo>
                <a:lnTo>
                  <a:pt x="17754600" y="857250"/>
                </a:lnTo>
                <a:lnTo>
                  <a:pt x="17678400" y="866775"/>
                </a:lnTo>
                <a:lnTo>
                  <a:pt x="17602200" y="876300"/>
                </a:lnTo>
                <a:lnTo>
                  <a:pt x="17526000" y="885825"/>
                </a:lnTo>
                <a:lnTo>
                  <a:pt x="17449800" y="895350"/>
                </a:lnTo>
                <a:lnTo>
                  <a:pt x="17373600" y="904875"/>
                </a:lnTo>
                <a:lnTo>
                  <a:pt x="17297400" y="904875"/>
                </a:lnTo>
                <a:lnTo>
                  <a:pt x="17221200" y="914400"/>
                </a:lnTo>
                <a:lnTo>
                  <a:pt x="17145000" y="923925"/>
                </a:lnTo>
                <a:lnTo>
                  <a:pt x="17068800" y="933450"/>
                </a:lnTo>
                <a:lnTo>
                  <a:pt x="16992600" y="942975"/>
                </a:lnTo>
                <a:lnTo>
                  <a:pt x="16916400" y="952500"/>
                </a:lnTo>
                <a:lnTo>
                  <a:pt x="16840200" y="962025"/>
                </a:lnTo>
                <a:lnTo>
                  <a:pt x="16764000" y="971550"/>
                </a:lnTo>
                <a:lnTo>
                  <a:pt x="16687800" y="981075"/>
                </a:lnTo>
                <a:lnTo>
                  <a:pt x="16611600" y="990600"/>
                </a:lnTo>
                <a:lnTo>
                  <a:pt x="16535400" y="1009650"/>
                </a:lnTo>
                <a:lnTo>
                  <a:pt x="16459200" y="1019175"/>
                </a:lnTo>
                <a:lnTo>
                  <a:pt x="16383000" y="1028700"/>
                </a:lnTo>
                <a:lnTo>
                  <a:pt x="16306800" y="1038225"/>
                </a:lnTo>
                <a:lnTo>
                  <a:pt x="16230600" y="1047750"/>
                </a:lnTo>
                <a:lnTo>
                  <a:pt x="16154400" y="1057275"/>
                </a:lnTo>
                <a:lnTo>
                  <a:pt x="16078200" y="1066800"/>
                </a:lnTo>
                <a:lnTo>
                  <a:pt x="16002000" y="1076325"/>
                </a:lnTo>
                <a:lnTo>
                  <a:pt x="15925800" y="1095375"/>
                </a:lnTo>
                <a:lnTo>
                  <a:pt x="15849600" y="1104900"/>
                </a:lnTo>
                <a:lnTo>
                  <a:pt x="15773400" y="1114425"/>
                </a:lnTo>
                <a:lnTo>
                  <a:pt x="15697200" y="1123950"/>
                </a:lnTo>
                <a:lnTo>
                  <a:pt x="15621000" y="1143000"/>
                </a:lnTo>
                <a:lnTo>
                  <a:pt x="15544800" y="1152525"/>
                </a:lnTo>
                <a:lnTo>
                  <a:pt x="15468600" y="1162050"/>
                </a:lnTo>
                <a:lnTo>
                  <a:pt x="15392400" y="1171575"/>
                </a:lnTo>
                <a:lnTo>
                  <a:pt x="15316200" y="1190625"/>
                </a:lnTo>
                <a:lnTo>
                  <a:pt x="15240000" y="1200150"/>
                </a:lnTo>
                <a:lnTo>
                  <a:pt x="15163800" y="1209675"/>
                </a:lnTo>
                <a:lnTo>
                  <a:pt x="15087600" y="1228725"/>
                </a:lnTo>
                <a:lnTo>
                  <a:pt x="15011400" y="1238250"/>
                </a:lnTo>
                <a:lnTo>
                  <a:pt x="14935200" y="1247775"/>
                </a:lnTo>
                <a:lnTo>
                  <a:pt x="14859000" y="1257300"/>
                </a:lnTo>
                <a:lnTo>
                  <a:pt x="14782800" y="1276350"/>
                </a:lnTo>
                <a:lnTo>
                  <a:pt x="14706600" y="1285875"/>
                </a:lnTo>
                <a:lnTo>
                  <a:pt x="14630400" y="1304925"/>
                </a:lnTo>
                <a:lnTo>
                  <a:pt x="14554200" y="1314450"/>
                </a:lnTo>
                <a:lnTo>
                  <a:pt x="14478000" y="1323975"/>
                </a:lnTo>
                <a:lnTo>
                  <a:pt x="14401800" y="1343025"/>
                </a:lnTo>
                <a:lnTo>
                  <a:pt x="14325600" y="1352550"/>
                </a:lnTo>
                <a:lnTo>
                  <a:pt x="14249400" y="1371600"/>
                </a:lnTo>
                <a:lnTo>
                  <a:pt x="14173200" y="1381125"/>
                </a:lnTo>
                <a:lnTo>
                  <a:pt x="14097000" y="1400175"/>
                </a:lnTo>
                <a:lnTo>
                  <a:pt x="14020800" y="1409700"/>
                </a:lnTo>
                <a:lnTo>
                  <a:pt x="13944600" y="1419225"/>
                </a:lnTo>
                <a:lnTo>
                  <a:pt x="13868400" y="1438275"/>
                </a:lnTo>
                <a:lnTo>
                  <a:pt x="13792200" y="1447800"/>
                </a:lnTo>
                <a:lnTo>
                  <a:pt x="13716000" y="1466850"/>
                </a:lnTo>
                <a:lnTo>
                  <a:pt x="13639800" y="1476375"/>
                </a:lnTo>
                <a:lnTo>
                  <a:pt x="13563600" y="1495425"/>
                </a:lnTo>
                <a:lnTo>
                  <a:pt x="13487400" y="1504950"/>
                </a:lnTo>
                <a:lnTo>
                  <a:pt x="13411200" y="1524000"/>
                </a:lnTo>
                <a:lnTo>
                  <a:pt x="13335000" y="1533525"/>
                </a:lnTo>
                <a:lnTo>
                  <a:pt x="13258800" y="1552575"/>
                </a:lnTo>
                <a:lnTo>
                  <a:pt x="13182600" y="1562100"/>
                </a:lnTo>
                <a:lnTo>
                  <a:pt x="13106400" y="1581150"/>
                </a:lnTo>
                <a:lnTo>
                  <a:pt x="13030200" y="1590675"/>
                </a:lnTo>
                <a:lnTo>
                  <a:pt x="12954000" y="1609725"/>
                </a:lnTo>
                <a:lnTo>
                  <a:pt x="12877800" y="1619250"/>
                </a:lnTo>
                <a:lnTo>
                  <a:pt x="12801600" y="1638300"/>
                </a:lnTo>
                <a:lnTo>
                  <a:pt x="12725400" y="1657350"/>
                </a:lnTo>
                <a:lnTo>
                  <a:pt x="12649200" y="1666875"/>
                </a:lnTo>
                <a:lnTo>
                  <a:pt x="12573000" y="1685925"/>
                </a:lnTo>
                <a:lnTo>
                  <a:pt x="12496800" y="1695450"/>
                </a:lnTo>
                <a:lnTo>
                  <a:pt x="12420600" y="1714500"/>
                </a:lnTo>
                <a:lnTo>
                  <a:pt x="12344400" y="1733550"/>
                </a:lnTo>
                <a:lnTo>
                  <a:pt x="12268200" y="1743075"/>
                </a:lnTo>
                <a:lnTo>
                  <a:pt x="12192000" y="1762125"/>
                </a:lnTo>
                <a:lnTo>
                  <a:pt x="12115800" y="1771650"/>
                </a:lnTo>
                <a:lnTo>
                  <a:pt x="12039600" y="1790700"/>
                </a:lnTo>
                <a:lnTo>
                  <a:pt x="11963400" y="1809750"/>
                </a:lnTo>
                <a:lnTo>
                  <a:pt x="11887200" y="1819275"/>
                </a:lnTo>
                <a:lnTo>
                  <a:pt x="11811000" y="1838325"/>
                </a:lnTo>
                <a:lnTo>
                  <a:pt x="11734800" y="1857375"/>
                </a:lnTo>
                <a:lnTo>
                  <a:pt x="11658600" y="1866900"/>
                </a:lnTo>
                <a:lnTo>
                  <a:pt x="11582400" y="1885950"/>
                </a:lnTo>
                <a:lnTo>
                  <a:pt x="11506200" y="1895475"/>
                </a:lnTo>
                <a:lnTo>
                  <a:pt x="11430000" y="1914525"/>
                </a:lnTo>
                <a:lnTo>
                  <a:pt x="11353800" y="1933575"/>
                </a:lnTo>
                <a:lnTo>
                  <a:pt x="11277600" y="1943100"/>
                </a:lnTo>
                <a:lnTo>
                  <a:pt x="11201400" y="1962150"/>
                </a:lnTo>
                <a:lnTo>
                  <a:pt x="11125200" y="1981200"/>
                </a:lnTo>
                <a:lnTo>
                  <a:pt x="11049000" y="1990725"/>
                </a:lnTo>
                <a:lnTo>
                  <a:pt x="10972800" y="2009775"/>
                </a:lnTo>
                <a:lnTo>
                  <a:pt x="10896600" y="2028825"/>
                </a:lnTo>
                <a:lnTo>
                  <a:pt x="10820400" y="2038350"/>
                </a:lnTo>
                <a:lnTo>
                  <a:pt x="10744200" y="2057400"/>
                </a:lnTo>
                <a:lnTo>
                  <a:pt x="10668000" y="2066925"/>
                </a:lnTo>
                <a:lnTo>
                  <a:pt x="10591800" y="2085975"/>
                </a:lnTo>
                <a:lnTo>
                  <a:pt x="10515600" y="2105025"/>
                </a:lnTo>
                <a:lnTo>
                  <a:pt x="10439400" y="2114550"/>
                </a:lnTo>
                <a:lnTo>
                  <a:pt x="10363200" y="2133600"/>
                </a:lnTo>
                <a:lnTo>
                  <a:pt x="10287000" y="2152650"/>
                </a:lnTo>
                <a:lnTo>
                  <a:pt x="10210800" y="2162175"/>
                </a:lnTo>
                <a:lnTo>
                  <a:pt x="10134600" y="2181225"/>
                </a:lnTo>
                <a:lnTo>
                  <a:pt x="10058400" y="2200275"/>
                </a:lnTo>
                <a:lnTo>
                  <a:pt x="9982200" y="2209800"/>
                </a:lnTo>
                <a:lnTo>
                  <a:pt x="9906000" y="2228850"/>
                </a:lnTo>
                <a:lnTo>
                  <a:pt x="9829800" y="2238375"/>
                </a:lnTo>
                <a:lnTo>
                  <a:pt x="9753600" y="2257425"/>
                </a:lnTo>
                <a:lnTo>
                  <a:pt x="9677400" y="2266950"/>
                </a:lnTo>
                <a:lnTo>
                  <a:pt x="9601200" y="2286000"/>
                </a:lnTo>
                <a:lnTo>
                  <a:pt x="9525000" y="2295525"/>
                </a:lnTo>
                <a:lnTo>
                  <a:pt x="9448800" y="2314575"/>
                </a:lnTo>
                <a:lnTo>
                  <a:pt x="9372600" y="2333625"/>
                </a:lnTo>
                <a:lnTo>
                  <a:pt x="9296400" y="2343150"/>
                </a:lnTo>
                <a:lnTo>
                  <a:pt x="9220200" y="2362200"/>
                </a:lnTo>
                <a:lnTo>
                  <a:pt x="9144000" y="2371725"/>
                </a:lnTo>
                <a:lnTo>
                  <a:pt x="9067800" y="2390775"/>
                </a:lnTo>
                <a:lnTo>
                  <a:pt x="8991600" y="2400300"/>
                </a:lnTo>
                <a:lnTo>
                  <a:pt x="8915400" y="2419350"/>
                </a:lnTo>
                <a:lnTo>
                  <a:pt x="8839200" y="2428875"/>
                </a:lnTo>
                <a:lnTo>
                  <a:pt x="8763000" y="2447925"/>
                </a:lnTo>
                <a:lnTo>
                  <a:pt x="8686800" y="2457450"/>
                </a:lnTo>
                <a:lnTo>
                  <a:pt x="8610600" y="2476500"/>
                </a:lnTo>
                <a:lnTo>
                  <a:pt x="8534400" y="2486025"/>
                </a:lnTo>
                <a:lnTo>
                  <a:pt x="8458200" y="2505075"/>
                </a:lnTo>
                <a:lnTo>
                  <a:pt x="8382000" y="2514600"/>
                </a:lnTo>
                <a:lnTo>
                  <a:pt x="8305800" y="2524125"/>
                </a:lnTo>
                <a:lnTo>
                  <a:pt x="8229600" y="2543175"/>
                </a:lnTo>
                <a:lnTo>
                  <a:pt x="8153400" y="2552700"/>
                </a:lnTo>
                <a:lnTo>
                  <a:pt x="8077200" y="2571750"/>
                </a:lnTo>
                <a:lnTo>
                  <a:pt x="8001000" y="2581275"/>
                </a:lnTo>
                <a:lnTo>
                  <a:pt x="7924800" y="2590800"/>
                </a:lnTo>
                <a:lnTo>
                  <a:pt x="7848600" y="2609850"/>
                </a:lnTo>
                <a:lnTo>
                  <a:pt x="7772400" y="2619375"/>
                </a:lnTo>
                <a:lnTo>
                  <a:pt x="7696200" y="2628900"/>
                </a:lnTo>
                <a:lnTo>
                  <a:pt x="7620000" y="2647950"/>
                </a:lnTo>
                <a:lnTo>
                  <a:pt x="7543800" y="2657475"/>
                </a:lnTo>
                <a:lnTo>
                  <a:pt x="7467600" y="2667000"/>
                </a:lnTo>
                <a:lnTo>
                  <a:pt x="7391400" y="2686050"/>
                </a:lnTo>
                <a:lnTo>
                  <a:pt x="7315200" y="2695575"/>
                </a:lnTo>
                <a:lnTo>
                  <a:pt x="7239000" y="2705100"/>
                </a:lnTo>
                <a:lnTo>
                  <a:pt x="7162800" y="2714625"/>
                </a:lnTo>
                <a:lnTo>
                  <a:pt x="7086600" y="2733675"/>
                </a:lnTo>
                <a:lnTo>
                  <a:pt x="7010400" y="2743200"/>
                </a:lnTo>
                <a:lnTo>
                  <a:pt x="6934200" y="2752725"/>
                </a:lnTo>
                <a:lnTo>
                  <a:pt x="6858000" y="2762250"/>
                </a:lnTo>
                <a:lnTo>
                  <a:pt x="6781800" y="2771775"/>
                </a:lnTo>
                <a:lnTo>
                  <a:pt x="6705600" y="2781300"/>
                </a:lnTo>
                <a:lnTo>
                  <a:pt x="6629400" y="2790825"/>
                </a:lnTo>
                <a:lnTo>
                  <a:pt x="6553200" y="2800350"/>
                </a:lnTo>
                <a:lnTo>
                  <a:pt x="6477000" y="2809875"/>
                </a:lnTo>
                <a:lnTo>
                  <a:pt x="6400800" y="2819400"/>
                </a:lnTo>
                <a:lnTo>
                  <a:pt x="6324600" y="2828925"/>
                </a:lnTo>
                <a:lnTo>
                  <a:pt x="6248400" y="2838450"/>
                </a:lnTo>
                <a:lnTo>
                  <a:pt x="6172200" y="2857500"/>
                </a:lnTo>
                <a:lnTo>
                  <a:pt x="6096000" y="2867025"/>
                </a:lnTo>
                <a:lnTo>
                  <a:pt x="6019800" y="2867025"/>
                </a:lnTo>
                <a:lnTo>
                  <a:pt x="5943600" y="2876550"/>
                </a:lnTo>
                <a:lnTo>
                  <a:pt x="5867400" y="2886075"/>
                </a:lnTo>
                <a:lnTo>
                  <a:pt x="5791200" y="2895600"/>
                </a:lnTo>
                <a:lnTo>
                  <a:pt x="5715000" y="2905125"/>
                </a:lnTo>
                <a:lnTo>
                  <a:pt x="5638800" y="2914650"/>
                </a:lnTo>
                <a:lnTo>
                  <a:pt x="5562600" y="2914650"/>
                </a:lnTo>
                <a:lnTo>
                  <a:pt x="5486400" y="2924175"/>
                </a:lnTo>
                <a:lnTo>
                  <a:pt x="5410200" y="2933700"/>
                </a:lnTo>
                <a:lnTo>
                  <a:pt x="5334000" y="2943225"/>
                </a:lnTo>
                <a:lnTo>
                  <a:pt x="5257800" y="2943225"/>
                </a:lnTo>
                <a:lnTo>
                  <a:pt x="5181600" y="2952750"/>
                </a:lnTo>
                <a:lnTo>
                  <a:pt x="5105400" y="2952750"/>
                </a:lnTo>
                <a:lnTo>
                  <a:pt x="5029200" y="2962275"/>
                </a:lnTo>
                <a:lnTo>
                  <a:pt x="4953000" y="2971800"/>
                </a:lnTo>
                <a:lnTo>
                  <a:pt x="4876800" y="2971800"/>
                </a:lnTo>
                <a:lnTo>
                  <a:pt x="4800600" y="2981325"/>
                </a:lnTo>
                <a:lnTo>
                  <a:pt x="4724400" y="2981325"/>
                </a:lnTo>
                <a:lnTo>
                  <a:pt x="4648200" y="2990850"/>
                </a:lnTo>
                <a:lnTo>
                  <a:pt x="4572000" y="2990850"/>
                </a:lnTo>
                <a:lnTo>
                  <a:pt x="4495800" y="3000375"/>
                </a:lnTo>
                <a:lnTo>
                  <a:pt x="4419600" y="3000375"/>
                </a:lnTo>
                <a:lnTo>
                  <a:pt x="4343400" y="3000375"/>
                </a:lnTo>
                <a:lnTo>
                  <a:pt x="4267200" y="3009900"/>
                </a:lnTo>
                <a:lnTo>
                  <a:pt x="4191000" y="3009900"/>
                </a:lnTo>
                <a:lnTo>
                  <a:pt x="4114800" y="3009900"/>
                </a:lnTo>
                <a:lnTo>
                  <a:pt x="4038600" y="3019425"/>
                </a:lnTo>
                <a:lnTo>
                  <a:pt x="3962400" y="3019425"/>
                </a:lnTo>
                <a:lnTo>
                  <a:pt x="3886200" y="3019425"/>
                </a:lnTo>
                <a:lnTo>
                  <a:pt x="3810000" y="3019425"/>
                </a:lnTo>
                <a:lnTo>
                  <a:pt x="3733800" y="3019425"/>
                </a:lnTo>
                <a:lnTo>
                  <a:pt x="3657600" y="3019425"/>
                </a:lnTo>
                <a:lnTo>
                  <a:pt x="3581400" y="3019425"/>
                </a:lnTo>
                <a:lnTo>
                  <a:pt x="3505200" y="3019425"/>
                </a:lnTo>
                <a:lnTo>
                  <a:pt x="3429000" y="3019425"/>
                </a:lnTo>
                <a:lnTo>
                  <a:pt x="3352800" y="3019425"/>
                </a:lnTo>
                <a:lnTo>
                  <a:pt x="3276600" y="3019425"/>
                </a:lnTo>
                <a:lnTo>
                  <a:pt x="3200400" y="3019425"/>
                </a:lnTo>
                <a:lnTo>
                  <a:pt x="3124200" y="3019425"/>
                </a:lnTo>
                <a:lnTo>
                  <a:pt x="3048000" y="3019425"/>
                </a:lnTo>
                <a:lnTo>
                  <a:pt x="2971800" y="3019425"/>
                </a:lnTo>
                <a:lnTo>
                  <a:pt x="2895600" y="3019425"/>
                </a:lnTo>
                <a:lnTo>
                  <a:pt x="2819400" y="3009900"/>
                </a:lnTo>
                <a:lnTo>
                  <a:pt x="2743200" y="3009900"/>
                </a:lnTo>
                <a:lnTo>
                  <a:pt x="2667000" y="3009900"/>
                </a:lnTo>
                <a:lnTo>
                  <a:pt x="2590800" y="3009900"/>
                </a:lnTo>
                <a:lnTo>
                  <a:pt x="2514600" y="3000375"/>
                </a:lnTo>
                <a:lnTo>
                  <a:pt x="2438400" y="3000375"/>
                </a:lnTo>
                <a:lnTo>
                  <a:pt x="2362200" y="2990850"/>
                </a:lnTo>
                <a:lnTo>
                  <a:pt x="2286000" y="2990850"/>
                </a:lnTo>
                <a:lnTo>
                  <a:pt x="2209800" y="2981325"/>
                </a:lnTo>
                <a:lnTo>
                  <a:pt x="2133600" y="2981325"/>
                </a:lnTo>
                <a:lnTo>
                  <a:pt x="2057400" y="2971800"/>
                </a:lnTo>
                <a:lnTo>
                  <a:pt x="1981200" y="2971800"/>
                </a:lnTo>
                <a:lnTo>
                  <a:pt x="1905000" y="2962275"/>
                </a:lnTo>
                <a:lnTo>
                  <a:pt x="1828800" y="2952750"/>
                </a:lnTo>
                <a:lnTo>
                  <a:pt x="1752600" y="2943225"/>
                </a:lnTo>
                <a:lnTo>
                  <a:pt x="1676400" y="2943225"/>
                </a:lnTo>
                <a:lnTo>
                  <a:pt x="1600200" y="2933700"/>
                </a:lnTo>
                <a:lnTo>
                  <a:pt x="1524000" y="2924175"/>
                </a:lnTo>
                <a:lnTo>
                  <a:pt x="1447800" y="2914650"/>
                </a:lnTo>
                <a:lnTo>
                  <a:pt x="1371600" y="2905125"/>
                </a:lnTo>
                <a:lnTo>
                  <a:pt x="1295400" y="2895600"/>
                </a:lnTo>
                <a:lnTo>
                  <a:pt x="1219200" y="2886075"/>
                </a:lnTo>
                <a:lnTo>
                  <a:pt x="1143000" y="2876550"/>
                </a:lnTo>
                <a:lnTo>
                  <a:pt x="1066800" y="2867025"/>
                </a:lnTo>
                <a:lnTo>
                  <a:pt x="990600" y="2857500"/>
                </a:lnTo>
                <a:lnTo>
                  <a:pt x="914400" y="2847975"/>
                </a:lnTo>
                <a:lnTo>
                  <a:pt x="838200" y="2838450"/>
                </a:lnTo>
                <a:lnTo>
                  <a:pt x="762000" y="2828925"/>
                </a:lnTo>
                <a:lnTo>
                  <a:pt x="685800" y="2819400"/>
                </a:lnTo>
                <a:lnTo>
                  <a:pt x="609600" y="2800350"/>
                </a:lnTo>
                <a:lnTo>
                  <a:pt x="533400" y="2790825"/>
                </a:lnTo>
                <a:lnTo>
                  <a:pt x="457200" y="2781300"/>
                </a:lnTo>
                <a:lnTo>
                  <a:pt x="381000" y="2762250"/>
                </a:lnTo>
                <a:lnTo>
                  <a:pt x="304800" y="2752725"/>
                </a:lnTo>
                <a:lnTo>
                  <a:pt x="228600" y="2733675"/>
                </a:lnTo>
                <a:lnTo>
                  <a:pt x="152400" y="2724150"/>
                </a:lnTo>
                <a:lnTo>
                  <a:pt x="76200" y="2705100"/>
                </a:lnTo>
                <a:lnTo>
                  <a:pt x="0" y="2695575"/>
                </a:lnTo>
                <a:close/>
              </a:path>
            </a:pathLst>
          </a:custGeom>
          <a:solidFill>
            <a:srgbClr val="FFFFFF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ave-white"/>
          <p:cNvSpPr/>
          <p:nvPr/>
        </p:nvSpPr>
        <p:spPr>
          <a:xfrm>
            <a:off x="-57150" y="11258550"/>
            <a:ext cx="30603825" cy="5943600"/>
          </a:xfrm>
          <a:custGeom>
            <a:avLst/>
            <a:gdLst/>
            <a:ahLst/>
            <a:cxnLst/>
            <a:rect l="l" t="t" r="r" b="b"/>
            <a:pathLst>
              <a:path w="30603825" h="5943600">
                <a:moveTo>
                  <a:pt x="76200" y="2057400"/>
                </a:moveTo>
                <a:lnTo>
                  <a:pt x="152400" y="2066925"/>
                </a:lnTo>
                <a:lnTo>
                  <a:pt x="228600" y="2085975"/>
                </a:lnTo>
                <a:lnTo>
                  <a:pt x="304800" y="2095500"/>
                </a:lnTo>
                <a:lnTo>
                  <a:pt x="381000" y="2114550"/>
                </a:lnTo>
                <a:lnTo>
                  <a:pt x="457200" y="2124075"/>
                </a:lnTo>
                <a:lnTo>
                  <a:pt x="533400" y="2143125"/>
                </a:lnTo>
                <a:lnTo>
                  <a:pt x="609600" y="2152650"/>
                </a:lnTo>
                <a:lnTo>
                  <a:pt x="685800" y="2162175"/>
                </a:lnTo>
                <a:lnTo>
                  <a:pt x="762000" y="2181225"/>
                </a:lnTo>
                <a:lnTo>
                  <a:pt x="838200" y="2190750"/>
                </a:lnTo>
                <a:lnTo>
                  <a:pt x="914400" y="2200275"/>
                </a:lnTo>
                <a:lnTo>
                  <a:pt x="990600" y="2209800"/>
                </a:lnTo>
                <a:lnTo>
                  <a:pt x="1066800" y="2219325"/>
                </a:lnTo>
                <a:lnTo>
                  <a:pt x="1143000" y="2228850"/>
                </a:lnTo>
                <a:lnTo>
                  <a:pt x="1219200" y="2238375"/>
                </a:lnTo>
                <a:lnTo>
                  <a:pt x="1295400" y="2247900"/>
                </a:lnTo>
                <a:lnTo>
                  <a:pt x="1371600" y="2257425"/>
                </a:lnTo>
                <a:lnTo>
                  <a:pt x="1447800" y="2266950"/>
                </a:lnTo>
                <a:lnTo>
                  <a:pt x="1524000" y="2276475"/>
                </a:lnTo>
                <a:lnTo>
                  <a:pt x="1600200" y="2286000"/>
                </a:lnTo>
                <a:lnTo>
                  <a:pt x="1676400" y="2295525"/>
                </a:lnTo>
                <a:lnTo>
                  <a:pt x="1752600" y="2305050"/>
                </a:lnTo>
                <a:lnTo>
                  <a:pt x="1828800" y="2305050"/>
                </a:lnTo>
                <a:lnTo>
                  <a:pt x="1905000" y="2314575"/>
                </a:lnTo>
                <a:lnTo>
                  <a:pt x="1981200" y="2324100"/>
                </a:lnTo>
                <a:lnTo>
                  <a:pt x="2057400" y="2333625"/>
                </a:lnTo>
                <a:lnTo>
                  <a:pt x="2133600" y="2333625"/>
                </a:lnTo>
                <a:lnTo>
                  <a:pt x="2209800" y="2343150"/>
                </a:lnTo>
                <a:lnTo>
                  <a:pt x="2286000" y="2343150"/>
                </a:lnTo>
                <a:lnTo>
                  <a:pt x="2362200" y="2352675"/>
                </a:lnTo>
                <a:lnTo>
                  <a:pt x="2438400" y="2352675"/>
                </a:lnTo>
                <a:lnTo>
                  <a:pt x="2514600" y="2362200"/>
                </a:lnTo>
                <a:lnTo>
                  <a:pt x="2590800" y="2362200"/>
                </a:lnTo>
                <a:lnTo>
                  <a:pt x="2667000" y="2371725"/>
                </a:lnTo>
                <a:lnTo>
                  <a:pt x="2743200" y="2371725"/>
                </a:lnTo>
                <a:lnTo>
                  <a:pt x="2819400" y="2371725"/>
                </a:lnTo>
                <a:lnTo>
                  <a:pt x="2895600" y="2371725"/>
                </a:lnTo>
                <a:lnTo>
                  <a:pt x="2971800" y="2381250"/>
                </a:lnTo>
                <a:lnTo>
                  <a:pt x="3048000" y="2381250"/>
                </a:lnTo>
                <a:lnTo>
                  <a:pt x="3124200" y="2381250"/>
                </a:lnTo>
                <a:lnTo>
                  <a:pt x="3200400" y="2381250"/>
                </a:lnTo>
                <a:lnTo>
                  <a:pt x="3276600" y="2381250"/>
                </a:lnTo>
                <a:lnTo>
                  <a:pt x="3352800" y="2381250"/>
                </a:lnTo>
                <a:lnTo>
                  <a:pt x="3429000" y="2381250"/>
                </a:lnTo>
                <a:lnTo>
                  <a:pt x="3505200" y="2381250"/>
                </a:lnTo>
                <a:lnTo>
                  <a:pt x="3581400" y="2381250"/>
                </a:lnTo>
                <a:lnTo>
                  <a:pt x="3657600" y="2381250"/>
                </a:lnTo>
                <a:lnTo>
                  <a:pt x="3733800" y="2381250"/>
                </a:lnTo>
                <a:lnTo>
                  <a:pt x="3810000" y="2381250"/>
                </a:lnTo>
                <a:lnTo>
                  <a:pt x="3886200" y="2381250"/>
                </a:lnTo>
                <a:lnTo>
                  <a:pt x="3962400" y="2381250"/>
                </a:lnTo>
                <a:lnTo>
                  <a:pt x="4038600" y="2381250"/>
                </a:lnTo>
                <a:lnTo>
                  <a:pt x="4114800" y="2381250"/>
                </a:lnTo>
                <a:lnTo>
                  <a:pt x="4191000" y="2371725"/>
                </a:lnTo>
                <a:lnTo>
                  <a:pt x="4267200" y="2371725"/>
                </a:lnTo>
                <a:lnTo>
                  <a:pt x="4343400" y="2371725"/>
                </a:lnTo>
                <a:lnTo>
                  <a:pt x="4419600" y="2362200"/>
                </a:lnTo>
                <a:lnTo>
                  <a:pt x="4495800" y="2362200"/>
                </a:lnTo>
                <a:lnTo>
                  <a:pt x="4572000" y="2362200"/>
                </a:lnTo>
                <a:lnTo>
                  <a:pt x="4648200" y="2352675"/>
                </a:lnTo>
                <a:lnTo>
                  <a:pt x="4724400" y="2352675"/>
                </a:lnTo>
                <a:lnTo>
                  <a:pt x="4800600" y="2343150"/>
                </a:lnTo>
                <a:lnTo>
                  <a:pt x="4876800" y="2343150"/>
                </a:lnTo>
                <a:lnTo>
                  <a:pt x="4953000" y="2333625"/>
                </a:lnTo>
                <a:lnTo>
                  <a:pt x="5029200" y="2333625"/>
                </a:lnTo>
                <a:lnTo>
                  <a:pt x="5105400" y="2324100"/>
                </a:lnTo>
                <a:lnTo>
                  <a:pt x="5181600" y="2314575"/>
                </a:lnTo>
                <a:lnTo>
                  <a:pt x="5257800" y="2314575"/>
                </a:lnTo>
                <a:lnTo>
                  <a:pt x="5334000" y="2305050"/>
                </a:lnTo>
                <a:lnTo>
                  <a:pt x="5410200" y="2305050"/>
                </a:lnTo>
                <a:lnTo>
                  <a:pt x="5486400" y="2295525"/>
                </a:lnTo>
                <a:lnTo>
                  <a:pt x="5562600" y="2286000"/>
                </a:lnTo>
                <a:lnTo>
                  <a:pt x="5638800" y="2276475"/>
                </a:lnTo>
                <a:lnTo>
                  <a:pt x="5715000" y="2276475"/>
                </a:lnTo>
                <a:lnTo>
                  <a:pt x="5791200" y="2266950"/>
                </a:lnTo>
                <a:lnTo>
                  <a:pt x="5867400" y="2257425"/>
                </a:lnTo>
                <a:lnTo>
                  <a:pt x="5943600" y="2247900"/>
                </a:lnTo>
                <a:lnTo>
                  <a:pt x="6019800" y="2238375"/>
                </a:lnTo>
                <a:lnTo>
                  <a:pt x="6096000" y="2228850"/>
                </a:lnTo>
                <a:lnTo>
                  <a:pt x="6172200" y="2228850"/>
                </a:lnTo>
                <a:lnTo>
                  <a:pt x="6248400" y="2219325"/>
                </a:lnTo>
                <a:lnTo>
                  <a:pt x="6324600" y="2200275"/>
                </a:lnTo>
                <a:lnTo>
                  <a:pt x="6400800" y="2190750"/>
                </a:lnTo>
                <a:lnTo>
                  <a:pt x="6477000" y="2181225"/>
                </a:lnTo>
                <a:lnTo>
                  <a:pt x="6553200" y="2171700"/>
                </a:lnTo>
                <a:lnTo>
                  <a:pt x="6629400" y="2162175"/>
                </a:lnTo>
                <a:lnTo>
                  <a:pt x="6705600" y="2152650"/>
                </a:lnTo>
                <a:lnTo>
                  <a:pt x="6781800" y="2143125"/>
                </a:lnTo>
                <a:lnTo>
                  <a:pt x="6858000" y="2133600"/>
                </a:lnTo>
                <a:lnTo>
                  <a:pt x="6934200" y="2124075"/>
                </a:lnTo>
                <a:lnTo>
                  <a:pt x="7010400" y="2114550"/>
                </a:lnTo>
                <a:lnTo>
                  <a:pt x="7086600" y="2105025"/>
                </a:lnTo>
                <a:lnTo>
                  <a:pt x="7162800" y="2095500"/>
                </a:lnTo>
                <a:lnTo>
                  <a:pt x="7239000" y="2076450"/>
                </a:lnTo>
                <a:lnTo>
                  <a:pt x="7315200" y="2066925"/>
                </a:lnTo>
                <a:lnTo>
                  <a:pt x="7391400" y="2057400"/>
                </a:lnTo>
                <a:lnTo>
                  <a:pt x="7467600" y="2047875"/>
                </a:lnTo>
                <a:lnTo>
                  <a:pt x="7543800" y="2028825"/>
                </a:lnTo>
                <a:lnTo>
                  <a:pt x="7620000" y="2019300"/>
                </a:lnTo>
                <a:lnTo>
                  <a:pt x="7696200" y="2009775"/>
                </a:lnTo>
                <a:lnTo>
                  <a:pt x="7772400" y="1990725"/>
                </a:lnTo>
                <a:lnTo>
                  <a:pt x="7848600" y="1981200"/>
                </a:lnTo>
                <a:lnTo>
                  <a:pt x="7924800" y="1971675"/>
                </a:lnTo>
                <a:lnTo>
                  <a:pt x="8001000" y="1952625"/>
                </a:lnTo>
                <a:lnTo>
                  <a:pt x="8077200" y="1943100"/>
                </a:lnTo>
                <a:lnTo>
                  <a:pt x="8153400" y="1933575"/>
                </a:lnTo>
                <a:lnTo>
                  <a:pt x="8229600" y="1914525"/>
                </a:lnTo>
                <a:lnTo>
                  <a:pt x="8305800" y="1905000"/>
                </a:lnTo>
                <a:lnTo>
                  <a:pt x="8382000" y="1885950"/>
                </a:lnTo>
                <a:lnTo>
                  <a:pt x="8458200" y="1876425"/>
                </a:lnTo>
                <a:lnTo>
                  <a:pt x="8534400" y="1866900"/>
                </a:lnTo>
                <a:lnTo>
                  <a:pt x="8610600" y="1847850"/>
                </a:lnTo>
                <a:lnTo>
                  <a:pt x="8686800" y="1838325"/>
                </a:lnTo>
                <a:lnTo>
                  <a:pt x="8763000" y="1819275"/>
                </a:lnTo>
                <a:lnTo>
                  <a:pt x="8839200" y="1809750"/>
                </a:lnTo>
                <a:lnTo>
                  <a:pt x="8915400" y="1790700"/>
                </a:lnTo>
                <a:lnTo>
                  <a:pt x="8991600" y="1781175"/>
                </a:lnTo>
                <a:lnTo>
                  <a:pt x="9067800" y="1762125"/>
                </a:lnTo>
                <a:lnTo>
                  <a:pt x="9144000" y="1752600"/>
                </a:lnTo>
                <a:lnTo>
                  <a:pt x="9220200" y="1733550"/>
                </a:lnTo>
                <a:lnTo>
                  <a:pt x="9296400" y="1724025"/>
                </a:lnTo>
                <a:lnTo>
                  <a:pt x="9372600" y="1704975"/>
                </a:lnTo>
                <a:lnTo>
                  <a:pt x="9448800" y="1695450"/>
                </a:lnTo>
                <a:lnTo>
                  <a:pt x="9525000" y="1676400"/>
                </a:lnTo>
                <a:lnTo>
                  <a:pt x="9601200" y="1657350"/>
                </a:lnTo>
                <a:lnTo>
                  <a:pt x="9677400" y="1647825"/>
                </a:lnTo>
                <a:lnTo>
                  <a:pt x="9753600" y="1628775"/>
                </a:lnTo>
                <a:lnTo>
                  <a:pt x="9829800" y="1619250"/>
                </a:lnTo>
                <a:lnTo>
                  <a:pt x="9906000" y="1600200"/>
                </a:lnTo>
                <a:lnTo>
                  <a:pt x="9982200" y="1590675"/>
                </a:lnTo>
                <a:lnTo>
                  <a:pt x="10058400" y="1571625"/>
                </a:lnTo>
                <a:lnTo>
                  <a:pt x="10134600" y="1562100"/>
                </a:lnTo>
                <a:lnTo>
                  <a:pt x="10210800" y="1543050"/>
                </a:lnTo>
                <a:lnTo>
                  <a:pt x="10287000" y="1524000"/>
                </a:lnTo>
                <a:lnTo>
                  <a:pt x="10363200" y="1514475"/>
                </a:lnTo>
                <a:lnTo>
                  <a:pt x="10439400" y="1495425"/>
                </a:lnTo>
                <a:lnTo>
                  <a:pt x="10515600" y="1476375"/>
                </a:lnTo>
                <a:lnTo>
                  <a:pt x="10591800" y="1466850"/>
                </a:lnTo>
                <a:lnTo>
                  <a:pt x="10668000" y="1447800"/>
                </a:lnTo>
                <a:lnTo>
                  <a:pt x="10744200" y="1428750"/>
                </a:lnTo>
                <a:lnTo>
                  <a:pt x="10820400" y="1419225"/>
                </a:lnTo>
                <a:lnTo>
                  <a:pt x="10896600" y="1400175"/>
                </a:lnTo>
                <a:lnTo>
                  <a:pt x="10972800" y="1390650"/>
                </a:lnTo>
                <a:lnTo>
                  <a:pt x="11049000" y="1371600"/>
                </a:lnTo>
                <a:lnTo>
                  <a:pt x="11125200" y="1352550"/>
                </a:lnTo>
                <a:lnTo>
                  <a:pt x="11201400" y="1343025"/>
                </a:lnTo>
                <a:lnTo>
                  <a:pt x="11277600" y="1323975"/>
                </a:lnTo>
                <a:lnTo>
                  <a:pt x="11353800" y="1304925"/>
                </a:lnTo>
                <a:lnTo>
                  <a:pt x="11430000" y="1295400"/>
                </a:lnTo>
                <a:lnTo>
                  <a:pt x="11506200" y="1276350"/>
                </a:lnTo>
                <a:lnTo>
                  <a:pt x="11582400" y="1257300"/>
                </a:lnTo>
                <a:lnTo>
                  <a:pt x="11658600" y="1247775"/>
                </a:lnTo>
                <a:lnTo>
                  <a:pt x="11734800" y="1228725"/>
                </a:lnTo>
                <a:lnTo>
                  <a:pt x="11811000" y="1219200"/>
                </a:lnTo>
                <a:lnTo>
                  <a:pt x="11887200" y="1200150"/>
                </a:lnTo>
                <a:lnTo>
                  <a:pt x="11963400" y="1181100"/>
                </a:lnTo>
                <a:lnTo>
                  <a:pt x="12039600" y="1171575"/>
                </a:lnTo>
                <a:lnTo>
                  <a:pt x="12115800" y="1152525"/>
                </a:lnTo>
                <a:lnTo>
                  <a:pt x="12192000" y="1133475"/>
                </a:lnTo>
                <a:lnTo>
                  <a:pt x="12268200" y="1123950"/>
                </a:lnTo>
                <a:lnTo>
                  <a:pt x="12344400" y="1104900"/>
                </a:lnTo>
                <a:lnTo>
                  <a:pt x="12420600" y="1095375"/>
                </a:lnTo>
                <a:lnTo>
                  <a:pt x="12496800" y="1076325"/>
                </a:lnTo>
                <a:lnTo>
                  <a:pt x="12573000" y="1057275"/>
                </a:lnTo>
                <a:lnTo>
                  <a:pt x="12649200" y="1047750"/>
                </a:lnTo>
                <a:lnTo>
                  <a:pt x="12725400" y="1028700"/>
                </a:lnTo>
                <a:lnTo>
                  <a:pt x="12801600" y="1019175"/>
                </a:lnTo>
                <a:lnTo>
                  <a:pt x="12877800" y="1000125"/>
                </a:lnTo>
                <a:lnTo>
                  <a:pt x="12954000" y="981075"/>
                </a:lnTo>
                <a:lnTo>
                  <a:pt x="13030200" y="971550"/>
                </a:lnTo>
                <a:lnTo>
                  <a:pt x="13106400" y="952500"/>
                </a:lnTo>
                <a:lnTo>
                  <a:pt x="13182600" y="942975"/>
                </a:lnTo>
                <a:lnTo>
                  <a:pt x="13258800" y="923925"/>
                </a:lnTo>
                <a:lnTo>
                  <a:pt x="13335000" y="914400"/>
                </a:lnTo>
                <a:lnTo>
                  <a:pt x="13411200" y="895350"/>
                </a:lnTo>
                <a:lnTo>
                  <a:pt x="13487400" y="885825"/>
                </a:lnTo>
                <a:lnTo>
                  <a:pt x="13563600" y="866775"/>
                </a:lnTo>
                <a:lnTo>
                  <a:pt x="13639800" y="857250"/>
                </a:lnTo>
                <a:lnTo>
                  <a:pt x="13716000" y="838200"/>
                </a:lnTo>
                <a:lnTo>
                  <a:pt x="13792200" y="828675"/>
                </a:lnTo>
                <a:lnTo>
                  <a:pt x="13868400" y="809625"/>
                </a:lnTo>
                <a:lnTo>
                  <a:pt x="13944600" y="800100"/>
                </a:lnTo>
                <a:lnTo>
                  <a:pt x="14020800" y="781050"/>
                </a:lnTo>
                <a:lnTo>
                  <a:pt x="14097000" y="771525"/>
                </a:lnTo>
                <a:lnTo>
                  <a:pt x="14173200" y="762000"/>
                </a:lnTo>
                <a:lnTo>
                  <a:pt x="14249400" y="742950"/>
                </a:lnTo>
                <a:lnTo>
                  <a:pt x="14325600" y="733425"/>
                </a:lnTo>
                <a:lnTo>
                  <a:pt x="14401800" y="714375"/>
                </a:lnTo>
                <a:lnTo>
                  <a:pt x="14478000" y="704850"/>
                </a:lnTo>
                <a:lnTo>
                  <a:pt x="14554200" y="685800"/>
                </a:lnTo>
                <a:lnTo>
                  <a:pt x="14630400" y="676275"/>
                </a:lnTo>
                <a:lnTo>
                  <a:pt x="14706600" y="666750"/>
                </a:lnTo>
                <a:lnTo>
                  <a:pt x="14782800" y="647700"/>
                </a:lnTo>
                <a:lnTo>
                  <a:pt x="14859000" y="638175"/>
                </a:lnTo>
                <a:lnTo>
                  <a:pt x="14935200" y="619125"/>
                </a:lnTo>
                <a:lnTo>
                  <a:pt x="15011400" y="609600"/>
                </a:lnTo>
                <a:lnTo>
                  <a:pt x="15087600" y="600075"/>
                </a:lnTo>
                <a:lnTo>
                  <a:pt x="15163800" y="590550"/>
                </a:lnTo>
                <a:lnTo>
                  <a:pt x="15240000" y="571500"/>
                </a:lnTo>
                <a:lnTo>
                  <a:pt x="15316200" y="561975"/>
                </a:lnTo>
                <a:lnTo>
                  <a:pt x="15392400" y="552450"/>
                </a:lnTo>
                <a:lnTo>
                  <a:pt x="15468600" y="533400"/>
                </a:lnTo>
                <a:lnTo>
                  <a:pt x="15544800" y="523875"/>
                </a:lnTo>
                <a:lnTo>
                  <a:pt x="15621000" y="514350"/>
                </a:lnTo>
                <a:lnTo>
                  <a:pt x="15697200" y="504825"/>
                </a:lnTo>
                <a:lnTo>
                  <a:pt x="15773400" y="485775"/>
                </a:lnTo>
                <a:lnTo>
                  <a:pt x="15849600" y="476250"/>
                </a:lnTo>
                <a:lnTo>
                  <a:pt x="15925800" y="466725"/>
                </a:lnTo>
                <a:lnTo>
                  <a:pt x="16002000" y="457200"/>
                </a:lnTo>
                <a:lnTo>
                  <a:pt x="16078200" y="438150"/>
                </a:lnTo>
                <a:lnTo>
                  <a:pt x="16154400" y="428625"/>
                </a:lnTo>
                <a:lnTo>
                  <a:pt x="16230600" y="419100"/>
                </a:lnTo>
                <a:lnTo>
                  <a:pt x="16306800" y="409575"/>
                </a:lnTo>
                <a:lnTo>
                  <a:pt x="16383000" y="400050"/>
                </a:lnTo>
                <a:lnTo>
                  <a:pt x="16459200" y="390525"/>
                </a:lnTo>
                <a:lnTo>
                  <a:pt x="16535400" y="381000"/>
                </a:lnTo>
                <a:lnTo>
                  <a:pt x="16611600" y="371475"/>
                </a:lnTo>
                <a:lnTo>
                  <a:pt x="16687800" y="352425"/>
                </a:lnTo>
                <a:lnTo>
                  <a:pt x="16764000" y="342900"/>
                </a:lnTo>
                <a:lnTo>
                  <a:pt x="16840200" y="333375"/>
                </a:lnTo>
                <a:lnTo>
                  <a:pt x="16916400" y="323850"/>
                </a:lnTo>
                <a:lnTo>
                  <a:pt x="16992600" y="314325"/>
                </a:lnTo>
                <a:lnTo>
                  <a:pt x="17068800" y="304800"/>
                </a:lnTo>
                <a:lnTo>
                  <a:pt x="17145000" y="295275"/>
                </a:lnTo>
                <a:lnTo>
                  <a:pt x="17221200" y="285750"/>
                </a:lnTo>
                <a:lnTo>
                  <a:pt x="17297400" y="276225"/>
                </a:lnTo>
                <a:lnTo>
                  <a:pt x="17373600" y="266700"/>
                </a:lnTo>
                <a:lnTo>
                  <a:pt x="17449800" y="266700"/>
                </a:lnTo>
                <a:lnTo>
                  <a:pt x="17526000" y="257175"/>
                </a:lnTo>
                <a:lnTo>
                  <a:pt x="17602200" y="247650"/>
                </a:lnTo>
                <a:lnTo>
                  <a:pt x="17678400" y="238125"/>
                </a:lnTo>
                <a:lnTo>
                  <a:pt x="17754600" y="228600"/>
                </a:lnTo>
                <a:lnTo>
                  <a:pt x="17830800" y="219075"/>
                </a:lnTo>
                <a:lnTo>
                  <a:pt x="17907000" y="209550"/>
                </a:lnTo>
                <a:lnTo>
                  <a:pt x="17983200" y="200025"/>
                </a:lnTo>
                <a:lnTo>
                  <a:pt x="18059400" y="200025"/>
                </a:lnTo>
                <a:lnTo>
                  <a:pt x="18135600" y="190500"/>
                </a:lnTo>
                <a:lnTo>
                  <a:pt x="18211800" y="180975"/>
                </a:lnTo>
                <a:lnTo>
                  <a:pt x="18288000" y="171450"/>
                </a:lnTo>
                <a:lnTo>
                  <a:pt x="18364200" y="161925"/>
                </a:lnTo>
                <a:lnTo>
                  <a:pt x="18440400" y="161925"/>
                </a:lnTo>
                <a:lnTo>
                  <a:pt x="18516600" y="152400"/>
                </a:lnTo>
                <a:lnTo>
                  <a:pt x="18592800" y="142875"/>
                </a:lnTo>
                <a:lnTo>
                  <a:pt x="18669000" y="142875"/>
                </a:lnTo>
                <a:lnTo>
                  <a:pt x="18745200" y="133350"/>
                </a:lnTo>
                <a:lnTo>
                  <a:pt x="18821400" y="123825"/>
                </a:lnTo>
                <a:lnTo>
                  <a:pt x="18897600" y="123825"/>
                </a:lnTo>
                <a:lnTo>
                  <a:pt x="18973800" y="114300"/>
                </a:lnTo>
                <a:lnTo>
                  <a:pt x="19050000" y="114300"/>
                </a:lnTo>
                <a:lnTo>
                  <a:pt x="19126200" y="104775"/>
                </a:lnTo>
                <a:lnTo>
                  <a:pt x="19202400" y="95250"/>
                </a:lnTo>
                <a:lnTo>
                  <a:pt x="19278600" y="95250"/>
                </a:lnTo>
                <a:lnTo>
                  <a:pt x="19354800" y="85725"/>
                </a:lnTo>
                <a:lnTo>
                  <a:pt x="19431000" y="85725"/>
                </a:lnTo>
                <a:lnTo>
                  <a:pt x="19507200" y="76200"/>
                </a:lnTo>
                <a:lnTo>
                  <a:pt x="19583400" y="76200"/>
                </a:lnTo>
                <a:lnTo>
                  <a:pt x="19659600" y="66675"/>
                </a:lnTo>
                <a:lnTo>
                  <a:pt x="19735800" y="66675"/>
                </a:lnTo>
                <a:lnTo>
                  <a:pt x="19812000" y="57150"/>
                </a:lnTo>
                <a:lnTo>
                  <a:pt x="19888200" y="57150"/>
                </a:lnTo>
                <a:lnTo>
                  <a:pt x="19964400" y="47625"/>
                </a:lnTo>
                <a:lnTo>
                  <a:pt x="20040600" y="47625"/>
                </a:lnTo>
                <a:lnTo>
                  <a:pt x="20116800" y="47625"/>
                </a:lnTo>
                <a:lnTo>
                  <a:pt x="20193000" y="38100"/>
                </a:lnTo>
                <a:lnTo>
                  <a:pt x="20269200" y="38100"/>
                </a:lnTo>
                <a:lnTo>
                  <a:pt x="20345400" y="28575"/>
                </a:lnTo>
                <a:lnTo>
                  <a:pt x="20421600" y="28575"/>
                </a:lnTo>
                <a:lnTo>
                  <a:pt x="20497800" y="28575"/>
                </a:lnTo>
                <a:lnTo>
                  <a:pt x="20574000" y="19050"/>
                </a:lnTo>
                <a:lnTo>
                  <a:pt x="20650200" y="19050"/>
                </a:lnTo>
                <a:lnTo>
                  <a:pt x="20726400" y="19050"/>
                </a:lnTo>
                <a:lnTo>
                  <a:pt x="20802600" y="19050"/>
                </a:lnTo>
                <a:lnTo>
                  <a:pt x="20878800" y="9525"/>
                </a:lnTo>
                <a:lnTo>
                  <a:pt x="20955000" y="9525"/>
                </a:lnTo>
                <a:lnTo>
                  <a:pt x="21031200" y="9525"/>
                </a:lnTo>
                <a:lnTo>
                  <a:pt x="21107400" y="9525"/>
                </a:lnTo>
                <a:lnTo>
                  <a:pt x="21183600" y="9525"/>
                </a:lnTo>
                <a:lnTo>
                  <a:pt x="21259800" y="9525"/>
                </a:lnTo>
                <a:lnTo>
                  <a:pt x="21336000" y="9525"/>
                </a:lnTo>
                <a:lnTo>
                  <a:pt x="21412200" y="0"/>
                </a:lnTo>
                <a:lnTo>
                  <a:pt x="21488400" y="0"/>
                </a:lnTo>
                <a:lnTo>
                  <a:pt x="21564600" y="0"/>
                </a:lnTo>
                <a:lnTo>
                  <a:pt x="21640800" y="0"/>
                </a:lnTo>
                <a:lnTo>
                  <a:pt x="21717000" y="0"/>
                </a:lnTo>
                <a:lnTo>
                  <a:pt x="21793200" y="0"/>
                </a:lnTo>
                <a:lnTo>
                  <a:pt x="21869400" y="0"/>
                </a:lnTo>
                <a:lnTo>
                  <a:pt x="21945600" y="0"/>
                </a:lnTo>
                <a:lnTo>
                  <a:pt x="22021800" y="0"/>
                </a:lnTo>
                <a:lnTo>
                  <a:pt x="22098000" y="0"/>
                </a:lnTo>
                <a:lnTo>
                  <a:pt x="22174200" y="0"/>
                </a:lnTo>
                <a:lnTo>
                  <a:pt x="22250400" y="0"/>
                </a:lnTo>
                <a:lnTo>
                  <a:pt x="22326600" y="0"/>
                </a:lnTo>
                <a:lnTo>
                  <a:pt x="22402800" y="0"/>
                </a:lnTo>
                <a:lnTo>
                  <a:pt x="22479000" y="0"/>
                </a:lnTo>
                <a:lnTo>
                  <a:pt x="22555200" y="0"/>
                </a:lnTo>
                <a:lnTo>
                  <a:pt x="22631400" y="9525"/>
                </a:lnTo>
                <a:lnTo>
                  <a:pt x="22707600" y="9525"/>
                </a:lnTo>
                <a:lnTo>
                  <a:pt x="22783800" y="9525"/>
                </a:lnTo>
                <a:lnTo>
                  <a:pt x="22860000" y="9525"/>
                </a:lnTo>
                <a:lnTo>
                  <a:pt x="22936200" y="9525"/>
                </a:lnTo>
                <a:lnTo>
                  <a:pt x="23012400" y="19050"/>
                </a:lnTo>
                <a:lnTo>
                  <a:pt x="23088600" y="19050"/>
                </a:lnTo>
                <a:lnTo>
                  <a:pt x="23164800" y="19050"/>
                </a:lnTo>
                <a:lnTo>
                  <a:pt x="23241000" y="19050"/>
                </a:lnTo>
                <a:lnTo>
                  <a:pt x="23317200" y="28575"/>
                </a:lnTo>
                <a:lnTo>
                  <a:pt x="23393400" y="28575"/>
                </a:lnTo>
                <a:lnTo>
                  <a:pt x="23469600" y="38100"/>
                </a:lnTo>
                <a:lnTo>
                  <a:pt x="23545800" y="38100"/>
                </a:lnTo>
                <a:lnTo>
                  <a:pt x="23622000" y="47625"/>
                </a:lnTo>
                <a:lnTo>
                  <a:pt x="23698200" y="57150"/>
                </a:lnTo>
                <a:lnTo>
                  <a:pt x="23774400" y="66675"/>
                </a:lnTo>
                <a:lnTo>
                  <a:pt x="23850600" y="76200"/>
                </a:lnTo>
                <a:lnTo>
                  <a:pt x="23926800" y="85725"/>
                </a:lnTo>
                <a:lnTo>
                  <a:pt x="24003000" y="95250"/>
                </a:lnTo>
                <a:lnTo>
                  <a:pt x="24079200" y="104775"/>
                </a:lnTo>
                <a:lnTo>
                  <a:pt x="24155400" y="114300"/>
                </a:lnTo>
                <a:lnTo>
                  <a:pt x="24231600" y="123825"/>
                </a:lnTo>
                <a:lnTo>
                  <a:pt x="24307800" y="133350"/>
                </a:lnTo>
                <a:lnTo>
                  <a:pt x="24384000" y="142875"/>
                </a:lnTo>
                <a:lnTo>
                  <a:pt x="24460200" y="152400"/>
                </a:lnTo>
                <a:lnTo>
                  <a:pt x="24536400" y="161925"/>
                </a:lnTo>
                <a:lnTo>
                  <a:pt x="24612600" y="171450"/>
                </a:lnTo>
                <a:lnTo>
                  <a:pt x="24688800" y="180975"/>
                </a:lnTo>
                <a:lnTo>
                  <a:pt x="24765000" y="190500"/>
                </a:lnTo>
                <a:lnTo>
                  <a:pt x="24841200" y="200025"/>
                </a:lnTo>
                <a:lnTo>
                  <a:pt x="24917400" y="219075"/>
                </a:lnTo>
                <a:lnTo>
                  <a:pt x="24993600" y="228600"/>
                </a:lnTo>
                <a:lnTo>
                  <a:pt x="25069800" y="238125"/>
                </a:lnTo>
                <a:lnTo>
                  <a:pt x="25146000" y="247650"/>
                </a:lnTo>
                <a:lnTo>
                  <a:pt x="25222200" y="257175"/>
                </a:lnTo>
                <a:lnTo>
                  <a:pt x="25298400" y="266700"/>
                </a:lnTo>
                <a:lnTo>
                  <a:pt x="25374600" y="285750"/>
                </a:lnTo>
                <a:lnTo>
                  <a:pt x="25450800" y="295275"/>
                </a:lnTo>
                <a:lnTo>
                  <a:pt x="25527000" y="304800"/>
                </a:lnTo>
                <a:lnTo>
                  <a:pt x="25603200" y="314325"/>
                </a:lnTo>
                <a:lnTo>
                  <a:pt x="25679400" y="333375"/>
                </a:lnTo>
                <a:lnTo>
                  <a:pt x="25755600" y="342900"/>
                </a:lnTo>
                <a:lnTo>
                  <a:pt x="25831800" y="352425"/>
                </a:lnTo>
                <a:lnTo>
                  <a:pt x="25908000" y="361950"/>
                </a:lnTo>
                <a:lnTo>
                  <a:pt x="25984200" y="381000"/>
                </a:lnTo>
                <a:lnTo>
                  <a:pt x="26060400" y="390525"/>
                </a:lnTo>
                <a:lnTo>
                  <a:pt x="26136600" y="400050"/>
                </a:lnTo>
                <a:lnTo>
                  <a:pt x="26212800" y="419100"/>
                </a:lnTo>
                <a:lnTo>
                  <a:pt x="26289000" y="428625"/>
                </a:lnTo>
                <a:lnTo>
                  <a:pt x="26365200" y="438150"/>
                </a:lnTo>
                <a:lnTo>
                  <a:pt x="26441400" y="457200"/>
                </a:lnTo>
                <a:lnTo>
                  <a:pt x="26517600" y="466725"/>
                </a:lnTo>
                <a:lnTo>
                  <a:pt x="26593800" y="476250"/>
                </a:lnTo>
                <a:lnTo>
                  <a:pt x="26670000" y="495300"/>
                </a:lnTo>
                <a:lnTo>
                  <a:pt x="26746200" y="504825"/>
                </a:lnTo>
                <a:lnTo>
                  <a:pt x="26822400" y="523875"/>
                </a:lnTo>
                <a:lnTo>
                  <a:pt x="26898600" y="533400"/>
                </a:lnTo>
                <a:lnTo>
                  <a:pt x="26974800" y="552450"/>
                </a:lnTo>
                <a:lnTo>
                  <a:pt x="27051000" y="561975"/>
                </a:lnTo>
                <a:lnTo>
                  <a:pt x="27127200" y="571500"/>
                </a:lnTo>
                <a:lnTo>
                  <a:pt x="27203400" y="590550"/>
                </a:lnTo>
                <a:lnTo>
                  <a:pt x="27279600" y="600075"/>
                </a:lnTo>
                <a:lnTo>
                  <a:pt x="27355800" y="619125"/>
                </a:lnTo>
                <a:lnTo>
                  <a:pt x="27432000" y="638175"/>
                </a:lnTo>
                <a:lnTo>
                  <a:pt x="27508200" y="647700"/>
                </a:lnTo>
                <a:lnTo>
                  <a:pt x="27584400" y="666750"/>
                </a:lnTo>
                <a:lnTo>
                  <a:pt x="27660600" y="676275"/>
                </a:lnTo>
                <a:lnTo>
                  <a:pt x="27736800" y="695325"/>
                </a:lnTo>
                <a:lnTo>
                  <a:pt x="27813000" y="704850"/>
                </a:lnTo>
                <a:lnTo>
                  <a:pt x="27889200" y="723900"/>
                </a:lnTo>
                <a:lnTo>
                  <a:pt x="27965400" y="742950"/>
                </a:lnTo>
                <a:lnTo>
                  <a:pt x="28041600" y="752475"/>
                </a:lnTo>
                <a:lnTo>
                  <a:pt x="28117800" y="771525"/>
                </a:lnTo>
                <a:lnTo>
                  <a:pt x="28194000" y="781050"/>
                </a:lnTo>
                <a:lnTo>
                  <a:pt x="28270200" y="800100"/>
                </a:lnTo>
                <a:lnTo>
                  <a:pt x="28346400" y="819150"/>
                </a:lnTo>
                <a:lnTo>
                  <a:pt x="28422600" y="838200"/>
                </a:lnTo>
                <a:lnTo>
                  <a:pt x="28498800" y="847725"/>
                </a:lnTo>
                <a:lnTo>
                  <a:pt x="28575000" y="866775"/>
                </a:lnTo>
                <a:lnTo>
                  <a:pt x="28651200" y="885825"/>
                </a:lnTo>
                <a:lnTo>
                  <a:pt x="28727400" y="895350"/>
                </a:lnTo>
                <a:lnTo>
                  <a:pt x="28803600" y="914400"/>
                </a:lnTo>
                <a:lnTo>
                  <a:pt x="28879800" y="933450"/>
                </a:lnTo>
                <a:lnTo>
                  <a:pt x="28956000" y="952500"/>
                </a:lnTo>
                <a:lnTo>
                  <a:pt x="29032200" y="971550"/>
                </a:lnTo>
                <a:lnTo>
                  <a:pt x="29108400" y="990600"/>
                </a:lnTo>
                <a:lnTo>
                  <a:pt x="29184600" y="1000125"/>
                </a:lnTo>
                <a:lnTo>
                  <a:pt x="29260800" y="1019175"/>
                </a:lnTo>
                <a:lnTo>
                  <a:pt x="29337000" y="1038225"/>
                </a:lnTo>
                <a:lnTo>
                  <a:pt x="29413200" y="1057275"/>
                </a:lnTo>
                <a:lnTo>
                  <a:pt x="29489400" y="1076325"/>
                </a:lnTo>
                <a:lnTo>
                  <a:pt x="29565600" y="1095375"/>
                </a:lnTo>
                <a:lnTo>
                  <a:pt x="29641800" y="1114425"/>
                </a:lnTo>
                <a:lnTo>
                  <a:pt x="29718000" y="1133475"/>
                </a:lnTo>
                <a:lnTo>
                  <a:pt x="29794200" y="1152525"/>
                </a:lnTo>
                <a:lnTo>
                  <a:pt x="29870400" y="1171575"/>
                </a:lnTo>
                <a:lnTo>
                  <a:pt x="29946600" y="1190625"/>
                </a:lnTo>
                <a:lnTo>
                  <a:pt x="30022800" y="1209675"/>
                </a:lnTo>
                <a:lnTo>
                  <a:pt x="30099000" y="1228725"/>
                </a:lnTo>
                <a:lnTo>
                  <a:pt x="30175200" y="1257300"/>
                </a:lnTo>
                <a:lnTo>
                  <a:pt x="30251400" y="1276350"/>
                </a:lnTo>
                <a:lnTo>
                  <a:pt x="30327600" y="1295400"/>
                </a:lnTo>
                <a:lnTo>
                  <a:pt x="30403800" y="1314450"/>
                </a:lnTo>
                <a:lnTo>
                  <a:pt x="30480000" y="1333500"/>
                </a:lnTo>
                <a:lnTo>
                  <a:pt x="30603825" y="1333500"/>
                </a:lnTo>
                <a:lnTo>
                  <a:pt x="30603825" y="5943600"/>
                </a:lnTo>
                <a:lnTo>
                  <a:pt x="0" y="5943600"/>
                </a:lnTo>
                <a:lnTo>
                  <a:pt x="0" y="2057400"/>
                </a:lnTo>
                <a:close/>
              </a:path>
            </a:pathLst>
          </a:custGeom>
          <a:gradFill rotWithShape="1">
            <a:gsLst>
              <a:gs pos="0">
                <a:srgbClr val="F8F8F8"/>
              </a:gs>
              <a:gs pos="52000">
                <a:srgbClr val="FAFAFA"/>
              </a:gs>
              <a:gs pos="100000">
                <a:srgbClr val="FEFEFE"/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t-00"/>
          <p:cNvSpPr/>
          <p:nvPr/>
        </p:nvSpPr>
        <p:spPr>
          <a:xfrm>
            <a:off x="2089785" y="9895522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t-01"/>
          <p:cNvSpPr/>
          <p:nvPr/>
        </p:nvSpPr>
        <p:spPr>
          <a:xfrm>
            <a:off x="2566035" y="9895522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t-02"/>
          <p:cNvSpPr/>
          <p:nvPr/>
        </p:nvSpPr>
        <p:spPr>
          <a:xfrm>
            <a:off x="3066098" y="9895522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t-03"/>
          <p:cNvSpPr/>
          <p:nvPr/>
        </p:nvSpPr>
        <p:spPr>
          <a:xfrm>
            <a:off x="3542348" y="9895522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t-04"/>
          <p:cNvSpPr/>
          <p:nvPr/>
        </p:nvSpPr>
        <p:spPr>
          <a:xfrm>
            <a:off x="4018598" y="9895522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t-10"/>
          <p:cNvSpPr/>
          <p:nvPr/>
        </p:nvSpPr>
        <p:spPr>
          <a:xfrm>
            <a:off x="2089785" y="10300335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t-11"/>
          <p:cNvSpPr/>
          <p:nvPr/>
        </p:nvSpPr>
        <p:spPr>
          <a:xfrm>
            <a:off x="2566035" y="10300335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t-12"/>
          <p:cNvSpPr/>
          <p:nvPr/>
        </p:nvSpPr>
        <p:spPr>
          <a:xfrm>
            <a:off x="3066098" y="10300335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t-13"/>
          <p:cNvSpPr/>
          <p:nvPr/>
        </p:nvSpPr>
        <p:spPr>
          <a:xfrm>
            <a:off x="3542348" y="10300335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t-14"/>
          <p:cNvSpPr/>
          <p:nvPr/>
        </p:nvSpPr>
        <p:spPr>
          <a:xfrm>
            <a:off x="4018598" y="10300335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-20"/>
          <p:cNvSpPr/>
          <p:nvPr/>
        </p:nvSpPr>
        <p:spPr>
          <a:xfrm>
            <a:off x="2089785" y="10728960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-21"/>
          <p:cNvSpPr/>
          <p:nvPr/>
        </p:nvSpPr>
        <p:spPr>
          <a:xfrm>
            <a:off x="2566035" y="10728960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t-22"/>
          <p:cNvSpPr/>
          <p:nvPr/>
        </p:nvSpPr>
        <p:spPr>
          <a:xfrm>
            <a:off x="3066098" y="10728960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t-23"/>
          <p:cNvSpPr/>
          <p:nvPr/>
        </p:nvSpPr>
        <p:spPr>
          <a:xfrm>
            <a:off x="3542348" y="10728960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t-24"/>
          <p:cNvSpPr/>
          <p:nvPr/>
        </p:nvSpPr>
        <p:spPr>
          <a:xfrm>
            <a:off x="4018598" y="10728960"/>
            <a:ext cx="220980" cy="2209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-year"/>
          <p:cNvSpPr txBox="1"/>
          <p:nvPr/>
        </p:nvSpPr>
        <p:spPr>
          <a:xfrm>
            <a:off x="2085975" y="1076325"/>
            <a:ext cx="7391400" cy="4861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926" b="1" i="0" spc="10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</a:t>
            </a:r>
          </a:p>
        </p:txBody>
      </p:sp>
      <p:sp>
        <p:nvSpPr>
          <p:cNvPr id="22" name="t-logo"/>
          <p:cNvSpPr txBox="1"/>
          <p:nvPr/>
        </p:nvSpPr>
        <p:spPr>
          <a:xfrm>
            <a:off x="25831800" y="1171575"/>
            <a:ext cx="3371850" cy="18135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926" b="1" i="0" spc="324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LOGO</a:t>
            </a:r>
          </a:p>
        </p:txBody>
      </p:sp>
      <p:sp>
        <p:nvSpPr>
          <p:cNvPr id="23" name="t-cn"/>
          <p:cNvSpPr txBox="1"/>
          <p:nvPr/>
        </p:nvSpPr>
        <p:spPr>
          <a:xfrm>
            <a:off x="2019300" y="5476875"/>
            <a:ext cx="20452086" cy="243554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985" b="1" i="0" spc="-34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年终总结数据可视化PPT模板</a:t>
            </a:r>
          </a:p>
        </p:txBody>
      </p:sp>
      <p:sp>
        <p:nvSpPr>
          <p:cNvPr id="24" name="t-en"/>
          <p:cNvSpPr txBox="1"/>
          <p:nvPr/>
        </p:nvSpPr>
        <p:spPr>
          <a:xfrm>
            <a:off x="3705225" y="7829550"/>
            <a:ext cx="17986208" cy="106489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239" b="0" i="0" spc="113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Year-end summary data visualization PPT template</a:t>
            </a:r>
          </a:p>
        </p:txBody>
      </p:sp>
      <p:sp>
        <p:nvSpPr>
          <p:cNvPr id="25" name="t-role"/>
          <p:cNvSpPr txBox="1"/>
          <p:nvPr/>
        </p:nvSpPr>
        <p:spPr>
          <a:xfrm>
            <a:off x="2781300" y="14601825"/>
            <a:ext cx="1866900" cy="90868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70" b="1" i="0" spc="37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汇报人</a:t>
            </a:r>
          </a:p>
        </p:txBody>
      </p:sp>
      <p:sp>
        <p:nvSpPr>
          <p:cNvPr id="26" name="t-name"/>
          <p:cNvSpPr txBox="1"/>
          <p:nvPr/>
        </p:nvSpPr>
        <p:spPr>
          <a:xfrm>
            <a:off x="5534025" y="14611350"/>
            <a:ext cx="1781175" cy="9010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34" b="1" i="0" spc="425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XXXX</a:t>
            </a:r>
          </a:p>
        </p:txBody>
      </p:sp>
      <p:sp>
        <p:nvSpPr>
          <p:cNvPr id="27" name="t-date"/>
          <p:cNvSpPr txBox="1"/>
          <p:nvPr/>
        </p:nvSpPr>
        <p:spPr>
          <a:xfrm>
            <a:off x="10058400" y="14611350"/>
            <a:ext cx="4810125" cy="90106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433" b="1" i="0" spc="-483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2025年12月 5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