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nner-main"/>
          <p:cNvSpPr/>
          <p:nvPr/>
        </p:nvSpPr>
        <p:spPr>
          <a:xfrm>
            <a:off x="895350" y="5648325"/>
            <a:ext cx="28708350" cy="5886450"/>
          </a:xfrm>
          <a:prstGeom prst="rect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6" name="blk-panel"/>
          <p:cNvGrpSpPr/>
          <p:nvPr/>
        </p:nvGrpSpPr>
        <p:grpSpPr>
          <a:xfrm>
            <a:off x="3095434" y="4010025"/>
            <a:ext cx="8582406" cy="9172575"/>
            <a:chOff x="3095434" y="4010025"/>
            <a:chExt cx="8582406" cy="9172575"/>
          </a:xfrm>
        </p:grpSpPr>
        <p:sp>
          <p:nvSpPr>
            <p:cNvPr id="4" name="panel-shadow-0"/>
            <p:cNvSpPr/>
            <p:nvPr/>
          </p:nvSpPr>
          <p:spPr>
            <a:xfrm>
              <a:off x="3095434" y="4010025"/>
              <a:ext cx="8582406" cy="9172575"/>
            </a:xfrm>
            <a:custGeom>
              <a:avLst/>
              <a:gdLst/>
              <a:ahLst/>
              <a:cxnLst/>
              <a:rect l="l" t="t" r="r" b="b"/>
              <a:pathLst>
                <a:path w="8582406" h="9172575">
                  <a:moveTo>
                    <a:pt x="2209800" y="0"/>
                  </a:moveTo>
                  <a:lnTo>
                    <a:pt x="8582406" y="0"/>
                  </a:lnTo>
                  <a:lnTo>
                    <a:pt x="6372606" y="9172575"/>
                  </a:lnTo>
                  <a:lnTo>
                    <a:pt x="0" y="9172575"/>
                  </a:lnTo>
                  <a:close/>
                </a:path>
              </a:pathLst>
            </a:custGeom>
            <a:solidFill>
              <a:srgbClr val="0B1220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panel-shadow-1"/>
            <p:cNvSpPr/>
            <p:nvPr/>
          </p:nvSpPr>
          <p:spPr>
            <a:xfrm>
              <a:off x="3213163" y="4124325"/>
              <a:ext cx="8346949" cy="8943975"/>
            </a:xfrm>
            <a:custGeom>
              <a:avLst/>
              <a:gdLst/>
              <a:ahLst/>
              <a:cxnLst/>
              <a:rect l="l" t="t" r="r" b="b"/>
              <a:pathLst>
                <a:path w="8346949" h="8943975">
                  <a:moveTo>
                    <a:pt x="2209801" y="0"/>
                  </a:moveTo>
                  <a:lnTo>
                    <a:pt x="8346949" y="0"/>
                  </a:lnTo>
                  <a:lnTo>
                    <a:pt x="6137149" y="8943975"/>
                  </a:lnTo>
                  <a:lnTo>
                    <a:pt x="0" y="8943975"/>
                  </a:lnTo>
                  <a:close/>
                </a:path>
              </a:pathLst>
            </a:custGeom>
            <a:solidFill>
              <a:srgbClr val="0B1220">
                <a:alpha val="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panel-shadow-2"/>
            <p:cNvSpPr/>
            <p:nvPr/>
          </p:nvSpPr>
          <p:spPr>
            <a:xfrm>
              <a:off x="3311271" y="4219575"/>
              <a:ext cx="8150733" cy="8753475"/>
            </a:xfrm>
            <a:custGeom>
              <a:avLst/>
              <a:gdLst/>
              <a:ahLst/>
              <a:cxnLst/>
              <a:rect l="l" t="t" r="r" b="b"/>
              <a:pathLst>
                <a:path w="8150733" h="8753475">
                  <a:moveTo>
                    <a:pt x="2209800" y="0"/>
                  </a:moveTo>
                  <a:lnTo>
                    <a:pt x="8150733" y="0"/>
                  </a:lnTo>
                  <a:lnTo>
                    <a:pt x="5940933" y="8753475"/>
                  </a:lnTo>
                  <a:lnTo>
                    <a:pt x="0" y="8753475"/>
                  </a:lnTo>
                  <a:close/>
                </a:path>
              </a:pathLst>
            </a:custGeom>
            <a:solidFill>
              <a:srgbClr val="0B1220">
                <a:alpha val="7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anel-shadow-3"/>
            <p:cNvSpPr/>
            <p:nvPr/>
          </p:nvSpPr>
          <p:spPr>
            <a:xfrm>
              <a:off x="3389757" y="4295775"/>
              <a:ext cx="7993761" cy="8601075"/>
            </a:xfrm>
            <a:custGeom>
              <a:avLst/>
              <a:gdLst/>
              <a:ahLst/>
              <a:cxnLst/>
              <a:rect l="l" t="t" r="r" b="b"/>
              <a:pathLst>
                <a:path w="7993761" h="8601075">
                  <a:moveTo>
                    <a:pt x="2209800" y="0"/>
                  </a:moveTo>
                  <a:lnTo>
                    <a:pt x="7993761" y="0"/>
                  </a:lnTo>
                  <a:lnTo>
                    <a:pt x="5783961" y="8601075"/>
                  </a:lnTo>
                  <a:lnTo>
                    <a:pt x="0" y="8601075"/>
                  </a:lnTo>
                  <a:close/>
                </a:path>
              </a:pathLst>
            </a:custGeom>
            <a:solidFill>
              <a:srgbClr val="0B1220">
                <a:alpha val="6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panel-slant"/>
            <p:cNvSpPr/>
            <p:nvPr/>
          </p:nvSpPr>
          <p:spPr>
            <a:xfrm>
              <a:off x="3429000" y="4333875"/>
              <a:ext cx="7915275" cy="8524875"/>
            </a:xfrm>
            <a:custGeom>
              <a:avLst/>
              <a:gdLst/>
              <a:ahLst/>
              <a:cxnLst/>
              <a:rect l="l" t="t" r="r" b="b"/>
              <a:pathLst>
                <a:path w="7915275" h="8524875">
                  <a:moveTo>
                    <a:pt x="2209800" y="0"/>
                  </a:moveTo>
                  <a:lnTo>
                    <a:pt x="7915275" y="0"/>
                  </a:lnTo>
                  <a:lnTo>
                    <a:pt x="5705475" y="8524875"/>
                  </a:lnTo>
                  <a:lnTo>
                    <a:pt x="0" y="8524875"/>
                  </a:lnTo>
                  <a:close/>
                </a:path>
              </a:pathLst>
            </a:custGeom>
            <a:solidFill>
              <a:srgbClr val="142E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um-1"/>
            <p:cNvSpPr txBox="1"/>
            <p:nvPr/>
          </p:nvSpPr>
          <p:spPr>
            <a:xfrm>
              <a:off x="6210300" y="6305550"/>
              <a:ext cx="2292447" cy="551068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299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10" name="dot-1"/>
            <p:cNvSpPr/>
            <p:nvPr/>
          </p:nvSpPr>
          <p:spPr>
            <a:xfrm>
              <a:off x="5376862" y="11820525"/>
              <a:ext cx="361950" cy="361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-2"/>
            <p:cNvSpPr/>
            <p:nvPr/>
          </p:nvSpPr>
          <p:spPr>
            <a:xfrm>
              <a:off x="6029325" y="11839575"/>
              <a:ext cx="323850" cy="323850"/>
            </a:xfrm>
            <a:prstGeom prst="ellipse">
              <a:avLst/>
            </a:prstGeom>
            <a:solidFill>
              <a:srgbClr val="4256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-3"/>
            <p:cNvSpPr/>
            <p:nvPr/>
          </p:nvSpPr>
          <p:spPr>
            <a:xfrm>
              <a:off x="6662738" y="11839575"/>
              <a:ext cx="323850" cy="323850"/>
            </a:xfrm>
            <a:prstGeom prst="ellipse">
              <a:avLst/>
            </a:prstGeom>
            <a:solidFill>
              <a:srgbClr val="4256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-4"/>
            <p:cNvSpPr/>
            <p:nvPr/>
          </p:nvSpPr>
          <p:spPr>
            <a:xfrm>
              <a:off x="7296150" y="11839575"/>
              <a:ext cx="323850" cy="323850"/>
            </a:xfrm>
            <a:prstGeom prst="ellipse">
              <a:avLst/>
            </a:prstGeom>
            <a:solidFill>
              <a:srgbClr val="42568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title-main"/>
          <p:cNvSpPr txBox="1"/>
          <p:nvPr/>
        </p:nvSpPr>
        <p:spPr>
          <a:xfrm>
            <a:off x="11563350" y="7058025"/>
            <a:ext cx="15928848" cy="370141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100" b="1" i="0" spc="-6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项目核心信息</a:t>
            </a:r>
          </a:p>
        </p:txBody>
      </p:sp>
      <p:grpSp>
        <p:nvGrpSpPr>
          <p:cNvPr id="27" name="blk-corner"/>
          <p:cNvGrpSpPr/>
          <p:nvPr/>
        </p:nvGrpSpPr>
        <p:grpSpPr>
          <a:xfrm>
            <a:off x="25774650" y="923925"/>
            <a:ext cx="3819525" cy="3810000"/>
            <a:chOff x="25774650" y="923925"/>
            <a:chExt cx="3819525" cy="3810000"/>
          </a:xfrm>
        </p:grpSpPr>
        <p:sp>
          <p:nvSpPr>
            <p:cNvPr id="15" name="corner-triangle"/>
            <p:cNvSpPr/>
            <p:nvPr/>
          </p:nvSpPr>
          <p:spPr>
            <a:xfrm>
              <a:off x="25774650" y="923925"/>
              <a:ext cx="3819525" cy="3810000"/>
            </a:xfrm>
            <a:custGeom>
              <a:avLst/>
              <a:gdLst/>
              <a:ahLst/>
              <a:cxnLst/>
              <a:rect l="l" t="t" r="r" b="b"/>
              <a:pathLst>
                <a:path w="3819525" h="3810000">
                  <a:moveTo>
                    <a:pt x="0" y="0"/>
                  </a:moveTo>
                  <a:lnTo>
                    <a:pt x="3819525" y="0"/>
                  </a:lnTo>
                  <a:lnTo>
                    <a:pt x="3819525" y="381000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menu-line-1"/>
            <p:cNvSpPr/>
            <p:nvPr/>
          </p:nvSpPr>
          <p:spPr>
            <a:xfrm>
              <a:off x="28413075" y="1733550"/>
              <a:ext cx="485775" cy="857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menu-line-2"/>
            <p:cNvSpPr/>
            <p:nvPr/>
          </p:nvSpPr>
          <p:spPr>
            <a:xfrm>
              <a:off x="28413075" y="1914525"/>
              <a:ext cx="485775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menu-line-3"/>
            <p:cNvSpPr/>
            <p:nvPr/>
          </p:nvSpPr>
          <p:spPr>
            <a:xfrm>
              <a:off x="28413075" y="2095500"/>
              <a:ext cx="485775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blk-nav"/>
          <p:cNvGrpSpPr/>
          <p:nvPr/>
        </p:nvGrpSpPr>
        <p:grpSpPr>
          <a:xfrm>
            <a:off x="895350" y="14639925"/>
            <a:ext cx="10248900" cy="1619250"/>
            <a:chOff x="895350" y="14639925"/>
            <a:chExt cx="10248900" cy="1619250"/>
          </a:xfrm>
        </p:grpSpPr>
        <p:sp>
          <p:nvSpPr>
            <p:cNvPr id="19" name="nav-bar"/>
            <p:cNvSpPr/>
            <p:nvPr/>
          </p:nvSpPr>
          <p:spPr>
            <a:xfrm>
              <a:off x="895350" y="14639925"/>
              <a:ext cx="10248900" cy="1619250"/>
            </a:xfrm>
            <a:custGeom>
              <a:avLst/>
              <a:gdLst/>
              <a:ahLst/>
              <a:cxnLst/>
              <a:rect l="l" t="t" r="r" b="b"/>
              <a:pathLst>
                <a:path w="10248900" h="1619250">
                  <a:moveTo>
                    <a:pt x="0" y="0"/>
                  </a:moveTo>
                  <a:lnTo>
                    <a:pt x="8639175" y="0"/>
                  </a:lnTo>
                  <a:lnTo>
                    <a:pt x="10248900" y="1619250"/>
                  </a:lnTo>
                  <a:lnTo>
                    <a:pt x="0" y="1619250"/>
                  </a:lnTo>
                  <a:close/>
                </a:path>
              </a:pathLst>
            </a:cu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av-prev"/>
            <p:cNvSpPr/>
            <p:nvPr/>
          </p:nvSpPr>
          <p:spPr>
            <a:xfrm>
              <a:off x="1328738" y="15249525"/>
              <a:ext cx="223837" cy="438150"/>
            </a:xfrm>
            <a:custGeom>
              <a:avLst/>
              <a:gdLst/>
              <a:ahLst/>
              <a:cxnLst/>
              <a:rect l="l" t="t" r="r" b="b"/>
              <a:pathLst>
                <a:path w="223837" h="438150">
                  <a:moveTo>
                    <a:pt x="223837" y="0"/>
                  </a:moveTo>
                  <a:lnTo>
                    <a:pt x="0" y="209550"/>
                  </a:lnTo>
                  <a:lnTo>
                    <a:pt x="223837" y="438150"/>
                  </a:lnTo>
                </a:path>
              </a:pathLst>
            </a:custGeom>
            <a:noFill/>
            <a:ln w="3333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av-next"/>
            <p:cNvSpPr/>
            <p:nvPr/>
          </p:nvSpPr>
          <p:spPr>
            <a:xfrm>
              <a:off x="2928938" y="15249525"/>
              <a:ext cx="223837" cy="438150"/>
            </a:xfrm>
            <a:custGeom>
              <a:avLst/>
              <a:gdLst/>
              <a:ahLst/>
              <a:cxnLst/>
              <a:rect l="l" t="t" r="r" b="b"/>
              <a:pathLst>
                <a:path w="223837" h="438150">
                  <a:moveTo>
                    <a:pt x="0" y="0"/>
                  </a:moveTo>
                  <a:lnTo>
                    <a:pt x="223837" y="209550"/>
                  </a:lnTo>
                  <a:lnTo>
                    <a:pt x="0" y="438150"/>
                  </a:lnTo>
                </a:path>
              </a:pathLst>
            </a:custGeom>
            <a:noFill/>
            <a:ln w="3333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av-divider"/>
            <p:cNvSpPr/>
            <p:nvPr/>
          </p:nvSpPr>
          <p:spPr>
            <a:xfrm>
              <a:off x="4581525" y="15449550"/>
              <a:ext cx="3314700" cy="38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av-cur"/>
            <p:cNvSpPr txBox="1"/>
            <p:nvPr/>
          </p:nvSpPr>
          <p:spPr>
            <a:xfrm>
              <a:off x="3886200" y="15211425"/>
              <a:ext cx="666750" cy="5938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2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4" name="nav-total"/>
            <p:cNvSpPr txBox="1"/>
            <p:nvPr/>
          </p:nvSpPr>
          <p:spPr>
            <a:xfrm>
              <a:off x="8124825" y="15211425"/>
              <a:ext cx="666750" cy="5938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22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