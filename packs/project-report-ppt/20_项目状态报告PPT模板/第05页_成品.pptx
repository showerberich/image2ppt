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-light"/>
          <p:cNvSpPr/>
          <p:nvPr/>
        </p:nvSpPr>
        <p:spPr>
          <a:xfrm>
            <a:off x="1619250" y="1476375"/>
            <a:ext cx="1162050" cy="1162050"/>
          </a:xfrm>
          <a:prstGeom prst="rect">
            <a:avLst/>
          </a:prstGeom>
          <a:solidFill>
            <a:srgbClr val="E9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-navy"/>
          <p:cNvSpPr/>
          <p:nvPr/>
        </p:nvSpPr>
        <p:spPr>
          <a:xfrm>
            <a:off x="2381250" y="2152650"/>
            <a:ext cx="628650" cy="628650"/>
          </a:xfrm>
          <a:prstGeom prst="rect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3505200" y="1584960"/>
            <a:ext cx="8010525" cy="106870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b="1" i="0">
                <a:solidFill>
                  <a:srgbClr val="18347D"/>
                </a:solidFill>
                <a:latin typeface="Microsoft YaHei"/>
                <a:ea typeface="Microsoft YaHei"/>
                <a:cs typeface="Microsoft YaHei"/>
              </a:rPr>
              <a:t>关键里程碑与时间线</a:t>
            </a:r>
          </a:p>
        </p:txBody>
      </p:sp>
      <p:cxnSp>
        <p:nvCxnSpPr>
          <p:cNvPr id="6" name="axis"/>
          <p:cNvCxnSpPr/>
          <p:nvPr/>
        </p:nvCxnSpPr>
        <p:spPr>
          <a:xfrm>
            <a:off x="3314700" y="9505950"/>
            <a:ext cx="22555200" cy="0"/>
          </a:xfrm>
          <a:prstGeom prst="line">
            <a:avLst/>
          </a:prstGeom>
          <a:ln w="38100">
            <a:solidFill>
              <a:srgbClr val="1C3464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axis-start-a"/>
          <p:cNvSpPr/>
          <p:nvPr/>
        </p:nvSpPr>
        <p:spPr>
          <a:xfrm>
            <a:off x="2143125" y="9191625"/>
            <a:ext cx="590550" cy="638175"/>
          </a:xfrm>
          <a:custGeom>
            <a:avLst/>
            <a:gdLst/>
            <a:ahLst/>
            <a:cxnLst/>
            <a:rect l="l" t="t" r="r" b="b"/>
            <a:pathLst>
              <a:path w="590550" h="638175">
                <a:moveTo>
                  <a:pt x="0" y="0"/>
                </a:moveTo>
                <a:lnTo>
                  <a:pt x="590550" y="314325"/>
                </a:lnTo>
                <a:lnTo>
                  <a:pt x="0" y="638175"/>
                </a:lnTo>
                <a:close/>
              </a:path>
            </a:pathLst>
          </a:custGeom>
          <a:gradFill rotWithShape="1">
            <a:gsLst>
              <a:gs pos="0">
                <a:srgbClr val="E7EBF4"/>
              </a:gs>
              <a:gs pos="100000">
                <a:srgbClr val="2E4C8A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xis-start-b"/>
          <p:cNvSpPr/>
          <p:nvPr/>
        </p:nvSpPr>
        <p:spPr>
          <a:xfrm>
            <a:off x="2457450" y="9201150"/>
            <a:ext cx="552450" cy="609600"/>
          </a:xfrm>
          <a:custGeom>
            <a:avLst/>
            <a:gdLst/>
            <a:ahLst/>
            <a:cxnLst/>
            <a:rect l="l" t="t" r="r" b="b"/>
            <a:pathLst>
              <a:path w="552450" h="609600">
                <a:moveTo>
                  <a:pt x="0" y="0"/>
                </a:moveTo>
                <a:lnTo>
                  <a:pt x="552450" y="304800"/>
                </a:lnTo>
                <a:lnTo>
                  <a:pt x="0" y="609600"/>
                </a:lnTo>
                <a:close/>
              </a:path>
            </a:pathLst>
          </a:custGeom>
          <a:gradFill rotWithShape="1">
            <a:gsLst>
              <a:gs pos="0">
                <a:srgbClr val="3B5690"/>
              </a:gs>
              <a:gs pos="100000">
                <a:srgbClr val="26427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-1"/>
          <p:cNvSpPr/>
          <p:nvPr/>
        </p:nvSpPr>
        <p:spPr>
          <a:xfrm>
            <a:off x="5943600" y="9324975"/>
            <a:ext cx="361950" cy="361950"/>
          </a:xfrm>
          <a:prstGeom prst="ellipse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ode-2"/>
          <p:cNvSpPr/>
          <p:nvPr/>
        </p:nvSpPr>
        <p:spPr>
          <a:xfrm>
            <a:off x="10372725" y="9324975"/>
            <a:ext cx="361950" cy="361950"/>
          </a:xfrm>
          <a:prstGeom prst="ellipse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ode-3"/>
          <p:cNvSpPr/>
          <p:nvPr/>
        </p:nvSpPr>
        <p:spPr>
          <a:xfrm>
            <a:off x="14792325" y="9324975"/>
            <a:ext cx="361950" cy="361950"/>
          </a:xfrm>
          <a:prstGeom prst="ellipse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ode-4"/>
          <p:cNvSpPr/>
          <p:nvPr/>
        </p:nvSpPr>
        <p:spPr>
          <a:xfrm>
            <a:off x="19221450" y="9324975"/>
            <a:ext cx="361950" cy="361950"/>
          </a:xfrm>
          <a:prstGeom prst="ellipse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de-5"/>
          <p:cNvSpPr/>
          <p:nvPr/>
        </p:nvSpPr>
        <p:spPr>
          <a:xfrm>
            <a:off x="23641050" y="9324975"/>
            <a:ext cx="361950" cy="361950"/>
          </a:xfrm>
          <a:prstGeom prst="ellipse">
            <a:avLst/>
          </a:prstGeom>
          <a:solidFill>
            <a:srgbClr val="173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57" name="panel-1"/>
          <p:cNvGrpSpPr/>
          <p:nvPr/>
        </p:nvGrpSpPr>
        <p:grpSpPr>
          <a:xfrm>
            <a:off x="3162300" y="11325225"/>
            <a:ext cx="5915025" cy="4076700"/>
            <a:chOff x="3162300" y="11325225"/>
            <a:chExt cx="5915025" cy="4076700"/>
          </a:xfrm>
        </p:grpSpPr>
        <p:sp>
          <p:nvSpPr>
            <p:cNvPr id="14" name="panel-1-body"/>
            <p:cNvSpPr/>
            <p:nvPr/>
          </p:nvSpPr>
          <p:spPr>
            <a:xfrm>
              <a:off x="3162300" y="11325225"/>
              <a:ext cx="5915025" cy="4076700"/>
            </a:xfrm>
            <a:prstGeom prst="roundRect">
              <a:avLst>
                <a:gd name="adj" fmla="val 2803"/>
              </a:avLst>
            </a:prstGeom>
            <a:solidFill>
              <a:srgbClr val="FFFFFF"/>
            </a:solidFill>
            <a:ln w="11429">
              <a:solidFill>
                <a:srgbClr val="7786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panel-1-head"/>
            <p:cNvSpPr/>
            <p:nvPr/>
          </p:nvSpPr>
          <p:spPr>
            <a:xfrm>
              <a:off x="3162300" y="11325225"/>
              <a:ext cx="5915025" cy="1228725"/>
            </a:xfrm>
            <a:prstGeom prst="roundRect">
              <a:avLst>
                <a:gd name="adj" fmla="val 9302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6" name="panel-1-title"/>
          <p:cNvSpPr txBox="1"/>
          <p:nvPr/>
        </p:nvSpPr>
        <p:spPr>
          <a:xfrm>
            <a:off x="4595812" y="11590972"/>
            <a:ext cx="2857500" cy="6972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项目启动</a:t>
            </a:r>
          </a:p>
        </p:txBody>
      </p:sp>
      <p:sp>
        <p:nvSpPr>
          <p:cNvPr id="17" name="panel-1-line1"/>
          <p:cNvSpPr txBox="1"/>
          <p:nvPr/>
        </p:nvSpPr>
        <p:spPr>
          <a:xfrm>
            <a:off x="3619500" y="13049250"/>
            <a:ext cx="5077709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召开项目 Kick-off 会议</a:t>
            </a:r>
          </a:p>
        </p:txBody>
      </p:sp>
      <p:sp>
        <p:nvSpPr>
          <p:cNvPr id="18" name="panel-1-line2"/>
          <p:cNvSpPr txBox="1"/>
          <p:nvPr/>
        </p:nvSpPr>
        <p:spPr>
          <a:xfrm>
            <a:off x="3638550" y="13639800"/>
            <a:ext cx="5022914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明确项目范围、愿景与商</a:t>
            </a:r>
          </a:p>
        </p:txBody>
      </p:sp>
      <p:sp>
        <p:nvSpPr>
          <p:cNvPr id="19" name="panel-1-line3"/>
          <p:cNvSpPr txBox="1"/>
          <p:nvPr/>
        </p:nvSpPr>
        <p:spPr>
          <a:xfrm>
            <a:off x="3619500" y="14239875"/>
            <a:ext cx="1419225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业价值</a:t>
            </a:r>
          </a:p>
        </p:txBody>
      </p:sp>
      <p:grpSp>
        <p:nvGrpSpPr>
          <p:cNvPr id="55" name="panel-2"/>
          <p:cNvGrpSpPr/>
          <p:nvPr/>
        </p:nvGrpSpPr>
        <p:grpSpPr>
          <a:xfrm>
            <a:off x="7581900" y="3552825"/>
            <a:ext cx="5924550" cy="4076700"/>
            <a:chOff x="7581900" y="3552825"/>
            <a:chExt cx="5924550" cy="4076700"/>
          </a:xfrm>
        </p:grpSpPr>
        <p:sp>
          <p:nvSpPr>
            <p:cNvPr id="20" name="panel-2-body"/>
            <p:cNvSpPr/>
            <p:nvPr/>
          </p:nvSpPr>
          <p:spPr>
            <a:xfrm>
              <a:off x="7581900" y="3552825"/>
              <a:ext cx="5924550" cy="4076700"/>
            </a:xfrm>
            <a:prstGeom prst="roundRect">
              <a:avLst>
                <a:gd name="adj" fmla="val 2803"/>
              </a:avLst>
            </a:prstGeom>
            <a:solidFill>
              <a:srgbClr val="FFFFFF"/>
            </a:solidFill>
            <a:ln w="11429">
              <a:solidFill>
                <a:srgbClr val="7786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panel-2-head"/>
            <p:cNvSpPr/>
            <p:nvPr/>
          </p:nvSpPr>
          <p:spPr>
            <a:xfrm>
              <a:off x="7581900" y="3552825"/>
              <a:ext cx="5924550" cy="1228725"/>
            </a:xfrm>
            <a:prstGeom prst="roundRect">
              <a:avLst>
                <a:gd name="adj" fmla="val 9302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panel-2-title"/>
          <p:cNvSpPr txBox="1"/>
          <p:nvPr/>
        </p:nvSpPr>
        <p:spPr>
          <a:xfrm>
            <a:off x="8948738" y="3818572"/>
            <a:ext cx="3048000" cy="6972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需求设计</a:t>
            </a:r>
          </a:p>
        </p:txBody>
      </p:sp>
      <p:sp>
        <p:nvSpPr>
          <p:cNvPr id="23" name="panel-2-line1"/>
          <p:cNvSpPr txBox="1"/>
          <p:nvPr/>
        </p:nvSpPr>
        <p:spPr>
          <a:xfrm>
            <a:off x="8086725" y="5610225"/>
            <a:ext cx="5038725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梳理业务流程与用户故事</a:t>
            </a:r>
          </a:p>
        </p:txBody>
      </p:sp>
      <p:sp>
        <p:nvSpPr>
          <p:cNvPr id="24" name="panel-2-line2"/>
          <p:cNvSpPr txBox="1"/>
          <p:nvPr/>
        </p:nvSpPr>
        <p:spPr>
          <a:xfrm>
            <a:off x="8086725" y="6200775"/>
            <a:ext cx="5022914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完成交互与视觉设计评审</a:t>
            </a:r>
          </a:p>
        </p:txBody>
      </p:sp>
      <p:grpSp>
        <p:nvGrpSpPr>
          <p:cNvPr id="56" name="panel-3"/>
          <p:cNvGrpSpPr/>
          <p:nvPr/>
        </p:nvGrpSpPr>
        <p:grpSpPr>
          <a:xfrm>
            <a:off x="12011025" y="11325225"/>
            <a:ext cx="5915025" cy="4076700"/>
            <a:chOff x="12011025" y="11325225"/>
            <a:chExt cx="5915025" cy="4076700"/>
          </a:xfrm>
        </p:grpSpPr>
        <p:sp>
          <p:nvSpPr>
            <p:cNvPr id="25" name="panel-3-body"/>
            <p:cNvSpPr/>
            <p:nvPr/>
          </p:nvSpPr>
          <p:spPr>
            <a:xfrm>
              <a:off x="12011025" y="11325225"/>
              <a:ext cx="5915025" cy="4076700"/>
            </a:xfrm>
            <a:prstGeom prst="roundRect">
              <a:avLst>
                <a:gd name="adj" fmla="val 2803"/>
              </a:avLst>
            </a:prstGeom>
            <a:solidFill>
              <a:srgbClr val="FFFFFF"/>
            </a:solidFill>
            <a:ln w="11429">
              <a:solidFill>
                <a:srgbClr val="7786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panel-3-head"/>
            <p:cNvSpPr/>
            <p:nvPr/>
          </p:nvSpPr>
          <p:spPr>
            <a:xfrm>
              <a:off x="12011025" y="11325225"/>
              <a:ext cx="5915025" cy="1228725"/>
            </a:xfrm>
            <a:prstGeom prst="roundRect">
              <a:avLst>
                <a:gd name="adj" fmla="val 9302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7" name="panel-3-title"/>
          <p:cNvSpPr txBox="1"/>
          <p:nvPr/>
        </p:nvSpPr>
        <p:spPr>
          <a:xfrm>
            <a:off x="13358812" y="11590972"/>
            <a:ext cx="3048000" cy="6972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核心开发</a:t>
            </a:r>
          </a:p>
        </p:txBody>
      </p:sp>
      <p:sp>
        <p:nvSpPr>
          <p:cNvPr id="28" name="panel-3-line1"/>
          <p:cNvSpPr txBox="1"/>
          <p:nvPr/>
        </p:nvSpPr>
        <p:spPr>
          <a:xfrm>
            <a:off x="12715875" y="13039725"/>
            <a:ext cx="4566285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前后端分离开发，接口</a:t>
            </a:r>
          </a:p>
        </p:txBody>
      </p:sp>
      <p:sp>
        <p:nvSpPr>
          <p:cNvPr id="29" name="panel-3-line2"/>
          <p:cNvSpPr txBox="1"/>
          <p:nvPr/>
        </p:nvSpPr>
        <p:spPr>
          <a:xfrm>
            <a:off x="12715875" y="13639800"/>
            <a:ext cx="942975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联调</a:t>
            </a:r>
          </a:p>
        </p:txBody>
      </p:sp>
      <p:sp>
        <p:nvSpPr>
          <p:cNvPr id="30" name="panel-3-line3"/>
          <p:cNvSpPr txBox="1"/>
          <p:nvPr/>
        </p:nvSpPr>
        <p:spPr>
          <a:xfrm>
            <a:off x="12715875" y="14239875"/>
            <a:ext cx="4133850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代码评审与持续集成</a:t>
            </a:r>
          </a:p>
        </p:txBody>
      </p:sp>
      <p:grpSp>
        <p:nvGrpSpPr>
          <p:cNvPr id="59" name="panel-4"/>
          <p:cNvGrpSpPr/>
          <p:nvPr/>
        </p:nvGrpSpPr>
        <p:grpSpPr>
          <a:xfrm>
            <a:off x="16430625" y="3552825"/>
            <a:ext cx="5924550" cy="4076700"/>
            <a:chOff x="16430625" y="3552825"/>
            <a:chExt cx="5924550" cy="4076700"/>
          </a:xfrm>
        </p:grpSpPr>
        <p:sp>
          <p:nvSpPr>
            <p:cNvPr id="31" name="panel-4-body"/>
            <p:cNvSpPr/>
            <p:nvPr/>
          </p:nvSpPr>
          <p:spPr>
            <a:xfrm>
              <a:off x="16430625" y="3552825"/>
              <a:ext cx="5924550" cy="4076700"/>
            </a:xfrm>
            <a:prstGeom prst="roundRect">
              <a:avLst>
                <a:gd name="adj" fmla="val 2803"/>
              </a:avLst>
            </a:prstGeom>
            <a:solidFill>
              <a:srgbClr val="FFFFFF"/>
            </a:solidFill>
            <a:ln w="11429">
              <a:solidFill>
                <a:srgbClr val="7786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panel-4-head"/>
            <p:cNvSpPr/>
            <p:nvPr/>
          </p:nvSpPr>
          <p:spPr>
            <a:xfrm>
              <a:off x="16430625" y="3552825"/>
              <a:ext cx="5924550" cy="1228725"/>
            </a:xfrm>
            <a:prstGeom prst="roundRect">
              <a:avLst>
                <a:gd name="adj" fmla="val 9302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3" name="panel-4-title"/>
          <p:cNvSpPr txBox="1"/>
          <p:nvPr/>
        </p:nvSpPr>
        <p:spPr>
          <a:xfrm>
            <a:off x="17592675" y="3818572"/>
            <a:ext cx="3238500" cy="6972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Alpha 测试</a:t>
            </a:r>
          </a:p>
        </p:txBody>
      </p:sp>
      <p:sp>
        <p:nvSpPr>
          <p:cNvPr id="34" name="panel-4-line1"/>
          <p:cNvSpPr txBox="1"/>
          <p:nvPr/>
        </p:nvSpPr>
        <p:spPr>
          <a:xfrm>
            <a:off x="17002125" y="5324475"/>
            <a:ext cx="4566285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内部员工用户体验测试</a:t>
            </a:r>
          </a:p>
        </p:txBody>
      </p:sp>
      <p:sp>
        <p:nvSpPr>
          <p:cNvPr id="35" name="panel-4-line2"/>
          <p:cNvSpPr txBox="1"/>
          <p:nvPr/>
        </p:nvSpPr>
        <p:spPr>
          <a:xfrm>
            <a:off x="16954500" y="5905500"/>
            <a:ext cx="4591050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验证核心业务流程是否</a:t>
            </a:r>
          </a:p>
        </p:txBody>
      </p:sp>
      <p:sp>
        <p:nvSpPr>
          <p:cNvPr id="36" name="panel-4-line3"/>
          <p:cNvSpPr txBox="1"/>
          <p:nvPr/>
        </p:nvSpPr>
        <p:spPr>
          <a:xfrm>
            <a:off x="16964025" y="6515100"/>
            <a:ext cx="962025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跑通</a:t>
            </a:r>
          </a:p>
        </p:txBody>
      </p:sp>
      <p:grpSp>
        <p:nvGrpSpPr>
          <p:cNvPr id="58" name="panel-5"/>
          <p:cNvGrpSpPr/>
          <p:nvPr/>
        </p:nvGrpSpPr>
        <p:grpSpPr>
          <a:xfrm>
            <a:off x="20859750" y="11325225"/>
            <a:ext cx="5915025" cy="4076700"/>
            <a:chOff x="20859750" y="11325225"/>
            <a:chExt cx="5915025" cy="4076700"/>
          </a:xfrm>
        </p:grpSpPr>
        <p:sp>
          <p:nvSpPr>
            <p:cNvPr id="37" name="panel-5-body"/>
            <p:cNvSpPr/>
            <p:nvPr/>
          </p:nvSpPr>
          <p:spPr>
            <a:xfrm>
              <a:off x="20859750" y="11325225"/>
              <a:ext cx="5915025" cy="4076700"/>
            </a:xfrm>
            <a:prstGeom prst="roundRect">
              <a:avLst>
                <a:gd name="adj" fmla="val 2803"/>
              </a:avLst>
            </a:prstGeom>
            <a:solidFill>
              <a:srgbClr val="FFFFFF"/>
            </a:solidFill>
            <a:ln w="11429">
              <a:solidFill>
                <a:srgbClr val="7786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panel-5-head"/>
            <p:cNvSpPr/>
            <p:nvPr/>
          </p:nvSpPr>
          <p:spPr>
            <a:xfrm>
              <a:off x="20859750" y="11325225"/>
              <a:ext cx="5915025" cy="1228725"/>
            </a:xfrm>
            <a:prstGeom prst="roundRect">
              <a:avLst>
                <a:gd name="adj" fmla="val 9302"/>
              </a:avLst>
            </a:prstGeom>
            <a:solidFill>
              <a:srgbClr val="17367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39" name="panel-5-title"/>
          <p:cNvSpPr txBox="1"/>
          <p:nvPr/>
        </p:nvSpPr>
        <p:spPr>
          <a:xfrm>
            <a:off x="22150388" y="11590972"/>
            <a:ext cx="3238500" cy="69723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发布/收尾</a:t>
            </a:r>
          </a:p>
        </p:txBody>
      </p:sp>
      <p:sp>
        <p:nvSpPr>
          <p:cNvPr id="40" name="panel-5-line1"/>
          <p:cNvSpPr txBox="1"/>
          <p:nvPr/>
        </p:nvSpPr>
        <p:spPr>
          <a:xfrm>
            <a:off x="21574125" y="13049250"/>
            <a:ext cx="4133850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灰度发布或全量发布</a:t>
            </a:r>
          </a:p>
        </p:txBody>
      </p:sp>
      <p:sp>
        <p:nvSpPr>
          <p:cNvPr id="41" name="panel-5-line2"/>
          <p:cNvSpPr txBox="1"/>
          <p:nvPr/>
        </p:nvSpPr>
        <p:spPr>
          <a:xfrm>
            <a:off x="21574125" y="13639800"/>
            <a:ext cx="4566285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项目复盘，归档文档，</a:t>
            </a:r>
          </a:p>
        </p:txBody>
      </p:sp>
      <p:sp>
        <p:nvSpPr>
          <p:cNvPr id="42" name="panel-5-line3"/>
          <p:cNvSpPr txBox="1"/>
          <p:nvPr/>
        </p:nvSpPr>
        <p:spPr>
          <a:xfrm>
            <a:off x="21583650" y="14239875"/>
            <a:ext cx="1866900" cy="54578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2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释放资源</a:t>
            </a:r>
          </a:p>
        </p:txBody>
      </p:sp>
      <p:sp>
        <p:nvSpPr>
          <p:cNvPr id="43" name="date-1"/>
          <p:cNvSpPr txBox="1"/>
          <p:nvPr/>
        </p:nvSpPr>
        <p:spPr>
          <a:xfrm>
            <a:off x="4543425" y="8392478"/>
            <a:ext cx="3382548" cy="7439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2026.01.01</a:t>
            </a:r>
          </a:p>
        </p:txBody>
      </p:sp>
      <p:sp>
        <p:nvSpPr>
          <p:cNvPr id="44" name="date-2"/>
          <p:cNvSpPr txBox="1"/>
          <p:nvPr/>
        </p:nvSpPr>
        <p:spPr>
          <a:xfrm>
            <a:off x="9010650" y="9954578"/>
            <a:ext cx="3382548" cy="7439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2026.02.15</a:t>
            </a:r>
          </a:p>
        </p:txBody>
      </p:sp>
      <p:sp>
        <p:nvSpPr>
          <p:cNvPr id="45" name="date-3"/>
          <p:cNvSpPr txBox="1"/>
          <p:nvPr/>
        </p:nvSpPr>
        <p:spPr>
          <a:xfrm>
            <a:off x="13392150" y="8392478"/>
            <a:ext cx="3382548" cy="7439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2026.04.30</a:t>
            </a:r>
          </a:p>
        </p:txBody>
      </p:sp>
      <p:sp>
        <p:nvSpPr>
          <p:cNvPr id="46" name="date-4"/>
          <p:cNvSpPr txBox="1"/>
          <p:nvPr/>
        </p:nvSpPr>
        <p:spPr>
          <a:xfrm>
            <a:off x="17840325" y="9954578"/>
            <a:ext cx="3382548" cy="7439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2026.05.01</a:t>
            </a:r>
          </a:p>
        </p:txBody>
      </p:sp>
      <p:sp>
        <p:nvSpPr>
          <p:cNvPr id="47" name="date-5"/>
          <p:cNvSpPr txBox="1"/>
          <p:nvPr/>
        </p:nvSpPr>
        <p:spPr>
          <a:xfrm>
            <a:off x="22259925" y="8392478"/>
            <a:ext cx="3382548" cy="74390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4800" b="0" i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2026.61.01</a:t>
            </a:r>
          </a:p>
        </p:txBody>
      </p:sp>
      <p:cxnSp>
        <p:nvCxnSpPr>
          <p:cNvPr id="48" name="conn-1"/>
          <p:cNvCxnSpPr/>
          <p:nvPr/>
        </p:nvCxnSpPr>
        <p:spPr>
          <a:xfrm>
            <a:off x="6115050" y="9677400"/>
            <a:ext cx="0" cy="1647825"/>
          </a:xfrm>
          <a:prstGeom prst="line">
            <a:avLst/>
          </a:prstGeom>
          <a:ln w="38100">
            <a:solidFill>
              <a:srgbClr val="1C3464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-2"/>
          <p:cNvCxnSpPr/>
          <p:nvPr/>
        </p:nvCxnSpPr>
        <p:spPr>
          <a:xfrm>
            <a:off x="10544175" y="7620000"/>
            <a:ext cx="0" cy="1714500"/>
          </a:xfrm>
          <a:prstGeom prst="line">
            <a:avLst/>
          </a:prstGeom>
          <a:ln w="38100">
            <a:solidFill>
              <a:srgbClr val="1C3464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-3"/>
          <p:cNvCxnSpPr/>
          <p:nvPr/>
        </p:nvCxnSpPr>
        <p:spPr>
          <a:xfrm>
            <a:off x="14963775" y="9677400"/>
            <a:ext cx="0" cy="1647825"/>
          </a:xfrm>
          <a:prstGeom prst="line">
            <a:avLst/>
          </a:prstGeom>
          <a:ln w="38100">
            <a:solidFill>
              <a:srgbClr val="1C3464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-4"/>
          <p:cNvCxnSpPr/>
          <p:nvPr/>
        </p:nvCxnSpPr>
        <p:spPr>
          <a:xfrm>
            <a:off x="19392900" y="7620000"/>
            <a:ext cx="0" cy="1714500"/>
          </a:xfrm>
          <a:prstGeom prst="line">
            <a:avLst/>
          </a:prstGeom>
          <a:ln w="38100">
            <a:solidFill>
              <a:srgbClr val="1C3464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-5"/>
          <p:cNvCxnSpPr/>
          <p:nvPr/>
        </p:nvCxnSpPr>
        <p:spPr>
          <a:xfrm>
            <a:off x="23812500" y="9677400"/>
            <a:ext cx="0" cy="1647825"/>
          </a:xfrm>
          <a:prstGeom prst="line">
            <a:avLst/>
          </a:prstGeom>
          <a:ln w="38100">
            <a:solidFill>
              <a:srgbClr val="1C3464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3" name="rocket" descr="_photo_roc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0" y="8458200"/>
            <a:ext cx="2667000" cy="1876425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