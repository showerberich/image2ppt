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-corner"/>
          <p:cNvSpPr/>
          <p:nvPr/>
        </p:nvSpPr>
        <p:spPr>
          <a:xfrm>
            <a:off x="25784175" y="933450"/>
            <a:ext cx="3752850" cy="2600325"/>
          </a:xfrm>
          <a:custGeom>
            <a:avLst/>
            <a:gdLst/>
            <a:ahLst/>
            <a:cxnLst/>
            <a:rect l="l" t="t" r="r" b="b"/>
            <a:pathLst>
              <a:path w="3752850" h="2600325">
                <a:moveTo>
                  <a:pt x="0" y="0"/>
                </a:moveTo>
                <a:lnTo>
                  <a:pt x="3752850" y="0"/>
                </a:lnTo>
                <a:lnTo>
                  <a:pt x="3752850" y="2600325"/>
                </a:lnTo>
                <a:lnTo>
                  <a:pt x="2590800" y="2600325"/>
                </a:lnTo>
                <a:close/>
              </a:path>
            </a:pathLst>
          </a:cu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mburger-bg"/>
          <p:cNvSpPr/>
          <p:nvPr/>
        </p:nvSpPr>
        <p:spPr>
          <a:xfrm>
            <a:off x="28765500" y="3533775"/>
            <a:ext cx="771525" cy="4762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nner-main"/>
          <p:cNvSpPr/>
          <p:nvPr/>
        </p:nvSpPr>
        <p:spPr>
          <a:xfrm>
            <a:off x="14849475" y="3533775"/>
            <a:ext cx="14687550" cy="5086350"/>
          </a:xfrm>
          <a:prstGeom prst="rect">
            <a:avLst/>
          </a:prstGeom>
          <a:solidFill>
            <a:srgbClr val="2D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-hero" descr="_photo_photo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152900"/>
            <a:ext cx="17116425" cy="10496550"/>
          </a:xfrm>
          <a:prstGeom prst="rect">
            <a:avLst/>
          </a:prstGeom>
          <a:effectLst/>
        </p:spPr>
      </p:pic>
      <p:sp>
        <p:nvSpPr>
          <p:cNvPr id="7" name="capsule"/>
          <p:cNvSpPr/>
          <p:nvPr/>
        </p:nvSpPr>
        <p:spPr>
          <a:xfrm>
            <a:off x="18449925" y="9477375"/>
            <a:ext cx="7400925" cy="1076325"/>
          </a:xfrm>
          <a:prstGeom prst="roundRect">
            <a:avLst>
              <a:gd name="adj" fmla="val 49557"/>
            </a:avLst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1752600" y="1695450"/>
            <a:ext cx="47625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项目状态报告</a:t>
            </a:r>
          </a:p>
        </p:txBody>
      </p:sp>
      <p:sp>
        <p:nvSpPr>
          <p:cNvPr id="9" name="nav-home"/>
          <p:cNvSpPr txBox="1"/>
          <p:nvPr/>
        </p:nvSpPr>
        <p:spPr>
          <a:xfrm>
            <a:off x="15716250" y="1809750"/>
            <a:ext cx="1047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10" name="nav-about"/>
          <p:cNvSpPr txBox="1"/>
          <p:nvPr/>
        </p:nvSpPr>
        <p:spPr>
          <a:xfrm>
            <a:off x="18068925" y="1809750"/>
            <a:ext cx="1047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关于</a:t>
            </a:r>
          </a:p>
        </p:txBody>
      </p:sp>
      <p:sp>
        <p:nvSpPr>
          <p:cNvPr id="11" name="nav-service"/>
          <p:cNvSpPr txBox="1"/>
          <p:nvPr/>
        </p:nvSpPr>
        <p:spPr>
          <a:xfrm>
            <a:off x="20421600" y="1809750"/>
            <a:ext cx="1047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2" name="nav-link"/>
          <p:cNvSpPr txBox="1"/>
          <p:nvPr/>
        </p:nvSpPr>
        <p:spPr>
          <a:xfrm>
            <a:off x="22783800" y="1809750"/>
            <a:ext cx="1047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链接</a:t>
            </a:r>
          </a:p>
        </p:txBody>
      </p:sp>
      <p:grpSp>
        <p:nvGrpSpPr>
          <p:cNvPr id="31" name="icon-search"/>
          <p:cNvGrpSpPr/>
          <p:nvPr/>
        </p:nvGrpSpPr>
        <p:grpSpPr>
          <a:xfrm>
            <a:off x="24586501" y="1888426"/>
            <a:ext cx="496634" cy="496634"/>
            <a:chOff x="24586501" y="1888426"/>
            <a:chExt cx="496634" cy="496634"/>
          </a:xfrm>
        </p:grpSpPr>
        <p:sp>
          <p:nvSpPr>
            <p:cNvPr id="13" name="Oval 12"/>
            <p:cNvSpPr/>
            <p:nvPr/>
          </p:nvSpPr>
          <p:spPr>
            <a:xfrm>
              <a:off x="24586501" y="1888426"/>
              <a:ext cx="389763" cy="389763"/>
            </a:xfrm>
            <a:prstGeom prst="ellipse">
              <a:avLst/>
            </a:prstGeom>
            <a:noFill/>
            <a:ln w="15240">
              <a:solidFill>
                <a:srgbClr val="1736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7113" y="2209038"/>
              <a:ext cx="176022" cy="176022"/>
            </a:xfrm>
            <a:prstGeom prst="line">
              <a:avLst/>
            </a:prstGeom>
            <a:ln w="65379">
              <a:solidFill>
                <a:srgbClr val="17367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hamb-line-1"/>
          <p:cNvSpPr/>
          <p:nvPr/>
        </p:nvSpPr>
        <p:spPr>
          <a:xfrm>
            <a:off x="28413075" y="1752600"/>
            <a:ext cx="495300" cy="66675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amb-line-2"/>
          <p:cNvSpPr/>
          <p:nvPr/>
        </p:nvSpPr>
        <p:spPr>
          <a:xfrm>
            <a:off x="28413075" y="1905000"/>
            <a:ext cx="495300" cy="66675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amb-line-3"/>
          <p:cNvSpPr/>
          <p:nvPr/>
        </p:nvSpPr>
        <p:spPr>
          <a:xfrm>
            <a:off x="28413075" y="2085975"/>
            <a:ext cx="495300" cy="66675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hanks"/>
          <p:cNvSpPr txBox="1"/>
          <p:nvPr/>
        </p:nvSpPr>
        <p:spPr>
          <a:xfrm>
            <a:off x="17002506" y="4724400"/>
            <a:ext cx="10381488" cy="270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sp>
        <p:nvSpPr>
          <p:cNvPr id="19" name="capsule-text"/>
          <p:cNvSpPr txBox="1"/>
          <p:nvPr/>
        </p:nvSpPr>
        <p:spPr>
          <a:xfrm>
            <a:off x="18621375" y="9667875"/>
            <a:ext cx="7096125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汇报人：XXX 时间：202X.XX</a:t>
            </a:r>
          </a:p>
        </p:txBody>
      </p:sp>
      <p:sp>
        <p:nvSpPr>
          <p:cNvPr id="20" name="footer-ribbon"/>
          <p:cNvSpPr/>
          <p:nvPr/>
        </p:nvSpPr>
        <p:spPr>
          <a:xfrm>
            <a:off x="895350" y="14649450"/>
            <a:ext cx="10296525" cy="1619250"/>
          </a:xfrm>
          <a:custGeom>
            <a:avLst/>
            <a:gdLst/>
            <a:ahLst/>
            <a:cxnLst/>
            <a:rect l="l" t="t" r="r" b="b"/>
            <a:pathLst>
              <a:path w="10296525" h="1619250">
                <a:moveTo>
                  <a:pt x="0" y="0"/>
                </a:moveTo>
                <a:lnTo>
                  <a:pt x="8677275" y="0"/>
                </a:lnTo>
                <a:lnTo>
                  <a:pt x="10296525" y="1619250"/>
                </a:lnTo>
                <a:lnTo>
                  <a:pt x="0" y="1619250"/>
                </a:lnTo>
                <a:close/>
              </a:path>
            </a:pathLst>
          </a:cu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ot-arrow-1"/>
          <p:cNvSpPr/>
          <p:nvPr/>
        </p:nvSpPr>
        <p:spPr>
          <a:xfrm>
            <a:off x="1314450" y="1524952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228600" y="0"/>
                </a:moveTo>
                <a:lnTo>
                  <a:pt x="0" y="228600"/>
                </a:lnTo>
                <a:lnTo>
                  <a:pt x="228600" y="45720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ot-arrow-2"/>
          <p:cNvSpPr/>
          <p:nvPr/>
        </p:nvSpPr>
        <p:spPr>
          <a:xfrm>
            <a:off x="2943225" y="1524952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0" y="0"/>
                </a:moveTo>
                <a:lnTo>
                  <a:pt x="228600" y="228600"/>
                </a:lnTo>
                <a:lnTo>
                  <a:pt x="0" y="457200"/>
                </a:lnTo>
              </a:path>
            </a:pathLst>
          </a:cu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-page-cur"/>
          <p:cNvSpPr txBox="1"/>
          <p:nvPr/>
        </p:nvSpPr>
        <p:spPr>
          <a:xfrm>
            <a:off x="3876675" y="15182850"/>
            <a:ext cx="6286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foot-progress"/>
          <p:cNvSpPr/>
          <p:nvPr/>
        </p:nvSpPr>
        <p:spPr>
          <a:xfrm>
            <a:off x="4581525" y="15440025"/>
            <a:ext cx="3314700" cy="47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oot-page-total"/>
          <p:cNvSpPr txBox="1"/>
          <p:nvPr/>
        </p:nvSpPr>
        <p:spPr>
          <a:xfrm>
            <a:off x="8124825" y="15182850"/>
            <a:ext cx="6286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foot-label-eff"/>
          <p:cNvSpPr txBox="1"/>
          <p:nvPr/>
        </p:nvSpPr>
        <p:spPr>
          <a:xfrm>
            <a:off x="16125825" y="15278100"/>
            <a:ext cx="1515618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25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执行效率</a:t>
            </a:r>
          </a:p>
        </p:txBody>
      </p:sp>
      <p:sp>
        <p:nvSpPr>
          <p:cNvPr id="27" name="foot-label-change"/>
          <p:cNvSpPr txBox="1"/>
          <p:nvPr/>
        </p:nvSpPr>
        <p:spPr>
          <a:xfrm>
            <a:off x="19192875" y="15278100"/>
            <a:ext cx="1515618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25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需求变更</a:t>
            </a:r>
          </a:p>
        </p:txBody>
      </p:sp>
      <p:sp>
        <p:nvSpPr>
          <p:cNvPr id="28" name="foot-label-deliver"/>
          <p:cNvSpPr txBox="1"/>
          <p:nvPr/>
        </p:nvSpPr>
        <p:spPr>
          <a:xfrm>
            <a:off x="22250400" y="15278100"/>
            <a:ext cx="1515618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25" b="0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cxnSp>
        <p:nvCxnSpPr>
          <p:cNvPr id="29" name="foot-rule"/>
          <p:cNvCxnSpPr/>
          <p:nvPr/>
        </p:nvCxnSpPr>
        <p:spPr>
          <a:xfrm>
            <a:off x="24107775" y="15468600"/>
            <a:ext cx="5457825" cy="0"/>
          </a:xfrm>
          <a:prstGeom prst="line">
            <a:avLst/>
          </a:prstGeom>
          <a:ln w="47625">
            <a:solidFill>
              <a:srgbClr val="1736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