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ge-panel"/>
          <p:cNvSpPr/>
          <p:nvPr/>
        </p:nvSpPr>
        <p:spPr>
          <a:xfrm>
            <a:off x="123825" y="123825"/>
            <a:ext cx="30460950" cy="17125950"/>
          </a:xfrm>
          <a:prstGeom prst="rect">
            <a:avLst/>
          </a:prstGeom>
          <a:solidFill>
            <a:srgbClr val="F9F9F9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-1"/>
          <p:cNvSpPr txBox="1"/>
          <p:nvPr/>
        </p:nvSpPr>
        <p:spPr>
          <a:xfrm>
            <a:off x="12039600" y="1809750"/>
            <a:ext cx="3048000" cy="1200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50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流程图</a:t>
            </a:r>
          </a:p>
        </p:txBody>
      </p:sp>
      <p:sp>
        <p:nvSpPr>
          <p:cNvPr id="6" name="title-2"/>
          <p:cNvSpPr txBox="1"/>
          <p:nvPr/>
        </p:nvSpPr>
        <p:spPr>
          <a:xfrm>
            <a:off x="14917704" y="1828800"/>
            <a:ext cx="1939991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50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PPT</a:t>
            </a:r>
          </a:p>
        </p:txBody>
      </p:sp>
      <p:sp>
        <p:nvSpPr>
          <p:cNvPr id="7" name="title-3"/>
          <p:cNvSpPr txBox="1"/>
          <p:nvPr/>
        </p:nvSpPr>
        <p:spPr>
          <a:xfrm>
            <a:off x="16716375" y="1809750"/>
            <a:ext cx="2020824" cy="1200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50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8" name="title-bar-1"/>
          <p:cNvSpPr/>
          <p:nvPr/>
        </p:nvSpPr>
        <p:spPr>
          <a:xfrm>
            <a:off x="13849350" y="3105150"/>
            <a:ext cx="757238" cy="161925"/>
          </a:xfrm>
          <a:prstGeom prst="rect">
            <a:avLst/>
          </a:prstGeom>
          <a:solidFill>
            <a:srgbClr val="A8E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-bar-2"/>
          <p:cNvSpPr/>
          <p:nvPr/>
        </p:nvSpPr>
        <p:spPr>
          <a:xfrm>
            <a:off x="14606588" y="3105150"/>
            <a:ext cx="757238" cy="161925"/>
          </a:xfrm>
          <a:prstGeom prst="rect">
            <a:avLst/>
          </a:prstGeom>
          <a:solidFill>
            <a:srgbClr val="F0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tle-bar-3"/>
          <p:cNvSpPr/>
          <p:nvPr/>
        </p:nvSpPr>
        <p:spPr>
          <a:xfrm>
            <a:off x="15363825" y="3105150"/>
            <a:ext cx="757238" cy="161925"/>
          </a:xfrm>
          <a:prstGeom prst="rect">
            <a:avLst/>
          </a:prstGeom>
          <a:solidFill>
            <a:srgbClr val="EB6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-bar-4"/>
          <p:cNvSpPr/>
          <p:nvPr/>
        </p:nvSpPr>
        <p:spPr>
          <a:xfrm>
            <a:off x="16121062" y="3105150"/>
            <a:ext cx="757238" cy="161925"/>
          </a:xfrm>
          <a:prstGeom prst="rect">
            <a:avLst/>
          </a:prstGeom>
          <a:solidFill>
            <a:srgbClr val="58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9" name="column-01"/>
          <p:cNvGrpSpPr/>
          <p:nvPr/>
        </p:nvGrpSpPr>
        <p:grpSpPr>
          <a:xfrm>
            <a:off x="4867275" y="4500562"/>
            <a:ext cx="5305425" cy="11049001"/>
            <a:chOff x="4867275" y="4500562"/>
            <a:chExt cx="5305425" cy="11049001"/>
          </a:xfrm>
        </p:grpSpPr>
        <p:sp>
          <p:nvSpPr>
            <p:cNvPr id="12" name="card-01-outer"/>
            <p:cNvSpPr/>
            <p:nvPr/>
          </p:nvSpPr>
          <p:spPr>
            <a:xfrm>
              <a:off x="4867275" y="7181850"/>
              <a:ext cx="5067300" cy="5543550"/>
            </a:xfrm>
            <a:custGeom>
              <a:avLst/>
              <a:gdLst/>
              <a:ahLst/>
              <a:cxnLst/>
              <a:rect l="l" t="t" r="r" b="b"/>
              <a:pathLst>
                <a:path w="5067300" h="5543550">
                  <a:moveTo>
                    <a:pt x="561975" y="0"/>
                  </a:moveTo>
                  <a:lnTo>
                    <a:pt x="428625" y="57150"/>
                  </a:lnTo>
                  <a:lnTo>
                    <a:pt x="333375" y="114300"/>
                  </a:lnTo>
                  <a:lnTo>
                    <a:pt x="266700" y="171450"/>
                  </a:lnTo>
                  <a:lnTo>
                    <a:pt x="209550" y="228600"/>
                  </a:lnTo>
                  <a:lnTo>
                    <a:pt x="161925" y="285750"/>
                  </a:lnTo>
                  <a:lnTo>
                    <a:pt x="123825" y="342900"/>
                  </a:lnTo>
                  <a:lnTo>
                    <a:pt x="95250" y="400050"/>
                  </a:lnTo>
                  <a:lnTo>
                    <a:pt x="66675" y="457200"/>
                  </a:lnTo>
                  <a:lnTo>
                    <a:pt x="47625" y="514350"/>
                  </a:lnTo>
                  <a:lnTo>
                    <a:pt x="28575" y="571500"/>
                  </a:lnTo>
                  <a:lnTo>
                    <a:pt x="19050" y="628650"/>
                  </a:lnTo>
                  <a:lnTo>
                    <a:pt x="9525" y="685800"/>
                  </a:lnTo>
                  <a:lnTo>
                    <a:pt x="0" y="742950"/>
                  </a:lnTo>
                  <a:lnTo>
                    <a:pt x="0" y="800100"/>
                  </a:lnTo>
                  <a:lnTo>
                    <a:pt x="9525" y="857250"/>
                  </a:lnTo>
                  <a:lnTo>
                    <a:pt x="9525" y="914400"/>
                  </a:lnTo>
                  <a:lnTo>
                    <a:pt x="19050" y="971550"/>
                  </a:lnTo>
                  <a:lnTo>
                    <a:pt x="38100" y="1028700"/>
                  </a:lnTo>
                  <a:lnTo>
                    <a:pt x="57150" y="1085850"/>
                  </a:lnTo>
                  <a:lnTo>
                    <a:pt x="76200" y="1143000"/>
                  </a:lnTo>
                  <a:lnTo>
                    <a:pt x="104775" y="1200150"/>
                  </a:lnTo>
                  <a:lnTo>
                    <a:pt x="123825" y="1257300"/>
                  </a:lnTo>
                  <a:lnTo>
                    <a:pt x="152400" y="1314450"/>
                  </a:lnTo>
                  <a:lnTo>
                    <a:pt x="171450" y="1371600"/>
                  </a:lnTo>
                  <a:lnTo>
                    <a:pt x="190500" y="1428750"/>
                  </a:lnTo>
                  <a:lnTo>
                    <a:pt x="219075" y="1485900"/>
                  </a:lnTo>
                  <a:lnTo>
                    <a:pt x="238125" y="1543050"/>
                  </a:lnTo>
                  <a:lnTo>
                    <a:pt x="257175" y="1600200"/>
                  </a:lnTo>
                  <a:lnTo>
                    <a:pt x="285750" y="1657350"/>
                  </a:lnTo>
                  <a:lnTo>
                    <a:pt x="304800" y="1714500"/>
                  </a:lnTo>
                  <a:lnTo>
                    <a:pt x="323850" y="1771650"/>
                  </a:lnTo>
                  <a:lnTo>
                    <a:pt x="352425" y="1828800"/>
                  </a:lnTo>
                  <a:lnTo>
                    <a:pt x="371475" y="1885950"/>
                  </a:lnTo>
                  <a:lnTo>
                    <a:pt x="390525" y="1943100"/>
                  </a:lnTo>
                  <a:lnTo>
                    <a:pt x="419100" y="2000250"/>
                  </a:lnTo>
                  <a:lnTo>
                    <a:pt x="438150" y="2057400"/>
                  </a:lnTo>
                  <a:lnTo>
                    <a:pt x="466725" y="2114550"/>
                  </a:lnTo>
                  <a:lnTo>
                    <a:pt x="485775" y="2171700"/>
                  </a:lnTo>
                  <a:lnTo>
                    <a:pt x="504825" y="2228850"/>
                  </a:lnTo>
                  <a:lnTo>
                    <a:pt x="523875" y="2286000"/>
                  </a:lnTo>
                  <a:lnTo>
                    <a:pt x="552450" y="2343150"/>
                  </a:lnTo>
                  <a:lnTo>
                    <a:pt x="571500" y="2400300"/>
                  </a:lnTo>
                  <a:lnTo>
                    <a:pt x="590550" y="2457450"/>
                  </a:lnTo>
                  <a:lnTo>
                    <a:pt x="619125" y="2514600"/>
                  </a:lnTo>
                  <a:lnTo>
                    <a:pt x="628650" y="2571750"/>
                  </a:lnTo>
                  <a:lnTo>
                    <a:pt x="638175" y="2628900"/>
                  </a:lnTo>
                  <a:lnTo>
                    <a:pt x="647700" y="2686050"/>
                  </a:lnTo>
                  <a:lnTo>
                    <a:pt x="657225" y="2743200"/>
                  </a:lnTo>
                  <a:lnTo>
                    <a:pt x="647700" y="2800350"/>
                  </a:lnTo>
                  <a:lnTo>
                    <a:pt x="647700" y="2857500"/>
                  </a:lnTo>
                  <a:lnTo>
                    <a:pt x="638175" y="2914650"/>
                  </a:lnTo>
                  <a:lnTo>
                    <a:pt x="628650" y="2971800"/>
                  </a:lnTo>
                  <a:lnTo>
                    <a:pt x="609600" y="3028950"/>
                  </a:lnTo>
                  <a:lnTo>
                    <a:pt x="590550" y="3086100"/>
                  </a:lnTo>
                  <a:lnTo>
                    <a:pt x="571500" y="3143250"/>
                  </a:lnTo>
                  <a:lnTo>
                    <a:pt x="542925" y="3200400"/>
                  </a:lnTo>
                  <a:lnTo>
                    <a:pt x="523875" y="3257550"/>
                  </a:lnTo>
                  <a:lnTo>
                    <a:pt x="504825" y="3314700"/>
                  </a:lnTo>
                  <a:lnTo>
                    <a:pt x="476250" y="3371850"/>
                  </a:lnTo>
                  <a:lnTo>
                    <a:pt x="457200" y="3429000"/>
                  </a:lnTo>
                  <a:lnTo>
                    <a:pt x="428625" y="3486150"/>
                  </a:lnTo>
                  <a:lnTo>
                    <a:pt x="409575" y="3543300"/>
                  </a:lnTo>
                  <a:lnTo>
                    <a:pt x="390525" y="3600450"/>
                  </a:lnTo>
                  <a:lnTo>
                    <a:pt x="361950" y="3657600"/>
                  </a:lnTo>
                  <a:lnTo>
                    <a:pt x="342900" y="3714750"/>
                  </a:lnTo>
                  <a:lnTo>
                    <a:pt x="323850" y="3771900"/>
                  </a:lnTo>
                  <a:lnTo>
                    <a:pt x="295275" y="3829050"/>
                  </a:lnTo>
                  <a:lnTo>
                    <a:pt x="276225" y="3886200"/>
                  </a:lnTo>
                  <a:lnTo>
                    <a:pt x="257175" y="3943350"/>
                  </a:lnTo>
                  <a:lnTo>
                    <a:pt x="238125" y="4000500"/>
                  </a:lnTo>
                  <a:lnTo>
                    <a:pt x="209550" y="4057650"/>
                  </a:lnTo>
                  <a:lnTo>
                    <a:pt x="190500" y="4114800"/>
                  </a:lnTo>
                  <a:lnTo>
                    <a:pt x="161925" y="4171950"/>
                  </a:lnTo>
                  <a:lnTo>
                    <a:pt x="142875" y="4229100"/>
                  </a:lnTo>
                  <a:lnTo>
                    <a:pt x="123825" y="4286250"/>
                  </a:lnTo>
                  <a:lnTo>
                    <a:pt x="104775" y="4343400"/>
                  </a:lnTo>
                  <a:lnTo>
                    <a:pt x="76200" y="4400550"/>
                  </a:lnTo>
                  <a:lnTo>
                    <a:pt x="57150" y="4457700"/>
                  </a:lnTo>
                  <a:lnTo>
                    <a:pt x="38100" y="4514850"/>
                  </a:lnTo>
                  <a:lnTo>
                    <a:pt x="28575" y="4572000"/>
                  </a:lnTo>
                  <a:lnTo>
                    <a:pt x="9525" y="4629150"/>
                  </a:lnTo>
                  <a:lnTo>
                    <a:pt x="9525" y="4686300"/>
                  </a:lnTo>
                  <a:lnTo>
                    <a:pt x="9525" y="4743450"/>
                  </a:lnTo>
                  <a:lnTo>
                    <a:pt x="9525" y="4800600"/>
                  </a:lnTo>
                  <a:lnTo>
                    <a:pt x="19050" y="4857750"/>
                  </a:lnTo>
                  <a:lnTo>
                    <a:pt x="28575" y="4914900"/>
                  </a:lnTo>
                  <a:lnTo>
                    <a:pt x="47625" y="4972050"/>
                  </a:lnTo>
                  <a:lnTo>
                    <a:pt x="57150" y="5029200"/>
                  </a:lnTo>
                  <a:lnTo>
                    <a:pt x="85725" y="5086350"/>
                  </a:lnTo>
                  <a:lnTo>
                    <a:pt x="114300" y="5143500"/>
                  </a:lnTo>
                  <a:lnTo>
                    <a:pt x="142875" y="5200650"/>
                  </a:lnTo>
                  <a:lnTo>
                    <a:pt x="190500" y="5257800"/>
                  </a:lnTo>
                  <a:lnTo>
                    <a:pt x="238125" y="5314950"/>
                  </a:lnTo>
                  <a:lnTo>
                    <a:pt x="304800" y="5372100"/>
                  </a:lnTo>
                  <a:lnTo>
                    <a:pt x="381000" y="5429250"/>
                  </a:lnTo>
                  <a:lnTo>
                    <a:pt x="485775" y="5486400"/>
                  </a:lnTo>
                  <a:lnTo>
                    <a:pt x="666750" y="5543550"/>
                  </a:lnTo>
                  <a:lnTo>
                    <a:pt x="3743325" y="5543550"/>
                  </a:lnTo>
                  <a:lnTo>
                    <a:pt x="3876675" y="5486400"/>
                  </a:lnTo>
                  <a:lnTo>
                    <a:pt x="3981450" y="5429250"/>
                  </a:lnTo>
                  <a:lnTo>
                    <a:pt x="4048125" y="5372100"/>
                  </a:lnTo>
                  <a:lnTo>
                    <a:pt x="4114800" y="5314950"/>
                  </a:lnTo>
                  <a:lnTo>
                    <a:pt x="4162425" y="5257800"/>
                  </a:lnTo>
                  <a:lnTo>
                    <a:pt x="4200525" y="5200650"/>
                  </a:lnTo>
                  <a:lnTo>
                    <a:pt x="4238625" y="5143500"/>
                  </a:lnTo>
                  <a:lnTo>
                    <a:pt x="4267200" y="5086350"/>
                  </a:lnTo>
                  <a:lnTo>
                    <a:pt x="4286250" y="5029200"/>
                  </a:lnTo>
                  <a:lnTo>
                    <a:pt x="4305300" y="4972050"/>
                  </a:lnTo>
                  <a:lnTo>
                    <a:pt x="4333875" y="4914900"/>
                  </a:lnTo>
                  <a:lnTo>
                    <a:pt x="4352925" y="4857750"/>
                  </a:lnTo>
                  <a:lnTo>
                    <a:pt x="4371975" y="4800600"/>
                  </a:lnTo>
                  <a:lnTo>
                    <a:pt x="4400550" y="4743450"/>
                  </a:lnTo>
                  <a:lnTo>
                    <a:pt x="4419600" y="4686300"/>
                  </a:lnTo>
                  <a:lnTo>
                    <a:pt x="4438650" y="4629150"/>
                  </a:lnTo>
                  <a:lnTo>
                    <a:pt x="4467225" y="4572000"/>
                  </a:lnTo>
                  <a:lnTo>
                    <a:pt x="4486275" y="4514850"/>
                  </a:lnTo>
                  <a:lnTo>
                    <a:pt x="4514850" y="4457700"/>
                  </a:lnTo>
                  <a:lnTo>
                    <a:pt x="4533900" y="4400550"/>
                  </a:lnTo>
                  <a:lnTo>
                    <a:pt x="4552950" y="4343400"/>
                  </a:lnTo>
                  <a:lnTo>
                    <a:pt x="4581525" y="4286250"/>
                  </a:lnTo>
                  <a:lnTo>
                    <a:pt x="4600575" y="4229100"/>
                  </a:lnTo>
                  <a:lnTo>
                    <a:pt x="4619625" y="4171950"/>
                  </a:lnTo>
                  <a:lnTo>
                    <a:pt x="4648200" y="4114800"/>
                  </a:lnTo>
                  <a:lnTo>
                    <a:pt x="4667250" y="4057650"/>
                  </a:lnTo>
                  <a:lnTo>
                    <a:pt x="4686300" y="4000500"/>
                  </a:lnTo>
                  <a:lnTo>
                    <a:pt x="4714875" y="3943350"/>
                  </a:lnTo>
                  <a:lnTo>
                    <a:pt x="4733925" y="3886200"/>
                  </a:lnTo>
                  <a:lnTo>
                    <a:pt x="4752975" y="3829050"/>
                  </a:lnTo>
                  <a:lnTo>
                    <a:pt x="4781550" y="3771900"/>
                  </a:lnTo>
                  <a:lnTo>
                    <a:pt x="4800600" y="3714750"/>
                  </a:lnTo>
                  <a:lnTo>
                    <a:pt x="4819650" y="3657600"/>
                  </a:lnTo>
                  <a:lnTo>
                    <a:pt x="4848225" y="3600450"/>
                  </a:lnTo>
                  <a:lnTo>
                    <a:pt x="4867275" y="3543300"/>
                  </a:lnTo>
                  <a:lnTo>
                    <a:pt x="4886325" y="3486150"/>
                  </a:lnTo>
                  <a:lnTo>
                    <a:pt x="4914900" y="3429000"/>
                  </a:lnTo>
                  <a:lnTo>
                    <a:pt x="4933950" y="3371850"/>
                  </a:lnTo>
                  <a:lnTo>
                    <a:pt x="4953000" y="3314700"/>
                  </a:lnTo>
                  <a:lnTo>
                    <a:pt x="4981575" y="3257550"/>
                  </a:lnTo>
                  <a:lnTo>
                    <a:pt x="5000625" y="3200400"/>
                  </a:lnTo>
                  <a:lnTo>
                    <a:pt x="5029200" y="3143250"/>
                  </a:lnTo>
                  <a:lnTo>
                    <a:pt x="5048250" y="3086100"/>
                  </a:lnTo>
                  <a:lnTo>
                    <a:pt x="5067300" y="3028950"/>
                  </a:lnTo>
                  <a:lnTo>
                    <a:pt x="1162050" y="2971800"/>
                  </a:lnTo>
                  <a:lnTo>
                    <a:pt x="1162050" y="2914650"/>
                  </a:lnTo>
                  <a:lnTo>
                    <a:pt x="1171575" y="2857500"/>
                  </a:lnTo>
                  <a:lnTo>
                    <a:pt x="1171575" y="2800350"/>
                  </a:lnTo>
                  <a:lnTo>
                    <a:pt x="1171575" y="2743200"/>
                  </a:lnTo>
                  <a:lnTo>
                    <a:pt x="1171575" y="2686050"/>
                  </a:lnTo>
                  <a:lnTo>
                    <a:pt x="1171575" y="2628900"/>
                  </a:lnTo>
                  <a:lnTo>
                    <a:pt x="1162050" y="2571750"/>
                  </a:lnTo>
                  <a:lnTo>
                    <a:pt x="1152525" y="2514600"/>
                  </a:lnTo>
                  <a:lnTo>
                    <a:pt x="1143000" y="2457450"/>
                  </a:lnTo>
                  <a:lnTo>
                    <a:pt x="5029200" y="2400300"/>
                  </a:lnTo>
                  <a:lnTo>
                    <a:pt x="5010150" y="2343150"/>
                  </a:lnTo>
                  <a:lnTo>
                    <a:pt x="4981575" y="2286000"/>
                  </a:lnTo>
                  <a:lnTo>
                    <a:pt x="4962525" y="2228850"/>
                  </a:lnTo>
                  <a:lnTo>
                    <a:pt x="4943475" y="2171700"/>
                  </a:lnTo>
                  <a:lnTo>
                    <a:pt x="4914900" y="2114550"/>
                  </a:lnTo>
                  <a:lnTo>
                    <a:pt x="4895850" y="2057400"/>
                  </a:lnTo>
                  <a:lnTo>
                    <a:pt x="4876800" y="2000250"/>
                  </a:lnTo>
                  <a:lnTo>
                    <a:pt x="4848225" y="1943100"/>
                  </a:lnTo>
                  <a:lnTo>
                    <a:pt x="4829175" y="1885950"/>
                  </a:lnTo>
                  <a:lnTo>
                    <a:pt x="4810125" y="1828800"/>
                  </a:lnTo>
                  <a:lnTo>
                    <a:pt x="4781550" y="1771650"/>
                  </a:lnTo>
                  <a:lnTo>
                    <a:pt x="4762500" y="1714500"/>
                  </a:lnTo>
                  <a:lnTo>
                    <a:pt x="4743450" y="1657350"/>
                  </a:lnTo>
                  <a:lnTo>
                    <a:pt x="4714875" y="1600200"/>
                  </a:lnTo>
                  <a:lnTo>
                    <a:pt x="4695825" y="1543050"/>
                  </a:lnTo>
                  <a:lnTo>
                    <a:pt x="4667250" y="1485900"/>
                  </a:lnTo>
                  <a:lnTo>
                    <a:pt x="4648200" y="1428750"/>
                  </a:lnTo>
                  <a:lnTo>
                    <a:pt x="4629150" y="1371600"/>
                  </a:lnTo>
                  <a:lnTo>
                    <a:pt x="4600575" y="1314450"/>
                  </a:lnTo>
                  <a:lnTo>
                    <a:pt x="4581525" y="1257300"/>
                  </a:lnTo>
                  <a:lnTo>
                    <a:pt x="4562475" y="1200150"/>
                  </a:lnTo>
                  <a:lnTo>
                    <a:pt x="4533900" y="1143000"/>
                  </a:lnTo>
                  <a:lnTo>
                    <a:pt x="4514850" y="1085850"/>
                  </a:lnTo>
                  <a:lnTo>
                    <a:pt x="4495800" y="1028700"/>
                  </a:lnTo>
                  <a:lnTo>
                    <a:pt x="4467225" y="971550"/>
                  </a:lnTo>
                  <a:lnTo>
                    <a:pt x="4448175" y="914400"/>
                  </a:lnTo>
                  <a:lnTo>
                    <a:pt x="4429125" y="857250"/>
                  </a:lnTo>
                  <a:lnTo>
                    <a:pt x="4400550" y="800100"/>
                  </a:lnTo>
                  <a:lnTo>
                    <a:pt x="4381500" y="742950"/>
                  </a:lnTo>
                  <a:lnTo>
                    <a:pt x="4362450" y="685800"/>
                  </a:lnTo>
                  <a:lnTo>
                    <a:pt x="4333875" y="628650"/>
                  </a:lnTo>
                  <a:lnTo>
                    <a:pt x="4314825" y="571500"/>
                  </a:lnTo>
                  <a:lnTo>
                    <a:pt x="4295775" y="514350"/>
                  </a:lnTo>
                  <a:lnTo>
                    <a:pt x="4267200" y="457200"/>
                  </a:lnTo>
                  <a:lnTo>
                    <a:pt x="4238625" y="400050"/>
                  </a:lnTo>
                  <a:lnTo>
                    <a:pt x="4210050" y="342900"/>
                  </a:lnTo>
                  <a:lnTo>
                    <a:pt x="4171950" y="285750"/>
                  </a:lnTo>
                  <a:lnTo>
                    <a:pt x="4124325" y="228600"/>
                  </a:lnTo>
                  <a:lnTo>
                    <a:pt x="4067175" y="171450"/>
                  </a:lnTo>
                  <a:lnTo>
                    <a:pt x="4000500" y="114300"/>
                  </a:lnTo>
                  <a:lnTo>
                    <a:pt x="3905250" y="57150"/>
                  </a:lnTo>
                  <a:lnTo>
                    <a:pt x="3781425" y="0"/>
                  </a:lnTo>
                  <a:close/>
                </a:path>
              </a:pathLst>
            </a:custGeom>
            <a:solidFill>
              <a:srgbClr val="A8E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-01-inner"/>
            <p:cNvSpPr/>
            <p:nvPr/>
          </p:nvSpPr>
          <p:spPr>
            <a:xfrm>
              <a:off x="5362575" y="7581900"/>
              <a:ext cx="4076700" cy="4629150"/>
            </a:xfrm>
            <a:custGeom>
              <a:avLst/>
              <a:gdLst/>
              <a:ahLst/>
              <a:cxnLst/>
              <a:rect l="l" t="t" r="r" b="b"/>
              <a:pathLst>
                <a:path w="4076700" h="4629150">
                  <a:moveTo>
                    <a:pt x="95250" y="0"/>
                  </a:moveTo>
                  <a:lnTo>
                    <a:pt x="66675" y="57150"/>
                  </a:lnTo>
                  <a:lnTo>
                    <a:pt x="47625" y="114300"/>
                  </a:lnTo>
                  <a:lnTo>
                    <a:pt x="28575" y="171450"/>
                  </a:lnTo>
                  <a:lnTo>
                    <a:pt x="19050" y="228600"/>
                  </a:lnTo>
                  <a:lnTo>
                    <a:pt x="9525" y="285750"/>
                  </a:lnTo>
                  <a:lnTo>
                    <a:pt x="0" y="342900"/>
                  </a:lnTo>
                  <a:lnTo>
                    <a:pt x="0" y="400050"/>
                  </a:lnTo>
                  <a:lnTo>
                    <a:pt x="9525" y="457200"/>
                  </a:lnTo>
                  <a:lnTo>
                    <a:pt x="9525" y="514350"/>
                  </a:lnTo>
                  <a:lnTo>
                    <a:pt x="19050" y="571500"/>
                  </a:lnTo>
                  <a:lnTo>
                    <a:pt x="38100" y="628650"/>
                  </a:lnTo>
                  <a:lnTo>
                    <a:pt x="57150" y="685800"/>
                  </a:lnTo>
                  <a:lnTo>
                    <a:pt x="76200" y="742950"/>
                  </a:lnTo>
                  <a:lnTo>
                    <a:pt x="104775" y="800100"/>
                  </a:lnTo>
                  <a:lnTo>
                    <a:pt x="123825" y="857250"/>
                  </a:lnTo>
                  <a:lnTo>
                    <a:pt x="152400" y="914400"/>
                  </a:lnTo>
                  <a:lnTo>
                    <a:pt x="171450" y="971550"/>
                  </a:lnTo>
                  <a:lnTo>
                    <a:pt x="190500" y="1028700"/>
                  </a:lnTo>
                  <a:lnTo>
                    <a:pt x="219075" y="1085850"/>
                  </a:lnTo>
                  <a:lnTo>
                    <a:pt x="238125" y="1143000"/>
                  </a:lnTo>
                  <a:lnTo>
                    <a:pt x="257175" y="1200150"/>
                  </a:lnTo>
                  <a:lnTo>
                    <a:pt x="285750" y="1257300"/>
                  </a:lnTo>
                  <a:lnTo>
                    <a:pt x="304800" y="1314450"/>
                  </a:lnTo>
                  <a:lnTo>
                    <a:pt x="323850" y="1371600"/>
                  </a:lnTo>
                  <a:lnTo>
                    <a:pt x="352425" y="1428750"/>
                  </a:lnTo>
                  <a:lnTo>
                    <a:pt x="371475" y="1485900"/>
                  </a:lnTo>
                  <a:lnTo>
                    <a:pt x="390525" y="1543050"/>
                  </a:lnTo>
                  <a:lnTo>
                    <a:pt x="419100" y="1600200"/>
                  </a:lnTo>
                  <a:lnTo>
                    <a:pt x="438150" y="1657350"/>
                  </a:lnTo>
                  <a:lnTo>
                    <a:pt x="466725" y="1714500"/>
                  </a:lnTo>
                  <a:lnTo>
                    <a:pt x="485775" y="1771650"/>
                  </a:lnTo>
                  <a:lnTo>
                    <a:pt x="504825" y="1828800"/>
                  </a:lnTo>
                  <a:lnTo>
                    <a:pt x="523875" y="1885950"/>
                  </a:lnTo>
                  <a:lnTo>
                    <a:pt x="552450" y="1943100"/>
                  </a:lnTo>
                  <a:lnTo>
                    <a:pt x="571500" y="2000250"/>
                  </a:lnTo>
                  <a:lnTo>
                    <a:pt x="609600" y="2628900"/>
                  </a:lnTo>
                  <a:lnTo>
                    <a:pt x="590550" y="2686050"/>
                  </a:lnTo>
                  <a:lnTo>
                    <a:pt x="571500" y="2743200"/>
                  </a:lnTo>
                  <a:lnTo>
                    <a:pt x="542925" y="2800350"/>
                  </a:lnTo>
                  <a:lnTo>
                    <a:pt x="523875" y="2857500"/>
                  </a:lnTo>
                  <a:lnTo>
                    <a:pt x="504825" y="2914650"/>
                  </a:lnTo>
                  <a:lnTo>
                    <a:pt x="476250" y="2971800"/>
                  </a:lnTo>
                  <a:lnTo>
                    <a:pt x="457200" y="3028950"/>
                  </a:lnTo>
                  <a:lnTo>
                    <a:pt x="428625" y="3086100"/>
                  </a:lnTo>
                  <a:lnTo>
                    <a:pt x="409575" y="3143250"/>
                  </a:lnTo>
                  <a:lnTo>
                    <a:pt x="390525" y="3200400"/>
                  </a:lnTo>
                  <a:lnTo>
                    <a:pt x="361950" y="3257550"/>
                  </a:lnTo>
                  <a:lnTo>
                    <a:pt x="342900" y="3314700"/>
                  </a:lnTo>
                  <a:lnTo>
                    <a:pt x="323850" y="3371850"/>
                  </a:lnTo>
                  <a:lnTo>
                    <a:pt x="295275" y="3429000"/>
                  </a:lnTo>
                  <a:lnTo>
                    <a:pt x="276225" y="3486150"/>
                  </a:lnTo>
                  <a:lnTo>
                    <a:pt x="257175" y="3543300"/>
                  </a:lnTo>
                  <a:lnTo>
                    <a:pt x="238125" y="3600450"/>
                  </a:lnTo>
                  <a:lnTo>
                    <a:pt x="209550" y="3657600"/>
                  </a:lnTo>
                  <a:lnTo>
                    <a:pt x="190500" y="3714750"/>
                  </a:lnTo>
                  <a:lnTo>
                    <a:pt x="161925" y="3771900"/>
                  </a:lnTo>
                  <a:lnTo>
                    <a:pt x="142875" y="3829050"/>
                  </a:lnTo>
                  <a:lnTo>
                    <a:pt x="123825" y="3886200"/>
                  </a:lnTo>
                  <a:lnTo>
                    <a:pt x="104775" y="3943350"/>
                  </a:lnTo>
                  <a:lnTo>
                    <a:pt x="76200" y="4000500"/>
                  </a:lnTo>
                  <a:lnTo>
                    <a:pt x="57150" y="4057650"/>
                  </a:lnTo>
                  <a:lnTo>
                    <a:pt x="38100" y="4114800"/>
                  </a:lnTo>
                  <a:lnTo>
                    <a:pt x="28575" y="4171950"/>
                  </a:lnTo>
                  <a:lnTo>
                    <a:pt x="9525" y="4229100"/>
                  </a:lnTo>
                  <a:lnTo>
                    <a:pt x="9525" y="4286250"/>
                  </a:lnTo>
                  <a:lnTo>
                    <a:pt x="9525" y="4343400"/>
                  </a:lnTo>
                  <a:lnTo>
                    <a:pt x="9525" y="4400550"/>
                  </a:lnTo>
                  <a:lnTo>
                    <a:pt x="19050" y="4457700"/>
                  </a:lnTo>
                  <a:lnTo>
                    <a:pt x="28575" y="4514850"/>
                  </a:lnTo>
                  <a:lnTo>
                    <a:pt x="47625" y="4572000"/>
                  </a:lnTo>
                  <a:lnTo>
                    <a:pt x="57150" y="4629150"/>
                  </a:lnTo>
                  <a:lnTo>
                    <a:pt x="3295650" y="4629150"/>
                  </a:lnTo>
                  <a:lnTo>
                    <a:pt x="3314700" y="4572000"/>
                  </a:lnTo>
                  <a:lnTo>
                    <a:pt x="3343275" y="4514850"/>
                  </a:lnTo>
                  <a:lnTo>
                    <a:pt x="3362325" y="4457700"/>
                  </a:lnTo>
                  <a:lnTo>
                    <a:pt x="3381375" y="4400550"/>
                  </a:lnTo>
                  <a:lnTo>
                    <a:pt x="3409950" y="4343400"/>
                  </a:lnTo>
                  <a:lnTo>
                    <a:pt x="3429000" y="4286250"/>
                  </a:lnTo>
                  <a:lnTo>
                    <a:pt x="3448050" y="4229100"/>
                  </a:lnTo>
                  <a:lnTo>
                    <a:pt x="3476625" y="4171950"/>
                  </a:lnTo>
                  <a:lnTo>
                    <a:pt x="3495675" y="4114800"/>
                  </a:lnTo>
                  <a:lnTo>
                    <a:pt x="3524250" y="4057650"/>
                  </a:lnTo>
                  <a:lnTo>
                    <a:pt x="3543300" y="4000500"/>
                  </a:lnTo>
                  <a:lnTo>
                    <a:pt x="3562350" y="3943350"/>
                  </a:lnTo>
                  <a:lnTo>
                    <a:pt x="3590925" y="3886200"/>
                  </a:lnTo>
                  <a:lnTo>
                    <a:pt x="3609975" y="3829050"/>
                  </a:lnTo>
                  <a:lnTo>
                    <a:pt x="3629025" y="3771900"/>
                  </a:lnTo>
                  <a:lnTo>
                    <a:pt x="3657600" y="3714750"/>
                  </a:lnTo>
                  <a:lnTo>
                    <a:pt x="3676650" y="3657600"/>
                  </a:lnTo>
                  <a:lnTo>
                    <a:pt x="3695700" y="3600450"/>
                  </a:lnTo>
                  <a:lnTo>
                    <a:pt x="3724275" y="3543300"/>
                  </a:lnTo>
                  <a:lnTo>
                    <a:pt x="3743325" y="3486150"/>
                  </a:lnTo>
                  <a:lnTo>
                    <a:pt x="3762375" y="3429000"/>
                  </a:lnTo>
                  <a:lnTo>
                    <a:pt x="3790950" y="3371850"/>
                  </a:lnTo>
                  <a:lnTo>
                    <a:pt x="3810000" y="3314700"/>
                  </a:lnTo>
                  <a:lnTo>
                    <a:pt x="3829050" y="3257550"/>
                  </a:lnTo>
                  <a:lnTo>
                    <a:pt x="3857625" y="3200400"/>
                  </a:lnTo>
                  <a:lnTo>
                    <a:pt x="3876675" y="3143250"/>
                  </a:lnTo>
                  <a:lnTo>
                    <a:pt x="3895725" y="3086100"/>
                  </a:lnTo>
                  <a:lnTo>
                    <a:pt x="3924300" y="3028950"/>
                  </a:lnTo>
                  <a:lnTo>
                    <a:pt x="3943350" y="2971800"/>
                  </a:lnTo>
                  <a:lnTo>
                    <a:pt x="3962400" y="2914650"/>
                  </a:lnTo>
                  <a:lnTo>
                    <a:pt x="3990975" y="2857500"/>
                  </a:lnTo>
                  <a:lnTo>
                    <a:pt x="4010025" y="2800350"/>
                  </a:lnTo>
                  <a:lnTo>
                    <a:pt x="4038600" y="2743200"/>
                  </a:lnTo>
                  <a:lnTo>
                    <a:pt x="4057650" y="2686050"/>
                  </a:lnTo>
                  <a:lnTo>
                    <a:pt x="4076700" y="2628900"/>
                  </a:lnTo>
                  <a:lnTo>
                    <a:pt x="4038600" y="2000250"/>
                  </a:lnTo>
                  <a:lnTo>
                    <a:pt x="4019550" y="1943100"/>
                  </a:lnTo>
                  <a:lnTo>
                    <a:pt x="3990975" y="1885950"/>
                  </a:lnTo>
                  <a:lnTo>
                    <a:pt x="3971925" y="1828800"/>
                  </a:lnTo>
                  <a:lnTo>
                    <a:pt x="3952875" y="1771650"/>
                  </a:lnTo>
                  <a:lnTo>
                    <a:pt x="3924300" y="1714500"/>
                  </a:lnTo>
                  <a:lnTo>
                    <a:pt x="3905250" y="1657350"/>
                  </a:lnTo>
                  <a:lnTo>
                    <a:pt x="3886200" y="1600200"/>
                  </a:lnTo>
                  <a:lnTo>
                    <a:pt x="3857625" y="1543050"/>
                  </a:lnTo>
                  <a:lnTo>
                    <a:pt x="3838575" y="1485900"/>
                  </a:lnTo>
                  <a:lnTo>
                    <a:pt x="3819525" y="1428750"/>
                  </a:lnTo>
                  <a:lnTo>
                    <a:pt x="3790950" y="1371600"/>
                  </a:lnTo>
                  <a:lnTo>
                    <a:pt x="3771900" y="1314450"/>
                  </a:lnTo>
                  <a:lnTo>
                    <a:pt x="3752850" y="1257300"/>
                  </a:lnTo>
                  <a:lnTo>
                    <a:pt x="3724275" y="1200150"/>
                  </a:lnTo>
                  <a:lnTo>
                    <a:pt x="3705225" y="1143000"/>
                  </a:lnTo>
                  <a:lnTo>
                    <a:pt x="3676650" y="1085850"/>
                  </a:lnTo>
                  <a:lnTo>
                    <a:pt x="3657600" y="1028700"/>
                  </a:lnTo>
                  <a:lnTo>
                    <a:pt x="3638550" y="971550"/>
                  </a:lnTo>
                  <a:lnTo>
                    <a:pt x="3609975" y="914400"/>
                  </a:lnTo>
                  <a:lnTo>
                    <a:pt x="3590925" y="857250"/>
                  </a:lnTo>
                  <a:lnTo>
                    <a:pt x="3571875" y="800100"/>
                  </a:lnTo>
                  <a:lnTo>
                    <a:pt x="3543300" y="742950"/>
                  </a:lnTo>
                  <a:lnTo>
                    <a:pt x="3524250" y="685800"/>
                  </a:lnTo>
                  <a:lnTo>
                    <a:pt x="3505200" y="628650"/>
                  </a:lnTo>
                  <a:lnTo>
                    <a:pt x="3476625" y="571500"/>
                  </a:lnTo>
                  <a:lnTo>
                    <a:pt x="3457575" y="514350"/>
                  </a:lnTo>
                  <a:lnTo>
                    <a:pt x="3438525" y="457200"/>
                  </a:lnTo>
                  <a:lnTo>
                    <a:pt x="3409950" y="400050"/>
                  </a:lnTo>
                  <a:lnTo>
                    <a:pt x="3390900" y="342900"/>
                  </a:lnTo>
                  <a:lnTo>
                    <a:pt x="3371850" y="285750"/>
                  </a:lnTo>
                  <a:lnTo>
                    <a:pt x="3343275" y="228600"/>
                  </a:lnTo>
                  <a:lnTo>
                    <a:pt x="3324225" y="171450"/>
                  </a:lnTo>
                  <a:lnTo>
                    <a:pt x="3305175" y="114300"/>
                  </a:lnTo>
                  <a:lnTo>
                    <a:pt x="3276600" y="57150"/>
                  </a:lnTo>
                  <a:lnTo>
                    <a:pt x="3248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01-notch"/>
            <p:cNvSpPr/>
            <p:nvPr/>
          </p:nvSpPr>
          <p:spPr>
            <a:xfrm>
              <a:off x="6696075" y="7572375"/>
              <a:ext cx="838200" cy="476250"/>
            </a:xfrm>
            <a:custGeom>
              <a:avLst/>
              <a:gdLst/>
              <a:ahLst/>
              <a:cxnLst/>
              <a:rect l="l" t="t" r="r" b="b"/>
              <a:pathLst>
                <a:path w="838200" h="476250">
                  <a:moveTo>
                    <a:pt x="0" y="0"/>
                  </a:moveTo>
                  <a:lnTo>
                    <a:pt x="838200" y="0"/>
                  </a:lnTo>
                  <a:lnTo>
                    <a:pt x="419100" y="476250"/>
                  </a:lnTo>
                  <a:close/>
                </a:path>
              </a:pathLst>
            </a:custGeom>
            <a:solidFill>
              <a:srgbClr val="A8E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band-sh-top-1-0"/>
            <p:cNvSpPr/>
            <p:nvPr/>
          </p:nvSpPr>
          <p:spPr>
            <a:xfrm>
              <a:off x="6019800" y="9391650"/>
              <a:ext cx="4152900" cy="76200"/>
            </a:xfrm>
            <a:prstGeom prst="rect">
              <a:avLst/>
            </a:prstGeom>
            <a:solidFill>
              <a:srgbClr val="000000">
                <a:alpha val="1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band-sh-top-1-1"/>
            <p:cNvSpPr/>
            <p:nvPr/>
          </p:nvSpPr>
          <p:spPr>
            <a:xfrm>
              <a:off x="6019800" y="9467850"/>
              <a:ext cx="4152900" cy="57150"/>
            </a:xfrm>
            <a:prstGeom prst="rect">
              <a:avLst/>
            </a:prstGeom>
            <a:solidFill>
              <a:srgbClr val="000000">
                <a:alpha val="2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and-sh-top-1-2"/>
            <p:cNvSpPr/>
            <p:nvPr/>
          </p:nvSpPr>
          <p:spPr>
            <a:xfrm>
              <a:off x="6019800" y="9525000"/>
              <a:ext cx="4152900" cy="5715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and-sh-top-1-3"/>
            <p:cNvSpPr/>
            <p:nvPr/>
          </p:nvSpPr>
          <p:spPr>
            <a:xfrm>
              <a:off x="6019800" y="9582150"/>
              <a:ext cx="4152900" cy="57150"/>
            </a:xfrm>
            <a:prstGeom prst="rect">
              <a:avLst/>
            </a:prstGeom>
            <a:solidFill>
              <a:srgbClr val="000000">
                <a:alpha val="48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low-band-1"/>
            <p:cNvSpPr/>
            <p:nvPr/>
          </p:nvSpPr>
          <p:spPr>
            <a:xfrm>
              <a:off x="6019800" y="9639300"/>
              <a:ext cx="4152900" cy="552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and-sh-bot-1-0"/>
            <p:cNvSpPr/>
            <p:nvPr/>
          </p:nvSpPr>
          <p:spPr>
            <a:xfrm>
              <a:off x="6019800" y="10191750"/>
              <a:ext cx="4152900" cy="47625"/>
            </a:xfrm>
            <a:prstGeom prst="rect">
              <a:avLst/>
            </a:prstGeom>
            <a:solidFill>
              <a:srgbClr val="000000">
                <a:alpha val="10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and-sh-bot-1-1"/>
            <p:cNvSpPr/>
            <p:nvPr/>
          </p:nvSpPr>
          <p:spPr>
            <a:xfrm>
              <a:off x="6019800" y="10239375"/>
              <a:ext cx="4152900" cy="47625"/>
            </a:xfrm>
            <a:prstGeom prst="rect">
              <a:avLst/>
            </a:prstGeom>
            <a:solidFill>
              <a:srgbClr val="000000">
                <a:alpha val="8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and-sh-bot-1-2"/>
            <p:cNvSpPr/>
            <p:nvPr/>
          </p:nvSpPr>
          <p:spPr>
            <a:xfrm>
              <a:off x="6019800" y="10287000"/>
              <a:ext cx="4152900" cy="57150"/>
            </a:xfrm>
            <a:prstGeom prst="rect">
              <a:avLst/>
            </a:prstGeom>
            <a:solidFill>
              <a:srgbClr val="000000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band-sh-bot-1-3"/>
            <p:cNvSpPr/>
            <p:nvPr/>
          </p:nvSpPr>
          <p:spPr>
            <a:xfrm>
              <a:off x="6019800" y="10344150"/>
              <a:ext cx="4152900" cy="7620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band-sh-bot-1-4"/>
            <p:cNvSpPr/>
            <p:nvPr/>
          </p:nvSpPr>
          <p:spPr>
            <a:xfrm>
              <a:off x="6019800" y="10420350"/>
              <a:ext cx="4152900" cy="76200"/>
            </a:xfrm>
            <a:prstGeom prst="rect">
              <a:avLst/>
            </a:prstGeom>
            <a:solidFill>
              <a:srgbClr val="000000">
                <a:alpha val="1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ard-01-line1"/>
            <p:cNvSpPr txBox="1"/>
            <p:nvPr/>
          </p:nvSpPr>
          <p:spPr>
            <a:xfrm>
              <a:off x="5991225" y="8201025"/>
              <a:ext cx="283845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隐患识别与上报</a:t>
              </a:r>
            </a:p>
          </p:txBody>
        </p:sp>
        <p:sp>
          <p:nvSpPr>
            <p:cNvPr id="26" name="card-01-line2"/>
            <p:cNvSpPr txBox="1"/>
            <p:nvPr/>
          </p:nvSpPr>
          <p:spPr>
            <a:xfrm>
              <a:off x="6067425" y="8924925"/>
              <a:ext cx="1714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现场巡检</a:t>
              </a:r>
            </a:p>
          </p:txBody>
        </p:sp>
        <p:sp>
          <p:nvSpPr>
            <p:cNvPr id="27" name="card-01-line3"/>
            <p:cNvSpPr txBox="1"/>
            <p:nvPr/>
          </p:nvSpPr>
          <p:spPr>
            <a:xfrm>
              <a:off x="6191250" y="9563100"/>
              <a:ext cx="2857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员工随手拍上报</a:t>
              </a:r>
            </a:p>
          </p:txBody>
        </p:sp>
        <p:sp>
          <p:nvSpPr>
            <p:cNvPr id="28" name="card-01-line4"/>
            <p:cNvSpPr txBox="1"/>
            <p:nvPr/>
          </p:nvSpPr>
          <p:spPr>
            <a:xfrm>
              <a:off x="6067425" y="10210800"/>
              <a:ext cx="2476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系统自动报警</a:t>
              </a:r>
            </a:p>
          </p:txBody>
        </p:sp>
        <p:sp>
          <p:nvSpPr>
            <p:cNvPr id="29" name="Freeform 28"/>
            <p:cNvSpPr/>
            <p:nvPr/>
          </p:nvSpPr>
          <p:spPr>
            <a:xfrm>
              <a:off x="5947410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8" y="0"/>
                  </a:moveTo>
                  <a:lnTo>
                    <a:pt x="204026" y="116586"/>
                  </a:lnTo>
                  <a:lnTo>
                    <a:pt x="325755" y="116586"/>
                  </a:lnTo>
                  <a:lnTo>
                    <a:pt x="228028" y="192024"/>
                  </a:lnTo>
                  <a:lnTo>
                    <a:pt x="262319" y="312039"/>
                  </a:lnTo>
                  <a:lnTo>
                    <a:pt x="162878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6499860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8" y="0"/>
                  </a:moveTo>
                  <a:lnTo>
                    <a:pt x="204026" y="116586"/>
                  </a:lnTo>
                  <a:lnTo>
                    <a:pt x="325755" y="116586"/>
                  </a:lnTo>
                  <a:lnTo>
                    <a:pt x="228028" y="192024"/>
                  </a:lnTo>
                  <a:lnTo>
                    <a:pt x="262319" y="312039"/>
                  </a:lnTo>
                  <a:lnTo>
                    <a:pt x="162878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052310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8" y="0"/>
                  </a:moveTo>
                  <a:lnTo>
                    <a:pt x="204026" y="116586"/>
                  </a:lnTo>
                  <a:lnTo>
                    <a:pt x="325755" y="116586"/>
                  </a:lnTo>
                  <a:lnTo>
                    <a:pt x="228028" y="192024"/>
                  </a:lnTo>
                  <a:lnTo>
                    <a:pt x="262319" y="312039"/>
                  </a:lnTo>
                  <a:lnTo>
                    <a:pt x="162878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7604760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8" y="0"/>
                  </a:moveTo>
                  <a:lnTo>
                    <a:pt x="204026" y="116586"/>
                  </a:lnTo>
                  <a:lnTo>
                    <a:pt x="325755" y="116586"/>
                  </a:lnTo>
                  <a:lnTo>
                    <a:pt x="228028" y="192024"/>
                  </a:lnTo>
                  <a:lnTo>
                    <a:pt x="262319" y="312039"/>
                  </a:lnTo>
                  <a:lnTo>
                    <a:pt x="162878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8157210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8" y="0"/>
                  </a:moveTo>
                  <a:lnTo>
                    <a:pt x="204026" y="116586"/>
                  </a:lnTo>
                  <a:lnTo>
                    <a:pt x="325755" y="116586"/>
                  </a:lnTo>
                  <a:lnTo>
                    <a:pt x="228028" y="192024"/>
                  </a:lnTo>
                  <a:lnTo>
                    <a:pt x="262318" y="312039"/>
                  </a:lnTo>
                  <a:lnTo>
                    <a:pt x="162878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link-01-a"/>
            <p:cNvCxnSpPr/>
            <p:nvPr/>
          </p:nvCxnSpPr>
          <p:spPr>
            <a:xfrm>
              <a:off x="7210425" y="6324600"/>
              <a:ext cx="0" cy="762000"/>
            </a:xfrm>
            <a:prstGeom prst="line">
              <a:avLst/>
            </a:prstGeom>
            <a:ln w="57150">
              <a:solidFill>
                <a:srgbClr val="A8E04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badge-01-ring"/>
            <p:cNvSpPr/>
            <p:nvPr/>
          </p:nvSpPr>
          <p:spPr>
            <a:xfrm>
              <a:off x="6434138" y="4500562"/>
              <a:ext cx="1552575" cy="1552575"/>
            </a:xfrm>
            <a:prstGeom prst="ellipse">
              <a:avLst/>
            </a:prstGeom>
            <a:solidFill>
              <a:srgbClr val="FFFFFF"/>
            </a:solidFill>
            <a:ln w="25717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badge-01-num"/>
            <p:cNvSpPr txBox="1"/>
            <p:nvPr/>
          </p:nvSpPr>
          <p:spPr>
            <a:xfrm>
              <a:off x="6543675" y="4848225"/>
              <a:ext cx="133350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cxnSp>
          <p:nvCxnSpPr>
            <p:cNvPr id="37" name="link-01-b"/>
            <p:cNvCxnSpPr/>
            <p:nvPr/>
          </p:nvCxnSpPr>
          <p:spPr>
            <a:xfrm>
              <a:off x="7196138" y="12801600"/>
              <a:ext cx="0" cy="781050"/>
            </a:xfrm>
            <a:prstGeom prst="line">
              <a:avLst/>
            </a:prstGeom>
            <a:ln w="57150">
              <a:solidFill>
                <a:srgbClr val="A8E04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icon-01-ring"/>
            <p:cNvSpPr/>
            <p:nvPr/>
          </p:nvSpPr>
          <p:spPr>
            <a:xfrm>
              <a:off x="6248400" y="13654088"/>
              <a:ext cx="1895475" cy="1895475"/>
            </a:xfrm>
            <a:prstGeom prst="ellipse">
              <a:avLst/>
            </a:prstGeom>
            <a:solidFill>
              <a:srgbClr val="FFFFFF"/>
            </a:solidFill>
            <a:ln w="2381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con-01-body"/>
            <p:cNvSpPr/>
            <p:nvPr/>
          </p:nvSpPr>
          <p:spPr>
            <a:xfrm>
              <a:off x="6872288" y="14220825"/>
              <a:ext cx="647700" cy="7810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6667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con-01-win00"/>
            <p:cNvSpPr/>
            <p:nvPr/>
          </p:nvSpPr>
          <p:spPr>
            <a:xfrm>
              <a:off x="6967538" y="14335125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con-01-win01"/>
            <p:cNvSpPr/>
            <p:nvPr/>
          </p:nvSpPr>
          <p:spPr>
            <a:xfrm>
              <a:off x="7148512" y="14335125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con-01-win02"/>
            <p:cNvSpPr/>
            <p:nvPr/>
          </p:nvSpPr>
          <p:spPr>
            <a:xfrm>
              <a:off x="7329488" y="14335125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con-01-win10"/>
            <p:cNvSpPr/>
            <p:nvPr/>
          </p:nvSpPr>
          <p:spPr>
            <a:xfrm>
              <a:off x="6967538" y="14516100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con-01-win11"/>
            <p:cNvSpPr/>
            <p:nvPr/>
          </p:nvSpPr>
          <p:spPr>
            <a:xfrm>
              <a:off x="7148512" y="14516100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con-01-win12"/>
            <p:cNvSpPr/>
            <p:nvPr/>
          </p:nvSpPr>
          <p:spPr>
            <a:xfrm>
              <a:off x="7329488" y="14516100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con-01-win20"/>
            <p:cNvSpPr/>
            <p:nvPr/>
          </p:nvSpPr>
          <p:spPr>
            <a:xfrm>
              <a:off x="6967538" y="14697075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con-01-win22"/>
            <p:cNvSpPr/>
            <p:nvPr/>
          </p:nvSpPr>
          <p:spPr>
            <a:xfrm>
              <a:off x="7329488" y="14697075"/>
              <a:ext cx="123825" cy="123825"/>
            </a:xfrm>
            <a:prstGeom prst="rect">
              <a:avLst/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con-01-door"/>
            <p:cNvSpPr/>
            <p:nvPr/>
          </p:nvSpPr>
          <p:spPr>
            <a:xfrm>
              <a:off x="7110412" y="14773275"/>
              <a:ext cx="171450" cy="228600"/>
            </a:xfrm>
            <a:prstGeom prst="roundRect">
              <a:avLst>
                <a:gd name="adj" fmla="val 11111"/>
              </a:avLst>
            </a:prstGeom>
            <a:solidFill>
              <a:srgbClr val="A8E041"/>
            </a:solidFill>
            <a:ln w="9525">
              <a:solidFill>
                <a:srgbClr val="A8E0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icon-01-badge"/>
            <p:cNvSpPr/>
            <p:nvPr/>
          </p:nvSpPr>
          <p:spPr>
            <a:xfrm>
              <a:off x="7348538" y="1410652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A8E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icon-01-excl"/>
            <p:cNvCxnSpPr/>
            <p:nvPr/>
          </p:nvCxnSpPr>
          <p:spPr>
            <a:xfrm>
              <a:off x="7519988" y="14173200"/>
              <a:ext cx="0" cy="123825"/>
            </a:xfrm>
            <a:prstGeom prst="line">
              <a:avLst/>
            </a:prstGeom>
            <a:ln w="57150">
              <a:solidFill>
                <a:srgbClr val="A8E0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icon-01-excl2"/>
            <p:cNvCxnSpPr/>
            <p:nvPr/>
          </p:nvCxnSpPr>
          <p:spPr>
            <a:xfrm>
              <a:off x="7519988" y="14344650"/>
              <a:ext cx="0" cy="9525"/>
            </a:xfrm>
            <a:prstGeom prst="line">
              <a:avLst/>
            </a:prstGeom>
            <a:ln w="57150">
              <a:solidFill>
                <a:srgbClr val="A8E0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column-02"/>
          <p:cNvGrpSpPr/>
          <p:nvPr/>
        </p:nvGrpSpPr>
        <p:grpSpPr>
          <a:xfrm>
            <a:off x="10172700" y="4500562"/>
            <a:ext cx="5076825" cy="11049001"/>
            <a:chOff x="10172700" y="4500562"/>
            <a:chExt cx="5076825" cy="11049001"/>
          </a:xfrm>
        </p:grpSpPr>
        <p:sp>
          <p:nvSpPr>
            <p:cNvPr id="52" name="card-02-outer"/>
            <p:cNvSpPr/>
            <p:nvPr/>
          </p:nvSpPr>
          <p:spPr>
            <a:xfrm>
              <a:off x="10172700" y="7181850"/>
              <a:ext cx="5057775" cy="5543550"/>
            </a:xfrm>
            <a:custGeom>
              <a:avLst/>
              <a:gdLst/>
              <a:ahLst/>
              <a:cxnLst/>
              <a:rect l="l" t="t" r="r" b="b"/>
              <a:pathLst>
                <a:path w="5057775" h="5543550">
                  <a:moveTo>
                    <a:pt x="552450" y="0"/>
                  </a:moveTo>
                  <a:lnTo>
                    <a:pt x="428625" y="57150"/>
                  </a:lnTo>
                  <a:lnTo>
                    <a:pt x="333375" y="114300"/>
                  </a:lnTo>
                  <a:lnTo>
                    <a:pt x="266700" y="171450"/>
                  </a:lnTo>
                  <a:lnTo>
                    <a:pt x="209550" y="228600"/>
                  </a:lnTo>
                  <a:lnTo>
                    <a:pt x="161925" y="285750"/>
                  </a:lnTo>
                  <a:lnTo>
                    <a:pt x="123825" y="342900"/>
                  </a:lnTo>
                  <a:lnTo>
                    <a:pt x="95250" y="400050"/>
                  </a:lnTo>
                  <a:lnTo>
                    <a:pt x="66675" y="457200"/>
                  </a:lnTo>
                  <a:lnTo>
                    <a:pt x="38100" y="514350"/>
                  </a:lnTo>
                  <a:lnTo>
                    <a:pt x="28575" y="571500"/>
                  </a:lnTo>
                  <a:lnTo>
                    <a:pt x="9525" y="628650"/>
                  </a:lnTo>
                  <a:lnTo>
                    <a:pt x="0" y="685800"/>
                  </a:lnTo>
                  <a:lnTo>
                    <a:pt x="0" y="742950"/>
                  </a:lnTo>
                  <a:lnTo>
                    <a:pt x="0" y="800100"/>
                  </a:lnTo>
                  <a:lnTo>
                    <a:pt x="0" y="857250"/>
                  </a:lnTo>
                  <a:lnTo>
                    <a:pt x="9525" y="914400"/>
                  </a:lnTo>
                  <a:lnTo>
                    <a:pt x="19050" y="971550"/>
                  </a:lnTo>
                  <a:lnTo>
                    <a:pt x="38100" y="1028700"/>
                  </a:lnTo>
                  <a:lnTo>
                    <a:pt x="57150" y="1085850"/>
                  </a:lnTo>
                  <a:lnTo>
                    <a:pt x="76200" y="1143000"/>
                  </a:lnTo>
                  <a:lnTo>
                    <a:pt x="104775" y="1200150"/>
                  </a:lnTo>
                  <a:lnTo>
                    <a:pt x="123825" y="1257300"/>
                  </a:lnTo>
                  <a:lnTo>
                    <a:pt x="142875" y="1314450"/>
                  </a:lnTo>
                  <a:lnTo>
                    <a:pt x="171450" y="1371600"/>
                  </a:lnTo>
                  <a:lnTo>
                    <a:pt x="190500" y="1428750"/>
                  </a:lnTo>
                  <a:lnTo>
                    <a:pt x="209550" y="1485900"/>
                  </a:lnTo>
                  <a:lnTo>
                    <a:pt x="238125" y="1543050"/>
                  </a:lnTo>
                  <a:lnTo>
                    <a:pt x="257175" y="1600200"/>
                  </a:lnTo>
                  <a:lnTo>
                    <a:pt x="276225" y="1657350"/>
                  </a:lnTo>
                  <a:lnTo>
                    <a:pt x="304800" y="1714500"/>
                  </a:lnTo>
                  <a:lnTo>
                    <a:pt x="323850" y="1771650"/>
                  </a:lnTo>
                  <a:lnTo>
                    <a:pt x="342900" y="1828800"/>
                  </a:lnTo>
                  <a:lnTo>
                    <a:pt x="371475" y="1885950"/>
                  </a:lnTo>
                  <a:lnTo>
                    <a:pt x="390525" y="1943100"/>
                  </a:lnTo>
                  <a:lnTo>
                    <a:pt x="409575" y="2000250"/>
                  </a:lnTo>
                  <a:lnTo>
                    <a:pt x="438150" y="2057400"/>
                  </a:lnTo>
                  <a:lnTo>
                    <a:pt x="457200" y="2114550"/>
                  </a:lnTo>
                  <a:lnTo>
                    <a:pt x="476250" y="2171700"/>
                  </a:lnTo>
                  <a:lnTo>
                    <a:pt x="504825" y="2228850"/>
                  </a:lnTo>
                  <a:lnTo>
                    <a:pt x="523875" y="2286000"/>
                  </a:lnTo>
                  <a:lnTo>
                    <a:pt x="542925" y="2343150"/>
                  </a:lnTo>
                  <a:lnTo>
                    <a:pt x="571500" y="2400300"/>
                  </a:lnTo>
                  <a:lnTo>
                    <a:pt x="609600" y="3028950"/>
                  </a:lnTo>
                  <a:lnTo>
                    <a:pt x="590550" y="3086100"/>
                  </a:lnTo>
                  <a:lnTo>
                    <a:pt x="561975" y="3143250"/>
                  </a:lnTo>
                  <a:lnTo>
                    <a:pt x="542925" y="3200400"/>
                  </a:lnTo>
                  <a:lnTo>
                    <a:pt x="523875" y="3257550"/>
                  </a:lnTo>
                  <a:lnTo>
                    <a:pt x="495300" y="3314700"/>
                  </a:lnTo>
                  <a:lnTo>
                    <a:pt x="476250" y="3371850"/>
                  </a:lnTo>
                  <a:lnTo>
                    <a:pt x="457200" y="3429000"/>
                  </a:lnTo>
                  <a:lnTo>
                    <a:pt x="428625" y="3486150"/>
                  </a:lnTo>
                  <a:lnTo>
                    <a:pt x="409575" y="3543300"/>
                  </a:lnTo>
                  <a:lnTo>
                    <a:pt x="381000" y="3600450"/>
                  </a:lnTo>
                  <a:lnTo>
                    <a:pt x="361950" y="3657600"/>
                  </a:lnTo>
                  <a:lnTo>
                    <a:pt x="342900" y="3714750"/>
                  </a:lnTo>
                  <a:lnTo>
                    <a:pt x="323850" y="3771900"/>
                  </a:lnTo>
                  <a:lnTo>
                    <a:pt x="295275" y="3829050"/>
                  </a:lnTo>
                  <a:lnTo>
                    <a:pt x="276225" y="3886200"/>
                  </a:lnTo>
                  <a:lnTo>
                    <a:pt x="257175" y="3943350"/>
                  </a:lnTo>
                  <a:lnTo>
                    <a:pt x="228600" y="4000500"/>
                  </a:lnTo>
                  <a:lnTo>
                    <a:pt x="209550" y="4057650"/>
                  </a:lnTo>
                  <a:lnTo>
                    <a:pt x="190500" y="4114800"/>
                  </a:lnTo>
                  <a:lnTo>
                    <a:pt x="161925" y="4171950"/>
                  </a:lnTo>
                  <a:lnTo>
                    <a:pt x="142875" y="4229100"/>
                  </a:lnTo>
                  <a:lnTo>
                    <a:pt x="123825" y="4286250"/>
                  </a:lnTo>
                  <a:lnTo>
                    <a:pt x="95250" y="4343400"/>
                  </a:lnTo>
                  <a:lnTo>
                    <a:pt x="76200" y="4400550"/>
                  </a:lnTo>
                  <a:lnTo>
                    <a:pt x="57150" y="4457700"/>
                  </a:lnTo>
                  <a:lnTo>
                    <a:pt x="38100" y="4514850"/>
                  </a:lnTo>
                  <a:lnTo>
                    <a:pt x="28575" y="4572000"/>
                  </a:lnTo>
                  <a:lnTo>
                    <a:pt x="19050" y="4629150"/>
                  </a:lnTo>
                  <a:lnTo>
                    <a:pt x="9525" y="4686300"/>
                  </a:lnTo>
                  <a:lnTo>
                    <a:pt x="9525" y="4743450"/>
                  </a:lnTo>
                  <a:lnTo>
                    <a:pt x="9525" y="4800600"/>
                  </a:lnTo>
                  <a:lnTo>
                    <a:pt x="19050" y="4857750"/>
                  </a:lnTo>
                  <a:lnTo>
                    <a:pt x="28575" y="4914900"/>
                  </a:lnTo>
                  <a:lnTo>
                    <a:pt x="47625" y="4972050"/>
                  </a:lnTo>
                  <a:lnTo>
                    <a:pt x="66675" y="5029200"/>
                  </a:lnTo>
                  <a:lnTo>
                    <a:pt x="85725" y="5086350"/>
                  </a:lnTo>
                  <a:lnTo>
                    <a:pt x="114300" y="5143500"/>
                  </a:lnTo>
                  <a:lnTo>
                    <a:pt x="152400" y="5200650"/>
                  </a:lnTo>
                  <a:lnTo>
                    <a:pt x="238125" y="5257800"/>
                  </a:lnTo>
                  <a:lnTo>
                    <a:pt x="247650" y="5314950"/>
                  </a:lnTo>
                  <a:lnTo>
                    <a:pt x="314325" y="5372100"/>
                  </a:lnTo>
                  <a:lnTo>
                    <a:pt x="409575" y="5429250"/>
                  </a:lnTo>
                  <a:lnTo>
                    <a:pt x="533400" y="5486400"/>
                  </a:lnTo>
                  <a:lnTo>
                    <a:pt x="695325" y="5543550"/>
                  </a:lnTo>
                  <a:lnTo>
                    <a:pt x="3733800" y="5543550"/>
                  </a:lnTo>
                  <a:lnTo>
                    <a:pt x="3876675" y="5486400"/>
                  </a:lnTo>
                  <a:lnTo>
                    <a:pt x="3971925" y="5429250"/>
                  </a:lnTo>
                  <a:lnTo>
                    <a:pt x="4048125" y="5372100"/>
                  </a:lnTo>
                  <a:lnTo>
                    <a:pt x="4105275" y="5314950"/>
                  </a:lnTo>
                  <a:lnTo>
                    <a:pt x="4152900" y="5257800"/>
                  </a:lnTo>
                  <a:lnTo>
                    <a:pt x="4200525" y="5200650"/>
                  </a:lnTo>
                  <a:lnTo>
                    <a:pt x="4229100" y="5143500"/>
                  </a:lnTo>
                  <a:lnTo>
                    <a:pt x="4257675" y="5086350"/>
                  </a:lnTo>
                  <a:lnTo>
                    <a:pt x="4286250" y="5029200"/>
                  </a:lnTo>
                  <a:lnTo>
                    <a:pt x="4305300" y="4972050"/>
                  </a:lnTo>
                  <a:lnTo>
                    <a:pt x="4324350" y="4914900"/>
                  </a:lnTo>
                  <a:lnTo>
                    <a:pt x="4352925" y="4857750"/>
                  </a:lnTo>
                  <a:lnTo>
                    <a:pt x="4371975" y="4800600"/>
                  </a:lnTo>
                  <a:lnTo>
                    <a:pt x="4391025" y="4743450"/>
                  </a:lnTo>
                  <a:lnTo>
                    <a:pt x="4419600" y="4686300"/>
                  </a:lnTo>
                  <a:lnTo>
                    <a:pt x="4438650" y="4629150"/>
                  </a:lnTo>
                  <a:lnTo>
                    <a:pt x="4467225" y="4572000"/>
                  </a:lnTo>
                  <a:lnTo>
                    <a:pt x="4486275" y="4514850"/>
                  </a:lnTo>
                  <a:lnTo>
                    <a:pt x="4505325" y="4457700"/>
                  </a:lnTo>
                  <a:lnTo>
                    <a:pt x="4533900" y="4400550"/>
                  </a:lnTo>
                  <a:lnTo>
                    <a:pt x="4552950" y="4343400"/>
                  </a:lnTo>
                  <a:lnTo>
                    <a:pt x="4572000" y="4286250"/>
                  </a:lnTo>
                  <a:lnTo>
                    <a:pt x="4600575" y="4229100"/>
                  </a:lnTo>
                  <a:lnTo>
                    <a:pt x="4619625" y="4171950"/>
                  </a:lnTo>
                  <a:lnTo>
                    <a:pt x="4638675" y="4114800"/>
                  </a:lnTo>
                  <a:lnTo>
                    <a:pt x="4667250" y="4057650"/>
                  </a:lnTo>
                  <a:lnTo>
                    <a:pt x="4686300" y="4000500"/>
                  </a:lnTo>
                  <a:lnTo>
                    <a:pt x="4705350" y="3943350"/>
                  </a:lnTo>
                  <a:lnTo>
                    <a:pt x="4733925" y="3886200"/>
                  </a:lnTo>
                  <a:lnTo>
                    <a:pt x="4752975" y="3829050"/>
                  </a:lnTo>
                  <a:lnTo>
                    <a:pt x="4772025" y="3771900"/>
                  </a:lnTo>
                  <a:lnTo>
                    <a:pt x="4800600" y="3714750"/>
                  </a:lnTo>
                  <a:lnTo>
                    <a:pt x="4819650" y="3657600"/>
                  </a:lnTo>
                  <a:lnTo>
                    <a:pt x="4838700" y="3600450"/>
                  </a:lnTo>
                  <a:lnTo>
                    <a:pt x="4867275" y="3543300"/>
                  </a:lnTo>
                  <a:lnTo>
                    <a:pt x="4886325" y="3486150"/>
                  </a:lnTo>
                  <a:lnTo>
                    <a:pt x="4905375" y="3429000"/>
                  </a:lnTo>
                  <a:lnTo>
                    <a:pt x="4933950" y="3371850"/>
                  </a:lnTo>
                  <a:lnTo>
                    <a:pt x="4953000" y="3314700"/>
                  </a:lnTo>
                  <a:lnTo>
                    <a:pt x="4981575" y="3257550"/>
                  </a:lnTo>
                  <a:lnTo>
                    <a:pt x="5000625" y="3200400"/>
                  </a:lnTo>
                  <a:lnTo>
                    <a:pt x="5019675" y="3143250"/>
                  </a:lnTo>
                  <a:lnTo>
                    <a:pt x="5048250" y="3086100"/>
                  </a:lnTo>
                  <a:lnTo>
                    <a:pt x="5057775" y="3028950"/>
                  </a:lnTo>
                  <a:lnTo>
                    <a:pt x="5029200" y="2400300"/>
                  </a:lnTo>
                  <a:lnTo>
                    <a:pt x="5000625" y="2343150"/>
                  </a:lnTo>
                  <a:lnTo>
                    <a:pt x="4981575" y="2286000"/>
                  </a:lnTo>
                  <a:lnTo>
                    <a:pt x="4962525" y="2228850"/>
                  </a:lnTo>
                  <a:lnTo>
                    <a:pt x="4933950" y="2171700"/>
                  </a:lnTo>
                  <a:lnTo>
                    <a:pt x="4914900" y="2114550"/>
                  </a:lnTo>
                  <a:lnTo>
                    <a:pt x="4895850" y="2057400"/>
                  </a:lnTo>
                  <a:lnTo>
                    <a:pt x="4867275" y="2000250"/>
                  </a:lnTo>
                  <a:lnTo>
                    <a:pt x="4848225" y="1943100"/>
                  </a:lnTo>
                  <a:lnTo>
                    <a:pt x="4829175" y="1885950"/>
                  </a:lnTo>
                  <a:lnTo>
                    <a:pt x="4800600" y="1828800"/>
                  </a:lnTo>
                  <a:lnTo>
                    <a:pt x="4781550" y="1771650"/>
                  </a:lnTo>
                  <a:lnTo>
                    <a:pt x="4752975" y="1714500"/>
                  </a:lnTo>
                  <a:lnTo>
                    <a:pt x="4733925" y="1657350"/>
                  </a:lnTo>
                  <a:lnTo>
                    <a:pt x="4714875" y="1600200"/>
                  </a:lnTo>
                  <a:lnTo>
                    <a:pt x="4695825" y="1543050"/>
                  </a:lnTo>
                  <a:lnTo>
                    <a:pt x="4667250" y="1485900"/>
                  </a:lnTo>
                  <a:lnTo>
                    <a:pt x="4648200" y="1428750"/>
                  </a:lnTo>
                  <a:lnTo>
                    <a:pt x="4619625" y="1371600"/>
                  </a:lnTo>
                  <a:lnTo>
                    <a:pt x="4600575" y="1314450"/>
                  </a:lnTo>
                  <a:lnTo>
                    <a:pt x="4581525" y="1257300"/>
                  </a:lnTo>
                  <a:lnTo>
                    <a:pt x="4552950" y="1200150"/>
                  </a:lnTo>
                  <a:lnTo>
                    <a:pt x="4533900" y="1143000"/>
                  </a:lnTo>
                  <a:lnTo>
                    <a:pt x="4514850" y="1085850"/>
                  </a:lnTo>
                  <a:lnTo>
                    <a:pt x="4486275" y="1028700"/>
                  </a:lnTo>
                  <a:lnTo>
                    <a:pt x="4467225" y="971550"/>
                  </a:lnTo>
                  <a:lnTo>
                    <a:pt x="4448175" y="914400"/>
                  </a:lnTo>
                  <a:lnTo>
                    <a:pt x="4419600" y="857250"/>
                  </a:lnTo>
                  <a:lnTo>
                    <a:pt x="4400550" y="800100"/>
                  </a:lnTo>
                  <a:lnTo>
                    <a:pt x="4381500" y="742950"/>
                  </a:lnTo>
                  <a:lnTo>
                    <a:pt x="4352925" y="685800"/>
                  </a:lnTo>
                  <a:lnTo>
                    <a:pt x="4333875" y="628650"/>
                  </a:lnTo>
                  <a:lnTo>
                    <a:pt x="4314825" y="571500"/>
                  </a:lnTo>
                  <a:lnTo>
                    <a:pt x="4286250" y="514350"/>
                  </a:lnTo>
                  <a:lnTo>
                    <a:pt x="4267200" y="457200"/>
                  </a:lnTo>
                  <a:lnTo>
                    <a:pt x="4238625" y="400050"/>
                  </a:lnTo>
                  <a:lnTo>
                    <a:pt x="4200525" y="342900"/>
                  </a:lnTo>
                  <a:lnTo>
                    <a:pt x="4162425" y="285750"/>
                  </a:lnTo>
                  <a:lnTo>
                    <a:pt x="4124325" y="228600"/>
                  </a:lnTo>
                  <a:lnTo>
                    <a:pt x="4067175" y="171450"/>
                  </a:lnTo>
                  <a:lnTo>
                    <a:pt x="3990975" y="114300"/>
                  </a:lnTo>
                  <a:lnTo>
                    <a:pt x="3905250" y="57150"/>
                  </a:lnTo>
                  <a:lnTo>
                    <a:pt x="3781425" y="0"/>
                  </a:lnTo>
                  <a:close/>
                </a:path>
              </a:pathLst>
            </a:custGeom>
            <a:solidFill>
              <a:srgbClr val="F0C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card-02-inner"/>
            <p:cNvSpPr/>
            <p:nvPr/>
          </p:nvSpPr>
          <p:spPr>
            <a:xfrm>
              <a:off x="10668000" y="7581900"/>
              <a:ext cx="4067175" cy="4629150"/>
            </a:xfrm>
            <a:custGeom>
              <a:avLst/>
              <a:gdLst/>
              <a:ahLst/>
              <a:cxnLst/>
              <a:rect l="l" t="t" r="r" b="b"/>
              <a:pathLst>
                <a:path w="4067175" h="4629150">
                  <a:moveTo>
                    <a:pt x="95250" y="0"/>
                  </a:moveTo>
                  <a:lnTo>
                    <a:pt x="66675" y="57150"/>
                  </a:lnTo>
                  <a:lnTo>
                    <a:pt x="38100" y="114300"/>
                  </a:lnTo>
                  <a:lnTo>
                    <a:pt x="28575" y="171450"/>
                  </a:lnTo>
                  <a:lnTo>
                    <a:pt x="9525" y="228600"/>
                  </a:lnTo>
                  <a:lnTo>
                    <a:pt x="0" y="285750"/>
                  </a:lnTo>
                  <a:lnTo>
                    <a:pt x="0" y="342900"/>
                  </a:lnTo>
                  <a:lnTo>
                    <a:pt x="0" y="400050"/>
                  </a:lnTo>
                  <a:lnTo>
                    <a:pt x="0" y="457200"/>
                  </a:lnTo>
                  <a:lnTo>
                    <a:pt x="9525" y="514350"/>
                  </a:lnTo>
                  <a:lnTo>
                    <a:pt x="19050" y="571500"/>
                  </a:lnTo>
                  <a:lnTo>
                    <a:pt x="38100" y="628650"/>
                  </a:lnTo>
                  <a:lnTo>
                    <a:pt x="57150" y="685800"/>
                  </a:lnTo>
                  <a:lnTo>
                    <a:pt x="76200" y="742950"/>
                  </a:lnTo>
                  <a:lnTo>
                    <a:pt x="104775" y="800100"/>
                  </a:lnTo>
                  <a:lnTo>
                    <a:pt x="123825" y="857250"/>
                  </a:lnTo>
                  <a:lnTo>
                    <a:pt x="142875" y="914400"/>
                  </a:lnTo>
                  <a:lnTo>
                    <a:pt x="171450" y="971550"/>
                  </a:lnTo>
                  <a:lnTo>
                    <a:pt x="190500" y="1028700"/>
                  </a:lnTo>
                  <a:lnTo>
                    <a:pt x="209550" y="1085850"/>
                  </a:lnTo>
                  <a:lnTo>
                    <a:pt x="238125" y="1143000"/>
                  </a:lnTo>
                  <a:lnTo>
                    <a:pt x="257175" y="1200150"/>
                  </a:lnTo>
                  <a:lnTo>
                    <a:pt x="276225" y="1257300"/>
                  </a:lnTo>
                  <a:lnTo>
                    <a:pt x="304800" y="1314450"/>
                  </a:lnTo>
                  <a:lnTo>
                    <a:pt x="323850" y="1371600"/>
                  </a:lnTo>
                  <a:lnTo>
                    <a:pt x="342900" y="1428750"/>
                  </a:lnTo>
                  <a:lnTo>
                    <a:pt x="371475" y="1485900"/>
                  </a:lnTo>
                  <a:lnTo>
                    <a:pt x="390525" y="1543050"/>
                  </a:lnTo>
                  <a:lnTo>
                    <a:pt x="409575" y="1600200"/>
                  </a:lnTo>
                  <a:lnTo>
                    <a:pt x="438150" y="1657350"/>
                  </a:lnTo>
                  <a:lnTo>
                    <a:pt x="457200" y="1714500"/>
                  </a:lnTo>
                  <a:lnTo>
                    <a:pt x="476250" y="1771650"/>
                  </a:lnTo>
                  <a:lnTo>
                    <a:pt x="504825" y="1828800"/>
                  </a:lnTo>
                  <a:lnTo>
                    <a:pt x="523875" y="1885950"/>
                  </a:lnTo>
                  <a:lnTo>
                    <a:pt x="542925" y="1943100"/>
                  </a:lnTo>
                  <a:lnTo>
                    <a:pt x="571500" y="2000250"/>
                  </a:lnTo>
                  <a:lnTo>
                    <a:pt x="609600" y="2628900"/>
                  </a:lnTo>
                  <a:lnTo>
                    <a:pt x="590550" y="2686050"/>
                  </a:lnTo>
                  <a:lnTo>
                    <a:pt x="561975" y="2743200"/>
                  </a:lnTo>
                  <a:lnTo>
                    <a:pt x="542925" y="2800350"/>
                  </a:lnTo>
                  <a:lnTo>
                    <a:pt x="523875" y="2857500"/>
                  </a:lnTo>
                  <a:lnTo>
                    <a:pt x="495300" y="2914650"/>
                  </a:lnTo>
                  <a:lnTo>
                    <a:pt x="476250" y="2971800"/>
                  </a:lnTo>
                  <a:lnTo>
                    <a:pt x="457200" y="3028950"/>
                  </a:lnTo>
                  <a:lnTo>
                    <a:pt x="428625" y="3086100"/>
                  </a:lnTo>
                  <a:lnTo>
                    <a:pt x="409575" y="3143250"/>
                  </a:lnTo>
                  <a:lnTo>
                    <a:pt x="381000" y="3200400"/>
                  </a:lnTo>
                  <a:lnTo>
                    <a:pt x="361950" y="3257550"/>
                  </a:lnTo>
                  <a:lnTo>
                    <a:pt x="342900" y="3314700"/>
                  </a:lnTo>
                  <a:lnTo>
                    <a:pt x="323850" y="3371850"/>
                  </a:lnTo>
                  <a:lnTo>
                    <a:pt x="295275" y="3429000"/>
                  </a:lnTo>
                  <a:lnTo>
                    <a:pt x="276225" y="3486150"/>
                  </a:lnTo>
                  <a:lnTo>
                    <a:pt x="257175" y="3543300"/>
                  </a:lnTo>
                  <a:lnTo>
                    <a:pt x="228600" y="3600450"/>
                  </a:lnTo>
                  <a:lnTo>
                    <a:pt x="209550" y="3657600"/>
                  </a:lnTo>
                  <a:lnTo>
                    <a:pt x="190500" y="3714750"/>
                  </a:lnTo>
                  <a:lnTo>
                    <a:pt x="161925" y="3771900"/>
                  </a:lnTo>
                  <a:lnTo>
                    <a:pt x="142875" y="3829050"/>
                  </a:lnTo>
                  <a:lnTo>
                    <a:pt x="123825" y="3886200"/>
                  </a:lnTo>
                  <a:lnTo>
                    <a:pt x="95250" y="3943350"/>
                  </a:lnTo>
                  <a:lnTo>
                    <a:pt x="76200" y="4000500"/>
                  </a:lnTo>
                  <a:lnTo>
                    <a:pt x="57150" y="4057650"/>
                  </a:lnTo>
                  <a:lnTo>
                    <a:pt x="38100" y="4114800"/>
                  </a:lnTo>
                  <a:lnTo>
                    <a:pt x="28575" y="4171950"/>
                  </a:lnTo>
                  <a:lnTo>
                    <a:pt x="19050" y="4229100"/>
                  </a:lnTo>
                  <a:lnTo>
                    <a:pt x="9525" y="4286250"/>
                  </a:lnTo>
                  <a:lnTo>
                    <a:pt x="9525" y="4343400"/>
                  </a:lnTo>
                  <a:lnTo>
                    <a:pt x="9525" y="4400550"/>
                  </a:lnTo>
                  <a:lnTo>
                    <a:pt x="19050" y="4457700"/>
                  </a:lnTo>
                  <a:lnTo>
                    <a:pt x="28575" y="4514850"/>
                  </a:lnTo>
                  <a:lnTo>
                    <a:pt x="47625" y="4572000"/>
                  </a:lnTo>
                  <a:lnTo>
                    <a:pt x="66675" y="4629150"/>
                  </a:lnTo>
                  <a:lnTo>
                    <a:pt x="3295650" y="4629150"/>
                  </a:lnTo>
                  <a:lnTo>
                    <a:pt x="3314700" y="4572000"/>
                  </a:lnTo>
                  <a:lnTo>
                    <a:pt x="3333750" y="4514850"/>
                  </a:lnTo>
                  <a:lnTo>
                    <a:pt x="3362325" y="4457700"/>
                  </a:lnTo>
                  <a:lnTo>
                    <a:pt x="3381375" y="4400550"/>
                  </a:lnTo>
                  <a:lnTo>
                    <a:pt x="3400425" y="4343400"/>
                  </a:lnTo>
                  <a:lnTo>
                    <a:pt x="3429000" y="4286250"/>
                  </a:lnTo>
                  <a:lnTo>
                    <a:pt x="3448050" y="4229100"/>
                  </a:lnTo>
                  <a:lnTo>
                    <a:pt x="3476625" y="4171950"/>
                  </a:lnTo>
                  <a:lnTo>
                    <a:pt x="3495675" y="4114800"/>
                  </a:lnTo>
                  <a:lnTo>
                    <a:pt x="3514725" y="4057650"/>
                  </a:lnTo>
                  <a:lnTo>
                    <a:pt x="3543300" y="4000500"/>
                  </a:lnTo>
                  <a:lnTo>
                    <a:pt x="3562350" y="3943350"/>
                  </a:lnTo>
                  <a:lnTo>
                    <a:pt x="3581400" y="3886200"/>
                  </a:lnTo>
                  <a:lnTo>
                    <a:pt x="3609975" y="3829050"/>
                  </a:lnTo>
                  <a:lnTo>
                    <a:pt x="3629025" y="3771900"/>
                  </a:lnTo>
                  <a:lnTo>
                    <a:pt x="3648075" y="3714750"/>
                  </a:lnTo>
                  <a:lnTo>
                    <a:pt x="3676650" y="3657600"/>
                  </a:lnTo>
                  <a:lnTo>
                    <a:pt x="3695700" y="3600450"/>
                  </a:lnTo>
                  <a:lnTo>
                    <a:pt x="3714750" y="3543300"/>
                  </a:lnTo>
                  <a:lnTo>
                    <a:pt x="3743325" y="3486150"/>
                  </a:lnTo>
                  <a:lnTo>
                    <a:pt x="3762375" y="3429000"/>
                  </a:lnTo>
                  <a:lnTo>
                    <a:pt x="3781425" y="3371850"/>
                  </a:lnTo>
                  <a:lnTo>
                    <a:pt x="3810000" y="3314700"/>
                  </a:lnTo>
                  <a:lnTo>
                    <a:pt x="3829050" y="3257550"/>
                  </a:lnTo>
                  <a:lnTo>
                    <a:pt x="3848100" y="3200400"/>
                  </a:lnTo>
                  <a:lnTo>
                    <a:pt x="3876675" y="3143250"/>
                  </a:lnTo>
                  <a:lnTo>
                    <a:pt x="3895725" y="3086100"/>
                  </a:lnTo>
                  <a:lnTo>
                    <a:pt x="3914775" y="3028950"/>
                  </a:lnTo>
                  <a:lnTo>
                    <a:pt x="3943350" y="2971800"/>
                  </a:lnTo>
                  <a:lnTo>
                    <a:pt x="3962400" y="2914650"/>
                  </a:lnTo>
                  <a:lnTo>
                    <a:pt x="3990975" y="2857500"/>
                  </a:lnTo>
                  <a:lnTo>
                    <a:pt x="4010025" y="2800350"/>
                  </a:lnTo>
                  <a:lnTo>
                    <a:pt x="4029075" y="2743200"/>
                  </a:lnTo>
                  <a:lnTo>
                    <a:pt x="4057650" y="2686050"/>
                  </a:lnTo>
                  <a:lnTo>
                    <a:pt x="4067175" y="2628900"/>
                  </a:lnTo>
                  <a:lnTo>
                    <a:pt x="4038600" y="2000250"/>
                  </a:lnTo>
                  <a:lnTo>
                    <a:pt x="4010025" y="1943100"/>
                  </a:lnTo>
                  <a:lnTo>
                    <a:pt x="3990975" y="1885950"/>
                  </a:lnTo>
                  <a:lnTo>
                    <a:pt x="3971925" y="1828800"/>
                  </a:lnTo>
                  <a:lnTo>
                    <a:pt x="3943350" y="1771650"/>
                  </a:lnTo>
                  <a:lnTo>
                    <a:pt x="3924300" y="1714500"/>
                  </a:lnTo>
                  <a:lnTo>
                    <a:pt x="3905250" y="1657350"/>
                  </a:lnTo>
                  <a:lnTo>
                    <a:pt x="3876675" y="1600200"/>
                  </a:lnTo>
                  <a:lnTo>
                    <a:pt x="3857625" y="1543050"/>
                  </a:lnTo>
                  <a:lnTo>
                    <a:pt x="3838575" y="1485900"/>
                  </a:lnTo>
                  <a:lnTo>
                    <a:pt x="3810000" y="1428750"/>
                  </a:lnTo>
                  <a:lnTo>
                    <a:pt x="3790950" y="1371600"/>
                  </a:lnTo>
                  <a:lnTo>
                    <a:pt x="3762375" y="1314450"/>
                  </a:lnTo>
                  <a:lnTo>
                    <a:pt x="3743325" y="1257300"/>
                  </a:lnTo>
                  <a:lnTo>
                    <a:pt x="3724275" y="1200150"/>
                  </a:lnTo>
                  <a:lnTo>
                    <a:pt x="3705225" y="1143000"/>
                  </a:lnTo>
                  <a:lnTo>
                    <a:pt x="3676650" y="1085850"/>
                  </a:lnTo>
                  <a:lnTo>
                    <a:pt x="3657600" y="1028700"/>
                  </a:lnTo>
                  <a:lnTo>
                    <a:pt x="3629025" y="971550"/>
                  </a:lnTo>
                  <a:lnTo>
                    <a:pt x="3609975" y="914400"/>
                  </a:lnTo>
                  <a:lnTo>
                    <a:pt x="3590925" y="857250"/>
                  </a:lnTo>
                  <a:lnTo>
                    <a:pt x="3562350" y="800100"/>
                  </a:lnTo>
                  <a:lnTo>
                    <a:pt x="3543300" y="742950"/>
                  </a:lnTo>
                  <a:lnTo>
                    <a:pt x="3524250" y="685800"/>
                  </a:lnTo>
                  <a:lnTo>
                    <a:pt x="3495675" y="628650"/>
                  </a:lnTo>
                  <a:lnTo>
                    <a:pt x="3476625" y="571500"/>
                  </a:lnTo>
                  <a:lnTo>
                    <a:pt x="3457575" y="514350"/>
                  </a:lnTo>
                  <a:lnTo>
                    <a:pt x="3429000" y="457200"/>
                  </a:lnTo>
                  <a:lnTo>
                    <a:pt x="3409950" y="400050"/>
                  </a:lnTo>
                  <a:lnTo>
                    <a:pt x="3390900" y="342900"/>
                  </a:lnTo>
                  <a:lnTo>
                    <a:pt x="3362325" y="285750"/>
                  </a:lnTo>
                  <a:lnTo>
                    <a:pt x="3343275" y="228600"/>
                  </a:lnTo>
                  <a:lnTo>
                    <a:pt x="3324225" y="171450"/>
                  </a:lnTo>
                  <a:lnTo>
                    <a:pt x="3295650" y="114300"/>
                  </a:lnTo>
                  <a:lnTo>
                    <a:pt x="3276600" y="57150"/>
                  </a:lnTo>
                  <a:lnTo>
                    <a:pt x="3248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-02-notch"/>
            <p:cNvSpPr/>
            <p:nvPr/>
          </p:nvSpPr>
          <p:spPr>
            <a:xfrm>
              <a:off x="11991975" y="7572375"/>
              <a:ext cx="838200" cy="476250"/>
            </a:xfrm>
            <a:custGeom>
              <a:avLst/>
              <a:gdLst/>
              <a:ahLst/>
              <a:cxnLst/>
              <a:rect l="l" t="t" r="r" b="b"/>
              <a:pathLst>
                <a:path w="838200" h="476250">
                  <a:moveTo>
                    <a:pt x="0" y="0"/>
                  </a:moveTo>
                  <a:lnTo>
                    <a:pt x="838200" y="0"/>
                  </a:lnTo>
                  <a:lnTo>
                    <a:pt x="419100" y="476250"/>
                  </a:lnTo>
                  <a:close/>
                </a:path>
              </a:pathLst>
            </a:custGeom>
            <a:solidFill>
              <a:srgbClr val="F0C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band-sh-top-2-0"/>
            <p:cNvSpPr/>
            <p:nvPr/>
          </p:nvSpPr>
          <p:spPr>
            <a:xfrm>
              <a:off x="10172700" y="9391650"/>
              <a:ext cx="5076825" cy="76200"/>
            </a:xfrm>
            <a:prstGeom prst="rect">
              <a:avLst/>
            </a:prstGeom>
            <a:solidFill>
              <a:srgbClr val="000000">
                <a:alpha val="1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nd-sh-top-2-1"/>
            <p:cNvSpPr/>
            <p:nvPr/>
          </p:nvSpPr>
          <p:spPr>
            <a:xfrm>
              <a:off x="10172700" y="9467850"/>
              <a:ext cx="5076825" cy="57150"/>
            </a:xfrm>
            <a:prstGeom prst="rect">
              <a:avLst/>
            </a:prstGeom>
            <a:solidFill>
              <a:srgbClr val="000000">
                <a:alpha val="2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band-sh-top-2-2"/>
            <p:cNvSpPr/>
            <p:nvPr/>
          </p:nvSpPr>
          <p:spPr>
            <a:xfrm>
              <a:off x="10172700" y="9525000"/>
              <a:ext cx="5076825" cy="5715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band-sh-top-2-3"/>
            <p:cNvSpPr/>
            <p:nvPr/>
          </p:nvSpPr>
          <p:spPr>
            <a:xfrm>
              <a:off x="10172700" y="9582150"/>
              <a:ext cx="5076825" cy="57150"/>
            </a:xfrm>
            <a:prstGeom prst="rect">
              <a:avLst/>
            </a:prstGeom>
            <a:solidFill>
              <a:srgbClr val="000000">
                <a:alpha val="48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low-band-2"/>
            <p:cNvSpPr/>
            <p:nvPr/>
          </p:nvSpPr>
          <p:spPr>
            <a:xfrm>
              <a:off x="10172700" y="9639300"/>
              <a:ext cx="5076825" cy="552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band-sh-bot-2-0"/>
            <p:cNvSpPr/>
            <p:nvPr/>
          </p:nvSpPr>
          <p:spPr>
            <a:xfrm>
              <a:off x="10172700" y="10191750"/>
              <a:ext cx="5076825" cy="47625"/>
            </a:xfrm>
            <a:prstGeom prst="rect">
              <a:avLst/>
            </a:prstGeom>
            <a:solidFill>
              <a:srgbClr val="000000">
                <a:alpha val="10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band-sh-bot-2-1"/>
            <p:cNvSpPr/>
            <p:nvPr/>
          </p:nvSpPr>
          <p:spPr>
            <a:xfrm>
              <a:off x="10172700" y="10239375"/>
              <a:ext cx="5076825" cy="47625"/>
            </a:xfrm>
            <a:prstGeom prst="rect">
              <a:avLst/>
            </a:prstGeom>
            <a:solidFill>
              <a:srgbClr val="000000">
                <a:alpha val="8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band-sh-bot-2-2"/>
            <p:cNvSpPr/>
            <p:nvPr/>
          </p:nvSpPr>
          <p:spPr>
            <a:xfrm>
              <a:off x="10172700" y="10287000"/>
              <a:ext cx="5076825" cy="57150"/>
            </a:xfrm>
            <a:prstGeom prst="rect">
              <a:avLst/>
            </a:prstGeom>
            <a:solidFill>
              <a:srgbClr val="000000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band-sh-bot-2-3"/>
            <p:cNvSpPr/>
            <p:nvPr/>
          </p:nvSpPr>
          <p:spPr>
            <a:xfrm>
              <a:off x="10172700" y="10344150"/>
              <a:ext cx="5076825" cy="7620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band-sh-bot-2-4"/>
            <p:cNvSpPr/>
            <p:nvPr/>
          </p:nvSpPr>
          <p:spPr>
            <a:xfrm>
              <a:off x="10172700" y="10420350"/>
              <a:ext cx="5076825" cy="76200"/>
            </a:xfrm>
            <a:prstGeom prst="rect">
              <a:avLst/>
            </a:prstGeom>
            <a:solidFill>
              <a:srgbClr val="000000">
                <a:alpha val="1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card-02-line1"/>
            <p:cNvSpPr txBox="1"/>
            <p:nvPr/>
          </p:nvSpPr>
          <p:spPr>
            <a:xfrm>
              <a:off x="11191875" y="8201025"/>
              <a:ext cx="2867025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风险评估与定级</a:t>
              </a:r>
            </a:p>
          </p:txBody>
        </p:sp>
        <p:sp>
          <p:nvSpPr>
            <p:cNvPr id="66" name="card-02-line2"/>
            <p:cNvSpPr txBox="1"/>
            <p:nvPr/>
          </p:nvSpPr>
          <p:spPr>
            <a:xfrm>
              <a:off x="11268075" y="8924925"/>
              <a:ext cx="2476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风险矩阵分析</a:t>
              </a:r>
            </a:p>
          </p:txBody>
        </p:sp>
        <p:sp>
          <p:nvSpPr>
            <p:cNvPr id="67" name="card-02-line3"/>
            <p:cNvSpPr txBox="1"/>
            <p:nvPr/>
          </p:nvSpPr>
          <p:spPr>
            <a:xfrm>
              <a:off x="11382375" y="9563100"/>
              <a:ext cx="2476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制定整改方案</a:t>
              </a:r>
            </a:p>
          </p:txBody>
        </p:sp>
        <p:sp>
          <p:nvSpPr>
            <p:cNvPr id="68" name="card-02-line4"/>
            <p:cNvSpPr txBox="1"/>
            <p:nvPr/>
          </p:nvSpPr>
          <p:spPr>
            <a:xfrm>
              <a:off x="11268075" y="10210800"/>
              <a:ext cx="3238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分配责任人与预算</a:t>
              </a:r>
            </a:p>
          </p:txBody>
        </p:sp>
        <p:sp>
          <p:nvSpPr>
            <p:cNvPr id="69" name="Freeform 68"/>
            <p:cNvSpPr/>
            <p:nvPr/>
          </p:nvSpPr>
          <p:spPr>
            <a:xfrm>
              <a:off x="1153858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1209103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1264348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319593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link-02-a"/>
            <p:cNvCxnSpPr/>
            <p:nvPr/>
          </p:nvCxnSpPr>
          <p:spPr>
            <a:xfrm>
              <a:off x="12287250" y="6324600"/>
              <a:ext cx="0" cy="762000"/>
            </a:xfrm>
            <a:prstGeom prst="line">
              <a:avLst/>
            </a:prstGeom>
            <a:ln w="57150">
              <a:solidFill>
                <a:srgbClr val="F0C43D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badge-02-ring"/>
            <p:cNvSpPr/>
            <p:nvPr/>
          </p:nvSpPr>
          <p:spPr>
            <a:xfrm>
              <a:off x="11510962" y="4500562"/>
              <a:ext cx="1552575" cy="1552575"/>
            </a:xfrm>
            <a:prstGeom prst="ellipse">
              <a:avLst/>
            </a:prstGeom>
            <a:solidFill>
              <a:srgbClr val="FFFFFF"/>
            </a:solidFill>
            <a:ln w="257175">
              <a:solidFill>
                <a:srgbClr val="F0C4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badge-02-num"/>
            <p:cNvSpPr txBox="1"/>
            <p:nvPr/>
          </p:nvSpPr>
          <p:spPr>
            <a:xfrm>
              <a:off x="11620500" y="4848225"/>
              <a:ext cx="133350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cxnSp>
          <p:nvCxnSpPr>
            <p:cNvPr id="76" name="link-02-b"/>
            <p:cNvCxnSpPr/>
            <p:nvPr/>
          </p:nvCxnSpPr>
          <p:spPr>
            <a:xfrm>
              <a:off x="12363450" y="12801600"/>
              <a:ext cx="0" cy="781050"/>
            </a:xfrm>
            <a:prstGeom prst="line">
              <a:avLst/>
            </a:prstGeom>
            <a:ln w="57150">
              <a:solidFill>
                <a:srgbClr val="F0C43D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icon-02-ring"/>
            <p:cNvSpPr/>
            <p:nvPr/>
          </p:nvSpPr>
          <p:spPr>
            <a:xfrm>
              <a:off x="11415712" y="13654088"/>
              <a:ext cx="1895475" cy="1895475"/>
            </a:xfrm>
            <a:prstGeom prst="ellipse">
              <a:avLst/>
            </a:prstGeom>
            <a:solidFill>
              <a:srgbClr val="FFFFFF"/>
            </a:solidFill>
            <a:ln w="238125">
              <a:solidFill>
                <a:srgbClr val="F0C4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con-02-bell"/>
            <p:cNvSpPr/>
            <p:nvPr/>
          </p:nvSpPr>
          <p:spPr>
            <a:xfrm>
              <a:off x="12077700" y="14182725"/>
              <a:ext cx="571500" cy="590550"/>
            </a:xfrm>
            <a:custGeom>
              <a:avLst/>
              <a:gdLst/>
              <a:ahLst/>
              <a:cxnLst/>
              <a:rect l="l" t="t" r="r" b="b"/>
              <a:pathLst>
                <a:path w="571500" h="590550">
                  <a:moveTo>
                    <a:pt x="0" y="590550"/>
                  </a:moveTo>
                  <a:lnTo>
                    <a:pt x="571500" y="590550"/>
                  </a:lnTo>
                  <a:lnTo>
                    <a:pt x="514350" y="438150"/>
                  </a:lnTo>
                  <a:lnTo>
                    <a:pt x="476250" y="171450"/>
                  </a:lnTo>
                  <a:lnTo>
                    <a:pt x="400050" y="38100"/>
                  </a:lnTo>
                  <a:lnTo>
                    <a:pt x="285750" y="0"/>
                  </a:lnTo>
                  <a:lnTo>
                    <a:pt x="171450" y="38100"/>
                  </a:lnTo>
                  <a:lnTo>
                    <a:pt x="95250" y="171450"/>
                  </a:lnTo>
                  <a:lnTo>
                    <a:pt x="57150" y="438150"/>
                  </a:lnTo>
                  <a:close/>
                </a:path>
              </a:pathLst>
            </a:custGeom>
            <a:solidFill>
              <a:srgbClr val="F0C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icon-02-clap"/>
            <p:cNvSpPr/>
            <p:nvPr/>
          </p:nvSpPr>
          <p:spPr>
            <a:xfrm>
              <a:off x="12277725" y="1484947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0"/>
                  </a:moveTo>
                  <a:lnTo>
                    <a:pt x="171450" y="0"/>
                  </a:lnTo>
                  <a:lnTo>
                    <a:pt x="133350" y="95250"/>
                  </a:lnTo>
                  <a:lnTo>
                    <a:pt x="38100" y="95250"/>
                  </a:lnTo>
                  <a:close/>
                </a:path>
              </a:pathLst>
            </a:custGeom>
            <a:solidFill>
              <a:srgbClr val="F0C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icon-02-w10"/>
            <p:cNvCxnSpPr/>
            <p:nvPr/>
          </p:nvCxnSpPr>
          <p:spPr>
            <a:xfrm flipH="1" flipV="1">
              <a:off x="11868150" y="14277975"/>
              <a:ext cx="95250" cy="76200"/>
            </a:xfrm>
            <a:prstGeom prst="line">
              <a:avLst/>
            </a:prstGeom>
            <a:ln w="57150">
              <a:solidFill>
                <a:srgbClr val="F0C43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icon-02-w20"/>
            <p:cNvCxnSpPr/>
            <p:nvPr/>
          </p:nvCxnSpPr>
          <p:spPr>
            <a:xfrm flipV="1">
              <a:off x="12763500" y="14277975"/>
              <a:ext cx="95250" cy="76200"/>
            </a:xfrm>
            <a:prstGeom prst="line">
              <a:avLst/>
            </a:prstGeom>
            <a:ln w="57150">
              <a:solidFill>
                <a:srgbClr val="F0C43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icon-02-w11"/>
            <p:cNvCxnSpPr/>
            <p:nvPr/>
          </p:nvCxnSpPr>
          <p:spPr>
            <a:xfrm flipH="1" flipV="1">
              <a:off x="11782425" y="14430375"/>
              <a:ext cx="95250" cy="57150"/>
            </a:xfrm>
            <a:prstGeom prst="line">
              <a:avLst/>
            </a:prstGeom>
            <a:ln w="57150">
              <a:solidFill>
                <a:srgbClr val="F0C43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icon-02-w21"/>
            <p:cNvCxnSpPr/>
            <p:nvPr/>
          </p:nvCxnSpPr>
          <p:spPr>
            <a:xfrm flipV="1">
              <a:off x="12849225" y="14430375"/>
              <a:ext cx="95250" cy="57150"/>
            </a:xfrm>
            <a:prstGeom prst="line">
              <a:avLst/>
            </a:prstGeom>
            <a:ln w="57150">
              <a:solidFill>
                <a:srgbClr val="F0C43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column-03"/>
          <p:cNvGrpSpPr/>
          <p:nvPr/>
        </p:nvGrpSpPr>
        <p:grpSpPr>
          <a:xfrm>
            <a:off x="15249525" y="4500562"/>
            <a:ext cx="5276850" cy="11049001"/>
            <a:chOff x="15249525" y="4500562"/>
            <a:chExt cx="5276850" cy="11049001"/>
          </a:xfrm>
        </p:grpSpPr>
        <p:sp>
          <p:nvSpPr>
            <p:cNvPr id="84" name="card-03-outer"/>
            <p:cNvSpPr/>
            <p:nvPr/>
          </p:nvSpPr>
          <p:spPr>
            <a:xfrm>
              <a:off x="15440025" y="7181850"/>
              <a:ext cx="5067300" cy="5543550"/>
            </a:xfrm>
            <a:custGeom>
              <a:avLst/>
              <a:gdLst/>
              <a:ahLst/>
              <a:cxnLst/>
              <a:rect l="l" t="t" r="r" b="b"/>
              <a:pathLst>
                <a:path w="5067300" h="5543550">
                  <a:moveTo>
                    <a:pt x="552450" y="0"/>
                  </a:moveTo>
                  <a:lnTo>
                    <a:pt x="428625" y="57150"/>
                  </a:lnTo>
                  <a:lnTo>
                    <a:pt x="333375" y="114300"/>
                  </a:lnTo>
                  <a:lnTo>
                    <a:pt x="266700" y="171450"/>
                  </a:lnTo>
                  <a:lnTo>
                    <a:pt x="209550" y="228600"/>
                  </a:lnTo>
                  <a:lnTo>
                    <a:pt x="161925" y="285750"/>
                  </a:lnTo>
                  <a:lnTo>
                    <a:pt x="123825" y="342900"/>
                  </a:lnTo>
                  <a:lnTo>
                    <a:pt x="95250" y="400050"/>
                  </a:lnTo>
                  <a:lnTo>
                    <a:pt x="66675" y="457200"/>
                  </a:lnTo>
                  <a:lnTo>
                    <a:pt x="47625" y="514350"/>
                  </a:lnTo>
                  <a:lnTo>
                    <a:pt x="28575" y="571500"/>
                  </a:lnTo>
                  <a:lnTo>
                    <a:pt x="19050" y="628650"/>
                  </a:lnTo>
                  <a:lnTo>
                    <a:pt x="9525" y="685800"/>
                  </a:lnTo>
                  <a:lnTo>
                    <a:pt x="0" y="742950"/>
                  </a:lnTo>
                  <a:lnTo>
                    <a:pt x="0" y="800100"/>
                  </a:lnTo>
                  <a:lnTo>
                    <a:pt x="0" y="857250"/>
                  </a:lnTo>
                  <a:lnTo>
                    <a:pt x="9525" y="914400"/>
                  </a:lnTo>
                  <a:lnTo>
                    <a:pt x="19050" y="971550"/>
                  </a:lnTo>
                  <a:lnTo>
                    <a:pt x="38100" y="1028700"/>
                  </a:lnTo>
                  <a:lnTo>
                    <a:pt x="57150" y="1085850"/>
                  </a:lnTo>
                  <a:lnTo>
                    <a:pt x="76200" y="1143000"/>
                  </a:lnTo>
                  <a:lnTo>
                    <a:pt x="104775" y="1200150"/>
                  </a:lnTo>
                  <a:lnTo>
                    <a:pt x="123825" y="1257300"/>
                  </a:lnTo>
                  <a:lnTo>
                    <a:pt x="142875" y="1314450"/>
                  </a:lnTo>
                  <a:lnTo>
                    <a:pt x="171450" y="1371600"/>
                  </a:lnTo>
                  <a:lnTo>
                    <a:pt x="190500" y="1428750"/>
                  </a:lnTo>
                  <a:lnTo>
                    <a:pt x="209550" y="1485900"/>
                  </a:lnTo>
                  <a:lnTo>
                    <a:pt x="238125" y="1543050"/>
                  </a:lnTo>
                  <a:lnTo>
                    <a:pt x="257175" y="1600200"/>
                  </a:lnTo>
                  <a:lnTo>
                    <a:pt x="276225" y="1657350"/>
                  </a:lnTo>
                  <a:lnTo>
                    <a:pt x="304800" y="1714500"/>
                  </a:lnTo>
                  <a:lnTo>
                    <a:pt x="323850" y="1771650"/>
                  </a:lnTo>
                  <a:lnTo>
                    <a:pt x="352425" y="1828800"/>
                  </a:lnTo>
                  <a:lnTo>
                    <a:pt x="371475" y="1885950"/>
                  </a:lnTo>
                  <a:lnTo>
                    <a:pt x="390525" y="1943100"/>
                  </a:lnTo>
                  <a:lnTo>
                    <a:pt x="419100" y="2000250"/>
                  </a:lnTo>
                  <a:lnTo>
                    <a:pt x="438150" y="2057400"/>
                  </a:lnTo>
                  <a:lnTo>
                    <a:pt x="457200" y="2114550"/>
                  </a:lnTo>
                  <a:lnTo>
                    <a:pt x="485775" y="2171700"/>
                  </a:lnTo>
                  <a:lnTo>
                    <a:pt x="504825" y="2228850"/>
                  </a:lnTo>
                  <a:lnTo>
                    <a:pt x="523875" y="2286000"/>
                  </a:lnTo>
                  <a:lnTo>
                    <a:pt x="552450" y="2343150"/>
                  </a:lnTo>
                  <a:lnTo>
                    <a:pt x="571500" y="2400300"/>
                  </a:lnTo>
                  <a:lnTo>
                    <a:pt x="609600" y="3028950"/>
                  </a:lnTo>
                  <a:lnTo>
                    <a:pt x="590550" y="3086100"/>
                  </a:lnTo>
                  <a:lnTo>
                    <a:pt x="561975" y="3143250"/>
                  </a:lnTo>
                  <a:lnTo>
                    <a:pt x="542925" y="3200400"/>
                  </a:lnTo>
                  <a:lnTo>
                    <a:pt x="523875" y="3257550"/>
                  </a:lnTo>
                  <a:lnTo>
                    <a:pt x="504825" y="3314700"/>
                  </a:lnTo>
                  <a:lnTo>
                    <a:pt x="476250" y="3371850"/>
                  </a:lnTo>
                  <a:lnTo>
                    <a:pt x="457200" y="3429000"/>
                  </a:lnTo>
                  <a:lnTo>
                    <a:pt x="428625" y="3486150"/>
                  </a:lnTo>
                  <a:lnTo>
                    <a:pt x="409575" y="3543300"/>
                  </a:lnTo>
                  <a:lnTo>
                    <a:pt x="390525" y="3600450"/>
                  </a:lnTo>
                  <a:lnTo>
                    <a:pt x="361950" y="3657600"/>
                  </a:lnTo>
                  <a:lnTo>
                    <a:pt x="342900" y="3714750"/>
                  </a:lnTo>
                  <a:lnTo>
                    <a:pt x="323850" y="3771900"/>
                  </a:lnTo>
                  <a:lnTo>
                    <a:pt x="295275" y="3829050"/>
                  </a:lnTo>
                  <a:lnTo>
                    <a:pt x="276225" y="3886200"/>
                  </a:lnTo>
                  <a:lnTo>
                    <a:pt x="257175" y="3943350"/>
                  </a:lnTo>
                  <a:lnTo>
                    <a:pt x="228600" y="4000500"/>
                  </a:lnTo>
                  <a:lnTo>
                    <a:pt x="209550" y="4057650"/>
                  </a:lnTo>
                  <a:lnTo>
                    <a:pt x="190500" y="4114800"/>
                  </a:lnTo>
                  <a:lnTo>
                    <a:pt x="161925" y="4171950"/>
                  </a:lnTo>
                  <a:lnTo>
                    <a:pt x="142875" y="4229100"/>
                  </a:lnTo>
                  <a:lnTo>
                    <a:pt x="123825" y="4286250"/>
                  </a:lnTo>
                  <a:lnTo>
                    <a:pt x="95250" y="4343400"/>
                  </a:lnTo>
                  <a:lnTo>
                    <a:pt x="76200" y="4400550"/>
                  </a:lnTo>
                  <a:lnTo>
                    <a:pt x="57150" y="4457700"/>
                  </a:lnTo>
                  <a:lnTo>
                    <a:pt x="38100" y="4514850"/>
                  </a:lnTo>
                  <a:lnTo>
                    <a:pt x="19050" y="4572000"/>
                  </a:lnTo>
                  <a:lnTo>
                    <a:pt x="9525" y="4629150"/>
                  </a:lnTo>
                  <a:lnTo>
                    <a:pt x="9525" y="4686300"/>
                  </a:lnTo>
                  <a:lnTo>
                    <a:pt x="0" y="4743450"/>
                  </a:lnTo>
                  <a:lnTo>
                    <a:pt x="9525" y="4800600"/>
                  </a:lnTo>
                  <a:lnTo>
                    <a:pt x="9525" y="4857750"/>
                  </a:lnTo>
                  <a:lnTo>
                    <a:pt x="19050" y="4914900"/>
                  </a:lnTo>
                  <a:lnTo>
                    <a:pt x="38100" y="4972050"/>
                  </a:lnTo>
                  <a:lnTo>
                    <a:pt x="57150" y="5029200"/>
                  </a:lnTo>
                  <a:lnTo>
                    <a:pt x="76200" y="5086350"/>
                  </a:lnTo>
                  <a:lnTo>
                    <a:pt x="104775" y="5143500"/>
                  </a:lnTo>
                  <a:lnTo>
                    <a:pt x="142875" y="5200650"/>
                  </a:lnTo>
                  <a:lnTo>
                    <a:pt x="180975" y="5257800"/>
                  </a:lnTo>
                  <a:lnTo>
                    <a:pt x="228600" y="5314950"/>
                  </a:lnTo>
                  <a:lnTo>
                    <a:pt x="285750" y="5372100"/>
                  </a:lnTo>
                  <a:lnTo>
                    <a:pt x="361950" y="5429250"/>
                  </a:lnTo>
                  <a:lnTo>
                    <a:pt x="457200" y="5486400"/>
                  </a:lnTo>
                  <a:lnTo>
                    <a:pt x="600075" y="5543550"/>
                  </a:lnTo>
                  <a:lnTo>
                    <a:pt x="3752850" y="5543550"/>
                  </a:lnTo>
                  <a:lnTo>
                    <a:pt x="3886200" y="5486400"/>
                  </a:lnTo>
                  <a:lnTo>
                    <a:pt x="3981450" y="5429250"/>
                  </a:lnTo>
                  <a:lnTo>
                    <a:pt x="4048125" y="5372100"/>
                  </a:lnTo>
                  <a:lnTo>
                    <a:pt x="4114800" y="5314950"/>
                  </a:lnTo>
                  <a:lnTo>
                    <a:pt x="4162425" y="5257800"/>
                  </a:lnTo>
                  <a:lnTo>
                    <a:pt x="4200525" y="5200650"/>
                  </a:lnTo>
                  <a:lnTo>
                    <a:pt x="4238625" y="5143500"/>
                  </a:lnTo>
                  <a:lnTo>
                    <a:pt x="4267200" y="5086350"/>
                  </a:lnTo>
                  <a:lnTo>
                    <a:pt x="4286250" y="5029200"/>
                  </a:lnTo>
                  <a:lnTo>
                    <a:pt x="4314825" y="4972050"/>
                  </a:lnTo>
                  <a:lnTo>
                    <a:pt x="4333875" y="4914900"/>
                  </a:lnTo>
                  <a:lnTo>
                    <a:pt x="4352925" y="4857750"/>
                  </a:lnTo>
                  <a:lnTo>
                    <a:pt x="4381500" y="4800600"/>
                  </a:lnTo>
                  <a:lnTo>
                    <a:pt x="4400550" y="4743450"/>
                  </a:lnTo>
                  <a:lnTo>
                    <a:pt x="4419600" y="4686300"/>
                  </a:lnTo>
                  <a:lnTo>
                    <a:pt x="4448175" y="4629150"/>
                  </a:lnTo>
                  <a:lnTo>
                    <a:pt x="4467225" y="4572000"/>
                  </a:lnTo>
                  <a:lnTo>
                    <a:pt x="4486275" y="4514850"/>
                  </a:lnTo>
                  <a:lnTo>
                    <a:pt x="4514850" y="4457700"/>
                  </a:lnTo>
                  <a:lnTo>
                    <a:pt x="4533900" y="4400550"/>
                  </a:lnTo>
                  <a:lnTo>
                    <a:pt x="4552950" y="4343400"/>
                  </a:lnTo>
                  <a:lnTo>
                    <a:pt x="4581525" y="4286250"/>
                  </a:lnTo>
                  <a:lnTo>
                    <a:pt x="4600575" y="4229100"/>
                  </a:lnTo>
                  <a:lnTo>
                    <a:pt x="4619625" y="4171950"/>
                  </a:lnTo>
                  <a:lnTo>
                    <a:pt x="4648200" y="4114800"/>
                  </a:lnTo>
                  <a:lnTo>
                    <a:pt x="4667250" y="4057650"/>
                  </a:lnTo>
                  <a:lnTo>
                    <a:pt x="4686300" y="4000500"/>
                  </a:lnTo>
                  <a:lnTo>
                    <a:pt x="4714875" y="3943350"/>
                  </a:lnTo>
                  <a:lnTo>
                    <a:pt x="4733925" y="3886200"/>
                  </a:lnTo>
                  <a:lnTo>
                    <a:pt x="4762500" y="3829050"/>
                  </a:lnTo>
                  <a:lnTo>
                    <a:pt x="4781550" y="3771900"/>
                  </a:lnTo>
                  <a:lnTo>
                    <a:pt x="4800600" y="3714750"/>
                  </a:lnTo>
                  <a:lnTo>
                    <a:pt x="4829175" y="3657600"/>
                  </a:lnTo>
                  <a:lnTo>
                    <a:pt x="4848225" y="3600450"/>
                  </a:lnTo>
                  <a:lnTo>
                    <a:pt x="4867275" y="3543300"/>
                  </a:lnTo>
                  <a:lnTo>
                    <a:pt x="4895850" y="3486150"/>
                  </a:lnTo>
                  <a:lnTo>
                    <a:pt x="4914900" y="3429000"/>
                  </a:lnTo>
                  <a:lnTo>
                    <a:pt x="4933950" y="3371850"/>
                  </a:lnTo>
                  <a:lnTo>
                    <a:pt x="4962525" y="3314700"/>
                  </a:lnTo>
                  <a:lnTo>
                    <a:pt x="4981575" y="3257550"/>
                  </a:lnTo>
                  <a:lnTo>
                    <a:pt x="5000625" y="3200400"/>
                  </a:lnTo>
                  <a:lnTo>
                    <a:pt x="5029200" y="3143250"/>
                  </a:lnTo>
                  <a:lnTo>
                    <a:pt x="5048250" y="3086100"/>
                  </a:lnTo>
                  <a:lnTo>
                    <a:pt x="5067300" y="3028950"/>
                  </a:lnTo>
                  <a:lnTo>
                    <a:pt x="5029200" y="2400300"/>
                  </a:lnTo>
                  <a:lnTo>
                    <a:pt x="5010150" y="2343150"/>
                  </a:lnTo>
                  <a:lnTo>
                    <a:pt x="4991100" y="2286000"/>
                  </a:lnTo>
                  <a:lnTo>
                    <a:pt x="4962525" y="2228850"/>
                  </a:lnTo>
                  <a:lnTo>
                    <a:pt x="4943475" y="2171700"/>
                  </a:lnTo>
                  <a:lnTo>
                    <a:pt x="4924425" y="2114550"/>
                  </a:lnTo>
                  <a:lnTo>
                    <a:pt x="4895850" y="2057400"/>
                  </a:lnTo>
                  <a:lnTo>
                    <a:pt x="4876800" y="2000250"/>
                  </a:lnTo>
                  <a:lnTo>
                    <a:pt x="4857750" y="1943100"/>
                  </a:lnTo>
                  <a:lnTo>
                    <a:pt x="4829175" y="1885950"/>
                  </a:lnTo>
                  <a:lnTo>
                    <a:pt x="4810125" y="1828800"/>
                  </a:lnTo>
                  <a:lnTo>
                    <a:pt x="4791075" y="1771650"/>
                  </a:lnTo>
                  <a:lnTo>
                    <a:pt x="4762500" y="1714500"/>
                  </a:lnTo>
                  <a:lnTo>
                    <a:pt x="4743450" y="1657350"/>
                  </a:lnTo>
                  <a:lnTo>
                    <a:pt x="4724400" y="1600200"/>
                  </a:lnTo>
                  <a:lnTo>
                    <a:pt x="4695825" y="1543050"/>
                  </a:lnTo>
                  <a:lnTo>
                    <a:pt x="4676775" y="1485900"/>
                  </a:lnTo>
                  <a:lnTo>
                    <a:pt x="4648200" y="1428750"/>
                  </a:lnTo>
                  <a:lnTo>
                    <a:pt x="4629150" y="1371600"/>
                  </a:lnTo>
                  <a:lnTo>
                    <a:pt x="4610100" y="1314450"/>
                  </a:lnTo>
                  <a:lnTo>
                    <a:pt x="4581525" y="1257300"/>
                  </a:lnTo>
                  <a:lnTo>
                    <a:pt x="4562475" y="1200150"/>
                  </a:lnTo>
                  <a:lnTo>
                    <a:pt x="4543425" y="1143000"/>
                  </a:lnTo>
                  <a:lnTo>
                    <a:pt x="4514850" y="1085850"/>
                  </a:lnTo>
                  <a:lnTo>
                    <a:pt x="4495800" y="1028700"/>
                  </a:lnTo>
                  <a:lnTo>
                    <a:pt x="4476750" y="971550"/>
                  </a:lnTo>
                  <a:lnTo>
                    <a:pt x="4448175" y="914400"/>
                  </a:lnTo>
                  <a:lnTo>
                    <a:pt x="4429125" y="857250"/>
                  </a:lnTo>
                  <a:lnTo>
                    <a:pt x="4410075" y="800100"/>
                  </a:lnTo>
                  <a:lnTo>
                    <a:pt x="4381500" y="742950"/>
                  </a:lnTo>
                  <a:lnTo>
                    <a:pt x="4362450" y="685800"/>
                  </a:lnTo>
                  <a:lnTo>
                    <a:pt x="4343400" y="628650"/>
                  </a:lnTo>
                  <a:lnTo>
                    <a:pt x="4314825" y="571500"/>
                  </a:lnTo>
                  <a:lnTo>
                    <a:pt x="4295775" y="514350"/>
                  </a:lnTo>
                  <a:lnTo>
                    <a:pt x="4267200" y="457200"/>
                  </a:lnTo>
                  <a:lnTo>
                    <a:pt x="4248150" y="400050"/>
                  </a:lnTo>
                  <a:lnTo>
                    <a:pt x="4210050" y="342900"/>
                  </a:lnTo>
                  <a:lnTo>
                    <a:pt x="4171950" y="285750"/>
                  </a:lnTo>
                  <a:lnTo>
                    <a:pt x="4124325" y="228600"/>
                  </a:lnTo>
                  <a:lnTo>
                    <a:pt x="4067175" y="171450"/>
                  </a:lnTo>
                  <a:lnTo>
                    <a:pt x="4000500" y="114300"/>
                  </a:lnTo>
                  <a:lnTo>
                    <a:pt x="3914775" y="57150"/>
                  </a:lnTo>
                  <a:lnTo>
                    <a:pt x="3790950" y="0"/>
                  </a:lnTo>
                  <a:close/>
                </a:path>
              </a:pathLst>
            </a:custGeom>
            <a:solidFill>
              <a:srgbClr val="EB61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card-03-inner"/>
            <p:cNvSpPr/>
            <p:nvPr/>
          </p:nvSpPr>
          <p:spPr>
            <a:xfrm>
              <a:off x="15935325" y="7581900"/>
              <a:ext cx="4076700" cy="4629150"/>
            </a:xfrm>
            <a:custGeom>
              <a:avLst/>
              <a:gdLst/>
              <a:ahLst/>
              <a:cxnLst/>
              <a:rect l="l" t="t" r="r" b="b"/>
              <a:pathLst>
                <a:path w="4076700" h="4629150">
                  <a:moveTo>
                    <a:pt x="95250" y="0"/>
                  </a:moveTo>
                  <a:lnTo>
                    <a:pt x="66675" y="57150"/>
                  </a:lnTo>
                  <a:lnTo>
                    <a:pt x="47625" y="114300"/>
                  </a:lnTo>
                  <a:lnTo>
                    <a:pt x="28575" y="171450"/>
                  </a:lnTo>
                  <a:lnTo>
                    <a:pt x="19050" y="228600"/>
                  </a:lnTo>
                  <a:lnTo>
                    <a:pt x="9525" y="285750"/>
                  </a:lnTo>
                  <a:lnTo>
                    <a:pt x="0" y="342900"/>
                  </a:lnTo>
                  <a:lnTo>
                    <a:pt x="0" y="400050"/>
                  </a:lnTo>
                  <a:lnTo>
                    <a:pt x="0" y="457200"/>
                  </a:lnTo>
                  <a:lnTo>
                    <a:pt x="9525" y="514350"/>
                  </a:lnTo>
                  <a:lnTo>
                    <a:pt x="19050" y="571500"/>
                  </a:lnTo>
                  <a:lnTo>
                    <a:pt x="38100" y="628650"/>
                  </a:lnTo>
                  <a:lnTo>
                    <a:pt x="57150" y="685800"/>
                  </a:lnTo>
                  <a:lnTo>
                    <a:pt x="76200" y="742950"/>
                  </a:lnTo>
                  <a:lnTo>
                    <a:pt x="104775" y="800100"/>
                  </a:lnTo>
                  <a:lnTo>
                    <a:pt x="123825" y="857250"/>
                  </a:lnTo>
                  <a:lnTo>
                    <a:pt x="142875" y="914400"/>
                  </a:lnTo>
                  <a:lnTo>
                    <a:pt x="171450" y="971550"/>
                  </a:lnTo>
                  <a:lnTo>
                    <a:pt x="190500" y="1028700"/>
                  </a:lnTo>
                  <a:lnTo>
                    <a:pt x="209550" y="1085850"/>
                  </a:lnTo>
                  <a:lnTo>
                    <a:pt x="238125" y="1143000"/>
                  </a:lnTo>
                  <a:lnTo>
                    <a:pt x="257175" y="1200150"/>
                  </a:lnTo>
                  <a:lnTo>
                    <a:pt x="276225" y="1257300"/>
                  </a:lnTo>
                  <a:lnTo>
                    <a:pt x="304800" y="1314450"/>
                  </a:lnTo>
                  <a:lnTo>
                    <a:pt x="323850" y="1371600"/>
                  </a:lnTo>
                  <a:lnTo>
                    <a:pt x="352425" y="1428750"/>
                  </a:lnTo>
                  <a:lnTo>
                    <a:pt x="371475" y="1485900"/>
                  </a:lnTo>
                  <a:lnTo>
                    <a:pt x="390525" y="1543050"/>
                  </a:lnTo>
                  <a:lnTo>
                    <a:pt x="419100" y="1600200"/>
                  </a:lnTo>
                  <a:lnTo>
                    <a:pt x="438150" y="1657350"/>
                  </a:lnTo>
                  <a:lnTo>
                    <a:pt x="457200" y="1714500"/>
                  </a:lnTo>
                  <a:lnTo>
                    <a:pt x="485775" y="1771650"/>
                  </a:lnTo>
                  <a:lnTo>
                    <a:pt x="504825" y="1828800"/>
                  </a:lnTo>
                  <a:lnTo>
                    <a:pt x="523875" y="1885950"/>
                  </a:lnTo>
                  <a:lnTo>
                    <a:pt x="552450" y="1943100"/>
                  </a:lnTo>
                  <a:lnTo>
                    <a:pt x="571500" y="2000250"/>
                  </a:lnTo>
                  <a:lnTo>
                    <a:pt x="609600" y="2628900"/>
                  </a:lnTo>
                  <a:lnTo>
                    <a:pt x="590550" y="2686050"/>
                  </a:lnTo>
                  <a:lnTo>
                    <a:pt x="561975" y="2743200"/>
                  </a:lnTo>
                  <a:lnTo>
                    <a:pt x="542925" y="2800350"/>
                  </a:lnTo>
                  <a:lnTo>
                    <a:pt x="523875" y="2857500"/>
                  </a:lnTo>
                  <a:lnTo>
                    <a:pt x="504825" y="2914650"/>
                  </a:lnTo>
                  <a:lnTo>
                    <a:pt x="476250" y="2971800"/>
                  </a:lnTo>
                  <a:lnTo>
                    <a:pt x="457200" y="3028950"/>
                  </a:lnTo>
                  <a:lnTo>
                    <a:pt x="428625" y="3086100"/>
                  </a:lnTo>
                  <a:lnTo>
                    <a:pt x="409575" y="3143250"/>
                  </a:lnTo>
                  <a:lnTo>
                    <a:pt x="390525" y="3200400"/>
                  </a:lnTo>
                  <a:lnTo>
                    <a:pt x="361950" y="3257550"/>
                  </a:lnTo>
                  <a:lnTo>
                    <a:pt x="342900" y="3314700"/>
                  </a:lnTo>
                  <a:lnTo>
                    <a:pt x="323850" y="3371850"/>
                  </a:lnTo>
                  <a:lnTo>
                    <a:pt x="295275" y="3429000"/>
                  </a:lnTo>
                  <a:lnTo>
                    <a:pt x="276225" y="3486150"/>
                  </a:lnTo>
                  <a:lnTo>
                    <a:pt x="257175" y="3543300"/>
                  </a:lnTo>
                  <a:lnTo>
                    <a:pt x="228600" y="3600450"/>
                  </a:lnTo>
                  <a:lnTo>
                    <a:pt x="209550" y="3657600"/>
                  </a:lnTo>
                  <a:lnTo>
                    <a:pt x="190500" y="3714750"/>
                  </a:lnTo>
                  <a:lnTo>
                    <a:pt x="161925" y="3771900"/>
                  </a:lnTo>
                  <a:lnTo>
                    <a:pt x="142875" y="3829050"/>
                  </a:lnTo>
                  <a:lnTo>
                    <a:pt x="123825" y="3886200"/>
                  </a:lnTo>
                  <a:lnTo>
                    <a:pt x="95250" y="3943350"/>
                  </a:lnTo>
                  <a:lnTo>
                    <a:pt x="76200" y="4000500"/>
                  </a:lnTo>
                  <a:lnTo>
                    <a:pt x="57150" y="4057650"/>
                  </a:lnTo>
                  <a:lnTo>
                    <a:pt x="38100" y="4114800"/>
                  </a:lnTo>
                  <a:lnTo>
                    <a:pt x="19050" y="4171950"/>
                  </a:lnTo>
                  <a:lnTo>
                    <a:pt x="9525" y="4229100"/>
                  </a:lnTo>
                  <a:lnTo>
                    <a:pt x="9525" y="4286250"/>
                  </a:lnTo>
                  <a:lnTo>
                    <a:pt x="0" y="4343400"/>
                  </a:lnTo>
                  <a:lnTo>
                    <a:pt x="9525" y="4400550"/>
                  </a:lnTo>
                  <a:lnTo>
                    <a:pt x="9525" y="4457700"/>
                  </a:lnTo>
                  <a:lnTo>
                    <a:pt x="19050" y="4514850"/>
                  </a:lnTo>
                  <a:lnTo>
                    <a:pt x="38100" y="4572000"/>
                  </a:lnTo>
                  <a:lnTo>
                    <a:pt x="57150" y="4629150"/>
                  </a:lnTo>
                  <a:lnTo>
                    <a:pt x="3295650" y="4629150"/>
                  </a:lnTo>
                  <a:lnTo>
                    <a:pt x="3324225" y="4572000"/>
                  </a:lnTo>
                  <a:lnTo>
                    <a:pt x="3343275" y="4514850"/>
                  </a:lnTo>
                  <a:lnTo>
                    <a:pt x="3362325" y="4457700"/>
                  </a:lnTo>
                  <a:lnTo>
                    <a:pt x="3390900" y="4400550"/>
                  </a:lnTo>
                  <a:lnTo>
                    <a:pt x="3409950" y="4343400"/>
                  </a:lnTo>
                  <a:lnTo>
                    <a:pt x="3429000" y="4286250"/>
                  </a:lnTo>
                  <a:lnTo>
                    <a:pt x="3457575" y="4229100"/>
                  </a:lnTo>
                  <a:lnTo>
                    <a:pt x="3476625" y="4171950"/>
                  </a:lnTo>
                  <a:lnTo>
                    <a:pt x="3495675" y="4114800"/>
                  </a:lnTo>
                  <a:lnTo>
                    <a:pt x="3524250" y="4057650"/>
                  </a:lnTo>
                  <a:lnTo>
                    <a:pt x="3543300" y="4000500"/>
                  </a:lnTo>
                  <a:lnTo>
                    <a:pt x="3562350" y="3943350"/>
                  </a:lnTo>
                  <a:lnTo>
                    <a:pt x="3590925" y="3886200"/>
                  </a:lnTo>
                  <a:lnTo>
                    <a:pt x="3609975" y="3829050"/>
                  </a:lnTo>
                  <a:lnTo>
                    <a:pt x="3629025" y="3771900"/>
                  </a:lnTo>
                  <a:lnTo>
                    <a:pt x="3657600" y="3714750"/>
                  </a:lnTo>
                  <a:lnTo>
                    <a:pt x="3676650" y="3657600"/>
                  </a:lnTo>
                  <a:lnTo>
                    <a:pt x="3695700" y="3600450"/>
                  </a:lnTo>
                  <a:lnTo>
                    <a:pt x="3724275" y="3543300"/>
                  </a:lnTo>
                  <a:lnTo>
                    <a:pt x="3743325" y="3486150"/>
                  </a:lnTo>
                  <a:lnTo>
                    <a:pt x="3771900" y="3429000"/>
                  </a:lnTo>
                  <a:lnTo>
                    <a:pt x="3790950" y="3371850"/>
                  </a:lnTo>
                  <a:lnTo>
                    <a:pt x="3810000" y="3314700"/>
                  </a:lnTo>
                  <a:lnTo>
                    <a:pt x="3838575" y="3257550"/>
                  </a:lnTo>
                  <a:lnTo>
                    <a:pt x="3857625" y="3200400"/>
                  </a:lnTo>
                  <a:lnTo>
                    <a:pt x="3876675" y="3143250"/>
                  </a:lnTo>
                  <a:lnTo>
                    <a:pt x="3905250" y="3086100"/>
                  </a:lnTo>
                  <a:lnTo>
                    <a:pt x="3924300" y="3028950"/>
                  </a:lnTo>
                  <a:lnTo>
                    <a:pt x="3943350" y="2971800"/>
                  </a:lnTo>
                  <a:lnTo>
                    <a:pt x="3971925" y="2914650"/>
                  </a:lnTo>
                  <a:lnTo>
                    <a:pt x="3990975" y="2857500"/>
                  </a:lnTo>
                  <a:lnTo>
                    <a:pt x="4010025" y="2800350"/>
                  </a:lnTo>
                  <a:lnTo>
                    <a:pt x="4038600" y="2743200"/>
                  </a:lnTo>
                  <a:lnTo>
                    <a:pt x="4057650" y="2686050"/>
                  </a:lnTo>
                  <a:lnTo>
                    <a:pt x="4076700" y="2628900"/>
                  </a:lnTo>
                  <a:lnTo>
                    <a:pt x="4038600" y="2000250"/>
                  </a:lnTo>
                  <a:lnTo>
                    <a:pt x="4019550" y="1943100"/>
                  </a:lnTo>
                  <a:lnTo>
                    <a:pt x="4000500" y="1885950"/>
                  </a:lnTo>
                  <a:lnTo>
                    <a:pt x="3971925" y="1828800"/>
                  </a:lnTo>
                  <a:lnTo>
                    <a:pt x="3952875" y="1771650"/>
                  </a:lnTo>
                  <a:lnTo>
                    <a:pt x="3933825" y="1714500"/>
                  </a:lnTo>
                  <a:lnTo>
                    <a:pt x="3905250" y="1657350"/>
                  </a:lnTo>
                  <a:lnTo>
                    <a:pt x="3886200" y="1600200"/>
                  </a:lnTo>
                  <a:lnTo>
                    <a:pt x="3867150" y="1543050"/>
                  </a:lnTo>
                  <a:lnTo>
                    <a:pt x="3838575" y="1485900"/>
                  </a:lnTo>
                  <a:lnTo>
                    <a:pt x="3819525" y="1428750"/>
                  </a:lnTo>
                  <a:lnTo>
                    <a:pt x="3800475" y="1371600"/>
                  </a:lnTo>
                  <a:lnTo>
                    <a:pt x="3771900" y="1314450"/>
                  </a:lnTo>
                  <a:lnTo>
                    <a:pt x="3752850" y="1257300"/>
                  </a:lnTo>
                  <a:lnTo>
                    <a:pt x="3733800" y="1200150"/>
                  </a:lnTo>
                  <a:lnTo>
                    <a:pt x="3705225" y="1143000"/>
                  </a:lnTo>
                  <a:lnTo>
                    <a:pt x="3686175" y="1085850"/>
                  </a:lnTo>
                  <a:lnTo>
                    <a:pt x="3657600" y="1028700"/>
                  </a:lnTo>
                  <a:lnTo>
                    <a:pt x="3638550" y="971550"/>
                  </a:lnTo>
                  <a:lnTo>
                    <a:pt x="3619500" y="914400"/>
                  </a:lnTo>
                  <a:lnTo>
                    <a:pt x="3590925" y="857250"/>
                  </a:lnTo>
                  <a:lnTo>
                    <a:pt x="3571875" y="800100"/>
                  </a:lnTo>
                  <a:lnTo>
                    <a:pt x="3552825" y="742950"/>
                  </a:lnTo>
                  <a:lnTo>
                    <a:pt x="3524250" y="685800"/>
                  </a:lnTo>
                  <a:lnTo>
                    <a:pt x="3505200" y="628650"/>
                  </a:lnTo>
                  <a:lnTo>
                    <a:pt x="3486150" y="571500"/>
                  </a:lnTo>
                  <a:lnTo>
                    <a:pt x="3457575" y="514350"/>
                  </a:lnTo>
                  <a:lnTo>
                    <a:pt x="3438525" y="457200"/>
                  </a:lnTo>
                  <a:lnTo>
                    <a:pt x="3419475" y="400050"/>
                  </a:lnTo>
                  <a:lnTo>
                    <a:pt x="3390900" y="342900"/>
                  </a:lnTo>
                  <a:lnTo>
                    <a:pt x="3371850" y="285750"/>
                  </a:lnTo>
                  <a:lnTo>
                    <a:pt x="3352800" y="228600"/>
                  </a:lnTo>
                  <a:lnTo>
                    <a:pt x="3324225" y="171450"/>
                  </a:lnTo>
                  <a:lnTo>
                    <a:pt x="3305175" y="114300"/>
                  </a:lnTo>
                  <a:lnTo>
                    <a:pt x="3276600" y="5715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card-03-notch"/>
            <p:cNvSpPr/>
            <p:nvPr/>
          </p:nvSpPr>
          <p:spPr>
            <a:xfrm>
              <a:off x="17254538" y="7572375"/>
              <a:ext cx="838200" cy="476250"/>
            </a:xfrm>
            <a:custGeom>
              <a:avLst/>
              <a:gdLst/>
              <a:ahLst/>
              <a:cxnLst/>
              <a:rect l="l" t="t" r="r" b="b"/>
              <a:pathLst>
                <a:path w="838200" h="476250">
                  <a:moveTo>
                    <a:pt x="0" y="0"/>
                  </a:moveTo>
                  <a:lnTo>
                    <a:pt x="838200" y="0"/>
                  </a:lnTo>
                  <a:lnTo>
                    <a:pt x="419100" y="476250"/>
                  </a:lnTo>
                  <a:close/>
                </a:path>
              </a:pathLst>
            </a:custGeom>
            <a:solidFill>
              <a:srgbClr val="EB61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band-sh-top-3-0"/>
            <p:cNvSpPr/>
            <p:nvPr/>
          </p:nvSpPr>
          <p:spPr>
            <a:xfrm>
              <a:off x="15249525" y="9391650"/>
              <a:ext cx="5276850" cy="76200"/>
            </a:xfrm>
            <a:prstGeom prst="rect">
              <a:avLst/>
            </a:prstGeom>
            <a:solidFill>
              <a:srgbClr val="000000">
                <a:alpha val="1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band-sh-top-3-1"/>
            <p:cNvSpPr/>
            <p:nvPr/>
          </p:nvSpPr>
          <p:spPr>
            <a:xfrm>
              <a:off x="15249525" y="9467850"/>
              <a:ext cx="5276850" cy="57150"/>
            </a:xfrm>
            <a:prstGeom prst="rect">
              <a:avLst/>
            </a:prstGeom>
            <a:solidFill>
              <a:srgbClr val="000000">
                <a:alpha val="2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band-sh-top-3-2"/>
            <p:cNvSpPr/>
            <p:nvPr/>
          </p:nvSpPr>
          <p:spPr>
            <a:xfrm>
              <a:off x="15249525" y="9525000"/>
              <a:ext cx="5276850" cy="5715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band-sh-top-3-3"/>
            <p:cNvSpPr/>
            <p:nvPr/>
          </p:nvSpPr>
          <p:spPr>
            <a:xfrm>
              <a:off x="15249525" y="9582150"/>
              <a:ext cx="5276850" cy="57150"/>
            </a:xfrm>
            <a:prstGeom prst="rect">
              <a:avLst/>
            </a:prstGeom>
            <a:solidFill>
              <a:srgbClr val="000000">
                <a:alpha val="48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low-band-3"/>
            <p:cNvSpPr/>
            <p:nvPr/>
          </p:nvSpPr>
          <p:spPr>
            <a:xfrm>
              <a:off x="15249525" y="9639300"/>
              <a:ext cx="5276850" cy="552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band-sh-bot-3-0"/>
            <p:cNvSpPr/>
            <p:nvPr/>
          </p:nvSpPr>
          <p:spPr>
            <a:xfrm>
              <a:off x="15249525" y="10191750"/>
              <a:ext cx="5276850" cy="47625"/>
            </a:xfrm>
            <a:prstGeom prst="rect">
              <a:avLst/>
            </a:prstGeom>
            <a:solidFill>
              <a:srgbClr val="000000">
                <a:alpha val="10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band-sh-bot-3-1"/>
            <p:cNvSpPr/>
            <p:nvPr/>
          </p:nvSpPr>
          <p:spPr>
            <a:xfrm>
              <a:off x="15249525" y="10239375"/>
              <a:ext cx="5276850" cy="47625"/>
            </a:xfrm>
            <a:prstGeom prst="rect">
              <a:avLst/>
            </a:prstGeom>
            <a:solidFill>
              <a:srgbClr val="000000">
                <a:alpha val="8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band-sh-bot-3-2"/>
            <p:cNvSpPr/>
            <p:nvPr/>
          </p:nvSpPr>
          <p:spPr>
            <a:xfrm>
              <a:off x="15249525" y="10287000"/>
              <a:ext cx="5276850" cy="57150"/>
            </a:xfrm>
            <a:prstGeom prst="rect">
              <a:avLst/>
            </a:prstGeom>
            <a:solidFill>
              <a:srgbClr val="000000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band-sh-bot-3-3"/>
            <p:cNvSpPr/>
            <p:nvPr/>
          </p:nvSpPr>
          <p:spPr>
            <a:xfrm>
              <a:off x="15249525" y="10344150"/>
              <a:ext cx="5276850" cy="7620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band-sh-bot-3-4"/>
            <p:cNvSpPr/>
            <p:nvPr/>
          </p:nvSpPr>
          <p:spPr>
            <a:xfrm>
              <a:off x="15249525" y="10420350"/>
              <a:ext cx="5276850" cy="76200"/>
            </a:xfrm>
            <a:prstGeom prst="rect">
              <a:avLst/>
            </a:prstGeom>
            <a:solidFill>
              <a:srgbClr val="000000">
                <a:alpha val="1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ard-03-line1"/>
            <p:cNvSpPr txBox="1"/>
            <p:nvPr/>
          </p:nvSpPr>
          <p:spPr>
            <a:xfrm>
              <a:off x="16525875" y="8201025"/>
              <a:ext cx="2867025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整改实施与监控</a:t>
              </a:r>
            </a:p>
          </p:txBody>
        </p:sp>
        <p:sp>
          <p:nvSpPr>
            <p:cNvPr id="98" name="card-03-line2"/>
            <p:cNvSpPr txBox="1"/>
            <p:nvPr/>
          </p:nvSpPr>
          <p:spPr>
            <a:xfrm>
              <a:off x="16602075" y="8924925"/>
              <a:ext cx="2476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现场整改施工</a:t>
              </a:r>
            </a:p>
          </p:txBody>
        </p:sp>
        <p:sp>
          <p:nvSpPr>
            <p:cNvPr id="99" name="card-03-line3"/>
            <p:cNvSpPr txBox="1"/>
            <p:nvPr/>
          </p:nvSpPr>
          <p:spPr>
            <a:xfrm>
              <a:off x="16725900" y="9563100"/>
              <a:ext cx="245745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过程安全监护</a:t>
              </a:r>
            </a:p>
          </p:txBody>
        </p:sp>
        <p:sp>
          <p:nvSpPr>
            <p:cNvPr id="100" name="card-03-line4"/>
            <p:cNvSpPr txBox="1"/>
            <p:nvPr/>
          </p:nvSpPr>
          <p:spPr>
            <a:xfrm>
              <a:off x="16602075" y="10210800"/>
              <a:ext cx="2476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进度每日更新</a:t>
              </a: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6820198" y="11410950"/>
              <a:ext cx="325754" cy="312039"/>
            </a:xfrm>
            <a:custGeom>
              <a:avLst/>
              <a:gdLst/>
              <a:ahLst/>
              <a:cxnLst/>
              <a:rect l="l" t="t" r="r" b="b"/>
              <a:pathLst>
                <a:path w="325754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4" y="116586"/>
                  </a:lnTo>
                  <a:lnTo>
                    <a:pt x="228028" y="192024"/>
                  </a:lnTo>
                  <a:lnTo>
                    <a:pt x="262318" y="312039"/>
                  </a:lnTo>
                  <a:lnTo>
                    <a:pt x="162877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7372648" y="11410950"/>
              <a:ext cx="325754" cy="312039"/>
            </a:xfrm>
            <a:custGeom>
              <a:avLst/>
              <a:gdLst/>
              <a:ahLst/>
              <a:cxnLst/>
              <a:rect l="l" t="t" r="r" b="b"/>
              <a:pathLst>
                <a:path w="325754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4" y="116586"/>
                  </a:lnTo>
                  <a:lnTo>
                    <a:pt x="228028" y="192024"/>
                  </a:lnTo>
                  <a:lnTo>
                    <a:pt x="262318" y="312039"/>
                  </a:lnTo>
                  <a:lnTo>
                    <a:pt x="162877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7925098" y="11410950"/>
              <a:ext cx="325754" cy="312039"/>
            </a:xfrm>
            <a:custGeom>
              <a:avLst/>
              <a:gdLst/>
              <a:ahLst/>
              <a:cxnLst/>
              <a:rect l="l" t="t" r="r" b="b"/>
              <a:pathLst>
                <a:path w="325754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4" y="116586"/>
                  </a:lnTo>
                  <a:lnTo>
                    <a:pt x="228028" y="192024"/>
                  </a:lnTo>
                  <a:lnTo>
                    <a:pt x="262318" y="312039"/>
                  </a:lnTo>
                  <a:lnTo>
                    <a:pt x="162877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8477548" y="11410950"/>
              <a:ext cx="325754" cy="312039"/>
            </a:xfrm>
            <a:custGeom>
              <a:avLst/>
              <a:gdLst/>
              <a:ahLst/>
              <a:cxnLst/>
              <a:rect l="l" t="t" r="r" b="b"/>
              <a:pathLst>
                <a:path w="325754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4" y="116586"/>
                  </a:lnTo>
                  <a:lnTo>
                    <a:pt x="228028" y="192024"/>
                  </a:lnTo>
                  <a:lnTo>
                    <a:pt x="262318" y="312039"/>
                  </a:lnTo>
                  <a:lnTo>
                    <a:pt x="162877" y="236601"/>
                  </a:lnTo>
                  <a:lnTo>
                    <a:pt x="63436" y="312039"/>
                  </a:lnTo>
                  <a:lnTo>
                    <a:pt x="97726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5" name="link-03-a"/>
            <p:cNvCxnSpPr/>
            <p:nvPr/>
          </p:nvCxnSpPr>
          <p:spPr>
            <a:xfrm>
              <a:off x="17706975" y="6324600"/>
              <a:ext cx="0" cy="762000"/>
            </a:xfrm>
            <a:prstGeom prst="line">
              <a:avLst/>
            </a:prstGeom>
            <a:ln w="57150">
              <a:solidFill>
                <a:srgbClr val="EB618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badge-03-ring"/>
            <p:cNvSpPr/>
            <p:nvPr/>
          </p:nvSpPr>
          <p:spPr>
            <a:xfrm>
              <a:off x="16930688" y="4500562"/>
              <a:ext cx="1552575" cy="1552575"/>
            </a:xfrm>
            <a:prstGeom prst="ellipse">
              <a:avLst/>
            </a:prstGeom>
            <a:solidFill>
              <a:srgbClr val="FFFFFF"/>
            </a:solidFill>
            <a:ln w="257175">
              <a:solidFill>
                <a:srgbClr val="EB6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adge-03-num"/>
            <p:cNvSpPr txBox="1"/>
            <p:nvPr/>
          </p:nvSpPr>
          <p:spPr>
            <a:xfrm>
              <a:off x="17040225" y="4848225"/>
              <a:ext cx="133350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cxnSp>
          <p:nvCxnSpPr>
            <p:cNvPr id="108" name="link-03-b"/>
            <p:cNvCxnSpPr/>
            <p:nvPr/>
          </p:nvCxnSpPr>
          <p:spPr>
            <a:xfrm>
              <a:off x="17564100" y="12801600"/>
              <a:ext cx="0" cy="781050"/>
            </a:xfrm>
            <a:prstGeom prst="line">
              <a:avLst/>
            </a:prstGeom>
            <a:ln w="57150">
              <a:solidFill>
                <a:srgbClr val="EB618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icon-03-ring"/>
            <p:cNvSpPr/>
            <p:nvPr/>
          </p:nvSpPr>
          <p:spPr>
            <a:xfrm>
              <a:off x="16616362" y="13654088"/>
              <a:ext cx="1895475" cy="1895475"/>
            </a:xfrm>
            <a:prstGeom prst="ellipse">
              <a:avLst/>
            </a:prstGeom>
            <a:solidFill>
              <a:srgbClr val="FFFFFF"/>
            </a:solidFill>
            <a:ln w="238125">
              <a:solidFill>
                <a:srgbClr val="EB6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icon-03-screen"/>
            <p:cNvSpPr/>
            <p:nvPr/>
          </p:nvSpPr>
          <p:spPr>
            <a:xfrm>
              <a:off x="17164050" y="14220825"/>
              <a:ext cx="800100" cy="5715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66675">
              <a:solidFill>
                <a:srgbClr val="EB6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1" name="icon-03-stand"/>
            <p:cNvCxnSpPr/>
            <p:nvPr/>
          </p:nvCxnSpPr>
          <p:spPr>
            <a:xfrm>
              <a:off x="17411700" y="14792325"/>
              <a:ext cx="304800" cy="0"/>
            </a:xfrm>
            <a:prstGeom prst="line">
              <a:avLst/>
            </a:prstGeom>
            <a:ln w="66675">
              <a:solidFill>
                <a:srgbClr val="EB61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icon-03-base"/>
            <p:cNvCxnSpPr/>
            <p:nvPr/>
          </p:nvCxnSpPr>
          <p:spPr>
            <a:xfrm>
              <a:off x="17316450" y="14925675"/>
              <a:ext cx="495300" cy="0"/>
            </a:xfrm>
            <a:prstGeom prst="line">
              <a:avLst/>
            </a:prstGeom>
            <a:ln w="66675">
              <a:solidFill>
                <a:srgbClr val="EB61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icon-03-pulse"/>
            <p:cNvSpPr/>
            <p:nvPr/>
          </p:nvSpPr>
          <p:spPr>
            <a:xfrm>
              <a:off x="17259300" y="1437322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0" y="152400"/>
                  </a:moveTo>
                  <a:lnTo>
                    <a:pt x="171450" y="152400"/>
                  </a:lnTo>
                  <a:lnTo>
                    <a:pt x="247650" y="0"/>
                  </a:lnTo>
                  <a:lnTo>
                    <a:pt x="342900" y="285750"/>
                  </a:lnTo>
                  <a:lnTo>
                    <a:pt x="419100" y="95250"/>
                  </a:lnTo>
                  <a:lnTo>
                    <a:pt x="495300" y="152400"/>
                  </a:lnTo>
                  <a:lnTo>
                    <a:pt x="609600" y="152400"/>
                  </a:lnTo>
                </a:path>
              </a:pathLst>
            </a:custGeom>
            <a:noFill/>
            <a:ln w="57150">
              <a:solidFill>
                <a:srgbClr val="EB6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icon-03-head"/>
            <p:cNvSpPr/>
            <p:nvPr/>
          </p:nvSpPr>
          <p:spPr>
            <a:xfrm>
              <a:off x="17764125" y="14897100"/>
              <a:ext cx="171450" cy="171450"/>
            </a:xfrm>
            <a:prstGeom prst="ellipse">
              <a:avLst/>
            </a:prstGeom>
            <a:solidFill>
              <a:srgbClr val="EB6185"/>
            </a:solidFill>
            <a:ln w="9525">
              <a:solidFill>
                <a:srgbClr val="EB61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column-04"/>
          <p:cNvGrpSpPr/>
          <p:nvPr/>
        </p:nvGrpSpPr>
        <p:grpSpPr>
          <a:xfrm>
            <a:off x="20526375" y="4500562"/>
            <a:ext cx="5324475" cy="11049001"/>
            <a:chOff x="20526375" y="4500562"/>
            <a:chExt cx="5324475" cy="11049001"/>
          </a:xfrm>
        </p:grpSpPr>
        <p:sp>
          <p:nvSpPr>
            <p:cNvPr id="115" name="card-04-outer"/>
            <p:cNvSpPr/>
            <p:nvPr/>
          </p:nvSpPr>
          <p:spPr>
            <a:xfrm>
              <a:off x="20859750" y="7181850"/>
              <a:ext cx="4991100" cy="5543550"/>
            </a:xfrm>
            <a:custGeom>
              <a:avLst/>
              <a:gdLst/>
              <a:ahLst/>
              <a:cxnLst/>
              <a:rect l="l" t="t" r="r" b="b"/>
              <a:pathLst>
                <a:path w="4991100" h="5543550">
                  <a:moveTo>
                    <a:pt x="438150" y="0"/>
                  </a:moveTo>
                  <a:lnTo>
                    <a:pt x="304800" y="57150"/>
                  </a:lnTo>
                  <a:lnTo>
                    <a:pt x="219075" y="114300"/>
                  </a:lnTo>
                  <a:lnTo>
                    <a:pt x="152400" y="171450"/>
                  </a:lnTo>
                  <a:lnTo>
                    <a:pt x="95250" y="228600"/>
                  </a:lnTo>
                  <a:lnTo>
                    <a:pt x="47625" y="285750"/>
                  </a:lnTo>
                  <a:lnTo>
                    <a:pt x="9525" y="342900"/>
                  </a:lnTo>
                  <a:lnTo>
                    <a:pt x="0" y="400050"/>
                  </a:lnTo>
                  <a:lnTo>
                    <a:pt x="0" y="457200"/>
                  </a:lnTo>
                  <a:lnTo>
                    <a:pt x="0" y="514350"/>
                  </a:lnTo>
                  <a:lnTo>
                    <a:pt x="0" y="571500"/>
                  </a:lnTo>
                  <a:lnTo>
                    <a:pt x="0" y="628650"/>
                  </a:lnTo>
                  <a:lnTo>
                    <a:pt x="0" y="685800"/>
                  </a:lnTo>
                  <a:lnTo>
                    <a:pt x="0" y="742950"/>
                  </a:lnTo>
                  <a:lnTo>
                    <a:pt x="0" y="800100"/>
                  </a:lnTo>
                  <a:lnTo>
                    <a:pt x="0" y="857250"/>
                  </a:lnTo>
                  <a:lnTo>
                    <a:pt x="0" y="914400"/>
                  </a:lnTo>
                  <a:lnTo>
                    <a:pt x="0" y="971550"/>
                  </a:lnTo>
                  <a:lnTo>
                    <a:pt x="0" y="1028700"/>
                  </a:lnTo>
                  <a:lnTo>
                    <a:pt x="0" y="1085850"/>
                  </a:lnTo>
                  <a:lnTo>
                    <a:pt x="0" y="1143000"/>
                  </a:lnTo>
                  <a:lnTo>
                    <a:pt x="0" y="1200150"/>
                  </a:lnTo>
                  <a:lnTo>
                    <a:pt x="9525" y="1257300"/>
                  </a:lnTo>
                  <a:lnTo>
                    <a:pt x="28575" y="1314450"/>
                  </a:lnTo>
                  <a:lnTo>
                    <a:pt x="57150" y="1371600"/>
                  </a:lnTo>
                  <a:lnTo>
                    <a:pt x="76200" y="1428750"/>
                  </a:lnTo>
                  <a:lnTo>
                    <a:pt x="95250" y="1485900"/>
                  </a:lnTo>
                  <a:lnTo>
                    <a:pt x="123825" y="1543050"/>
                  </a:lnTo>
                  <a:lnTo>
                    <a:pt x="142875" y="1600200"/>
                  </a:lnTo>
                  <a:lnTo>
                    <a:pt x="161925" y="1657350"/>
                  </a:lnTo>
                  <a:lnTo>
                    <a:pt x="190500" y="1714500"/>
                  </a:lnTo>
                  <a:lnTo>
                    <a:pt x="209550" y="1771650"/>
                  </a:lnTo>
                  <a:lnTo>
                    <a:pt x="228600" y="1828800"/>
                  </a:lnTo>
                  <a:lnTo>
                    <a:pt x="257175" y="1885950"/>
                  </a:lnTo>
                  <a:lnTo>
                    <a:pt x="276225" y="1943100"/>
                  </a:lnTo>
                  <a:lnTo>
                    <a:pt x="295275" y="2000250"/>
                  </a:lnTo>
                  <a:lnTo>
                    <a:pt x="323850" y="2057400"/>
                  </a:lnTo>
                  <a:lnTo>
                    <a:pt x="342900" y="2114550"/>
                  </a:lnTo>
                  <a:lnTo>
                    <a:pt x="361950" y="2171700"/>
                  </a:lnTo>
                  <a:lnTo>
                    <a:pt x="390525" y="2228850"/>
                  </a:lnTo>
                  <a:lnTo>
                    <a:pt x="409575" y="2286000"/>
                  </a:lnTo>
                  <a:lnTo>
                    <a:pt x="428625" y="2343150"/>
                  </a:lnTo>
                  <a:lnTo>
                    <a:pt x="457200" y="2400300"/>
                  </a:lnTo>
                  <a:lnTo>
                    <a:pt x="4410075" y="2457450"/>
                  </a:lnTo>
                  <a:lnTo>
                    <a:pt x="4429125" y="2514600"/>
                  </a:lnTo>
                  <a:lnTo>
                    <a:pt x="4457700" y="2571750"/>
                  </a:lnTo>
                  <a:lnTo>
                    <a:pt x="4476750" y="2628900"/>
                  </a:lnTo>
                  <a:lnTo>
                    <a:pt x="4495800" y="2686050"/>
                  </a:lnTo>
                  <a:lnTo>
                    <a:pt x="4505325" y="2743200"/>
                  </a:lnTo>
                  <a:lnTo>
                    <a:pt x="4505325" y="2800350"/>
                  </a:lnTo>
                  <a:lnTo>
                    <a:pt x="4486275" y="2857500"/>
                  </a:lnTo>
                  <a:lnTo>
                    <a:pt x="4467225" y="2914650"/>
                  </a:lnTo>
                  <a:lnTo>
                    <a:pt x="4448175" y="2971800"/>
                  </a:lnTo>
                  <a:lnTo>
                    <a:pt x="495300" y="3028950"/>
                  </a:lnTo>
                  <a:lnTo>
                    <a:pt x="466725" y="3086100"/>
                  </a:lnTo>
                  <a:lnTo>
                    <a:pt x="447675" y="3143250"/>
                  </a:lnTo>
                  <a:lnTo>
                    <a:pt x="428625" y="3200400"/>
                  </a:lnTo>
                  <a:lnTo>
                    <a:pt x="400050" y="3257550"/>
                  </a:lnTo>
                  <a:lnTo>
                    <a:pt x="381000" y="3314700"/>
                  </a:lnTo>
                  <a:lnTo>
                    <a:pt x="361950" y="3371850"/>
                  </a:lnTo>
                  <a:lnTo>
                    <a:pt x="333375" y="3429000"/>
                  </a:lnTo>
                  <a:lnTo>
                    <a:pt x="314325" y="3486150"/>
                  </a:lnTo>
                  <a:lnTo>
                    <a:pt x="295275" y="3543300"/>
                  </a:lnTo>
                  <a:lnTo>
                    <a:pt x="266700" y="3600450"/>
                  </a:lnTo>
                  <a:lnTo>
                    <a:pt x="247650" y="3657600"/>
                  </a:lnTo>
                  <a:lnTo>
                    <a:pt x="228600" y="3714750"/>
                  </a:lnTo>
                  <a:lnTo>
                    <a:pt x="200025" y="3771900"/>
                  </a:lnTo>
                  <a:lnTo>
                    <a:pt x="180975" y="3829050"/>
                  </a:lnTo>
                  <a:lnTo>
                    <a:pt x="161925" y="3886200"/>
                  </a:lnTo>
                  <a:lnTo>
                    <a:pt x="133350" y="3943350"/>
                  </a:lnTo>
                  <a:lnTo>
                    <a:pt x="114300" y="4000500"/>
                  </a:lnTo>
                  <a:lnTo>
                    <a:pt x="95250" y="4057650"/>
                  </a:lnTo>
                  <a:lnTo>
                    <a:pt x="66675" y="4114800"/>
                  </a:lnTo>
                  <a:lnTo>
                    <a:pt x="47625" y="4171950"/>
                  </a:lnTo>
                  <a:lnTo>
                    <a:pt x="28575" y="4229100"/>
                  </a:lnTo>
                  <a:lnTo>
                    <a:pt x="0" y="4286250"/>
                  </a:lnTo>
                  <a:lnTo>
                    <a:pt x="0" y="4343400"/>
                  </a:lnTo>
                  <a:lnTo>
                    <a:pt x="0" y="4400550"/>
                  </a:lnTo>
                  <a:lnTo>
                    <a:pt x="0" y="4457700"/>
                  </a:lnTo>
                  <a:lnTo>
                    <a:pt x="0" y="4514850"/>
                  </a:lnTo>
                  <a:lnTo>
                    <a:pt x="0" y="4572000"/>
                  </a:lnTo>
                  <a:lnTo>
                    <a:pt x="0" y="4629150"/>
                  </a:lnTo>
                  <a:lnTo>
                    <a:pt x="0" y="4686300"/>
                  </a:lnTo>
                  <a:lnTo>
                    <a:pt x="0" y="4743450"/>
                  </a:lnTo>
                  <a:lnTo>
                    <a:pt x="0" y="4800600"/>
                  </a:lnTo>
                  <a:lnTo>
                    <a:pt x="0" y="4857750"/>
                  </a:lnTo>
                  <a:lnTo>
                    <a:pt x="0" y="4914900"/>
                  </a:lnTo>
                  <a:lnTo>
                    <a:pt x="0" y="4972050"/>
                  </a:lnTo>
                  <a:lnTo>
                    <a:pt x="0" y="5029200"/>
                  </a:lnTo>
                  <a:lnTo>
                    <a:pt x="0" y="5086350"/>
                  </a:lnTo>
                  <a:lnTo>
                    <a:pt x="0" y="5143500"/>
                  </a:lnTo>
                  <a:lnTo>
                    <a:pt x="19050" y="5200650"/>
                  </a:lnTo>
                  <a:lnTo>
                    <a:pt x="66675" y="5257800"/>
                  </a:lnTo>
                  <a:lnTo>
                    <a:pt x="114300" y="5314950"/>
                  </a:lnTo>
                  <a:lnTo>
                    <a:pt x="171450" y="5372100"/>
                  </a:lnTo>
                  <a:lnTo>
                    <a:pt x="247650" y="5429250"/>
                  </a:lnTo>
                  <a:lnTo>
                    <a:pt x="342900" y="5486400"/>
                  </a:lnTo>
                  <a:lnTo>
                    <a:pt x="495300" y="5543550"/>
                  </a:lnTo>
                  <a:lnTo>
                    <a:pt x="3629025" y="5543550"/>
                  </a:lnTo>
                  <a:lnTo>
                    <a:pt x="3771900" y="5486400"/>
                  </a:lnTo>
                  <a:lnTo>
                    <a:pt x="3867150" y="5429250"/>
                  </a:lnTo>
                  <a:lnTo>
                    <a:pt x="3933825" y="5372100"/>
                  </a:lnTo>
                  <a:lnTo>
                    <a:pt x="4000500" y="5314950"/>
                  </a:lnTo>
                  <a:lnTo>
                    <a:pt x="4038600" y="5257800"/>
                  </a:lnTo>
                  <a:lnTo>
                    <a:pt x="4086225" y="5200650"/>
                  </a:lnTo>
                  <a:lnTo>
                    <a:pt x="4124325" y="5143500"/>
                  </a:lnTo>
                  <a:lnTo>
                    <a:pt x="4143375" y="5086350"/>
                  </a:lnTo>
                  <a:lnTo>
                    <a:pt x="4171950" y="5029200"/>
                  </a:lnTo>
                  <a:lnTo>
                    <a:pt x="4191000" y="4972050"/>
                  </a:lnTo>
                  <a:lnTo>
                    <a:pt x="4219575" y="4914900"/>
                  </a:lnTo>
                  <a:lnTo>
                    <a:pt x="4238625" y="4857750"/>
                  </a:lnTo>
                  <a:lnTo>
                    <a:pt x="4257675" y="4800600"/>
                  </a:lnTo>
                  <a:lnTo>
                    <a:pt x="4286250" y="4743450"/>
                  </a:lnTo>
                  <a:lnTo>
                    <a:pt x="4305300" y="4686300"/>
                  </a:lnTo>
                  <a:lnTo>
                    <a:pt x="4324350" y="4629150"/>
                  </a:lnTo>
                  <a:lnTo>
                    <a:pt x="4352925" y="4572000"/>
                  </a:lnTo>
                  <a:lnTo>
                    <a:pt x="4371975" y="4514850"/>
                  </a:lnTo>
                  <a:lnTo>
                    <a:pt x="4391025" y="4457700"/>
                  </a:lnTo>
                  <a:lnTo>
                    <a:pt x="4419600" y="4400550"/>
                  </a:lnTo>
                  <a:lnTo>
                    <a:pt x="4438650" y="4343400"/>
                  </a:lnTo>
                  <a:lnTo>
                    <a:pt x="4457700" y="4286250"/>
                  </a:lnTo>
                  <a:lnTo>
                    <a:pt x="4486275" y="4229100"/>
                  </a:lnTo>
                  <a:lnTo>
                    <a:pt x="4505325" y="4171950"/>
                  </a:lnTo>
                  <a:lnTo>
                    <a:pt x="4524375" y="4114800"/>
                  </a:lnTo>
                  <a:lnTo>
                    <a:pt x="4552950" y="4057650"/>
                  </a:lnTo>
                  <a:lnTo>
                    <a:pt x="4572000" y="4000500"/>
                  </a:lnTo>
                  <a:lnTo>
                    <a:pt x="4600575" y="3943350"/>
                  </a:lnTo>
                  <a:lnTo>
                    <a:pt x="4619625" y="3886200"/>
                  </a:lnTo>
                  <a:lnTo>
                    <a:pt x="4638675" y="3829050"/>
                  </a:lnTo>
                  <a:lnTo>
                    <a:pt x="4667250" y="3771900"/>
                  </a:lnTo>
                  <a:lnTo>
                    <a:pt x="4686300" y="3714750"/>
                  </a:lnTo>
                  <a:lnTo>
                    <a:pt x="4705350" y="3657600"/>
                  </a:lnTo>
                  <a:lnTo>
                    <a:pt x="4733925" y="3600450"/>
                  </a:lnTo>
                  <a:lnTo>
                    <a:pt x="4752975" y="3543300"/>
                  </a:lnTo>
                  <a:lnTo>
                    <a:pt x="4772025" y="3486150"/>
                  </a:lnTo>
                  <a:lnTo>
                    <a:pt x="4800600" y="3429000"/>
                  </a:lnTo>
                  <a:lnTo>
                    <a:pt x="4819650" y="3371850"/>
                  </a:lnTo>
                  <a:lnTo>
                    <a:pt x="4838700" y="3314700"/>
                  </a:lnTo>
                  <a:lnTo>
                    <a:pt x="4867275" y="3257550"/>
                  </a:lnTo>
                  <a:lnTo>
                    <a:pt x="4886325" y="3200400"/>
                  </a:lnTo>
                  <a:lnTo>
                    <a:pt x="4905375" y="3143250"/>
                  </a:lnTo>
                  <a:lnTo>
                    <a:pt x="4933950" y="3086100"/>
                  </a:lnTo>
                  <a:lnTo>
                    <a:pt x="4953000" y="3028950"/>
                  </a:lnTo>
                  <a:lnTo>
                    <a:pt x="4972050" y="2971800"/>
                  </a:lnTo>
                  <a:lnTo>
                    <a:pt x="4981575" y="2914650"/>
                  </a:lnTo>
                  <a:lnTo>
                    <a:pt x="4991100" y="2857500"/>
                  </a:lnTo>
                  <a:lnTo>
                    <a:pt x="4991100" y="2800350"/>
                  </a:lnTo>
                  <a:lnTo>
                    <a:pt x="4991100" y="2743200"/>
                  </a:lnTo>
                  <a:lnTo>
                    <a:pt x="4991100" y="2686050"/>
                  </a:lnTo>
                  <a:lnTo>
                    <a:pt x="4981575" y="2628900"/>
                  </a:lnTo>
                  <a:lnTo>
                    <a:pt x="4972050" y="2571750"/>
                  </a:lnTo>
                  <a:lnTo>
                    <a:pt x="4953000" y="2514600"/>
                  </a:lnTo>
                  <a:lnTo>
                    <a:pt x="4933950" y="2457450"/>
                  </a:lnTo>
                  <a:lnTo>
                    <a:pt x="4914900" y="2400300"/>
                  </a:lnTo>
                  <a:lnTo>
                    <a:pt x="4895850" y="2343150"/>
                  </a:lnTo>
                  <a:lnTo>
                    <a:pt x="4867275" y="2286000"/>
                  </a:lnTo>
                  <a:lnTo>
                    <a:pt x="4848225" y="2228850"/>
                  </a:lnTo>
                  <a:lnTo>
                    <a:pt x="4829175" y="2171700"/>
                  </a:lnTo>
                  <a:lnTo>
                    <a:pt x="4800600" y="2114550"/>
                  </a:lnTo>
                  <a:lnTo>
                    <a:pt x="4781550" y="2057400"/>
                  </a:lnTo>
                  <a:lnTo>
                    <a:pt x="4762500" y="2000250"/>
                  </a:lnTo>
                  <a:lnTo>
                    <a:pt x="4733925" y="1943100"/>
                  </a:lnTo>
                  <a:lnTo>
                    <a:pt x="4714875" y="1885950"/>
                  </a:lnTo>
                  <a:lnTo>
                    <a:pt x="4695825" y="1828800"/>
                  </a:lnTo>
                  <a:lnTo>
                    <a:pt x="4667250" y="1771650"/>
                  </a:lnTo>
                  <a:lnTo>
                    <a:pt x="4648200" y="1714500"/>
                  </a:lnTo>
                  <a:lnTo>
                    <a:pt x="4619625" y="1657350"/>
                  </a:lnTo>
                  <a:lnTo>
                    <a:pt x="4600575" y="1600200"/>
                  </a:lnTo>
                  <a:lnTo>
                    <a:pt x="4581525" y="1543050"/>
                  </a:lnTo>
                  <a:lnTo>
                    <a:pt x="4552950" y="1485900"/>
                  </a:lnTo>
                  <a:lnTo>
                    <a:pt x="4533900" y="1428750"/>
                  </a:lnTo>
                  <a:lnTo>
                    <a:pt x="4514850" y="1371600"/>
                  </a:lnTo>
                  <a:lnTo>
                    <a:pt x="4486275" y="1314450"/>
                  </a:lnTo>
                  <a:lnTo>
                    <a:pt x="4467225" y="1257300"/>
                  </a:lnTo>
                  <a:lnTo>
                    <a:pt x="4448175" y="1200150"/>
                  </a:lnTo>
                  <a:lnTo>
                    <a:pt x="4419600" y="1143000"/>
                  </a:lnTo>
                  <a:lnTo>
                    <a:pt x="4400550" y="1085850"/>
                  </a:lnTo>
                  <a:lnTo>
                    <a:pt x="4381500" y="1028700"/>
                  </a:lnTo>
                  <a:lnTo>
                    <a:pt x="4352925" y="971550"/>
                  </a:lnTo>
                  <a:lnTo>
                    <a:pt x="4333875" y="914400"/>
                  </a:lnTo>
                  <a:lnTo>
                    <a:pt x="4314825" y="857250"/>
                  </a:lnTo>
                  <a:lnTo>
                    <a:pt x="4286250" y="800100"/>
                  </a:lnTo>
                  <a:lnTo>
                    <a:pt x="4267200" y="742950"/>
                  </a:lnTo>
                  <a:lnTo>
                    <a:pt x="4238625" y="685800"/>
                  </a:lnTo>
                  <a:lnTo>
                    <a:pt x="4219575" y="628650"/>
                  </a:lnTo>
                  <a:lnTo>
                    <a:pt x="4200525" y="571500"/>
                  </a:lnTo>
                  <a:lnTo>
                    <a:pt x="4171950" y="514350"/>
                  </a:lnTo>
                  <a:lnTo>
                    <a:pt x="4152900" y="457200"/>
                  </a:lnTo>
                  <a:lnTo>
                    <a:pt x="4124325" y="400050"/>
                  </a:lnTo>
                  <a:lnTo>
                    <a:pt x="4095750" y="342900"/>
                  </a:lnTo>
                  <a:lnTo>
                    <a:pt x="4057650" y="285750"/>
                  </a:lnTo>
                  <a:lnTo>
                    <a:pt x="4010025" y="228600"/>
                  </a:lnTo>
                  <a:lnTo>
                    <a:pt x="3952875" y="171450"/>
                  </a:lnTo>
                  <a:lnTo>
                    <a:pt x="3886200" y="114300"/>
                  </a:lnTo>
                  <a:lnTo>
                    <a:pt x="3790950" y="57150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58D8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rd-04-inner"/>
            <p:cNvSpPr/>
            <p:nvPr/>
          </p:nvSpPr>
          <p:spPr>
            <a:xfrm>
              <a:off x="21355050" y="7581900"/>
              <a:ext cx="3962400" cy="4629150"/>
            </a:xfrm>
            <a:custGeom>
              <a:avLst/>
              <a:gdLst/>
              <a:ahLst/>
              <a:cxnLst/>
              <a:rect l="l" t="t" r="r" b="b"/>
              <a:pathLst>
                <a:path w="3962400" h="4629150">
                  <a:moveTo>
                    <a:pt x="0" y="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0" y="171450"/>
                  </a:lnTo>
                  <a:lnTo>
                    <a:pt x="0" y="228600"/>
                  </a:lnTo>
                  <a:lnTo>
                    <a:pt x="0" y="285750"/>
                  </a:lnTo>
                  <a:lnTo>
                    <a:pt x="0" y="342900"/>
                  </a:lnTo>
                  <a:lnTo>
                    <a:pt x="0" y="400050"/>
                  </a:lnTo>
                  <a:lnTo>
                    <a:pt x="0" y="457200"/>
                  </a:lnTo>
                  <a:lnTo>
                    <a:pt x="0" y="514350"/>
                  </a:lnTo>
                  <a:lnTo>
                    <a:pt x="0" y="571500"/>
                  </a:lnTo>
                  <a:lnTo>
                    <a:pt x="0" y="628650"/>
                  </a:lnTo>
                  <a:lnTo>
                    <a:pt x="0" y="685800"/>
                  </a:lnTo>
                  <a:lnTo>
                    <a:pt x="0" y="742950"/>
                  </a:lnTo>
                  <a:lnTo>
                    <a:pt x="0" y="800100"/>
                  </a:lnTo>
                  <a:lnTo>
                    <a:pt x="9525" y="857250"/>
                  </a:lnTo>
                  <a:lnTo>
                    <a:pt x="28575" y="914400"/>
                  </a:lnTo>
                  <a:lnTo>
                    <a:pt x="57150" y="971550"/>
                  </a:lnTo>
                  <a:lnTo>
                    <a:pt x="76200" y="1028700"/>
                  </a:lnTo>
                  <a:lnTo>
                    <a:pt x="95250" y="1085850"/>
                  </a:lnTo>
                  <a:lnTo>
                    <a:pt x="123825" y="1143000"/>
                  </a:lnTo>
                  <a:lnTo>
                    <a:pt x="142875" y="1200150"/>
                  </a:lnTo>
                  <a:lnTo>
                    <a:pt x="161925" y="1257300"/>
                  </a:lnTo>
                  <a:lnTo>
                    <a:pt x="190500" y="1314450"/>
                  </a:lnTo>
                  <a:lnTo>
                    <a:pt x="209550" y="1371600"/>
                  </a:lnTo>
                  <a:lnTo>
                    <a:pt x="228600" y="1428750"/>
                  </a:lnTo>
                  <a:lnTo>
                    <a:pt x="257175" y="1485900"/>
                  </a:lnTo>
                  <a:lnTo>
                    <a:pt x="276225" y="1543050"/>
                  </a:lnTo>
                  <a:lnTo>
                    <a:pt x="295275" y="1600200"/>
                  </a:lnTo>
                  <a:lnTo>
                    <a:pt x="323850" y="1657350"/>
                  </a:lnTo>
                  <a:lnTo>
                    <a:pt x="342900" y="1714500"/>
                  </a:lnTo>
                  <a:lnTo>
                    <a:pt x="361950" y="1771650"/>
                  </a:lnTo>
                  <a:lnTo>
                    <a:pt x="390525" y="1828800"/>
                  </a:lnTo>
                  <a:lnTo>
                    <a:pt x="409575" y="1885950"/>
                  </a:lnTo>
                  <a:lnTo>
                    <a:pt x="428625" y="1943100"/>
                  </a:lnTo>
                  <a:lnTo>
                    <a:pt x="457200" y="2000250"/>
                  </a:lnTo>
                  <a:lnTo>
                    <a:pt x="495300" y="2628900"/>
                  </a:lnTo>
                  <a:lnTo>
                    <a:pt x="466725" y="2686050"/>
                  </a:lnTo>
                  <a:lnTo>
                    <a:pt x="447675" y="2743200"/>
                  </a:lnTo>
                  <a:lnTo>
                    <a:pt x="428625" y="2800350"/>
                  </a:lnTo>
                  <a:lnTo>
                    <a:pt x="400050" y="2857500"/>
                  </a:lnTo>
                  <a:lnTo>
                    <a:pt x="381000" y="2914650"/>
                  </a:lnTo>
                  <a:lnTo>
                    <a:pt x="361950" y="2971800"/>
                  </a:lnTo>
                  <a:lnTo>
                    <a:pt x="333375" y="3028950"/>
                  </a:lnTo>
                  <a:lnTo>
                    <a:pt x="314325" y="3086100"/>
                  </a:lnTo>
                  <a:lnTo>
                    <a:pt x="295275" y="3143250"/>
                  </a:lnTo>
                  <a:lnTo>
                    <a:pt x="266700" y="3200400"/>
                  </a:lnTo>
                  <a:lnTo>
                    <a:pt x="247650" y="3257550"/>
                  </a:lnTo>
                  <a:lnTo>
                    <a:pt x="228600" y="3314700"/>
                  </a:lnTo>
                  <a:lnTo>
                    <a:pt x="200025" y="3371850"/>
                  </a:lnTo>
                  <a:lnTo>
                    <a:pt x="180975" y="3429000"/>
                  </a:lnTo>
                  <a:lnTo>
                    <a:pt x="161925" y="3486150"/>
                  </a:lnTo>
                  <a:lnTo>
                    <a:pt x="133350" y="3543300"/>
                  </a:lnTo>
                  <a:lnTo>
                    <a:pt x="114300" y="3600450"/>
                  </a:lnTo>
                  <a:lnTo>
                    <a:pt x="95250" y="3657600"/>
                  </a:lnTo>
                  <a:lnTo>
                    <a:pt x="66675" y="3714750"/>
                  </a:lnTo>
                  <a:lnTo>
                    <a:pt x="47625" y="3771900"/>
                  </a:lnTo>
                  <a:lnTo>
                    <a:pt x="28575" y="3829050"/>
                  </a:lnTo>
                  <a:lnTo>
                    <a:pt x="0" y="3886200"/>
                  </a:lnTo>
                  <a:lnTo>
                    <a:pt x="0" y="3943350"/>
                  </a:lnTo>
                  <a:lnTo>
                    <a:pt x="0" y="4000500"/>
                  </a:lnTo>
                  <a:lnTo>
                    <a:pt x="0" y="4057650"/>
                  </a:lnTo>
                  <a:lnTo>
                    <a:pt x="0" y="4114800"/>
                  </a:lnTo>
                  <a:lnTo>
                    <a:pt x="0" y="4171950"/>
                  </a:lnTo>
                  <a:lnTo>
                    <a:pt x="0" y="4229100"/>
                  </a:lnTo>
                  <a:lnTo>
                    <a:pt x="0" y="4286250"/>
                  </a:lnTo>
                  <a:lnTo>
                    <a:pt x="0" y="4343400"/>
                  </a:lnTo>
                  <a:lnTo>
                    <a:pt x="0" y="4400550"/>
                  </a:lnTo>
                  <a:lnTo>
                    <a:pt x="0" y="4457700"/>
                  </a:lnTo>
                  <a:lnTo>
                    <a:pt x="0" y="4514850"/>
                  </a:lnTo>
                  <a:lnTo>
                    <a:pt x="0" y="4572000"/>
                  </a:lnTo>
                  <a:lnTo>
                    <a:pt x="0" y="4629150"/>
                  </a:lnTo>
                  <a:lnTo>
                    <a:pt x="3181350" y="4629150"/>
                  </a:lnTo>
                  <a:lnTo>
                    <a:pt x="3200400" y="4572000"/>
                  </a:lnTo>
                  <a:lnTo>
                    <a:pt x="3228975" y="4514850"/>
                  </a:lnTo>
                  <a:lnTo>
                    <a:pt x="3248025" y="4457700"/>
                  </a:lnTo>
                  <a:lnTo>
                    <a:pt x="3267075" y="4400550"/>
                  </a:lnTo>
                  <a:lnTo>
                    <a:pt x="3295650" y="4343400"/>
                  </a:lnTo>
                  <a:lnTo>
                    <a:pt x="3314700" y="4286250"/>
                  </a:lnTo>
                  <a:lnTo>
                    <a:pt x="3333750" y="4229100"/>
                  </a:lnTo>
                  <a:lnTo>
                    <a:pt x="3362325" y="4171950"/>
                  </a:lnTo>
                  <a:lnTo>
                    <a:pt x="3381375" y="4114800"/>
                  </a:lnTo>
                  <a:lnTo>
                    <a:pt x="3400425" y="4057650"/>
                  </a:lnTo>
                  <a:lnTo>
                    <a:pt x="3429000" y="4000500"/>
                  </a:lnTo>
                  <a:lnTo>
                    <a:pt x="3448050" y="3943350"/>
                  </a:lnTo>
                  <a:lnTo>
                    <a:pt x="3467100" y="3886200"/>
                  </a:lnTo>
                  <a:lnTo>
                    <a:pt x="3495675" y="3829050"/>
                  </a:lnTo>
                  <a:lnTo>
                    <a:pt x="3514725" y="3771900"/>
                  </a:lnTo>
                  <a:lnTo>
                    <a:pt x="3533775" y="3714750"/>
                  </a:lnTo>
                  <a:lnTo>
                    <a:pt x="3562350" y="3657600"/>
                  </a:lnTo>
                  <a:lnTo>
                    <a:pt x="3581400" y="3600450"/>
                  </a:lnTo>
                  <a:lnTo>
                    <a:pt x="3609975" y="3543300"/>
                  </a:lnTo>
                  <a:lnTo>
                    <a:pt x="3629025" y="3486150"/>
                  </a:lnTo>
                  <a:lnTo>
                    <a:pt x="3648075" y="3429000"/>
                  </a:lnTo>
                  <a:lnTo>
                    <a:pt x="3676650" y="3371850"/>
                  </a:lnTo>
                  <a:lnTo>
                    <a:pt x="3695700" y="3314700"/>
                  </a:lnTo>
                  <a:lnTo>
                    <a:pt x="3714750" y="3257550"/>
                  </a:lnTo>
                  <a:lnTo>
                    <a:pt x="3743325" y="3200400"/>
                  </a:lnTo>
                  <a:lnTo>
                    <a:pt x="3762375" y="3143250"/>
                  </a:lnTo>
                  <a:lnTo>
                    <a:pt x="3781425" y="3086100"/>
                  </a:lnTo>
                  <a:lnTo>
                    <a:pt x="3810000" y="3028950"/>
                  </a:lnTo>
                  <a:lnTo>
                    <a:pt x="3829050" y="2971800"/>
                  </a:lnTo>
                  <a:lnTo>
                    <a:pt x="3848100" y="2914650"/>
                  </a:lnTo>
                  <a:lnTo>
                    <a:pt x="3876675" y="2857500"/>
                  </a:lnTo>
                  <a:lnTo>
                    <a:pt x="3895725" y="2800350"/>
                  </a:lnTo>
                  <a:lnTo>
                    <a:pt x="3914775" y="2743200"/>
                  </a:lnTo>
                  <a:lnTo>
                    <a:pt x="3943350" y="2686050"/>
                  </a:lnTo>
                  <a:lnTo>
                    <a:pt x="3962400" y="2628900"/>
                  </a:lnTo>
                  <a:lnTo>
                    <a:pt x="3924300" y="2000250"/>
                  </a:lnTo>
                  <a:lnTo>
                    <a:pt x="3905250" y="1943100"/>
                  </a:lnTo>
                  <a:lnTo>
                    <a:pt x="3876675" y="1885950"/>
                  </a:lnTo>
                  <a:lnTo>
                    <a:pt x="3857625" y="1828800"/>
                  </a:lnTo>
                  <a:lnTo>
                    <a:pt x="3838575" y="1771650"/>
                  </a:lnTo>
                  <a:lnTo>
                    <a:pt x="3810000" y="1714500"/>
                  </a:lnTo>
                  <a:lnTo>
                    <a:pt x="3790950" y="1657350"/>
                  </a:lnTo>
                  <a:lnTo>
                    <a:pt x="3771900" y="1600200"/>
                  </a:lnTo>
                  <a:lnTo>
                    <a:pt x="3743325" y="1543050"/>
                  </a:lnTo>
                  <a:lnTo>
                    <a:pt x="3724275" y="1485900"/>
                  </a:lnTo>
                  <a:lnTo>
                    <a:pt x="3705225" y="1428750"/>
                  </a:lnTo>
                  <a:lnTo>
                    <a:pt x="3676650" y="1371600"/>
                  </a:lnTo>
                  <a:lnTo>
                    <a:pt x="3657600" y="1314450"/>
                  </a:lnTo>
                  <a:lnTo>
                    <a:pt x="3629025" y="1257300"/>
                  </a:lnTo>
                  <a:lnTo>
                    <a:pt x="3609975" y="1200150"/>
                  </a:lnTo>
                  <a:lnTo>
                    <a:pt x="3590925" y="1143000"/>
                  </a:lnTo>
                  <a:lnTo>
                    <a:pt x="3562350" y="1085850"/>
                  </a:lnTo>
                  <a:lnTo>
                    <a:pt x="3543300" y="1028700"/>
                  </a:lnTo>
                  <a:lnTo>
                    <a:pt x="3524250" y="971550"/>
                  </a:lnTo>
                  <a:lnTo>
                    <a:pt x="3495675" y="914400"/>
                  </a:lnTo>
                  <a:lnTo>
                    <a:pt x="3476625" y="857250"/>
                  </a:lnTo>
                  <a:lnTo>
                    <a:pt x="3457575" y="800100"/>
                  </a:lnTo>
                  <a:lnTo>
                    <a:pt x="3429000" y="742950"/>
                  </a:lnTo>
                  <a:lnTo>
                    <a:pt x="3409950" y="685800"/>
                  </a:lnTo>
                  <a:lnTo>
                    <a:pt x="3390900" y="628650"/>
                  </a:lnTo>
                  <a:lnTo>
                    <a:pt x="3362325" y="571500"/>
                  </a:lnTo>
                  <a:lnTo>
                    <a:pt x="3343275" y="514350"/>
                  </a:lnTo>
                  <a:lnTo>
                    <a:pt x="3324225" y="457200"/>
                  </a:lnTo>
                  <a:lnTo>
                    <a:pt x="3295650" y="400050"/>
                  </a:lnTo>
                  <a:lnTo>
                    <a:pt x="3276600" y="342900"/>
                  </a:lnTo>
                  <a:lnTo>
                    <a:pt x="3248025" y="285750"/>
                  </a:lnTo>
                  <a:lnTo>
                    <a:pt x="3228975" y="228600"/>
                  </a:lnTo>
                  <a:lnTo>
                    <a:pt x="3209925" y="171450"/>
                  </a:lnTo>
                  <a:lnTo>
                    <a:pt x="3181350" y="114300"/>
                  </a:lnTo>
                  <a:lnTo>
                    <a:pt x="3162300" y="57150"/>
                  </a:lnTo>
                  <a:lnTo>
                    <a:pt x="3133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rd-04-notch"/>
            <p:cNvSpPr/>
            <p:nvPr/>
          </p:nvSpPr>
          <p:spPr>
            <a:xfrm>
              <a:off x="22512338" y="7572375"/>
              <a:ext cx="838200" cy="476250"/>
            </a:xfrm>
            <a:custGeom>
              <a:avLst/>
              <a:gdLst/>
              <a:ahLst/>
              <a:cxnLst/>
              <a:rect l="l" t="t" r="r" b="b"/>
              <a:pathLst>
                <a:path w="838200" h="476250">
                  <a:moveTo>
                    <a:pt x="0" y="0"/>
                  </a:moveTo>
                  <a:lnTo>
                    <a:pt x="838200" y="0"/>
                  </a:lnTo>
                  <a:lnTo>
                    <a:pt x="419100" y="476250"/>
                  </a:lnTo>
                  <a:close/>
                </a:path>
              </a:pathLst>
            </a:custGeom>
            <a:solidFill>
              <a:srgbClr val="58D8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band-sh-top-4-0"/>
            <p:cNvSpPr/>
            <p:nvPr/>
          </p:nvSpPr>
          <p:spPr>
            <a:xfrm>
              <a:off x="20526375" y="9391650"/>
              <a:ext cx="4829175" cy="76200"/>
            </a:xfrm>
            <a:prstGeom prst="rect">
              <a:avLst/>
            </a:prstGeom>
            <a:solidFill>
              <a:srgbClr val="000000">
                <a:alpha val="1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band-sh-top-4-1"/>
            <p:cNvSpPr/>
            <p:nvPr/>
          </p:nvSpPr>
          <p:spPr>
            <a:xfrm>
              <a:off x="20526375" y="9467850"/>
              <a:ext cx="4829175" cy="57150"/>
            </a:xfrm>
            <a:prstGeom prst="rect">
              <a:avLst/>
            </a:prstGeom>
            <a:solidFill>
              <a:srgbClr val="000000">
                <a:alpha val="2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band-sh-top-4-2"/>
            <p:cNvSpPr/>
            <p:nvPr/>
          </p:nvSpPr>
          <p:spPr>
            <a:xfrm>
              <a:off x="20526375" y="9525000"/>
              <a:ext cx="4829175" cy="5715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band-sh-top-4-3"/>
            <p:cNvSpPr/>
            <p:nvPr/>
          </p:nvSpPr>
          <p:spPr>
            <a:xfrm>
              <a:off x="20526375" y="9582150"/>
              <a:ext cx="4829175" cy="57150"/>
            </a:xfrm>
            <a:prstGeom prst="rect">
              <a:avLst/>
            </a:prstGeom>
            <a:solidFill>
              <a:srgbClr val="000000">
                <a:alpha val="48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flow-band-4"/>
            <p:cNvSpPr/>
            <p:nvPr/>
          </p:nvSpPr>
          <p:spPr>
            <a:xfrm>
              <a:off x="20526375" y="9639300"/>
              <a:ext cx="4829175" cy="552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band-sh-bot-4-0"/>
            <p:cNvSpPr/>
            <p:nvPr/>
          </p:nvSpPr>
          <p:spPr>
            <a:xfrm>
              <a:off x="20526375" y="10191750"/>
              <a:ext cx="4829175" cy="47625"/>
            </a:xfrm>
            <a:prstGeom prst="rect">
              <a:avLst/>
            </a:prstGeom>
            <a:solidFill>
              <a:srgbClr val="000000">
                <a:alpha val="10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band-sh-bot-4-1"/>
            <p:cNvSpPr/>
            <p:nvPr/>
          </p:nvSpPr>
          <p:spPr>
            <a:xfrm>
              <a:off x="20526375" y="10239375"/>
              <a:ext cx="4829175" cy="47625"/>
            </a:xfrm>
            <a:prstGeom prst="rect">
              <a:avLst/>
            </a:prstGeom>
            <a:solidFill>
              <a:srgbClr val="000000">
                <a:alpha val="8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band-sh-bot-4-2"/>
            <p:cNvSpPr/>
            <p:nvPr/>
          </p:nvSpPr>
          <p:spPr>
            <a:xfrm>
              <a:off x="20526375" y="10287000"/>
              <a:ext cx="4829175" cy="57150"/>
            </a:xfrm>
            <a:prstGeom prst="rect">
              <a:avLst/>
            </a:prstGeom>
            <a:solidFill>
              <a:srgbClr val="000000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band-sh-bot-4-3"/>
            <p:cNvSpPr/>
            <p:nvPr/>
          </p:nvSpPr>
          <p:spPr>
            <a:xfrm>
              <a:off x="20526375" y="10344150"/>
              <a:ext cx="4829175" cy="76200"/>
            </a:xfrm>
            <a:prstGeom prst="rect">
              <a:avLst/>
            </a:prstGeom>
            <a:solidFill>
              <a:srgbClr val="00000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band-sh-bot-4-4"/>
            <p:cNvSpPr/>
            <p:nvPr/>
          </p:nvSpPr>
          <p:spPr>
            <a:xfrm>
              <a:off x="20526375" y="10420350"/>
              <a:ext cx="4829175" cy="76200"/>
            </a:xfrm>
            <a:prstGeom prst="rect">
              <a:avLst/>
            </a:prstGeom>
            <a:solidFill>
              <a:srgbClr val="000000">
                <a:alpha val="1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rd-04-line1"/>
            <p:cNvSpPr txBox="1"/>
            <p:nvPr/>
          </p:nvSpPr>
          <p:spPr>
            <a:xfrm>
              <a:off x="21802725" y="8201025"/>
              <a:ext cx="2857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验收复查与归档</a:t>
              </a:r>
            </a:p>
          </p:txBody>
        </p:sp>
        <p:sp>
          <p:nvSpPr>
            <p:cNvPr id="129" name="card-04-line2"/>
            <p:cNvSpPr txBox="1"/>
            <p:nvPr/>
          </p:nvSpPr>
          <p:spPr>
            <a:xfrm>
              <a:off x="21878925" y="8924925"/>
              <a:ext cx="2476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现场复核验收</a:t>
              </a:r>
            </a:p>
          </p:txBody>
        </p:sp>
        <p:sp>
          <p:nvSpPr>
            <p:cNvPr id="130" name="card-04-line3"/>
            <p:cNvSpPr txBox="1"/>
            <p:nvPr/>
          </p:nvSpPr>
          <p:spPr>
            <a:xfrm>
              <a:off x="21993225" y="9563100"/>
              <a:ext cx="2486025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更新隐患台账</a:t>
              </a:r>
            </a:p>
          </p:txBody>
        </p:sp>
        <p:sp>
          <p:nvSpPr>
            <p:cNvPr id="131" name="card-04-line4"/>
            <p:cNvSpPr txBox="1"/>
            <p:nvPr/>
          </p:nvSpPr>
          <p:spPr>
            <a:xfrm>
              <a:off x="21878925" y="10210800"/>
              <a:ext cx="209550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形成案例库</a:t>
              </a:r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2241613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2296858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23521035" y="11410950"/>
              <a:ext cx="325755" cy="312039"/>
            </a:xfrm>
            <a:custGeom>
              <a:avLst/>
              <a:gdLst/>
              <a:ahLst/>
              <a:cxnLst/>
              <a:rect l="l" t="t" r="r" b="b"/>
              <a:pathLst>
                <a:path w="325755" h="312039">
                  <a:moveTo>
                    <a:pt x="162877" y="0"/>
                  </a:moveTo>
                  <a:lnTo>
                    <a:pt x="204025" y="116586"/>
                  </a:lnTo>
                  <a:lnTo>
                    <a:pt x="325755" y="116586"/>
                  </a:lnTo>
                  <a:lnTo>
                    <a:pt x="228029" y="192024"/>
                  </a:lnTo>
                  <a:lnTo>
                    <a:pt x="262319" y="312039"/>
                  </a:lnTo>
                  <a:lnTo>
                    <a:pt x="162877" y="236601"/>
                  </a:lnTo>
                  <a:lnTo>
                    <a:pt x="63437" y="312039"/>
                  </a:lnTo>
                  <a:lnTo>
                    <a:pt x="97727" y="192024"/>
                  </a:lnTo>
                  <a:lnTo>
                    <a:pt x="0" y="116586"/>
                  </a:lnTo>
                  <a:lnTo>
                    <a:pt x="121729" y="116586"/>
                  </a:lnTo>
                  <a:close/>
                </a:path>
              </a:pathLst>
            </a:custGeom>
            <a:solidFill>
              <a:srgbClr val="F2B0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5" name="link-04-a"/>
            <p:cNvCxnSpPr/>
            <p:nvPr/>
          </p:nvCxnSpPr>
          <p:spPr>
            <a:xfrm>
              <a:off x="22898100" y="6324600"/>
              <a:ext cx="0" cy="762000"/>
            </a:xfrm>
            <a:prstGeom prst="line">
              <a:avLst/>
            </a:prstGeom>
            <a:ln w="57150">
              <a:solidFill>
                <a:srgbClr val="58D8CB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badge-04-ring"/>
            <p:cNvSpPr/>
            <p:nvPr/>
          </p:nvSpPr>
          <p:spPr>
            <a:xfrm>
              <a:off x="22121812" y="4500562"/>
              <a:ext cx="1552575" cy="1552575"/>
            </a:xfrm>
            <a:prstGeom prst="ellipse">
              <a:avLst/>
            </a:prstGeom>
            <a:solidFill>
              <a:srgbClr val="FFFFFF"/>
            </a:solidFill>
            <a:ln w="257175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badge-04-num"/>
            <p:cNvSpPr txBox="1"/>
            <p:nvPr/>
          </p:nvSpPr>
          <p:spPr>
            <a:xfrm>
              <a:off x="22231350" y="4848225"/>
              <a:ext cx="133350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cxnSp>
          <p:nvCxnSpPr>
            <p:cNvPr id="138" name="link-04-b"/>
            <p:cNvCxnSpPr/>
            <p:nvPr/>
          </p:nvCxnSpPr>
          <p:spPr>
            <a:xfrm>
              <a:off x="22759988" y="12801600"/>
              <a:ext cx="0" cy="781050"/>
            </a:xfrm>
            <a:prstGeom prst="line">
              <a:avLst/>
            </a:prstGeom>
            <a:ln w="57150">
              <a:solidFill>
                <a:srgbClr val="58D8CB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icon-04-ring"/>
            <p:cNvSpPr/>
            <p:nvPr/>
          </p:nvSpPr>
          <p:spPr>
            <a:xfrm>
              <a:off x="21812250" y="13654088"/>
              <a:ext cx="1895475" cy="1895475"/>
            </a:xfrm>
            <a:prstGeom prst="ellipse">
              <a:avLst/>
            </a:prstGeom>
            <a:solidFill>
              <a:srgbClr val="FFFFFF"/>
            </a:solidFill>
            <a:ln w="238125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icon-04-board"/>
            <p:cNvSpPr/>
            <p:nvPr/>
          </p:nvSpPr>
          <p:spPr>
            <a:xfrm>
              <a:off x="22436138" y="14239875"/>
              <a:ext cx="647700" cy="742950"/>
            </a:xfrm>
            <a:prstGeom prst="roundRect">
              <a:avLst>
                <a:gd name="adj" fmla="val 8823"/>
              </a:avLst>
            </a:prstGeom>
            <a:solidFill>
              <a:srgbClr val="FFFFFF"/>
            </a:solidFill>
            <a:ln w="66675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icon-04-clip"/>
            <p:cNvSpPr/>
            <p:nvPr/>
          </p:nvSpPr>
          <p:spPr>
            <a:xfrm>
              <a:off x="22636162" y="14163675"/>
              <a:ext cx="247650" cy="133350"/>
            </a:xfrm>
            <a:prstGeom prst="roundRect">
              <a:avLst>
                <a:gd name="adj" fmla="val 28571"/>
              </a:avLst>
            </a:prstGeom>
            <a:solidFill>
              <a:srgbClr val="58D8CB"/>
            </a:solidFill>
            <a:ln w="9525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icon-04-tick0"/>
            <p:cNvSpPr/>
            <p:nvPr/>
          </p:nvSpPr>
          <p:spPr>
            <a:xfrm>
              <a:off x="22550438" y="14373225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76200"/>
                  </a:moveTo>
                  <a:lnTo>
                    <a:pt x="76200" y="152400"/>
                  </a:lnTo>
                  <a:lnTo>
                    <a:pt x="190500" y="0"/>
                  </a:lnTo>
                </a:path>
              </a:pathLst>
            </a:custGeom>
            <a:noFill/>
            <a:ln w="57150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3" name="icon-04-rule0"/>
            <p:cNvCxnSpPr/>
            <p:nvPr/>
          </p:nvCxnSpPr>
          <p:spPr>
            <a:xfrm>
              <a:off x="22798088" y="14449425"/>
              <a:ext cx="190500" cy="0"/>
            </a:xfrm>
            <a:prstGeom prst="line">
              <a:avLst/>
            </a:prstGeom>
            <a:ln w="57150">
              <a:solidFill>
                <a:srgbClr val="58D8C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icon-04-tick1"/>
            <p:cNvSpPr/>
            <p:nvPr/>
          </p:nvSpPr>
          <p:spPr>
            <a:xfrm>
              <a:off x="22550438" y="14582775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76200"/>
                  </a:moveTo>
                  <a:lnTo>
                    <a:pt x="76200" y="152400"/>
                  </a:lnTo>
                  <a:lnTo>
                    <a:pt x="190500" y="0"/>
                  </a:lnTo>
                </a:path>
              </a:pathLst>
            </a:custGeom>
            <a:noFill/>
            <a:ln w="57150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5" name="icon-04-rule1"/>
            <p:cNvCxnSpPr/>
            <p:nvPr/>
          </p:nvCxnSpPr>
          <p:spPr>
            <a:xfrm>
              <a:off x="22798088" y="14658975"/>
              <a:ext cx="190500" cy="0"/>
            </a:xfrm>
            <a:prstGeom prst="line">
              <a:avLst/>
            </a:prstGeom>
            <a:ln w="57150">
              <a:solidFill>
                <a:srgbClr val="58D8C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icon-04-lens"/>
            <p:cNvSpPr/>
            <p:nvPr/>
          </p:nvSpPr>
          <p:spPr>
            <a:xfrm>
              <a:off x="22931438" y="147732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58D8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7" name="icon-04-handle"/>
            <p:cNvCxnSpPr/>
            <p:nvPr/>
          </p:nvCxnSpPr>
          <p:spPr>
            <a:xfrm>
              <a:off x="23188612" y="15039975"/>
              <a:ext cx="104776" cy="104775"/>
            </a:xfrm>
            <a:prstGeom prst="line">
              <a:avLst/>
            </a:prstGeom>
            <a:ln w="76200">
              <a:solidFill>
                <a:srgbClr val="58D8C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