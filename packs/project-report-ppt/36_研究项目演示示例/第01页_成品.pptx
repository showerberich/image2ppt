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1"/>
          <p:cNvSpPr/>
          <p:nvPr/>
        </p:nvSpPr>
        <p:spPr>
          <a:xfrm>
            <a:off x="16573500" y="38100"/>
            <a:ext cx="13868400" cy="17068800"/>
          </a:xfrm>
          <a:custGeom>
            <a:avLst/>
            <a:gdLst/>
            <a:ahLst/>
            <a:cxnLst/>
            <a:rect l="l" t="t" r="r" b="b"/>
            <a:pathLst>
              <a:path w="13868400" h="17068800">
                <a:moveTo>
                  <a:pt x="3619500" y="0"/>
                </a:moveTo>
                <a:lnTo>
                  <a:pt x="13868400" y="0"/>
                </a:lnTo>
                <a:lnTo>
                  <a:pt x="13868400" y="16802100"/>
                </a:lnTo>
                <a:lnTo>
                  <a:pt x="13563600" y="17068800"/>
                </a:lnTo>
                <a:lnTo>
                  <a:pt x="12992100" y="17030700"/>
                </a:lnTo>
                <a:lnTo>
                  <a:pt x="76200" y="4076700"/>
                </a:lnTo>
                <a:lnTo>
                  <a:pt x="0" y="3924300"/>
                </a:lnTo>
                <a:lnTo>
                  <a:pt x="76200" y="3505200"/>
                </a:lnTo>
                <a:lnTo>
                  <a:pt x="3619500" y="38100"/>
                </a:lnTo>
                <a:close/>
              </a:path>
            </a:pathLst>
          </a:custGeom>
          <a:gradFill rotWithShape="1">
            <a:gsLst>
              <a:gs pos="0">
                <a:srgbClr val="02B9F5"/>
              </a:gs>
              <a:gs pos="100000">
                <a:srgbClr val="4A8DF5"/>
              </a:gs>
            </a:gsLst>
            <a:lin scaled="0" ang="5400000"/>
          </a:gradFill>
          <a:ln w="9525">
            <a:solidFill>
              <a:srgbClr val="4A8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-2"/>
          <p:cNvSpPr/>
          <p:nvPr/>
        </p:nvSpPr>
        <p:spPr>
          <a:xfrm>
            <a:off x="3543300" y="11658600"/>
            <a:ext cx="11049000" cy="5448300"/>
          </a:xfrm>
          <a:custGeom>
            <a:avLst/>
            <a:gdLst/>
            <a:ahLst/>
            <a:cxnLst/>
            <a:rect l="l" t="t" r="r" b="b"/>
            <a:pathLst>
              <a:path w="11049000" h="5448300">
                <a:moveTo>
                  <a:pt x="5486400" y="0"/>
                </a:moveTo>
                <a:lnTo>
                  <a:pt x="5676900" y="38100"/>
                </a:lnTo>
                <a:lnTo>
                  <a:pt x="11049000" y="5448300"/>
                </a:lnTo>
                <a:lnTo>
                  <a:pt x="0" y="5448300"/>
                </a:lnTo>
                <a:lnTo>
                  <a:pt x="5486400" y="38100"/>
                </a:lnTo>
                <a:close/>
              </a:path>
            </a:pathLst>
          </a:custGeom>
          <a:solidFill>
            <a:srgbClr val="488DF5"/>
          </a:solidFill>
          <a:ln w="9525">
            <a:solidFill>
              <a:srgbClr val="488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-3"/>
          <p:cNvSpPr/>
          <p:nvPr/>
        </p:nvSpPr>
        <p:spPr>
          <a:xfrm>
            <a:off x="17297400" y="11658600"/>
            <a:ext cx="11010900" cy="5448300"/>
          </a:xfrm>
          <a:custGeom>
            <a:avLst/>
            <a:gdLst/>
            <a:ahLst/>
            <a:cxnLst/>
            <a:rect l="l" t="t" r="r" b="b"/>
            <a:pathLst>
              <a:path w="11010900" h="5448300">
                <a:moveTo>
                  <a:pt x="5448300" y="0"/>
                </a:moveTo>
                <a:lnTo>
                  <a:pt x="5715000" y="76200"/>
                </a:lnTo>
                <a:lnTo>
                  <a:pt x="11010900" y="5448300"/>
                </a:lnTo>
                <a:lnTo>
                  <a:pt x="0" y="5448300"/>
                </a:lnTo>
                <a:lnTo>
                  <a:pt x="5448300" y="38100"/>
                </a:lnTo>
                <a:close/>
              </a:path>
            </a:pathLst>
          </a:custGeom>
          <a:gradFill rotWithShape="1">
            <a:gsLst>
              <a:gs pos="0">
                <a:srgbClr val="07B6F7"/>
              </a:gs>
              <a:gs pos="100000">
                <a:srgbClr val="4092F5"/>
              </a:gs>
            </a:gsLst>
            <a:lin scaled="0" ang="5400000"/>
          </a:gradFill>
          <a:ln w="9525">
            <a:solidFill>
              <a:srgbClr val="409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g-0"/>
          <p:cNvSpPr/>
          <p:nvPr/>
        </p:nvSpPr>
        <p:spPr>
          <a:xfrm>
            <a:off x="0" y="38100"/>
            <a:ext cx="6438900" cy="2362200"/>
          </a:xfrm>
          <a:custGeom>
            <a:avLst/>
            <a:gdLst/>
            <a:ahLst/>
            <a:cxnLst/>
            <a:rect l="l" t="t" r="r" b="b"/>
            <a:pathLst>
              <a:path w="6438900" h="2362200">
                <a:moveTo>
                  <a:pt x="0" y="0"/>
                </a:moveTo>
                <a:lnTo>
                  <a:pt x="6438900" y="0"/>
                </a:lnTo>
                <a:lnTo>
                  <a:pt x="4191000" y="2362200"/>
                </a:lnTo>
                <a:lnTo>
                  <a:pt x="0" y="2362200"/>
                </a:lnTo>
                <a:lnTo>
                  <a:pt x="0" y="38100"/>
                </a:lnTo>
                <a:close/>
              </a:path>
            </a:pathLst>
          </a:custGeom>
          <a:gradFill rotWithShape="1">
            <a:gsLst>
              <a:gs pos="0">
                <a:srgbClr val="3A9CF6"/>
              </a:gs>
              <a:gs pos="100000">
                <a:srgbClr val="03B8F6"/>
              </a:gs>
            </a:gsLst>
            <a:lin scaled="0" ang="0"/>
          </a:gradFill>
          <a:ln w="9525">
            <a:solidFill>
              <a:srgbClr val="01B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hoto-spreadsheet" descr="_photo_photo_spread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0" y="4000500"/>
            <a:ext cx="14954250" cy="13134975"/>
          </a:xfrm>
          <a:prstGeom prst="rect">
            <a:avLst/>
          </a:prstGeom>
          <a:effectLst/>
        </p:spPr>
      </p:pic>
      <p:sp>
        <p:nvSpPr>
          <p:cNvPr id="8" name="title"/>
          <p:cNvSpPr txBox="1"/>
          <p:nvPr/>
        </p:nvSpPr>
        <p:spPr>
          <a:xfrm>
            <a:off x="1095375" y="2543175"/>
            <a:ext cx="14478000" cy="276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研究项目演示示例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1104900" y="6172200"/>
            <a:ext cx="12477750" cy="11049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社交媒体对青少年心理健康的影响研究</a:t>
            </a:r>
          </a:p>
        </p:txBody>
      </p:sp>
      <p:sp>
        <p:nvSpPr>
          <p:cNvPr id="10" name="presenter"/>
          <p:cNvSpPr txBox="1"/>
          <p:nvPr/>
        </p:nvSpPr>
        <p:spPr>
          <a:xfrm>
            <a:off x="1104900" y="10048875"/>
            <a:ext cx="3048000" cy="7048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汇报人：XXX</a:t>
            </a:r>
          </a:p>
        </p:txBody>
      </p:sp>
      <p:sp>
        <p:nvSpPr>
          <p:cNvPr id="11" name="date"/>
          <p:cNvSpPr txBox="1"/>
          <p:nvPr/>
        </p:nvSpPr>
        <p:spPr>
          <a:xfrm>
            <a:off x="1171575" y="11277600"/>
            <a:ext cx="666750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日期：2026年XX月XX日</a:t>
            </a:r>
          </a:p>
        </p:txBody>
      </p:sp>
      <p:sp>
        <p:nvSpPr>
          <p:cNvPr id="12" name="year"/>
          <p:cNvSpPr txBox="1"/>
          <p:nvPr/>
        </p:nvSpPr>
        <p:spPr>
          <a:xfrm>
            <a:off x="25241250" y="2362200"/>
            <a:ext cx="3810000" cy="2476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cxnSp>
        <p:nvCxnSpPr>
          <p:cNvPr id="13" name="divider"/>
          <p:cNvCxnSpPr/>
          <p:nvPr/>
        </p:nvCxnSpPr>
        <p:spPr>
          <a:xfrm>
            <a:off x="1000125" y="8134350"/>
            <a:ext cx="12030075" cy="0"/>
          </a:xfrm>
          <a:prstGeom prst="line">
            <a:avLst/>
          </a:prstGeom>
          <a:ln w="114300">
            <a:solidFill>
              <a:srgbClr val="7EB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parkle"/>
          <p:cNvSpPr/>
          <p:nvPr/>
        </p:nvSpPr>
        <p:spPr>
          <a:xfrm>
            <a:off x="990600" y="13268325"/>
            <a:ext cx="1295400" cy="1295400"/>
          </a:xfrm>
          <a:custGeom>
            <a:avLst/>
            <a:gdLst/>
            <a:ahLst/>
            <a:cxnLst/>
            <a:rect l="l" t="t" r="r" b="b"/>
            <a:pathLst>
              <a:path w="1295400" h="1295400">
                <a:moveTo>
                  <a:pt x="647700" y="0"/>
                </a:moveTo>
                <a:lnTo>
                  <a:pt x="755332" y="540067"/>
                </a:lnTo>
                <a:lnTo>
                  <a:pt x="1295400" y="647700"/>
                </a:lnTo>
                <a:lnTo>
                  <a:pt x="755332" y="755333"/>
                </a:lnTo>
                <a:lnTo>
                  <a:pt x="647700" y="1295400"/>
                </a:lnTo>
                <a:lnTo>
                  <a:pt x="540068" y="755333"/>
                </a:lnTo>
                <a:lnTo>
                  <a:pt x="0" y="647700"/>
                </a:lnTo>
                <a:lnTo>
                  <a:pt x="540068" y="540067"/>
                </a:lnTo>
                <a:close/>
              </a:path>
            </a:pathLst>
          </a:custGeom>
          <a:gradFill rotWithShape="1">
            <a:gsLst>
              <a:gs pos="0">
                <a:srgbClr val="7FB2F0"/>
              </a:gs>
              <a:gs pos="100000">
                <a:srgbClr val="4A80DC"/>
              </a:gs>
            </a:gsLst>
            <a:lin scaled="0" ang="14400000"/>
          </a:gradFill>
          <a:ln w="9525">
            <a:solidFill>
              <a:srgbClr val="4A8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