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470475" cy="17145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470475" cy="1714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o-tl"/>
          <p:cNvSpPr/>
          <p:nvPr/>
        </p:nvSpPr>
        <p:spPr>
          <a:xfrm>
            <a:off x="0" y="0"/>
            <a:ext cx="6505575" cy="2419350"/>
          </a:xfrm>
          <a:custGeom>
            <a:avLst/>
            <a:gdLst/>
            <a:ahLst/>
            <a:cxnLst/>
            <a:rect l="l" t="t" r="r" b="b"/>
            <a:pathLst>
              <a:path w="6505575" h="2419350">
                <a:moveTo>
                  <a:pt x="0" y="0"/>
                </a:moveTo>
                <a:lnTo>
                  <a:pt x="6505575" y="0"/>
                </a:lnTo>
                <a:lnTo>
                  <a:pt x="4086225" y="2419350"/>
                </a:lnTo>
                <a:lnTo>
                  <a:pt x="0" y="2419350"/>
                </a:lnTo>
                <a:close/>
              </a:path>
            </a:pathLst>
          </a:custGeom>
          <a:gradFill rotWithShape="1">
            <a:gsLst>
              <a:gs pos="0">
                <a:srgbClr val="00B4F6"/>
              </a:gs>
              <a:gs pos="100000">
                <a:srgbClr val="488DF4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-right"/>
          <p:cNvSpPr/>
          <p:nvPr/>
        </p:nvSpPr>
        <p:spPr>
          <a:xfrm>
            <a:off x="16402050" y="0"/>
            <a:ext cx="14068425" cy="17145000"/>
          </a:xfrm>
          <a:custGeom>
            <a:avLst/>
            <a:gdLst/>
            <a:ahLst/>
            <a:cxnLst/>
            <a:rect l="l" t="t" r="r" b="b"/>
            <a:pathLst>
              <a:path w="14068425" h="17145000">
                <a:moveTo>
                  <a:pt x="3848100" y="0"/>
                </a:moveTo>
                <a:lnTo>
                  <a:pt x="14068425" y="0"/>
                </a:lnTo>
                <a:lnTo>
                  <a:pt x="14068425" y="16764000"/>
                </a:lnTo>
                <a:lnTo>
                  <a:pt x="13725525" y="17145000"/>
                </a:lnTo>
                <a:lnTo>
                  <a:pt x="13296900" y="17145000"/>
                </a:lnTo>
                <a:lnTo>
                  <a:pt x="0" y="3848100"/>
                </a:lnTo>
                <a:close/>
              </a:path>
            </a:pathLst>
          </a:custGeom>
          <a:gradFill rotWithShape="1">
            <a:gsLst>
              <a:gs pos="0">
                <a:srgbClr val="488DF5"/>
              </a:gs>
              <a:gs pos="100000">
                <a:srgbClr val="00BAF7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o-tri-bl"/>
          <p:cNvSpPr/>
          <p:nvPr/>
        </p:nvSpPr>
        <p:spPr>
          <a:xfrm>
            <a:off x="3543300" y="11591925"/>
            <a:ext cx="11087100" cy="5553075"/>
          </a:xfrm>
          <a:custGeom>
            <a:avLst/>
            <a:gdLst/>
            <a:ahLst/>
            <a:cxnLst/>
            <a:rect l="l" t="t" r="r" b="b"/>
            <a:pathLst>
              <a:path w="11087100" h="5553075">
                <a:moveTo>
                  <a:pt x="5543550" y="0"/>
                </a:moveTo>
                <a:lnTo>
                  <a:pt x="11087100" y="5553075"/>
                </a:lnTo>
                <a:lnTo>
                  <a:pt x="0" y="5553075"/>
                </a:lnTo>
                <a:close/>
              </a:path>
            </a:pathLst>
          </a:custGeom>
          <a:solidFill>
            <a:srgbClr val="488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eco-tri-br"/>
          <p:cNvSpPr/>
          <p:nvPr/>
        </p:nvSpPr>
        <p:spPr>
          <a:xfrm>
            <a:off x="17268825" y="11591925"/>
            <a:ext cx="11106150" cy="5553075"/>
          </a:xfrm>
          <a:custGeom>
            <a:avLst/>
            <a:gdLst/>
            <a:ahLst/>
            <a:cxnLst/>
            <a:rect l="l" t="t" r="r" b="b"/>
            <a:pathLst>
              <a:path w="11106150" h="5553075">
                <a:moveTo>
                  <a:pt x="5553075" y="0"/>
                </a:moveTo>
                <a:lnTo>
                  <a:pt x="11106150" y="5553075"/>
                </a:lnTo>
                <a:lnTo>
                  <a:pt x="0" y="5553075"/>
                </a:lnTo>
                <a:close/>
              </a:path>
            </a:pathLst>
          </a:custGeom>
          <a:gradFill rotWithShape="1">
            <a:gsLst>
              <a:gs pos="0">
                <a:srgbClr val="488DF5"/>
              </a:gs>
              <a:gs pos="100000">
                <a:srgbClr val="00BAF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eco-sparkle"/>
          <p:cNvSpPr/>
          <p:nvPr/>
        </p:nvSpPr>
        <p:spPr>
          <a:xfrm>
            <a:off x="1028700" y="13335000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838200" y="381000"/>
                </a:lnTo>
                <a:lnTo>
                  <a:pt x="1219200" y="609600"/>
                </a:lnTo>
                <a:lnTo>
                  <a:pt x="838200" y="838200"/>
                </a:lnTo>
                <a:lnTo>
                  <a:pt x="609600" y="1219200"/>
                </a:lnTo>
                <a:lnTo>
                  <a:pt x="381000" y="838200"/>
                </a:lnTo>
                <a:lnTo>
                  <a:pt x="0" y="609600"/>
                </a:lnTo>
                <a:lnTo>
                  <a:pt x="381000" y="381000"/>
                </a:lnTo>
                <a:close/>
              </a:path>
            </a:pathLst>
          </a:custGeom>
          <a:solidFill>
            <a:srgbClr val="4A8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ame-left"/>
          <p:cNvSpPr/>
          <p:nvPr/>
        </p:nvSpPr>
        <p:spPr>
          <a:xfrm>
            <a:off x="0" y="2381250"/>
            <a:ext cx="19050" cy="14763750"/>
          </a:xfrm>
          <a:prstGeom prst="rect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shot-chart" descr="_photo_shot_char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2625" y="4476750"/>
            <a:ext cx="12334875" cy="12668250"/>
          </a:xfrm>
          <a:prstGeom prst="rect">
            <a:avLst/>
          </a:prstGeom>
          <a:effectLst/>
        </p:spPr>
      </p:pic>
      <p:sp>
        <p:nvSpPr>
          <p:cNvPr id="10" name="divider"/>
          <p:cNvSpPr/>
          <p:nvPr/>
        </p:nvSpPr>
        <p:spPr>
          <a:xfrm>
            <a:off x="1000125" y="8067675"/>
            <a:ext cx="10534650" cy="152400"/>
          </a:xfrm>
          <a:prstGeom prst="rect">
            <a:avLst/>
          </a:prstGeom>
          <a:solidFill>
            <a:srgbClr val="7CB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itle"/>
          <p:cNvSpPr txBox="1"/>
          <p:nvPr/>
        </p:nvSpPr>
        <p:spPr>
          <a:xfrm>
            <a:off x="1095375" y="4514850"/>
            <a:ext cx="7132320" cy="2743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500" b="1" i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感谢聆听</a:t>
            </a:r>
          </a:p>
        </p:txBody>
      </p:sp>
      <p:sp>
        <p:nvSpPr>
          <p:cNvPr id="12" name="line-presenter"/>
          <p:cNvSpPr txBox="1"/>
          <p:nvPr/>
        </p:nvSpPr>
        <p:spPr>
          <a:xfrm>
            <a:off x="1066800" y="10067925"/>
            <a:ext cx="28575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375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汇报人：XXX</a:t>
            </a:r>
          </a:p>
        </p:txBody>
      </p:sp>
      <p:sp>
        <p:nvSpPr>
          <p:cNvPr id="13" name="line-date"/>
          <p:cNvSpPr txBox="1"/>
          <p:nvPr/>
        </p:nvSpPr>
        <p:spPr>
          <a:xfrm>
            <a:off x="1133475" y="11277600"/>
            <a:ext cx="5191125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375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日期：2026年XX月XX日</a:t>
            </a:r>
          </a:p>
        </p:txBody>
      </p:sp>
      <p:sp>
        <p:nvSpPr>
          <p:cNvPr id="14" name="year"/>
          <p:cNvSpPr txBox="1"/>
          <p:nvPr/>
        </p:nvSpPr>
        <p:spPr>
          <a:xfrm>
            <a:off x="25241250" y="2371725"/>
            <a:ext cx="3619500" cy="24288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9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