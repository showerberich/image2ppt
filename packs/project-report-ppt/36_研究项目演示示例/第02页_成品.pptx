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" name="bg-fields"/>
          <p:cNvGrpSpPr/>
          <p:nvPr/>
        </p:nvGrpSpPr>
        <p:grpSpPr>
          <a:xfrm>
            <a:off x="0" y="0"/>
            <a:ext cx="30470475" cy="17135475"/>
            <a:chOff x="0" y="0"/>
            <a:chExt cx="30470475" cy="17135475"/>
          </a:xfrm>
        </p:grpSpPr>
        <p:sp>
          <p:nvSpPr>
            <p:cNvPr id="3" name="bg-gradient"/>
            <p:cNvSpPr/>
            <p:nvPr/>
          </p:nvSpPr>
          <p:spPr>
            <a:xfrm>
              <a:off x="0" y="0"/>
              <a:ext cx="30470475" cy="17135475"/>
            </a:xfrm>
            <a:custGeom>
              <a:avLst/>
              <a:gdLst/>
              <a:ahLst/>
              <a:cxnLst/>
              <a:rect l="l" t="t" r="r" b="b"/>
              <a:pathLst>
                <a:path w="30470475" h="17135475">
                  <a:moveTo>
                    <a:pt x="11591925" y="0"/>
                  </a:moveTo>
                  <a:lnTo>
                    <a:pt x="18907125" y="0"/>
                  </a:lnTo>
                  <a:lnTo>
                    <a:pt x="30470475" y="11563350"/>
                  </a:lnTo>
                  <a:lnTo>
                    <a:pt x="30470475" y="17135475"/>
                  </a:lnTo>
                  <a:lnTo>
                    <a:pt x="0" y="17135475"/>
                  </a:lnTo>
                  <a:lnTo>
                    <a:pt x="0" y="11591925"/>
                  </a:lnTo>
                  <a:close/>
                </a:path>
              </a:pathLst>
            </a:custGeom>
            <a:gradFill rotWithShape="1">
              <a:gsLst>
                <a:gs pos="0">
                  <a:srgbClr val="478EF5"/>
                </a:gs>
                <a:gs pos="100000">
                  <a:srgbClr val="00BAF5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eco-diamond-left"/>
            <p:cNvSpPr/>
            <p:nvPr/>
          </p:nvSpPr>
          <p:spPr>
            <a:xfrm>
              <a:off x="0" y="57150"/>
              <a:ext cx="1781175" cy="3105150"/>
            </a:xfrm>
            <a:custGeom>
              <a:avLst/>
              <a:gdLst/>
              <a:ahLst/>
              <a:cxnLst/>
              <a:rect l="l" t="t" r="r" b="b"/>
              <a:pathLst>
                <a:path w="1781175" h="3105150">
                  <a:moveTo>
                    <a:pt x="257175" y="0"/>
                  </a:moveTo>
                  <a:lnTo>
                    <a:pt x="285750" y="19050"/>
                  </a:lnTo>
                  <a:lnTo>
                    <a:pt x="304800" y="38100"/>
                  </a:lnTo>
                  <a:lnTo>
                    <a:pt x="314325" y="57150"/>
                  </a:lnTo>
                  <a:lnTo>
                    <a:pt x="333375" y="76200"/>
                  </a:lnTo>
                  <a:lnTo>
                    <a:pt x="361950" y="95250"/>
                  </a:lnTo>
                  <a:lnTo>
                    <a:pt x="371475" y="114300"/>
                  </a:lnTo>
                  <a:lnTo>
                    <a:pt x="390525" y="133350"/>
                  </a:lnTo>
                  <a:lnTo>
                    <a:pt x="409575" y="152400"/>
                  </a:lnTo>
                  <a:lnTo>
                    <a:pt x="428625" y="171450"/>
                  </a:lnTo>
                  <a:lnTo>
                    <a:pt x="447675" y="190500"/>
                  </a:lnTo>
                  <a:lnTo>
                    <a:pt x="466725" y="209550"/>
                  </a:lnTo>
                  <a:lnTo>
                    <a:pt x="485775" y="228600"/>
                  </a:lnTo>
                  <a:lnTo>
                    <a:pt x="504825" y="247650"/>
                  </a:lnTo>
                  <a:lnTo>
                    <a:pt x="523875" y="266700"/>
                  </a:lnTo>
                  <a:lnTo>
                    <a:pt x="542925" y="285750"/>
                  </a:lnTo>
                  <a:lnTo>
                    <a:pt x="561975" y="304800"/>
                  </a:lnTo>
                  <a:lnTo>
                    <a:pt x="581025" y="323850"/>
                  </a:lnTo>
                  <a:lnTo>
                    <a:pt x="600075" y="342900"/>
                  </a:lnTo>
                  <a:lnTo>
                    <a:pt x="619125" y="361950"/>
                  </a:lnTo>
                  <a:lnTo>
                    <a:pt x="638175" y="381000"/>
                  </a:lnTo>
                  <a:lnTo>
                    <a:pt x="657225" y="400050"/>
                  </a:lnTo>
                  <a:lnTo>
                    <a:pt x="676275" y="419100"/>
                  </a:lnTo>
                  <a:lnTo>
                    <a:pt x="695325" y="438150"/>
                  </a:lnTo>
                  <a:lnTo>
                    <a:pt x="714375" y="457200"/>
                  </a:lnTo>
                  <a:lnTo>
                    <a:pt x="733425" y="476250"/>
                  </a:lnTo>
                  <a:lnTo>
                    <a:pt x="752475" y="495300"/>
                  </a:lnTo>
                  <a:lnTo>
                    <a:pt x="771525" y="514350"/>
                  </a:lnTo>
                  <a:lnTo>
                    <a:pt x="790575" y="533400"/>
                  </a:lnTo>
                  <a:lnTo>
                    <a:pt x="809625" y="552450"/>
                  </a:lnTo>
                  <a:lnTo>
                    <a:pt x="828675" y="571500"/>
                  </a:lnTo>
                  <a:lnTo>
                    <a:pt x="847725" y="590550"/>
                  </a:lnTo>
                  <a:lnTo>
                    <a:pt x="876300" y="609600"/>
                  </a:lnTo>
                  <a:lnTo>
                    <a:pt x="885825" y="628650"/>
                  </a:lnTo>
                  <a:lnTo>
                    <a:pt x="904875" y="647700"/>
                  </a:lnTo>
                  <a:lnTo>
                    <a:pt x="923925" y="666750"/>
                  </a:lnTo>
                  <a:lnTo>
                    <a:pt x="942975" y="685800"/>
                  </a:lnTo>
                  <a:lnTo>
                    <a:pt x="962025" y="704850"/>
                  </a:lnTo>
                  <a:lnTo>
                    <a:pt x="981075" y="723900"/>
                  </a:lnTo>
                  <a:lnTo>
                    <a:pt x="1000125" y="742950"/>
                  </a:lnTo>
                  <a:lnTo>
                    <a:pt x="1019175" y="762000"/>
                  </a:lnTo>
                  <a:lnTo>
                    <a:pt x="1038225" y="781050"/>
                  </a:lnTo>
                  <a:lnTo>
                    <a:pt x="1057275" y="800100"/>
                  </a:lnTo>
                  <a:lnTo>
                    <a:pt x="1076325" y="819150"/>
                  </a:lnTo>
                  <a:lnTo>
                    <a:pt x="1095375" y="838200"/>
                  </a:lnTo>
                  <a:lnTo>
                    <a:pt x="1114425" y="857250"/>
                  </a:lnTo>
                  <a:lnTo>
                    <a:pt x="1133475" y="876300"/>
                  </a:lnTo>
                  <a:lnTo>
                    <a:pt x="1152525" y="895350"/>
                  </a:lnTo>
                  <a:lnTo>
                    <a:pt x="1171575" y="914400"/>
                  </a:lnTo>
                  <a:lnTo>
                    <a:pt x="1190625" y="933450"/>
                  </a:lnTo>
                  <a:lnTo>
                    <a:pt x="1209675" y="952500"/>
                  </a:lnTo>
                  <a:lnTo>
                    <a:pt x="1228725" y="971550"/>
                  </a:lnTo>
                  <a:lnTo>
                    <a:pt x="1247775" y="990600"/>
                  </a:lnTo>
                  <a:lnTo>
                    <a:pt x="1266825" y="1009650"/>
                  </a:lnTo>
                  <a:lnTo>
                    <a:pt x="1285875" y="1028700"/>
                  </a:lnTo>
                  <a:lnTo>
                    <a:pt x="1304925" y="1047750"/>
                  </a:lnTo>
                  <a:lnTo>
                    <a:pt x="1323975" y="1066800"/>
                  </a:lnTo>
                  <a:lnTo>
                    <a:pt x="1343025" y="1085850"/>
                  </a:lnTo>
                  <a:lnTo>
                    <a:pt x="1362075" y="1104900"/>
                  </a:lnTo>
                  <a:lnTo>
                    <a:pt x="1381125" y="1123950"/>
                  </a:lnTo>
                  <a:lnTo>
                    <a:pt x="1400175" y="1143000"/>
                  </a:lnTo>
                  <a:lnTo>
                    <a:pt x="1419225" y="1162050"/>
                  </a:lnTo>
                  <a:lnTo>
                    <a:pt x="1428750" y="1181100"/>
                  </a:lnTo>
                  <a:lnTo>
                    <a:pt x="1457325" y="1200150"/>
                  </a:lnTo>
                  <a:lnTo>
                    <a:pt x="1476375" y="1219200"/>
                  </a:lnTo>
                  <a:lnTo>
                    <a:pt x="1495425" y="1238250"/>
                  </a:lnTo>
                  <a:lnTo>
                    <a:pt x="1514475" y="1257300"/>
                  </a:lnTo>
                  <a:lnTo>
                    <a:pt x="1533525" y="1276350"/>
                  </a:lnTo>
                  <a:lnTo>
                    <a:pt x="1552575" y="1295400"/>
                  </a:lnTo>
                  <a:lnTo>
                    <a:pt x="1571625" y="1314450"/>
                  </a:lnTo>
                  <a:lnTo>
                    <a:pt x="1581150" y="1333500"/>
                  </a:lnTo>
                  <a:lnTo>
                    <a:pt x="1609725" y="1352550"/>
                  </a:lnTo>
                  <a:lnTo>
                    <a:pt x="1628775" y="1371600"/>
                  </a:lnTo>
                  <a:lnTo>
                    <a:pt x="1638300" y="1390650"/>
                  </a:lnTo>
                  <a:lnTo>
                    <a:pt x="1666875" y="1409700"/>
                  </a:lnTo>
                  <a:lnTo>
                    <a:pt x="1685925" y="1428750"/>
                  </a:lnTo>
                  <a:lnTo>
                    <a:pt x="1704975" y="1447800"/>
                  </a:lnTo>
                  <a:lnTo>
                    <a:pt x="1724025" y="1466850"/>
                  </a:lnTo>
                  <a:lnTo>
                    <a:pt x="1733550" y="1485900"/>
                  </a:lnTo>
                  <a:lnTo>
                    <a:pt x="1762125" y="1504950"/>
                  </a:lnTo>
                  <a:lnTo>
                    <a:pt x="1771650" y="1524000"/>
                  </a:lnTo>
                  <a:lnTo>
                    <a:pt x="1781175" y="1543050"/>
                  </a:lnTo>
                  <a:lnTo>
                    <a:pt x="1781175" y="1562100"/>
                  </a:lnTo>
                  <a:lnTo>
                    <a:pt x="1771650" y="1581150"/>
                  </a:lnTo>
                  <a:lnTo>
                    <a:pt x="1762125" y="1600200"/>
                  </a:lnTo>
                  <a:lnTo>
                    <a:pt x="1743075" y="1619250"/>
                  </a:lnTo>
                  <a:lnTo>
                    <a:pt x="1724025" y="1638300"/>
                  </a:lnTo>
                  <a:lnTo>
                    <a:pt x="1714500" y="1657350"/>
                  </a:lnTo>
                  <a:lnTo>
                    <a:pt x="1685925" y="1676400"/>
                  </a:lnTo>
                  <a:lnTo>
                    <a:pt x="1666875" y="1695450"/>
                  </a:lnTo>
                  <a:lnTo>
                    <a:pt x="1647825" y="1714500"/>
                  </a:lnTo>
                  <a:lnTo>
                    <a:pt x="1628775" y="1733550"/>
                  </a:lnTo>
                  <a:lnTo>
                    <a:pt x="1609725" y="1752600"/>
                  </a:lnTo>
                  <a:lnTo>
                    <a:pt x="1590675" y="1771650"/>
                  </a:lnTo>
                  <a:lnTo>
                    <a:pt x="1571625" y="1790700"/>
                  </a:lnTo>
                  <a:lnTo>
                    <a:pt x="1562100" y="1809750"/>
                  </a:lnTo>
                  <a:lnTo>
                    <a:pt x="1533525" y="1828800"/>
                  </a:lnTo>
                  <a:lnTo>
                    <a:pt x="1514475" y="1847850"/>
                  </a:lnTo>
                  <a:lnTo>
                    <a:pt x="1495425" y="1866900"/>
                  </a:lnTo>
                  <a:lnTo>
                    <a:pt x="1476375" y="1885950"/>
                  </a:lnTo>
                  <a:lnTo>
                    <a:pt x="1457325" y="1905000"/>
                  </a:lnTo>
                  <a:lnTo>
                    <a:pt x="1438275" y="1924050"/>
                  </a:lnTo>
                  <a:lnTo>
                    <a:pt x="1419225" y="1943100"/>
                  </a:lnTo>
                  <a:lnTo>
                    <a:pt x="1400175" y="1962150"/>
                  </a:lnTo>
                  <a:lnTo>
                    <a:pt x="1381125" y="1981200"/>
                  </a:lnTo>
                  <a:lnTo>
                    <a:pt x="1362075" y="2000250"/>
                  </a:lnTo>
                  <a:lnTo>
                    <a:pt x="1343025" y="2019300"/>
                  </a:lnTo>
                  <a:lnTo>
                    <a:pt x="1323975" y="2038350"/>
                  </a:lnTo>
                  <a:lnTo>
                    <a:pt x="1304925" y="2057400"/>
                  </a:lnTo>
                  <a:lnTo>
                    <a:pt x="1285875" y="2076450"/>
                  </a:lnTo>
                  <a:lnTo>
                    <a:pt x="1266825" y="2095500"/>
                  </a:lnTo>
                  <a:lnTo>
                    <a:pt x="1247775" y="2114550"/>
                  </a:lnTo>
                  <a:lnTo>
                    <a:pt x="1228725" y="2133600"/>
                  </a:lnTo>
                  <a:lnTo>
                    <a:pt x="1209675" y="2152650"/>
                  </a:lnTo>
                  <a:lnTo>
                    <a:pt x="1190625" y="2171700"/>
                  </a:lnTo>
                  <a:lnTo>
                    <a:pt x="1171575" y="2190750"/>
                  </a:lnTo>
                  <a:lnTo>
                    <a:pt x="1152525" y="2209800"/>
                  </a:lnTo>
                  <a:lnTo>
                    <a:pt x="1133475" y="2228850"/>
                  </a:lnTo>
                  <a:lnTo>
                    <a:pt x="1114425" y="2247900"/>
                  </a:lnTo>
                  <a:lnTo>
                    <a:pt x="1095375" y="2266950"/>
                  </a:lnTo>
                  <a:lnTo>
                    <a:pt x="1076325" y="2286000"/>
                  </a:lnTo>
                  <a:lnTo>
                    <a:pt x="1057275" y="2305050"/>
                  </a:lnTo>
                  <a:lnTo>
                    <a:pt x="1038225" y="2324100"/>
                  </a:lnTo>
                  <a:lnTo>
                    <a:pt x="1019175" y="2343150"/>
                  </a:lnTo>
                  <a:lnTo>
                    <a:pt x="1000125" y="2362200"/>
                  </a:lnTo>
                  <a:lnTo>
                    <a:pt x="981075" y="2381250"/>
                  </a:lnTo>
                  <a:lnTo>
                    <a:pt x="962025" y="2400300"/>
                  </a:lnTo>
                  <a:lnTo>
                    <a:pt x="942975" y="2419350"/>
                  </a:lnTo>
                  <a:lnTo>
                    <a:pt x="923925" y="2438400"/>
                  </a:lnTo>
                  <a:lnTo>
                    <a:pt x="904875" y="2457450"/>
                  </a:lnTo>
                  <a:lnTo>
                    <a:pt x="885825" y="2476500"/>
                  </a:lnTo>
                  <a:lnTo>
                    <a:pt x="866775" y="2495550"/>
                  </a:lnTo>
                  <a:lnTo>
                    <a:pt x="847725" y="2514600"/>
                  </a:lnTo>
                  <a:lnTo>
                    <a:pt x="819150" y="2533650"/>
                  </a:lnTo>
                  <a:lnTo>
                    <a:pt x="809625" y="2552700"/>
                  </a:lnTo>
                  <a:lnTo>
                    <a:pt x="790575" y="2571750"/>
                  </a:lnTo>
                  <a:lnTo>
                    <a:pt x="771525" y="2590800"/>
                  </a:lnTo>
                  <a:lnTo>
                    <a:pt x="752475" y="2609850"/>
                  </a:lnTo>
                  <a:lnTo>
                    <a:pt x="723900" y="2628900"/>
                  </a:lnTo>
                  <a:lnTo>
                    <a:pt x="704850" y="2647950"/>
                  </a:lnTo>
                  <a:lnTo>
                    <a:pt x="695325" y="2667000"/>
                  </a:lnTo>
                  <a:lnTo>
                    <a:pt x="666750" y="2686050"/>
                  </a:lnTo>
                  <a:lnTo>
                    <a:pt x="657225" y="2705100"/>
                  </a:lnTo>
                  <a:lnTo>
                    <a:pt x="628650" y="2724150"/>
                  </a:lnTo>
                  <a:lnTo>
                    <a:pt x="609600" y="2743200"/>
                  </a:lnTo>
                  <a:lnTo>
                    <a:pt x="600075" y="2762250"/>
                  </a:lnTo>
                  <a:lnTo>
                    <a:pt x="581025" y="2781300"/>
                  </a:lnTo>
                  <a:lnTo>
                    <a:pt x="561975" y="2800350"/>
                  </a:lnTo>
                  <a:lnTo>
                    <a:pt x="533400" y="2819400"/>
                  </a:lnTo>
                  <a:lnTo>
                    <a:pt x="514350" y="2838450"/>
                  </a:lnTo>
                  <a:lnTo>
                    <a:pt x="504825" y="2857500"/>
                  </a:lnTo>
                  <a:lnTo>
                    <a:pt x="476250" y="2876550"/>
                  </a:lnTo>
                  <a:lnTo>
                    <a:pt x="466725" y="2895600"/>
                  </a:lnTo>
                  <a:lnTo>
                    <a:pt x="438150" y="2914650"/>
                  </a:lnTo>
                  <a:lnTo>
                    <a:pt x="428625" y="2933700"/>
                  </a:lnTo>
                  <a:lnTo>
                    <a:pt x="409575" y="2952750"/>
                  </a:lnTo>
                  <a:lnTo>
                    <a:pt x="390525" y="2971800"/>
                  </a:lnTo>
                  <a:lnTo>
                    <a:pt x="361950" y="2990850"/>
                  </a:lnTo>
                  <a:lnTo>
                    <a:pt x="342900" y="3009900"/>
                  </a:lnTo>
                  <a:lnTo>
                    <a:pt x="323850" y="3028950"/>
                  </a:lnTo>
                  <a:lnTo>
                    <a:pt x="304800" y="3048000"/>
                  </a:lnTo>
                  <a:lnTo>
                    <a:pt x="285750" y="3067050"/>
                  </a:lnTo>
                  <a:lnTo>
                    <a:pt x="266700" y="3086100"/>
                  </a:lnTo>
                  <a:lnTo>
                    <a:pt x="238125" y="3105150"/>
                  </a:lnTo>
                  <a:lnTo>
                    <a:pt x="200025" y="3105150"/>
                  </a:lnTo>
                  <a:lnTo>
                    <a:pt x="171450" y="3086100"/>
                  </a:lnTo>
                  <a:lnTo>
                    <a:pt x="152400" y="3067050"/>
                  </a:lnTo>
                  <a:lnTo>
                    <a:pt x="133350" y="3048000"/>
                  </a:lnTo>
                  <a:lnTo>
                    <a:pt x="114300" y="3028950"/>
                  </a:lnTo>
                  <a:lnTo>
                    <a:pt x="95250" y="3009900"/>
                  </a:lnTo>
                  <a:lnTo>
                    <a:pt x="76200" y="2990850"/>
                  </a:lnTo>
                  <a:lnTo>
                    <a:pt x="57150" y="2971800"/>
                  </a:lnTo>
                  <a:lnTo>
                    <a:pt x="38100" y="2952750"/>
                  </a:lnTo>
                  <a:lnTo>
                    <a:pt x="19050" y="2933700"/>
                  </a:lnTo>
                  <a:lnTo>
                    <a:pt x="0" y="2914650"/>
                  </a:lnTo>
                  <a:lnTo>
                    <a:pt x="0" y="2895600"/>
                  </a:lnTo>
                  <a:lnTo>
                    <a:pt x="0" y="2876550"/>
                  </a:lnTo>
                  <a:lnTo>
                    <a:pt x="0" y="2857500"/>
                  </a:lnTo>
                  <a:lnTo>
                    <a:pt x="0" y="2838450"/>
                  </a:lnTo>
                  <a:lnTo>
                    <a:pt x="0" y="2819400"/>
                  </a:lnTo>
                  <a:lnTo>
                    <a:pt x="0" y="2800350"/>
                  </a:lnTo>
                  <a:lnTo>
                    <a:pt x="0" y="2781300"/>
                  </a:lnTo>
                  <a:lnTo>
                    <a:pt x="0" y="2762250"/>
                  </a:lnTo>
                  <a:lnTo>
                    <a:pt x="0" y="2743200"/>
                  </a:lnTo>
                  <a:lnTo>
                    <a:pt x="0" y="2724150"/>
                  </a:lnTo>
                  <a:lnTo>
                    <a:pt x="0" y="2705100"/>
                  </a:lnTo>
                  <a:lnTo>
                    <a:pt x="0" y="2686050"/>
                  </a:lnTo>
                  <a:lnTo>
                    <a:pt x="0" y="2667000"/>
                  </a:lnTo>
                  <a:lnTo>
                    <a:pt x="0" y="2647950"/>
                  </a:lnTo>
                  <a:lnTo>
                    <a:pt x="0" y="2628900"/>
                  </a:lnTo>
                  <a:lnTo>
                    <a:pt x="0" y="2609850"/>
                  </a:lnTo>
                  <a:lnTo>
                    <a:pt x="0" y="2590800"/>
                  </a:lnTo>
                  <a:lnTo>
                    <a:pt x="0" y="2571750"/>
                  </a:lnTo>
                  <a:lnTo>
                    <a:pt x="0" y="2552700"/>
                  </a:lnTo>
                  <a:lnTo>
                    <a:pt x="0" y="2533650"/>
                  </a:lnTo>
                  <a:lnTo>
                    <a:pt x="0" y="2514600"/>
                  </a:lnTo>
                  <a:lnTo>
                    <a:pt x="0" y="2495550"/>
                  </a:lnTo>
                  <a:lnTo>
                    <a:pt x="0" y="2476500"/>
                  </a:lnTo>
                  <a:lnTo>
                    <a:pt x="0" y="2457450"/>
                  </a:lnTo>
                  <a:lnTo>
                    <a:pt x="0" y="2438400"/>
                  </a:lnTo>
                  <a:lnTo>
                    <a:pt x="0" y="2419350"/>
                  </a:lnTo>
                  <a:lnTo>
                    <a:pt x="0" y="2400300"/>
                  </a:lnTo>
                  <a:lnTo>
                    <a:pt x="0" y="2381250"/>
                  </a:lnTo>
                  <a:lnTo>
                    <a:pt x="0" y="2362200"/>
                  </a:lnTo>
                  <a:lnTo>
                    <a:pt x="0" y="2343150"/>
                  </a:lnTo>
                  <a:lnTo>
                    <a:pt x="0" y="2324100"/>
                  </a:lnTo>
                  <a:lnTo>
                    <a:pt x="0" y="2305050"/>
                  </a:lnTo>
                  <a:lnTo>
                    <a:pt x="0" y="2286000"/>
                  </a:lnTo>
                  <a:lnTo>
                    <a:pt x="0" y="2266950"/>
                  </a:lnTo>
                  <a:lnTo>
                    <a:pt x="0" y="2247900"/>
                  </a:lnTo>
                  <a:lnTo>
                    <a:pt x="0" y="2228850"/>
                  </a:lnTo>
                  <a:lnTo>
                    <a:pt x="0" y="2209800"/>
                  </a:lnTo>
                  <a:lnTo>
                    <a:pt x="0" y="2190750"/>
                  </a:lnTo>
                  <a:lnTo>
                    <a:pt x="0" y="2171700"/>
                  </a:lnTo>
                  <a:lnTo>
                    <a:pt x="0" y="2152650"/>
                  </a:lnTo>
                  <a:lnTo>
                    <a:pt x="0" y="2133600"/>
                  </a:lnTo>
                  <a:lnTo>
                    <a:pt x="0" y="2114550"/>
                  </a:lnTo>
                  <a:lnTo>
                    <a:pt x="0" y="2095500"/>
                  </a:lnTo>
                  <a:lnTo>
                    <a:pt x="0" y="2076450"/>
                  </a:lnTo>
                  <a:lnTo>
                    <a:pt x="0" y="2057400"/>
                  </a:lnTo>
                  <a:lnTo>
                    <a:pt x="0" y="2038350"/>
                  </a:lnTo>
                  <a:lnTo>
                    <a:pt x="0" y="2019300"/>
                  </a:lnTo>
                  <a:lnTo>
                    <a:pt x="0" y="2000250"/>
                  </a:lnTo>
                  <a:lnTo>
                    <a:pt x="0" y="1981200"/>
                  </a:lnTo>
                  <a:lnTo>
                    <a:pt x="0" y="1962150"/>
                  </a:lnTo>
                  <a:lnTo>
                    <a:pt x="0" y="1943100"/>
                  </a:lnTo>
                  <a:lnTo>
                    <a:pt x="0" y="1924050"/>
                  </a:lnTo>
                  <a:lnTo>
                    <a:pt x="0" y="1905000"/>
                  </a:lnTo>
                  <a:lnTo>
                    <a:pt x="0" y="1885950"/>
                  </a:lnTo>
                  <a:lnTo>
                    <a:pt x="0" y="1866900"/>
                  </a:lnTo>
                  <a:lnTo>
                    <a:pt x="0" y="1847850"/>
                  </a:lnTo>
                  <a:lnTo>
                    <a:pt x="0" y="1828800"/>
                  </a:lnTo>
                  <a:lnTo>
                    <a:pt x="0" y="1809750"/>
                  </a:lnTo>
                  <a:lnTo>
                    <a:pt x="0" y="1790700"/>
                  </a:lnTo>
                  <a:lnTo>
                    <a:pt x="0" y="1771650"/>
                  </a:lnTo>
                  <a:lnTo>
                    <a:pt x="0" y="1752600"/>
                  </a:lnTo>
                  <a:lnTo>
                    <a:pt x="0" y="1733550"/>
                  </a:lnTo>
                  <a:lnTo>
                    <a:pt x="0" y="1714500"/>
                  </a:lnTo>
                  <a:lnTo>
                    <a:pt x="0" y="1695450"/>
                  </a:lnTo>
                  <a:lnTo>
                    <a:pt x="0" y="1676400"/>
                  </a:lnTo>
                  <a:lnTo>
                    <a:pt x="0" y="1657350"/>
                  </a:lnTo>
                  <a:lnTo>
                    <a:pt x="0" y="1638300"/>
                  </a:lnTo>
                  <a:lnTo>
                    <a:pt x="0" y="1619250"/>
                  </a:lnTo>
                  <a:lnTo>
                    <a:pt x="0" y="1600200"/>
                  </a:lnTo>
                  <a:lnTo>
                    <a:pt x="0" y="1581150"/>
                  </a:lnTo>
                  <a:lnTo>
                    <a:pt x="0" y="1562100"/>
                  </a:lnTo>
                  <a:lnTo>
                    <a:pt x="0" y="1543050"/>
                  </a:lnTo>
                  <a:lnTo>
                    <a:pt x="0" y="1524000"/>
                  </a:lnTo>
                  <a:lnTo>
                    <a:pt x="0" y="1504950"/>
                  </a:lnTo>
                  <a:lnTo>
                    <a:pt x="0" y="1485900"/>
                  </a:lnTo>
                  <a:lnTo>
                    <a:pt x="0" y="1466850"/>
                  </a:lnTo>
                  <a:lnTo>
                    <a:pt x="0" y="1447800"/>
                  </a:lnTo>
                  <a:lnTo>
                    <a:pt x="0" y="1428750"/>
                  </a:lnTo>
                  <a:lnTo>
                    <a:pt x="0" y="1409700"/>
                  </a:lnTo>
                  <a:lnTo>
                    <a:pt x="0" y="1390650"/>
                  </a:lnTo>
                  <a:lnTo>
                    <a:pt x="0" y="1371600"/>
                  </a:lnTo>
                  <a:lnTo>
                    <a:pt x="0" y="1352550"/>
                  </a:lnTo>
                  <a:lnTo>
                    <a:pt x="0" y="1333500"/>
                  </a:lnTo>
                  <a:lnTo>
                    <a:pt x="0" y="1314450"/>
                  </a:lnTo>
                  <a:lnTo>
                    <a:pt x="0" y="1295400"/>
                  </a:lnTo>
                  <a:lnTo>
                    <a:pt x="0" y="1276350"/>
                  </a:lnTo>
                  <a:lnTo>
                    <a:pt x="0" y="1257300"/>
                  </a:lnTo>
                  <a:lnTo>
                    <a:pt x="0" y="1238250"/>
                  </a:lnTo>
                  <a:lnTo>
                    <a:pt x="0" y="1219200"/>
                  </a:lnTo>
                  <a:lnTo>
                    <a:pt x="0" y="1200150"/>
                  </a:lnTo>
                  <a:lnTo>
                    <a:pt x="0" y="1181100"/>
                  </a:lnTo>
                  <a:lnTo>
                    <a:pt x="0" y="1162050"/>
                  </a:lnTo>
                  <a:lnTo>
                    <a:pt x="0" y="1143000"/>
                  </a:lnTo>
                  <a:lnTo>
                    <a:pt x="0" y="1123950"/>
                  </a:lnTo>
                  <a:lnTo>
                    <a:pt x="0" y="1104900"/>
                  </a:lnTo>
                  <a:lnTo>
                    <a:pt x="0" y="1085850"/>
                  </a:lnTo>
                  <a:lnTo>
                    <a:pt x="0" y="1066800"/>
                  </a:lnTo>
                  <a:lnTo>
                    <a:pt x="0" y="1047750"/>
                  </a:lnTo>
                  <a:lnTo>
                    <a:pt x="0" y="1028700"/>
                  </a:lnTo>
                  <a:lnTo>
                    <a:pt x="0" y="1009650"/>
                  </a:lnTo>
                  <a:lnTo>
                    <a:pt x="0" y="990600"/>
                  </a:lnTo>
                  <a:lnTo>
                    <a:pt x="0" y="971550"/>
                  </a:lnTo>
                  <a:lnTo>
                    <a:pt x="0" y="952500"/>
                  </a:lnTo>
                  <a:lnTo>
                    <a:pt x="0" y="933450"/>
                  </a:lnTo>
                  <a:lnTo>
                    <a:pt x="0" y="914400"/>
                  </a:lnTo>
                  <a:lnTo>
                    <a:pt x="0" y="895350"/>
                  </a:lnTo>
                  <a:lnTo>
                    <a:pt x="0" y="876300"/>
                  </a:lnTo>
                  <a:lnTo>
                    <a:pt x="0" y="857250"/>
                  </a:lnTo>
                  <a:lnTo>
                    <a:pt x="0" y="838200"/>
                  </a:lnTo>
                  <a:lnTo>
                    <a:pt x="0" y="819150"/>
                  </a:lnTo>
                  <a:lnTo>
                    <a:pt x="0" y="800100"/>
                  </a:lnTo>
                  <a:lnTo>
                    <a:pt x="0" y="781050"/>
                  </a:lnTo>
                  <a:lnTo>
                    <a:pt x="0" y="762000"/>
                  </a:lnTo>
                  <a:lnTo>
                    <a:pt x="0" y="742950"/>
                  </a:lnTo>
                  <a:lnTo>
                    <a:pt x="0" y="723900"/>
                  </a:lnTo>
                  <a:lnTo>
                    <a:pt x="0" y="704850"/>
                  </a:lnTo>
                  <a:lnTo>
                    <a:pt x="0" y="685800"/>
                  </a:lnTo>
                  <a:lnTo>
                    <a:pt x="0" y="666750"/>
                  </a:lnTo>
                  <a:lnTo>
                    <a:pt x="0" y="647700"/>
                  </a:lnTo>
                  <a:lnTo>
                    <a:pt x="0" y="628650"/>
                  </a:lnTo>
                  <a:lnTo>
                    <a:pt x="0" y="609600"/>
                  </a:lnTo>
                  <a:lnTo>
                    <a:pt x="0" y="590550"/>
                  </a:lnTo>
                  <a:lnTo>
                    <a:pt x="0" y="571500"/>
                  </a:lnTo>
                  <a:lnTo>
                    <a:pt x="0" y="552450"/>
                  </a:lnTo>
                  <a:lnTo>
                    <a:pt x="0" y="533400"/>
                  </a:lnTo>
                  <a:lnTo>
                    <a:pt x="0" y="514350"/>
                  </a:lnTo>
                  <a:lnTo>
                    <a:pt x="0" y="495300"/>
                  </a:lnTo>
                  <a:lnTo>
                    <a:pt x="0" y="476250"/>
                  </a:lnTo>
                  <a:lnTo>
                    <a:pt x="0" y="457200"/>
                  </a:lnTo>
                  <a:lnTo>
                    <a:pt x="0" y="438150"/>
                  </a:lnTo>
                  <a:lnTo>
                    <a:pt x="0" y="419100"/>
                  </a:lnTo>
                  <a:lnTo>
                    <a:pt x="0" y="400050"/>
                  </a:lnTo>
                  <a:lnTo>
                    <a:pt x="0" y="381000"/>
                  </a:lnTo>
                  <a:lnTo>
                    <a:pt x="0" y="361950"/>
                  </a:lnTo>
                  <a:lnTo>
                    <a:pt x="0" y="342900"/>
                  </a:lnTo>
                  <a:lnTo>
                    <a:pt x="0" y="323850"/>
                  </a:lnTo>
                  <a:lnTo>
                    <a:pt x="0" y="304800"/>
                  </a:lnTo>
                  <a:lnTo>
                    <a:pt x="0" y="285750"/>
                  </a:lnTo>
                  <a:lnTo>
                    <a:pt x="0" y="266700"/>
                  </a:lnTo>
                  <a:lnTo>
                    <a:pt x="0" y="247650"/>
                  </a:lnTo>
                  <a:lnTo>
                    <a:pt x="0" y="228600"/>
                  </a:lnTo>
                  <a:lnTo>
                    <a:pt x="0" y="209550"/>
                  </a:lnTo>
                  <a:lnTo>
                    <a:pt x="0" y="190500"/>
                  </a:lnTo>
                  <a:lnTo>
                    <a:pt x="19050" y="171450"/>
                  </a:lnTo>
                  <a:lnTo>
                    <a:pt x="38100" y="152400"/>
                  </a:lnTo>
                  <a:lnTo>
                    <a:pt x="57150" y="133350"/>
                  </a:lnTo>
                  <a:lnTo>
                    <a:pt x="76200" y="114300"/>
                  </a:lnTo>
                  <a:lnTo>
                    <a:pt x="95250" y="95250"/>
                  </a:lnTo>
                  <a:lnTo>
                    <a:pt x="114300" y="76200"/>
                  </a:lnTo>
                  <a:lnTo>
                    <a:pt x="123825" y="57150"/>
                  </a:lnTo>
                  <a:lnTo>
                    <a:pt x="152400" y="38100"/>
                  </a:lnTo>
                  <a:lnTo>
                    <a:pt x="171450" y="19050"/>
                  </a:lnTo>
                  <a:lnTo>
                    <a:pt x="190500" y="0"/>
                  </a:lnTo>
                  <a:close/>
                </a:path>
              </a:pathLst>
            </a:custGeom>
            <a:gradFill rotWithShape="1">
              <a:gsLst>
                <a:gs pos="0">
                  <a:srgbClr val="478EF5"/>
                </a:gs>
                <a:gs pos="100000">
                  <a:srgbClr val="00BAF5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eco-blue-upper-right"/>
            <p:cNvSpPr/>
            <p:nvPr/>
          </p:nvSpPr>
          <p:spPr>
            <a:xfrm>
              <a:off x="22088475" y="0"/>
              <a:ext cx="7905750" cy="3333750"/>
            </a:xfrm>
            <a:custGeom>
              <a:avLst/>
              <a:gdLst/>
              <a:ahLst/>
              <a:cxnLst/>
              <a:rect l="l" t="t" r="r" b="b"/>
              <a:pathLst>
                <a:path w="7905750" h="3333750">
                  <a:moveTo>
                    <a:pt x="6991350" y="0"/>
                  </a:moveTo>
                  <a:lnTo>
                    <a:pt x="7077075" y="19050"/>
                  </a:lnTo>
                  <a:lnTo>
                    <a:pt x="7067550" y="38100"/>
                  </a:lnTo>
                  <a:lnTo>
                    <a:pt x="7038975" y="57150"/>
                  </a:lnTo>
                  <a:lnTo>
                    <a:pt x="7029450" y="76200"/>
                  </a:lnTo>
                  <a:lnTo>
                    <a:pt x="7000875" y="95250"/>
                  </a:lnTo>
                  <a:lnTo>
                    <a:pt x="6981825" y="114300"/>
                  </a:lnTo>
                  <a:lnTo>
                    <a:pt x="6962775" y="133350"/>
                  </a:lnTo>
                  <a:lnTo>
                    <a:pt x="6943725" y="152400"/>
                  </a:lnTo>
                  <a:lnTo>
                    <a:pt x="6924675" y="171450"/>
                  </a:lnTo>
                  <a:lnTo>
                    <a:pt x="6905625" y="190500"/>
                  </a:lnTo>
                  <a:lnTo>
                    <a:pt x="6886575" y="209550"/>
                  </a:lnTo>
                  <a:lnTo>
                    <a:pt x="6867525" y="228600"/>
                  </a:lnTo>
                  <a:lnTo>
                    <a:pt x="6848475" y="247650"/>
                  </a:lnTo>
                  <a:lnTo>
                    <a:pt x="6829425" y="266700"/>
                  </a:lnTo>
                  <a:lnTo>
                    <a:pt x="6810375" y="285750"/>
                  </a:lnTo>
                  <a:lnTo>
                    <a:pt x="6791325" y="304800"/>
                  </a:lnTo>
                  <a:lnTo>
                    <a:pt x="6772275" y="323850"/>
                  </a:lnTo>
                  <a:lnTo>
                    <a:pt x="6753225" y="342900"/>
                  </a:lnTo>
                  <a:lnTo>
                    <a:pt x="6734175" y="361950"/>
                  </a:lnTo>
                  <a:lnTo>
                    <a:pt x="6715125" y="381000"/>
                  </a:lnTo>
                  <a:lnTo>
                    <a:pt x="6705600" y="400050"/>
                  </a:lnTo>
                  <a:lnTo>
                    <a:pt x="6677025" y="419100"/>
                  </a:lnTo>
                  <a:lnTo>
                    <a:pt x="6667500" y="438150"/>
                  </a:lnTo>
                  <a:lnTo>
                    <a:pt x="6638925" y="457200"/>
                  </a:lnTo>
                  <a:lnTo>
                    <a:pt x="6629400" y="476250"/>
                  </a:lnTo>
                  <a:lnTo>
                    <a:pt x="6600825" y="495300"/>
                  </a:lnTo>
                  <a:lnTo>
                    <a:pt x="6581775" y="514350"/>
                  </a:lnTo>
                  <a:lnTo>
                    <a:pt x="6562725" y="533400"/>
                  </a:lnTo>
                  <a:lnTo>
                    <a:pt x="6553200" y="552450"/>
                  </a:lnTo>
                  <a:lnTo>
                    <a:pt x="6515100" y="571500"/>
                  </a:lnTo>
                  <a:lnTo>
                    <a:pt x="6505575" y="590550"/>
                  </a:lnTo>
                  <a:lnTo>
                    <a:pt x="6486525" y="609600"/>
                  </a:lnTo>
                  <a:lnTo>
                    <a:pt x="6467475" y="628650"/>
                  </a:lnTo>
                  <a:lnTo>
                    <a:pt x="6448425" y="647700"/>
                  </a:lnTo>
                  <a:lnTo>
                    <a:pt x="6429375" y="666750"/>
                  </a:lnTo>
                  <a:lnTo>
                    <a:pt x="6410325" y="685800"/>
                  </a:lnTo>
                  <a:lnTo>
                    <a:pt x="6391275" y="704850"/>
                  </a:lnTo>
                  <a:lnTo>
                    <a:pt x="6372225" y="723900"/>
                  </a:lnTo>
                  <a:lnTo>
                    <a:pt x="6353175" y="742950"/>
                  </a:lnTo>
                  <a:lnTo>
                    <a:pt x="6334125" y="762000"/>
                  </a:lnTo>
                  <a:lnTo>
                    <a:pt x="6315075" y="781050"/>
                  </a:lnTo>
                  <a:lnTo>
                    <a:pt x="6296025" y="800100"/>
                  </a:lnTo>
                  <a:lnTo>
                    <a:pt x="6276975" y="819150"/>
                  </a:lnTo>
                  <a:lnTo>
                    <a:pt x="6257925" y="838200"/>
                  </a:lnTo>
                  <a:lnTo>
                    <a:pt x="6238875" y="857250"/>
                  </a:lnTo>
                  <a:lnTo>
                    <a:pt x="6210300" y="876300"/>
                  </a:lnTo>
                  <a:lnTo>
                    <a:pt x="6200775" y="895350"/>
                  </a:lnTo>
                  <a:lnTo>
                    <a:pt x="6181725" y="914400"/>
                  </a:lnTo>
                  <a:lnTo>
                    <a:pt x="6162675" y="933450"/>
                  </a:lnTo>
                  <a:lnTo>
                    <a:pt x="6143625" y="952500"/>
                  </a:lnTo>
                  <a:lnTo>
                    <a:pt x="6124575" y="971550"/>
                  </a:lnTo>
                  <a:lnTo>
                    <a:pt x="6105525" y="990600"/>
                  </a:lnTo>
                  <a:lnTo>
                    <a:pt x="6086475" y="1009650"/>
                  </a:lnTo>
                  <a:lnTo>
                    <a:pt x="6057900" y="1028700"/>
                  </a:lnTo>
                  <a:lnTo>
                    <a:pt x="6048375" y="1047750"/>
                  </a:lnTo>
                  <a:lnTo>
                    <a:pt x="6029325" y="1066800"/>
                  </a:lnTo>
                  <a:lnTo>
                    <a:pt x="6010275" y="1085850"/>
                  </a:lnTo>
                  <a:lnTo>
                    <a:pt x="5991225" y="1104900"/>
                  </a:lnTo>
                  <a:lnTo>
                    <a:pt x="5972175" y="1123950"/>
                  </a:lnTo>
                  <a:lnTo>
                    <a:pt x="5953125" y="1143000"/>
                  </a:lnTo>
                  <a:lnTo>
                    <a:pt x="5934075" y="1162050"/>
                  </a:lnTo>
                  <a:lnTo>
                    <a:pt x="5905500" y="1181100"/>
                  </a:lnTo>
                  <a:lnTo>
                    <a:pt x="5895975" y="1200150"/>
                  </a:lnTo>
                  <a:lnTo>
                    <a:pt x="5876925" y="1219200"/>
                  </a:lnTo>
                  <a:lnTo>
                    <a:pt x="5857875" y="1238250"/>
                  </a:lnTo>
                  <a:lnTo>
                    <a:pt x="5838825" y="1257300"/>
                  </a:lnTo>
                  <a:lnTo>
                    <a:pt x="5819775" y="1276350"/>
                  </a:lnTo>
                  <a:lnTo>
                    <a:pt x="5800725" y="1295400"/>
                  </a:lnTo>
                  <a:lnTo>
                    <a:pt x="5772150" y="1314450"/>
                  </a:lnTo>
                  <a:lnTo>
                    <a:pt x="5753100" y="1333500"/>
                  </a:lnTo>
                  <a:lnTo>
                    <a:pt x="5734050" y="1352550"/>
                  </a:lnTo>
                  <a:lnTo>
                    <a:pt x="5724525" y="1371600"/>
                  </a:lnTo>
                  <a:lnTo>
                    <a:pt x="5705475" y="1390650"/>
                  </a:lnTo>
                  <a:lnTo>
                    <a:pt x="5676900" y="1409700"/>
                  </a:lnTo>
                  <a:lnTo>
                    <a:pt x="5657850" y="1428750"/>
                  </a:lnTo>
                  <a:lnTo>
                    <a:pt x="5648325" y="1447800"/>
                  </a:lnTo>
                  <a:lnTo>
                    <a:pt x="5619750" y="1466850"/>
                  </a:lnTo>
                  <a:lnTo>
                    <a:pt x="5600700" y="1485900"/>
                  </a:lnTo>
                  <a:lnTo>
                    <a:pt x="5591175" y="1504950"/>
                  </a:lnTo>
                  <a:lnTo>
                    <a:pt x="5572125" y="1524000"/>
                  </a:lnTo>
                  <a:lnTo>
                    <a:pt x="5553075" y="1543050"/>
                  </a:lnTo>
                  <a:lnTo>
                    <a:pt x="5534025" y="1562100"/>
                  </a:lnTo>
                  <a:lnTo>
                    <a:pt x="5514975" y="1581150"/>
                  </a:lnTo>
                  <a:lnTo>
                    <a:pt x="5486400" y="1600200"/>
                  </a:lnTo>
                  <a:lnTo>
                    <a:pt x="5476875" y="1619250"/>
                  </a:lnTo>
                  <a:lnTo>
                    <a:pt x="5448300" y="1638300"/>
                  </a:lnTo>
                  <a:lnTo>
                    <a:pt x="5429250" y="1657350"/>
                  </a:lnTo>
                  <a:lnTo>
                    <a:pt x="5410200" y="1676400"/>
                  </a:lnTo>
                  <a:lnTo>
                    <a:pt x="5391150" y="1695450"/>
                  </a:lnTo>
                  <a:lnTo>
                    <a:pt x="5381625" y="1714500"/>
                  </a:lnTo>
                  <a:lnTo>
                    <a:pt x="5353050" y="1733550"/>
                  </a:lnTo>
                  <a:lnTo>
                    <a:pt x="5343525" y="1752600"/>
                  </a:lnTo>
                  <a:lnTo>
                    <a:pt x="5305425" y="1771650"/>
                  </a:lnTo>
                  <a:lnTo>
                    <a:pt x="5295900" y="1790700"/>
                  </a:lnTo>
                  <a:lnTo>
                    <a:pt x="5276850" y="1809750"/>
                  </a:lnTo>
                  <a:lnTo>
                    <a:pt x="5267325" y="1828800"/>
                  </a:lnTo>
                  <a:lnTo>
                    <a:pt x="5238750" y="1847850"/>
                  </a:lnTo>
                  <a:lnTo>
                    <a:pt x="5229225" y="1866900"/>
                  </a:lnTo>
                  <a:lnTo>
                    <a:pt x="5210175" y="1885950"/>
                  </a:lnTo>
                  <a:lnTo>
                    <a:pt x="5191125" y="1905000"/>
                  </a:lnTo>
                  <a:lnTo>
                    <a:pt x="5172075" y="1924050"/>
                  </a:lnTo>
                  <a:lnTo>
                    <a:pt x="5153025" y="1943100"/>
                  </a:lnTo>
                  <a:lnTo>
                    <a:pt x="5124450" y="1962150"/>
                  </a:lnTo>
                  <a:lnTo>
                    <a:pt x="5105400" y="1981200"/>
                  </a:lnTo>
                  <a:lnTo>
                    <a:pt x="5095875" y="2000250"/>
                  </a:lnTo>
                  <a:lnTo>
                    <a:pt x="5076825" y="2019300"/>
                  </a:lnTo>
                  <a:lnTo>
                    <a:pt x="5048250" y="2038350"/>
                  </a:lnTo>
                  <a:lnTo>
                    <a:pt x="5038725" y="2057400"/>
                  </a:lnTo>
                  <a:lnTo>
                    <a:pt x="5000625" y="2076450"/>
                  </a:lnTo>
                  <a:lnTo>
                    <a:pt x="5000625" y="2095500"/>
                  </a:lnTo>
                  <a:lnTo>
                    <a:pt x="4972050" y="2114550"/>
                  </a:lnTo>
                  <a:lnTo>
                    <a:pt x="4962525" y="2133600"/>
                  </a:lnTo>
                  <a:lnTo>
                    <a:pt x="4943475" y="2152650"/>
                  </a:lnTo>
                  <a:lnTo>
                    <a:pt x="4924425" y="2171700"/>
                  </a:lnTo>
                  <a:lnTo>
                    <a:pt x="4895850" y="2190750"/>
                  </a:lnTo>
                  <a:lnTo>
                    <a:pt x="4886325" y="2209800"/>
                  </a:lnTo>
                  <a:lnTo>
                    <a:pt x="4857750" y="2228850"/>
                  </a:lnTo>
                  <a:lnTo>
                    <a:pt x="4838700" y="2247900"/>
                  </a:lnTo>
                  <a:lnTo>
                    <a:pt x="4819650" y="2266950"/>
                  </a:lnTo>
                  <a:lnTo>
                    <a:pt x="4810125" y="2286000"/>
                  </a:lnTo>
                  <a:lnTo>
                    <a:pt x="4781550" y="2305050"/>
                  </a:lnTo>
                  <a:lnTo>
                    <a:pt x="4772025" y="2324100"/>
                  </a:lnTo>
                  <a:lnTo>
                    <a:pt x="4743450" y="2343150"/>
                  </a:lnTo>
                  <a:lnTo>
                    <a:pt x="4724400" y="2362200"/>
                  </a:lnTo>
                  <a:lnTo>
                    <a:pt x="4714875" y="2381250"/>
                  </a:lnTo>
                  <a:lnTo>
                    <a:pt x="4695825" y="2400300"/>
                  </a:lnTo>
                  <a:lnTo>
                    <a:pt x="4667250" y="2419350"/>
                  </a:lnTo>
                  <a:lnTo>
                    <a:pt x="4657725" y="2438400"/>
                  </a:lnTo>
                  <a:lnTo>
                    <a:pt x="4629150" y="2457450"/>
                  </a:lnTo>
                  <a:lnTo>
                    <a:pt x="4619625" y="2476500"/>
                  </a:lnTo>
                  <a:lnTo>
                    <a:pt x="4600575" y="2495550"/>
                  </a:lnTo>
                  <a:lnTo>
                    <a:pt x="4581525" y="2514600"/>
                  </a:lnTo>
                  <a:lnTo>
                    <a:pt x="4562475" y="2533650"/>
                  </a:lnTo>
                  <a:lnTo>
                    <a:pt x="4533900" y="2552700"/>
                  </a:lnTo>
                  <a:lnTo>
                    <a:pt x="4514850" y="2571750"/>
                  </a:lnTo>
                  <a:lnTo>
                    <a:pt x="4505325" y="2590800"/>
                  </a:lnTo>
                  <a:lnTo>
                    <a:pt x="4486275" y="2609850"/>
                  </a:lnTo>
                  <a:lnTo>
                    <a:pt x="4467225" y="2628900"/>
                  </a:lnTo>
                  <a:lnTo>
                    <a:pt x="4448175" y="2647950"/>
                  </a:lnTo>
                  <a:lnTo>
                    <a:pt x="4419600" y="2667000"/>
                  </a:lnTo>
                  <a:lnTo>
                    <a:pt x="4410075" y="2686050"/>
                  </a:lnTo>
                  <a:lnTo>
                    <a:pt x="4381500" y="2705100"/>
                  </a:lnTo>
                  <a:lnTo>
                    <a:pt x="4362450" y="2724150"/>
                  </a:lnTo>
                  <a:lnTo>
                    <a:pt x="4352925" y="2743200"/>
                  </a:lnTo>
                  <a:lnTo>
                    <a:pt x="4333875" y="2762250"/>
                  </a:lnTo>
                  <a:lnTo>
                    <a:pt x="4314825" y="2781300"/>
                  </a:lnTo>
                  <a:lnTo>
                    <a:pt x="4286250" y="2800350"/>
                  </a:lnTo>
                  <a:lnTo>
                    <a:pt x="4276725" y="2819400"/>
                  </a:lnTo>
                  <a:lnTo>
                    <a:pt x="4257675" y="2838450"/>
                  </a:lnTo>
                  <a:lnTo>
                    <a:pt x="4229100" y="2857500"/>
                  </a:lnTo>
                  <a:lnTo>
                    <a:pt x="4210050" y="2876550"/>
                  </a:lnTo>
                  <a:lnTo>
                    <a:pt x="4191000" y="2895600"/>
                  </a:lnTo>
                  <a:lnTo>
                    <a:pt x="4171950" y="2914650"/>
                  </a:lnTo>
                  <a:lnTo>
                    <a:pt x="4162425" y="2933700"/>
                  </a:lnTo>
                  <a:lnTo>
                    <a:pt x="4143375" y="2952750"/>
                  </a:lnTo>
                  <a:lnTo>
                    <a:pt x="4114800" y="2971800"/>
                  </a:lnTo>
                  <a:lnTo>
                    <a:pt x="4105275" y="2990850"/>
                  </a:lnTo>
                  <a:lnTo>
                    <a:pt x="4076700" y="3009900"/>
                  </a:lnTo>
                  <a:lnTo>
                    <a:pt x="4057650" y="3028950"/>
                  </a:lnTo>
                  <a:lnTo>
                    <a:pt x="4038600" y="3048000"/>
                  </a:lnTo>
                  <a:lnTo>
                    <a:pt x="4019550" y="3067050"/>
                  </a:lnTo>
                  <a:lnTo>
                    <a:pt x="4000500" y="3086100"/>
                  </a:lnTo>
                  <a:lnTo>
                    <a:pt x="3971925" y="3105150"/>
                  </a:lnTo>
                  <a:lnTo>
                    <a:pt x="3952875" y="3124200"/>
                  </a:lnTo>
                  <a:lnTo>
                    <a:pt x="3924300" y="3143250"/>
                  </a:lnTo>
                  <a:lnTo>
                    <a:pt x="3895725" y="3162300"/>
                  </a:lnTo>
                  <a:lnTo>
                    <a:pt x="3867150" y="3181350"/>
                  </a:lnTo>
                  <a:lnTo>
                    <a:pt x="3829050" y="3200400"/>
                  </a:lnTo>
                  <a:lnTo>
                    <a:pt x="3771900" y="3219450"/>
                  </a:lnTo>
                  <a:lnTo>
                    <a:pt x="3714750" y="3238500"/>
                  </a:lnTo>
                  <a:lnTo>
                    <a:pt x="3629025" y="3257550"/>
                  </a:lnTo>
                  <a:lnTo>
                    <a:pt x="7905750" y="3276600"/>
                  </a:lnTo>
                  <a:lnTo>
                    <a:pt x="7905750" y="3295650"/>
                  </a:lnTo>
                  <a:lnTo>
                    <a:pt x="7905750" y="3314700"/>
                  </a:lnTo>
                  <a:lnTo>
                    <a:pt x="7905750" y="3333750"/>
                  </a:lnTo>
                  <a:lnTo>
                    <a:pt x="5895975" y="3333750"/>
                  </a:lnTo>
                  <a:lnTo>
                    <a:pt x="5924550" y="3314700"/>
                  </a:lnTo>
                  <a:lnTo>
                    <a:pt x="5934075" y="3295650"/>
                  </a:lnTo>
                  <a:lnTo>
                    <a:pt x="5953125" y="3276600"/>
                  </a:lnTo>
                  <a:lnTo>
                    <a:pt x="3419475" y="3257550"/>
                  </a:lnTo>
                  <a:lnTo>
                    <a:pt x="3333750" y="3238500"/>
                  </a:lnTo>
                  <a:lnTo>
                    <a:pt x="3276600" y="3219450"/>
                  </a:lnTo>
                  <a:lnTo>
                    <a:pt x="3248025" y="3200400"/>
                  </a:lnTo>
                  <a:lnTo>
                    <a:pt x="3190875" y="3181350"/>
                  </a:lnTo>
                  <a:lnTo>
                    <a:pt x="3162300" y="3162300"/>
                  </a:lnTo>
                  <a:lnTo>
                    <a:pt x="3133725" y="3143250"/>
                  </a:lnTo>
                  <a:lnTo>
                    <a:pt x="3105150" y="3124200"/>
                  </a:lnTo>
                  <a:lnTo>
                    <a:pt x="3086100" y="3105150"/>
                  </a:lnTo>
                  <a:lnTo>
                    <a:pt x="3057525" y="3086100"/>
                  </a:lnTo>
                  <a:lnTo>
                    <a:pt x="3038475" y="3067050"/>
                  </a:lnTo>
                  <a:lnTo>
                    <a:pt x="3019425" y="3048000"/>
                  </a:lnTo>
                  <a:lnTo>
                    <a:pt x="3000375" y="3028950"/>
                  </a:lnTo>
                  <a:lnTo>
                    <a:pt x="2990850" y="3009900"/>
                  </a:lnTo>
                  <a:lnTo>
                    <a:pt x="2962275" y="2990850"/>
                  </a:lnTo>
                  <a:lnTo>
                    <a:pt x="2943225" y="2971800"/>
                  </a:lnTo>
                  <a:lnTo>
                    <a:pt x="2933700" y="2952750"/>
                  </a:lnTo>
                  <a:lnTo>
                    <a:pt x="2905125" y="2933700"/>
                  </a:lnTo>
                  <a:lnTo>
                    <a:pt x="2886075" y="2914650"/>
                  </a:lnTo>
                  <a:lnTo>
                    <a:pt x="2867025" y="2895600"/>
                  </a:lnTo>
                  <a:lnTo>
                    <a:pt x="2847975" y="2876550"/>
                  </a:lnTo>
                  <a:lnTo>
                    <a:pt x="2838450" y="2857500"/>
                  </a:lnTo>
                  <a:lnTo>
                    <a:pt x="2809875" y="2838450"/>
                  </a:lnTo>
                  <a:lnTo>
                    <a:pt x="2790825" y="2819400"/>
                  </a:lnTo>
                  <a:lnTo>
                    <a:pt x="2781300" y="2800350"/>
                  </a:lnTo>
                  <a:lnTo>
                    <a:pt x="2752725" y="2781300"/>
                  </a:lnTo>
                  <a:lnTo>
                    <a:pt x="2733675" y="2762250"/>
                  </a:lnTo>
                  <a:lnTo>
                    <a:pt x="2714625" y="2743200"/>
                  </a:lnTo>
                  <a:lnTo>
                    <a:pt x="2695575" y="2724150"/>
                  </a:lnTo>
                  <a:lnTo>
                    <a:pt x="2676525" y="2705100"/>
                  </a:lnTo>
                  <a:lnTo>
                    <a:pt x="2657475" y="2686050"/>
                  </a:lnTo>
                  <a:lnTo>
                    <a:pt x="2638425" y="2667000"/>
                  </a:lnTo>
                  <a:lnTo>
                    <a:pt x="2619375" y="2647950"/>
                  </a:lnTo>
                  <a:lnTo>
                    <a:pt x="2600325" y="2628900"/>
                  </a:lnTo>
                  <a:lnTo>
                    <a:pt x="2581275" y="2609850"/>
                  </a:lnTo>
                  <a:lnTo>
                    <a:pt x="2562225" y="2590800"/>
                  </a:lnTo>
                  <a:lnTo>
                    <a:pt x="2543175" y="2571750"/>
                  </a:lnTo>
                  <a:lnTo>
                    <a:pt x="2524125" y="2552700"/>
                  </a:lnTo>
                  <a:lnTo>
                    <a:pt x="2505075" y="2533650"/>
                  </a:lnTo>
                  <a:lnTo>
                    <a:pt x="2486025" y="2514600"/>
                  </a:lnTo>
                  <a:lnTo>
                    <a:pt x="2466975" y="2495550"/>
                  </a:lnTo>
                  <a:lnTo>
                    <a:pt x="2447925" y="2476500"/>
                  </a:lnTo>
                  <a:lnTo>
                    <a:pt x="2428875" y="2457450"/>
                  </a:lnTo>
                  <a:lnTo>
                    <a:pt x="2409825" y="2438400"/>
                  </a:lnTo>
                  <a:lnTo>
                    <a:pt x="2390775" y="2419350"/>
                  </a:lnTo>
                  <a:lnTo>
                    <a:pt x="2371725" y="2400300"/>
                  </a:lnTo>
                  <a:lnTo>
                    <a:pt x="2343150" y="2381250"/>
                  </a:lnTo>
                  <a:lnTo>
                    <a:pt x="2333625" y="2362200"/>
                  </a:lnTo>
                  <a:lnTo>
                    <a:pt x="2314575" y="2343150"/>
                  </a:lnTo>
                  <a:lnTo>
                    <a:pt x="2295525" y="2324100"/>
                  </a:lnTo>
                  <a:lnTo>
                    <a:pt x="2276475" y="2305050"/>
                  </a:lnTo>
                  <a:lnTo>
                    <a:pt x="2257425" y="2286000"/>
                  </a:lnTo>
                  <a:lnTo>
                    <a:pt x="2238375" y="2266950"/>
                  </a:lnTo>
                  <a:lnTo>
                    <a:pt x="2219325" y="2247900"/>
                  </a:lnTo>
                  <a:lnTo>
                    <a:pt x="2200275" y="2228850"/>
                  </a:lnTo>
                  <a:lnTo>
                    <a:pt x="2181225" y="2209800"/>
                  </a:lnTo>
                  <a:lnTo>
                    <a:pt x="2162175" y="2190750"/>
                  </a:lnTo>
                  <a:lnTo>
                    <a:pt x="2143125" y="2171700"/>
                  </a:lnTo>
                  <a:lnTo>
                    <a:pt x="2124075" y="2152650"/>
                  </a:lnTo>
                  <a:lnTo>
                    <a:pt x="2105025" y="2133600"/>
                  </a:lnTo>
                  <a:lnTo>
                    <a:pt x="2085975" y="2114550"/>
                  </a:lnTo>
                  <a:lnTo>
                    <a:pt x="2076450" y="2095500"/>
                  </a:lnTo>
                  <a:lnTo>
                    <a:pt x="2047875" y="2076450"/>
                  </a:lnTo>
                  <a:lnTo>
                    <a:pt x="2028825" y="2057400"/>
                  </a:lnTo>
                  <a:lnTo>
                    <a:pt x="2009775" y="2038350"/>
                  </a:lnTo>
                  <a:lnTo>
                    <a:pt x="1990725" y="2019300"/>
                  </a:lnTo>
                  <a:lnTo>
                    <a:pt x="1971675" y="2000250"/>
                  </a:lnTo>
                  <a:lnTo>
                    <a:pt x="1952625" y="1981200"/>
                  </a:lnTo>
                  <a:lnTo>
                    <a:pt x="1933575" y="1962150"/>
                  </a:lnTo>
                  <a:lnTo>
                    <a:pt x="1914525" y="1943100"/>
                  </a:lnTo>
                  <a:lnTo>
                    <a:pt x="1895475" y="1924050"/>
                  </a:lnTo>
                  <a:lnTo>
                    <a:pt x="1876425" y="1905000"/>
                  </a:lnTo>
                  <a:lnTo>
                    <a:pt x="1857375" y="1885950"/>
                  </a:lnTo>
                  <a:lnTo>
                    <a:pt x="1838325" y="1866900"/>
                  </a:lnTo>
                  <a:lnTo>
                    <a:pt x="1819275" y="1847850"/>
                  </a:lnTo>
                  <a:lnTo>
                    <a:pt x="1800225" y="1828800"/>
                  </a:lnTo>
                  <a:lnTo>
                    <a:pt x="1781175" y="1809750"/>
                  </a:lnTo>
                  <a:lnTo>
                    <a:pt x="1762125" y="1790700"/>
                  </a:lnTo>
                  <a:lnTo>
                    <a:pt x="1743075" y="1771650"/>
                  </a:lnTo>
                  <a:lnTo>
                    <a:pt x="1724025" y="1752600"/>
                  </a:lnTo>
                  <a:lnTo>
                    <a:pt x="1704975" y="1733550"/>
                  </a:lnTo>
                  <a:lnTo>
                    <a:pt x="1685925" y="1714500"/>
                  </a:lnTo>
                  <a:lnTo>
                    <a:pt x="1666875" y="1695450"/>
                  </a:lnTo>
                  <a:lnTo>
                    <a:pt x="1647825" y="1676400"/>
                  </a:lnTo>
                  <a:lnTo>
                    <a:pt x="1628775" y="1657350"/>
                  </a:lnTo>
                  <a:lnTo>
                    <a:pt x="1619250" y="1638300"/>
                  </a:lnTo>
                  <a:lnTo>
                    <a:pt x="1590675" y="1619250"/>
                  </a:lnTo>
                  <a:lnTo>
                    <a:pt x="1571625" y="1600200"/>
                  </a:lnTo>
                  <a:lnTo>
                    <a:pt x="1552575" y="1581150"/>
                  </a:lnTo>
                  <a:lnTo>
                    <a:pt x="1533525" y="1562100"/>
                  </a:lnTo>
                  <a:lnTo>
                    <a:pt x="1514475" y="1543050"/>
                  </a:lnTo>
                  <a:lnTo>
                    <a:pt x="1495425" y="1524000"/>
                  </a:lnTo>
                  <a:lnTo>
                    <a:pt x="1476375" y="1504950"/>
                  </a:lnTo>
                  <a:lnTo>
                    <a:pt x="1466850" y="1485900"/>
                  </a:lnTo>
                  <a:lnTo>
                    <a:pt x="1438275" y="1466850"/>
                  </a:lnTo>
                  <a:lnTo>
                    <a:pt x="1419225" y="1447800"/>
                  </a:lnTo>
                  <a:lnTo>
                    <a:pt x="1400175" y="1428750"/>
                  </a:lnTo>
                  <a:lnTo>
                    <a:pt x="1381125" y="1409700"/>
                  </a:lnTo>
                  <a:lnTo>
                    <a:pt x="1362075" y="1390650"/>
                  </a:lnTo>
                  <a:lnTo>
                    <a:pt x="1343025" y="1371600"/>
                  </a:lnTo>
                  <a:lnTo>
                    <a:pt x="1323975" y="1352550"/>
                  </a:lnTo>
                  <a:lnTo>
                    <a:pt x="1304925" y="1333500"/>
                  </a:lnTo>
                  <a:lnTo>
                    <a:pt x="1285875" y="1314450"/>
                  </a:lnTo>
                  <a:lnTo>
                    <a:pt x="1266825" y="1295400"/>
                  </a:lnTo>
                  <a:lnTo>
                    <a:pt x="1247775" y="1276350"/>
                  </a:lnTo>
                  <a:lnTo>
                    <a:pt x="1228725" y="1257300"/>
                  </a:lnTo>
                  <a:lnTo>
                    <a:pt x="1209675" y="1238250"/>
                  </a:lnTo>
                  <a:lnTo>
                    <a:pt x="1190625" y="1219200"/>
                  </a:lnTo>
                  <a:lnTo>
                    <a:pt x="1181100" y="1200150"/>
                  </a:lnTo>
                  <a:lnTo>
                    <a:pt x="1152525" y="1181100"/>
                  </a:lnTo>
                  <a:lnTo>
                    <a:pt x="1133475" y="1162050"/>
                  </a:lnTo>
                  <a:lnTo>
                    <a:pt x="1114425" y="1143000"/>
                  </a:lnTo>
                  <a:lnTo>
                    <a:pt x="1104900" y="1123950"/>
                  </a:lnTo>
                  <a:lnTo>
                    <a:pt x="1076325" y="1104900"/>
                  </a:lnTo>
                  <a:lnTo>
                    <a:pt x="1066800" y="1085850"/>
                  </a:lnTo>
                  <a:lnTo>
                    <a:pt x="1038225" y="1066800"/>
                  </a:lnTo>
                  <a:lnTo>
                    <a:pt x="1028700" y="1047750"/>
                  </a:lnTo>
                  <a:lnTo>
                    <a:pt x="1009650" y="1028700"/>
                  </a:lnTo>
                  <a:lnTo>
                    <a:pt x="981075" y="1009650"/>
                  </a:lnTo>
                  <a:lnTo>
                    <a:pt x="962025" y="990600"/>
                  </a:lnTo>
                  <a:lnTo>
                    <a:pt x="952500" y="971550"/>
                  </a:lnTo>
                  <a:lnTo>
                    <a:pt x="933450" y="952500"/>
                  </a:lnTo>
                  <a:lnTo>
                    <a:pt x="914400" y="933450"/>
                  </a:lnTo>
                  <a:lnTo>
                    <a:pt x="895350" y="914400"/>
                  </a:lnTo>
                  <a:lnTo>
                    <a:pt x="876300" y="895350"/>
                  </a:lnTo>
                  <a:lnTo>
                    <a:pt x="857250" y="876300"/>
                  </a:lnTo>
                  <a:lnTo>
                    <a:pt x="828675" y="857250"/>
                  </a:lnTo>
                  <a:lnTo>
                    <a:pt x="809625" y="838200"/>
                  </a:lnTo>
                  <a:lnTo>
                    <a:pt x="800100" y="819150"/>
                  </a:lnTo>
                  <a:lnTo>
                    <a:pt x="781050" y="800100"/>
                  </a:lnTo>
                  <a:lnTo>
                    <a:pt x="762000" y="781050"/>
                  </a:lnTo>
                  <a:lnTo>
                    <a:pt x="733425" y="762000"/>
                  </a:lnTo>
                  <a:lnTo>
                    <a:pt x="714375" y="742950"/>
                  </a:lnTo>
                  <a:lnTo>
                    <a:pt x="704850" y="723900"/>
                  </a:lnTo>
                  <a:lnTo>
                    <a:pt x="685800" y="704850"/>
                  </a:lnTo>
                  <a:lnTo>
                    <a:pt x="657225" y="685800"/>
                  </a:lnTo>
                  <a:lnTo>
                    <a:pt x="647700" y="666750"/>
                  </a:lnTo>
                  <a:lnTo>
                    <a:pt x="628650" y="647700"/>
                  </a:lnTo>
                  <a:lnTo>
                    <a:pt x="609600" y="628650"/>
                  </a:lnTo>
                  <a:lnTo>
                    <a:pt x="590550" y="609600"/>
                  </a:lnTo>
                  <a:lnTo>
                    <a:pt x="571500" y="590550"/>
                  </a:lnTo>
                  <a:lnTo>
                    <a:pt x="552450" y="571500"/>
                  </a:lnTo>
                  <a:lnTo>
                    <a:pt x="533400" y="552450"/>
                  </a:lnTo>
                  <a:lnTo>
                    <a:pt x="504825" y="533400"/>
                  </a:lnTo>
                  <a:lnTo>
                    <a:pt x="495300" y="514350"/>
                  </a:lnTo>
                  <a:lnTo>
                    <a:pt x="476250" y="495300"/>
                  </a:lnTo>
                  <a:lnTo>
                    <a:pt x="457200" y="476250"/>
                  </a:lnTo>
                  <a:lnTo>
                    <a:pt x="428625" y="457200"/>
                  </a:lnTo>
                  <a:lnTo>
                    <a:pt x="419100" y="438150"/>
                  </a:lnTo>
                  <a:lnTo>
                    <a:pt x="390525" y="419100"/>
                  </a:lnTo>
                  <a:lnTo>
                    <a:pt x="371475" y="400050"/>
                  </a:lnTo>
                  <a:lnTo>
                    <a:pt x="352425" y="381000"/>
                  </a:lnTo>
                  <a:lnTo>
                    <a:pt x="342900" y="361950"/>
                  </a:lnTo>
                  <a:lnTo>
                    <a:pt x="323850" y="342900"/>
                  </a:lnTo>
                  <a:lnTo>
                    <a:pt x="304800" y="323850"/>
                  </a:lnTo>
                  <a:lnTo>
                    <a:pt x="285750" y="304800"/>
                  </a:lnTo>
                  <a:lnTo>
                    <a:pt x="266700" y="285750"/>
                  </a:lnTo>
                  <a:lnTo>
                    <a:pt x="247650" y="266700"/>
                  </a:lnTo>
                  <a:lnTo>
                    <a:pt x="219075" y="247650"/>
                  </a:lnTo>
                  <a:lnTo>
                    <a:pt x="209550" y="228600"/>
                  </a:lnTo>
                  <a:lnTo>
                    <a:pt x="190500" y="209550"/>
                  </a:lnTo>
                  <a:lnTo>
                    <a:pt x="171450" y="190500"/>
                  </a:lnTo>
                  <a:lnTo>
                    <a:pt x="142875" y="171450"/>
                  </a:lnTo>
                  <a:lnTo>
                    <a:pt x="133350" y="152400"/>
                  </a:lnTo>
                  <a:lnTo>
                    <a:pt x="114300" y="133350"/>
                  </a:lnTo>
                  <a:lnTo>
                    <a:pt x="95250" y="114300"/>
                  </a:lnTo>
                  <a:lnTo>
                    <a:pt x="76200" y="95250"/>
                  </a:lnTo>
                  <a:lnTo>
                    <a:pt x="47625" y="76200"/>
                  </a:lnTo>
                  <a:lnTo>
                    <a:pt x="28575" y="57150"/>
                  </a:lnTo>
                  <a:lnTo>
                    <a:pt x="19050" y="38100"/>
                  </a:lnTo>
                  <a:lnTo>
                    <a:pt x="0" y="190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eco-blue-right-edge"/>
            <p:cNvSpPr/>
            <p:nvPr/>
          </p:nvSpPr>
          <p:spPr>
            <a:xfrm>
              <a:off x="25717500" y="819150"/>
              <a:ext cx="4743450" cy="7067550"/>
            </a:xfrm>
            <a:custGeom>
              <a:avLst/>
              <a:gdLst/>
              <a:ahLst/>
              <a:cxnLst/>
              <a:rect l="l" t="t" r="r" b="b"/>
              <a:pathLst>
                <a:path w="4743450" h="7067550">
                  <a:moveTo>
                    <a:pt x="2647950" y="0"/>
                  </a:moveTo>
                  <a:lnTo>
                    <a:pt x="2628900" y="19050"/>
                  </a:lnTo>
                  <a:lnTo>
                    <a:pt x="2609850" y="38100"/>
                  </a:lnTo>
                  <a:lnTo>
                    <a:pt x="2581275" y="57150"/>
                  </a:lnTo>
                  <a:lnTo>
                    <a:pt x="2571750" y="76200"/>
                  </a:lnTo>
                  <a:lnTo>
                    <a:pt x="4743450" y="95250"/>
                  </a:lnTo>
                  <a:lnTo>
                    <a:pt x="4743450" y="114300"/>
                  </a:lnTo>
                  <a:lnTo>
                    <a:pt x="4743450" y="133350"/>
                  </a:lnTo>
                  <a:lnTo>
                    <a:pt x="4743450" y="152400"/>
                  </a:lnTo>
                  <a:lnTo>
                    <a:pt x="4743450" y="171450"/>
                  </a:lnTo>
                  <a:lnTo>
                    <a:pt x="4743450" y="190500"/>
                  </a:lnTo>
                  <a:lnTo>
                    <a:pt x="4743450" y="209550"/>
                  </a:lnTo>
                  <a:lnTo>
                    <a:pt x="4743450" y="228600"/>
                  </a:lnTo>
                  <a:lnTo>
                    <a:pt x="4743450" y="247650"/>
                  </a:lnTo>
                  <a:lnTo>
                    <a:pt x="4743450" y="266700"/>
                  </a:lnTo>
                  <a:lnTo>
                    <a:pt x="4743450" y="285750"/>
                  </a:lnTo>
                  <a:lnTo>
                    <a:pt x="4743450" y="304800"/>
                  </a:lnTo>
                  <a:lnTo>
                    <a:pt x="4743450" y="323850"/>
                  </a:lnTo>
                  <a:lnTo>
                    <a:pt x="4743450" y="342900"/>
                  </a:lnTo>
                  <a:lnTo>
                    <a:pt x="4743450" y="361950"/>
                  </a:lnTo>
                  <a:lnTo>
                    <a:pt x="4743450" y="381000"/>
                  </a:lnTo>
                  <a:lnTo>
                    <a:pt x="4743450" y="400050"/>
                  </a:lnTo>
                  <a:lnTo>
                    <a:pt x="4743450" y="419100"/>
                  </a:lnTo>
                  <a:lnTo>
                    <a:pt x="4743450" y="438150"/>
                  </a:lnTo>
                  <a:lnTo>
                    <a:pt x="4743450" y="457200"/>
                  </a:lnTo>
                  <a:lnTo>
                    <a:pt x="4743450" y="476250"/>
                  </a:lnTo>
                  <a:lnTo>
                    <a:pt x="4743450" y="495300"/>
                  </a:lnTo>
                  <a:lnTo>
                    <a:pt x="4743450" y="514350"/>
                  </a:lnTo>
                  <a:lnTo>
                    <a:pt x="4743450" y="533400"/>
                  </a:lnTo>
                  <a:lnTo>
                    <a:pt x="4743450" y="552450"/>
                  </a:lnTo>
                  <a:lnTo>
                    <a:pt x="4743450" y="571500"/>
                  </a:lnTo>
                  <a:lnTo>
                    <a:pt x="4743450" y="590550"/>
                  </a:lnTo>
                  <a:lnTo>
                    <a:pt x="4743450" y="609600"/>
                  </a:lnTo>
                  <a:lnTo>
                    <a:pt x="4743450" y="628650"/>
                  </a:lnTo>
                  <a:lnTo>
                    <a:pt x="4743450" y="647700"/>
                  </a:lnTo>
                  <a:lnTo>
                    <a:pt x="4743450" y="666750"/>
                  </a:lnTo>
                  <a:lnTo>
                    <a:pt x="4743450" y="685800"/>
                  </a:lnTo>
                  <a:lnTo>
                    <a:pt x="4743450" y="704850"/>
                  </a:lnTo>
                  <a:lnTo>
                    <a:pt x="4743450" y="723900"/>
                  </a:lnTo>
                  <a:lnTo>
                    <a:pt x="4743450" y="742950"/>
                  </a:lnTo>
                  <a:lnTo>
                    <a:pt x="4743450" y="762000"/>
                  </a:lnTo>
                  <a:lnTo>
                    <a:pt x="4743450" y="781050"/>
                  </a:lnTo>
                  <a:lnTo>
                    <a:pt x="4743450" y="800100"/>
                  </a:lnTo>
                  <a:lnTo>
                    <a:pt x="4743450" y="819150"/>
                  </a:lnTo>
                  <a:lnTo>
                    <a:pt x="4743450" y="838200"/>
                  </a:lnTo>
                  <a:lnTo>
                    <a:pt x="4743450" y="857250"/>
                  </a:lnTo>
                  <a:lnTo>
                    <a:pt x="4743450" y="876300"/>
                  </a:lnTo>
                  <a:lnTo>
                    <a:pt x="4743450" y="895350"/>
                  </a:lnTo>
                  <a:lnTo>
                    <a:pt x="4743450" y="914400"/>
                  </a:lnTo>
                  <a:lnTo>
                    <a:pt x="4743450" y="933450"/>
                  </a:lnTo>
                  <a:lnTo>
                    <a:pt x="4743450" y="952500"/>
                  </a:lnTo>
                  <a:lnTo>
                    <a:pt x="4743450" y="971550"/>
                  </a:lnTo>
                  <a:lnTo>
                    <a:pt x="4743450" y="990600"/>
                  </a:lnTo>
                  <a:lnTo>
                    <a:pt x="4743450" y="1009650"/>
                  </a:lnTo>
                  <a:lnTo>
                    <a:pt x="4743450" y="1028700"/>
                  </a:lnTo>
                  <a:lnTo>
                    <a:pt x="4743450" y="1047750"/>
                  </a:lnTo>
                  <a:lnTo>
                    <a:pt x="4743450" y="1066800"/>
                  </a:lnTo>
                  <a:lnTo>
                    <a:pt x="4743450" y="1085850"/>
                  </a:lnTo>
                  <a:lnTo>
                    <a:pt x="4743450" y="1104900"/>
                  </a:lnTo>
                  <a:lnTo>
                    <a:pt x="4743450" y="1123950"/>
                  </a:lnTo>
                  <a:lnTo>
                    <a:pt x="4743450" y="1143000"/>
                  </a:lnTo>
                  <a:lnTo>
                    <a:pt x="4743450" y="1162050"/>
                  </a:lnTo>
                  <a:lnTo>
                    <a:pt x="4743450" y="1181100"/>
                  </a:lnTo>
                  <a:lnTo>
                    <a:pt x="4743450" y="1200150"/>
                  </a:lnTo>
                  <a:lnTo>
                    <a:pt x="4743450" y="1219200"/>
                  </a:lnTo>
                  <a:lnTo>
                    <a:pt x="4743450" y="1238250"/>
                  </a:lnTo>
                  <a:lnTo>
                    <a:pt x="4743450" y="1257300"/>
                  </a:lnTo>
                  <a:lnTo>
                    <a:pt x="4743450" y="1276350"/>
                  </a:lnTo>
                  <a:lnTo>
                    <a:pt x="4743450" y="1295400"/>
                  </a:lnTo>
                  <a:lnTo>
                    <a:pt x="4743450" y="1314450"/>
                  </a:lnTo>
                  <a:lnTo>
                    <a:pt x="4743450" y="1333500"/>
                  </a:lnTo>
                  <a:lnTo>
                    <a:pt x="4743450" y="1352550"/>
                  </a:lnTo>
                  <a:lnTo>
                    <a:pt x="4743450" y="1371600"/>
                  </a:lnTo>
                  <a:lnTo>
                    <a:pt x="4743450" y="1390650"/>
                  </a:lnTo>
                  <a:lnTo>
                    <a:pt x="4743450" y="1409700"/>
                  </a:lnTo>
                  <a:lnTo>
                    <a:pt x="4743450" y="1428750"/>
                  </a:lnTo>
                  <a:lnTo>
                    <a:pt x="4743450" y="1447800"/>
                  </a:lnTo>
                  <a:lnTo>
                    <a:pt x="4743450" y="1466850"/>
                  </a:lnTo>
                  <a:lnTo>
                    <a:pt x="4743450" y="1485900"/>
                  </a:lnTo>
                  <a:lnTo>
                    <a:pt x="4743450" y="1504950"/>
                  </a:lnTo>
                  <a:lnTo>
                    <a:pt x="4743450" y="1524000"/>
                  </a:lnTo>
                  <a:lnTo>
                    <a:pt x="4743450" y="1543050"/>
                  </a:lnTo>
                  <a:lnTo>
                    <a:pt x="4743450" y="1562100"/>
                  </a:lnTo>
                  <a:lnTo>
                    <a:pt x="4743450" y="1581150"/>
                  </a:lnTo>
                  <a:lnTo>
                    <a:pt x="4743450" y="1600200"/>
                  </a:lnTo>
                  <a:lnTo>
                    <a:pt x="4743450" y="1619250"/>
                  </a:lnTo>
                  <a:lnTo>
                    <a:pt x="4743450" y="1638300"/>
                  </a:lnTo>
                  <a:lnTo>
                    <a:pt x="4743450" y="1657350"/>
                  </a:lnTo>
                  <a:lnTo>
                    <a:pt x="4743450" y="1676400"/>
                  </a:lnTo>
                  <a:lnTo>
                    <a:pt x="4743450" y="1695450"/>
                  </a:lnTo>
                  <a:lnTo>
                    <a:pt x="4743450" y="1714500"/>
                  </a:lnTo>
                  <a:lnTo>
                    <a:pt x="4743450" y="1733550"/>
                  </a:lnTo>
                  <a:lnTo>
                    <a:pt x="4743450" y="1752600"/>
                  </a:lnTo>
                  <a:lnTo>
                    <a:pt x="4743450" y="1771650"/>
                  </a:lnTo>
                  <a:lnTo>
                    <a:pt x="4743450" y="1790700"/>
                  </a:lnTo>
                  <a:lnTo>
                    <a:pt x="4743450" y="1809750"/>
                  </a:lnTo>
                  <a:lnTo>
                    <a:pt x="4743450" y="1828800"/>
                  </a:lnTo>
                  <a:lnTo>
                    <a:pt x="4743450" y="1847850"/>
                  </a:lnTo>
                  <a:lnTo>
                    <a:pt x="4743450" y="1866900"/>
                  </a:lnTo>
                  <a:lnTo>
                    <a:pt x="4743450" y="1885950"/>
                  </a:lnTo>
                  <a:lnTo>
                    <a:pt x="4743450" y="1905000"/>
                  </a:lnTo>
                  <a:lnTo>
                    <a:pt x="4743450" y="1924050"/>
                  </a:lnTo>
                  <a:lnTo>
                    <a:pt x="4743450" y="1943100"/>
                  </a:lnTo>
                  <a:lnTo>
                    <a:pt x="4743450" y="1962150"/>
                  </a:lnTo>
                  <a:lnTo>
                    <a:pt x="4743450" y="1981200"/>
                  </a:lnTo>
                  <a:lnTo>
                    <a:pt x="4743450" y="2000250"/>
                  </a:lnTo>
                  <a:lnTo>
                    <a:pt x="4743450" y="2019300"/>
                  </a:lnTo>
                  <a:lnTo>
                    <a:pt x="4743450" y="2038350"/>
                  </a:lnTo>
                  <a:lnTo>
                    <a:pt x="4743450" y="2057400"/>
                  </a:lnTo>
                  <a:lnTo>
                    <a:pt x="4743450" y="2076450"/>
                  </a:lnTo>
                  <a:lnTo>
                    <a:pt x="4743450" y="2095500"/>
                  </a:lnTo>
                  <a:lnTo>
                    <a:pt x="4743450" y="2114550"/>
                  </a:lnTo>
                  <a:lnTo>
                    <a:pt x="4743450" y="2133600"/>
                  </a:lnTo>
                  <a:lnTo>
                    <a:pt x="4743450" y="2152650"/>
                  </a:lnTo>
                  <a:lnTo>
                    <a:pt x="4743450" y="2171700"/>
                  </a:lnTo>
                  <a:lnTo>
                    <a:pt x="4743450" y="2190750"/>
                  </a:lnTo>
                  <a:lnTo>
                    <a:pt x="4743450" y="2209800"/>
                  </a:lnTo>
                  <a:lnTo>
                    <a:pt x="4743450" y="2228850"/>
                  </a:lnTo>
                  <a:lnTo>
                    <a:pt x="4743450" y="2247900"/>
                  </a:lnTo>
                  <a:lnTo>
                    <a:pt x="4743450" y="2266950"/>
                  </a:lnTo>
                  <a:lnTo>
                    <a:pt x="4743450" y="2286000"/>
                  </a:lnTo>
                  <a:lnTo>
                    <a:pt x="4743450" y="2305050"/>
                  </a:lnTo>
                  <a:lnTo>
                    <a:pt x="4743450" y="2324100"/>
                  </a:lnTo>
                  <a:lnTo>
                    <a:pt x="4743450" y="2343150"/>
                  </a:lnTo>
                  <a:lnTo>
                    <a:pt x="4743450" y="2362200"/>
                  </a:lnTo>
                  <a:lnTo>
                    <a:pt x="4743450" y="2381250"/>
                  </a:lnTo>
                  <a:lnTo>
                    <a:pt x="4743450" y="2400300"/>
                  </a:lnTo>
                  <a:lnTo>
                    <a:pt x="4743450" y="2419350"/>
                  </a:lnTo>
                  <a:lnTo>
                    <a:pt x="4743450" y="2438400"/>
                  </a:lnTo>
                  <a:lnTo>
                    <a:pt x="4743450" y="2457450"/>
                  </a:lnTo>
                  <a:lnTo>
                    <a:pt x="4743450" y="2476500"/>
                  </a:lnTo>
                  <a:lnTo>
                    <a:pt x="4743450" y="2495550"/>
                  </a:lnTo>
                  <a:lnTo>
                    <a:pt x="4743450" y="2514600"/>
                  </a:lnTo>
                  <a:lnTo>
                    <a:pt x="4743450" y="2533650"/>
                  </a:lnTo>
                  <a:lnTo>
                    <a:pt x="4743450" y="2552700"/>
                  </a:lnTo>
                  <a:lnTo>
                    <a:pt x="4743450" y="2571750"/>
                  </a:lnTo>
                  <a:lnTo>
                    <a:pt x="4743450" y="2590800"/>
                  </a:lnTo>
                  <a:lnTo>
                    <a:pt x="4743450" y="2609850"/>
                  </a:lnTo>
                  <a:lnTo>
                    <a:pt x="4743450" y="2628900"/>
                  </a:lnTo>
                  <a:lnTo>
                    <a:pt x="4743450" y="2647950"/>
                  </a:lnTo>
                  <a:lnTo>
                    <a:pt x="4743450" y="2667000"/>
                  </a:lnTo>
                  <a:lnTo>
                    <a:pt x="4743450" y="2686050"/>
                  </a:lnTo>
                  <a:lnTo>
                    <a:pt x="4743450" y="2705100"/>
                  </a:lnTo>
                  <a:lnTo>
                    <a:pt x="4743450" y="2724150"/>
                  </a:lnTo>
                  <a:lnTo>
                    <a:pt x="4743450" y="2743200"/>
                  </a:lnTo>
                  <a:lnTo>
                    <a:pt x="4743450" y="2762250"/>
                  </a:lnTo>
                  <a:lnTo>
                    <a:pt x="4743450" y="2781300"/>
                  </a:lnTo>
                  <a:lnTo>
                    <a:pt x="4743450" y="2800350"/>
                  </a:lnTo>
                  <a:lnTo>
                    <a:pt x="4743450" y="2819400"/>
                  </a:lnTo>
                  <a:lnTo>
                    <a:pt x="4743450" y="2838450"/>
                  </a:lnTo>
                  <a:lnTo>
                    <a:pt x="4743450" y="2857500"/>
                  </a:lnTo>
                  <a:lnTo>
                    <a:pt x="4743450" y="2876550"/>
                  </a:lnTo>
                  <a:lnTo>
                    <a:pt x="4743450" y="2895600"/>
                  </a:lnTo>
                  <a:lnTo>
                    <a:pt x="4743450" y="2914650"/>
                  </a:lnTo>
                  <a:lnTo>
                    <a:pt x="4743450" y="2933700"/>
                  </a:lnTo>
                  <a:lnTo>
                    <a:pt x="4743450" y="2952750"/>
                  </a:lnTo>
                  <a:lnTo>
                    <a:pt x="4743450" y="2971800"/>
                  </a:lnTo>
                  <a:lnTo>
                    <a:pt x="4743450" y="2990850"/>
                  </a:lnTo>
                  <a:lnTo>
                    <a:pt x="4743450" y="3009900"/>
                  </a:lnTo>
                  <a:lnTo>
                    <a:pt x="4743450" y="3028950"/>
                  </a:lnTo>
                  <a:lnTo>
                    <a:pt x="4743450" y="3048000"/>
                  </a:lnTo>
                  <a:lnTo>
                    <a:pt x="4743450" y="3067050"/>
                  </a:lnTo>
                  <a:lnTo>
                    <a:pt x="4743450" y="3086100"/>
                  </a:lnTo>
                  <a:lnTo>
                    <a:pt x="4743450" y="3105150"/>
                  </a:lnTo>
                  <a:lnTo>
                    <a:pt x="4743450" y="3124200"/>
                  </a:lnTo>
                  <a:lnTo>
                    <a:pt x="4743450" y="3143250"/>
                  </a:lnTo>
                  <a:lnTo>
                    <a:pt x="4743450" y="3162300"/>
                  </a:lnTo>
                  <a:lnTo>
                    <a:pt x="4743450" y="3181350"/>
                  </a:lnTo>
                  <a:lnTo>
                    <a:pt x="4743450" y="3200400"/>
                  </a:lnTo>
                  <a:lnTo>
                    <a:pt x="4743450" y="3219450"/>
                  </a:lnTo>
                  <a:lnTo>
                    <a:pt x="4743450" y="3238500"/>
                  </a:lnTo>
                  <a:lnTo>
                    <a:pt x="4743450" y="3257550"/>
                  </a:lnTo>
                  <a:lnTo>
                    <a:pt x="4743450" y="3276600"/>
                  </a:lnTo>
                  <a:lnTo>
                    <a:pt x="4743450" y="3295650"/>
                  </a:lnTo>
                  <a:lnTo>
                    <a:pt x="4743450" y="3314700"/>
                  </a:lnTo>
                  <a:lnTo>
                    <a:pt x="4743450" y="3333750"/>
                  </a:lnTo>
                  <a:lnTo>
                    <a:pt x="4743450" y="3352800"/>
                  </a:lnTo>
                  <a:lnTo>
                    <a:pt x="4743450" y="3371850"/>
                  </a:lnTo>
                  <a:lnTo>
                    <a:pt x="4743450" y="3390900"/>
                  </a:lnTo>
                  <a:lnTo>
                    <a:pt x="4743450" y="3409950"/>
                  </a:lnTo>
                  <a:lnTo>
                    <a:pt x="4743450" y="3429000"/>
                  </a:lnTo>
                  <a:lnTo>
                    <a:pt x="4743450" y="3448050"/>
                  </a:lnTo>
                  <a:lnTo>
                    <a:pt x="4743450" y="3467100"/>
                  </a:lnTo>
                  <a:lnTo>
                    <a:pt x="4743450" y="3486150"/>
                  </a:lnTo>
                  <a:lnTo>
                    <a:pt x="4743450" y="3505200"/>
                  </a:lnTo>
                  <a:lnTo>
                    <a:pt x="4743450" y="3524250"/>
                  </a:lnTo>
                  <a:lnTo>
                    <a:pt x="4743450" y="3543300"/>
                  </a:lnTo>
                  <a:lnTo>
                    <a:pt x="4743450" y="3562350"/>
                  </a:lnTo>
                  <a:lnTo>
                    <a:pt x="4743450" y="3581400"/>
                  </a:lnTo>
                  <a:lnTo>
                    <a:pt x="4743450" y="3600450"/>
                  </a:lnTo>
                  <a:lnTo>
                    <a:pt x="4743450" y="3619500"/>
                  </a:lnTo>
                  <a:lnTo>
                    <a:pt x="4743450" y="3638550"/>
                  </a:lnTo>
                  <a:lnTo>
                    <a:pt x="4743450" y="3657600"/>
                  </a:lnTo>
                  <a:lnTo>
                    <a:pt x="4743450" y="3676650"/>
                  </a:lnTo>
                  <a:lnTo>
                    <a:pt x="4743450" y="3695700"/>
                  </a:lnTo>
                  <a:lnTo>
                    <a:pt x="4743450" y="3714750"/>
                  </a:lnTo>
                  <a:lnTo>
                    <a:pt x="4743450" y="3733800"/>
                  </a:lnTo>
                  <a:lnTo>
                    <a:pt x="4743450" y="3752850"/>
                  </a:lnTo>
                  <a:lnTo>
                    <a:pt x="4743450" y="3771900"/>
                  </a:lnTo>
                  <a:lnTo>
                    <a:pt x="4743450" y="3790950"/>
                  </a:lnTo>
                  <a:lnTo>
                    <a:pt x="4743450" y="3810000"/>
                  </a:lnTo>
                  <a:lnTo>
                    <a:pt x="4743450" y="3829050"/>
                  </a:lnTo>
                  <a:lnTo>
                    <a:pt x="4743450" y="3848100"/>
                  </a:lnTo>
                  <a:lnTo>
                    <a:pt x="4743450" y="3867150"/>
                  </a:lnTo>
                  <a:lnTo>
                    <a:pt x="4743450" y="3886200"/>
                  </a:lnTo>
                  <a:lnTo>
                    <a:pt x="4743450" y="3905250"/>
                  </a:lnTo>
                  <a:lnTo>
                    <a:pt x="4743450" y="3924300"/>
                  </a:lnTo>
                  <a:lnTo>
                    <a:pt x="4743450" y="3943350"/>
                  </a:lnTo>
                  <a:lnTo>
                    <a:pt x="4743450" y="3962400"/>
                  </a:lnTo>
                  <a:lnTo>
                    <a:pt x="4743450" y="3981450"/>
                  </a:lnTo>
                  <a:lnTo>
                    <a:pt x="4743450" y="4000500"/>
                  </a:lnTo>
                  <a:lnTo>
                    <a:pt x="4743450" y="4019550"/>
                  </a:lnTo>
                  <a:lnTo>
                    <a:pt x="4743450" y="4038600"/>
                  </a:lnTo>
                  <a:lnTo>
                    <a:pt x="4743450" y="4057650"/>
                  </a:lnTo>
                  <a:lnTo>
                    <a:pt x="4743450" y="4076700"/>
                  </a:lnTo>
                  <a:lnTo>
                    <a:pt x="4743450" y="4095750"/>
                  </a:lnTo>
                  <a:lnTo>
                    <a:pt x="4743450" y="4114800"/>
                  </a:lnTo>
                  <a:lnTo>
                    <a:pt x="4743450" y="4133850"/>
                  </a:lnTo>
                  <a:lnTo>
                    <a:pt x="4743450" y="4152900"/>
                  </a:lnTo>
                  <a:lnTo>
                    <a:pt x="4743450" y="4171950"/>
                  </a:lnTo>
                  <a:lnTo>
                    <a:pt x="4743450" y="4191000"/>
                  </a:lnTo>
                  <a:lnTo>
                    <a:pt x="4743450" y="4210050"/>
                  </a:lnTo>
                  <a:lnTo>
                    <a:pt x="4743450" y="4229100"/>
                  </a:lnTo>
                  <a:lnTo>
                    <a:pt x="4743450" y="4248150"/>
                  </a:lnTo>
                  <a:lnTo>
                    <a:pt x="4743450" y="4267200"/>
                  </a:lnTo>
                  <a:lnTo>
                    <a:pt x="4743450" y="4286250"/>
                  </a:lnTo>
                  <a:lnTo>
                    <a:pt x="4743450" y="4305300"/>
                  </a:lnTo>
                  <a:lnTo>
                    <a:pt x="4743450" y="4324350"/>
                  </a:lnTo>
                  <a:lnTo>
                    <a:pt x="4743450" y="4343400"/>
                  </a:lnTo>
                  <a:lnTo>
                    <a:pt x="4743450" y="4362450"/>
                  </a:lnTo>
                  <a:lnTo>
                    <a:pt x="4743450" y="4381500"/>
                  </a:lnTo>
                  <a:lnTo>
                    <a:pt x="4743450" y="4400550"/>
                  </a:lnTo>
                  <a:lnTo>
                    <a:pt x="4743450" y="4419600"/>
                  </a:lnTo>
                  <a:lnTo>
                    <a:pt x="4743450" y="4438650"/>
                  </a:lnTo>
                  <a:lnTo>
                    <a:pt x="4743450" y="4457700"/>
                  </a:lnTo>
                  <a:lnTo>
                    <a:pt x="4743450" y="4476750"/>
                  </a:lnTo>
                  <a:lnTo>
                    <a:pt x="4743450" y="4495800"/>
                  </a:lnTo>
                  <a:lnTo>
                    <a:pt x="4743450" y="4514850"/>
                  </a:lnTo>
                  <a:lnTo>
                    <a:pt x="4743450" y="4533900"/>
                  </a:lnTo>
                  <a:lnTo>
                    <a:pt x="4743450" y="4552950"/>
                  </a:lnTo>
                  <a:lnTo>
                    <a:pt x="4743450" y="4572000"/>
                  </a:lnTo>
                  <a:lnTo>
                    <a:pt x="4743450" y="4591050"/>
                  </a:lnTo>
                  <a:lnTo>
                    <a:pt x="4743450" y="4610100"/>
                  </a:lnTo>
                  <a:lnTo>
                    <a:pt x="4743450" y="4629150"/>
                  </a:lnTo>
                  <a:lnTo>
                    <a:pt x="4743450" y="4648200"/>
                  </a:lnTo>
                  <a:lnTo>
                    <a:pt x="4743450" y="4667250"/>
                  </a:lnTo>
                  <a:lnTo>
                    <a:pt x="4743450" y="4686300"/>
                  </a:lnTo>
                  <a:lnTo>
                    <a:pt x="4743450" y="4705350"/>
                  </a:lnTo>
                  <a:lnTo>
                    <a:pt x="4743450" y="4724400"/>
                  </a:lnTo>
                  <a:lnTo>
                    <a:pt x="4743450" y="4743450"/>
                  </a:lnTo>
                  <a:lnTo>
                    <a:pt x="4743450" y="4762500"/>
                  </a:lnTo>
                  <a:lnTo>
                    <a:pt x="4743450" y="4781550"/>
                  </a:lnTo>
                  <a:lnTo>
                    <a:pt x="4743450" y="4800600"/>
                  </a:lnTo>
                  <a:lnTo>
                    <a:pt x="4743450" y="4819650"/>
                  </a:lnTo>
                  <a:lnTo>
                    <a:pt x="4743450" y="4838700"/>
                  </a:lnTo>
                  <a:lnTo>
                    <a:pt x="4743450" y="4857750"/>
                  </a:lnTo>
                  <a:lnTo>
                    <a:pt x="4743450" y="4876800"/>
                  </a:lnTo>
                  <a:lnTo>
                    <a:pt x="4743450" y="4895850"/>
                  </a:lnTo>
                  <a:lnTo>
                    <a:pt x="4743450" y="4914900"/>
                  </a:lnTo>
                  <a:lnTo>
                    <a:pt x="4743450" y="4933950"/>
                  </a:lnTo>
                  <a:lnTo>
                    <a:pt x="4743450" y="4953000"/>
                  </a:lnTo>
                  <a:lnTo>
                    <a:pt x="4743450" y="4972050"/>
                  </a:lnTo>
                  <a:lnTo>
                    <a:pt x="4743450" y="4991100"/>
                  </a:lnTo>
                  <a:lnTo>
                    <a:pt x="4743450" y="5010150"/>
                  </a:lnTo>
                  <a:lnTo>
                    <a:pt x="4743450" y="5029200"/>
                  </a:lnTo>
                  <a:lnTo>
                    <a:pt x="4743450" y="5048250"/>
                  </a:lnTo>
                  <a:lnTo>
                    <a:pt x="4743450" y="5067300"/>
                  </a:lnTo>
                  <a:lnTo>
                    <a:pt x="4743450" y="5086350"/>
                  </a:lnTo>
                  <a:lnTo>
                    <a:pt x="4743450" y="5105400"/>
                  </a:lnTo>
                  <a:lnTo>
                    <a:pt x="4743450" y="5124450"/>
                  </a:lnTo>
                  <a:lnTo>
                    <a:pt x="4743450" y="5143500"/>
                  </a:lnTo>
                  <a:lnTo>
                    <a:pt x="4743450" y="5162550"/>
                  </a:lnTo>
                  <a:lnTo>
                    <a:pt x="4743450" y="5181600"/>
                  </a:lnTo>
                  <a:lnTo>
                    <a:pt x="4743450" y="5200650"/>
                  </a:lnTo>
                  <a:lnTo>
                    <a:pt x="4743450" y="5219700"/>
                  </a:lnTo>
                  <a:lnTo>
                    <a:pt x="4743450" y="5238750"/>
                  </a:lnTo>
                  <a:lnTo>
                    <a:pt x="4743450" y="5257800"/>
                  </a:lnTo>
                  <a:lnTo>
                    <a:pt x="4743450" y="5276850"/>
                  </a:lnTo>
                  <a:lnTo>
                    <a:pt x="4743450" y="5295900"/>
                  </a:lnTo>
                  <a:lnTo>
                    <a:pt x="4743450" y="5314950"/>
                  </a:lnTo>
                  <a:lnTo>
                    <a:pt x="4743450" y="5334000"/>
                  </a:lnTo>
                  <a:lnTo>
                    <a:pt x="4743450" y="5353050"/>
                  </a:lnTo>
                  <a:lnTo>
                    <a:pt x="4743450" y="5372100"/>
                  </a:lnTo>
                  <a:lnTo>
                    <a:pt x="4743450" y="5391150"/>
                  </a:lnTo>
                  <a:lnTo>
                    <a:pt x="4743450" y="5410200"/>
                  </a:lnTo>
                  <a:lnTo>
                    <a:pt x="4743450" y="5429250"/>
                  </a:lnTo>
                  <a:lnTo>
                    <a:pt x="4743450" y="5448300"/>
                  </a:lnTo>
                  <a:lnTo>
                    <a:pt x="4743450" y="5467350"/>
                  </a:lnTo>
                  <a:lnTo>
                    <a:pt x="4743450" y="5486400"/>
                  </a:lnTo>
                  <a:lnTo>
                    <a:pt x="4743450" y="5505450"/>
                  </a:lnTo>
                  <a:lnTo>
                    <a:pt x="4743450" y="5524500"/>
                  </a:lnTo>
                  <a:lnTo>
                    <a:pt x="4743450" y="5543550"/>
                  </a:lnTo>
                  <a:lnTo>
                    <a:pt x="4743450" y="5562600"/>
                  </a:lnTo>
                  <a:lnTo>
                    <a:pt x="4743450" y="5581650"/>
                  </a:lnTo>
                  <a:lnTo>
                    <a:pt x="4743450" y="5600700"/>
                  </a:lnTo>
                  <a:lnTo>
                    <a:pt x="4743450" y="5619750"/>
                  </a:lnTo>
                  <a:lnTo>
                    <a:pt x="4743450" y="5638800"/>
                  </a:lnTo>
                  <a:lnTo>
                    <a:pt x="4743450" y="5657850"/>
                  </a:lnTo>
                  <a:lnTo>
                    <a:pt x="4743450" y="5676900"/>
                  </a:lnTo>
                  <a:lnTo>
                    <a:pt x="4743450" y="5695950"/>
                  </a:lnTo>
                  <a:lnTo>
                    <a:pt x="4743450" y="5715000"/>
                  </a:lnTo>
                  <a:lnTo>
                    <a:pt x="4743450" y="5734050"/>
                  </a:lnTo>
                  <a:lnTo>
                    <a:pt x="4743450" y="5753100"/>
                  </a:lnTo>
                  <a:lnTo>
                    <a:pt x="4743450" y="5772150"/>
                  </a:lnTo>
                  <a:lnTo>
                    <a:pt x="4743450" y="5791200"/>
                  </a:lnTo>
                  <a:lnTo>
                    <a:pt x="4743450" y="5810250"/>
                  </a:lnTo>
                  <a:lnTo>
                    <a:pt x="4743450" y="5829300"/>
                  </a:lnTo>
                  <a:lnTo>
                    <a:pt x="4743450" y="5848350"/>
                  </a:lnTo>
                  <a:lnTo>
                    <a:pt x="4743450" y="5867400"/>
                  </a:lnTo>
                  <a:lnTo>
                    <a:pt x="4743450" y="5886450"/>
                  </a:lnTo>
                  <a:lnTo>
                    <a:pt x="4743450" y="5905500"/>
                  </a:lnTo>
                  <a:lnTo>
                    <a:pt x="4743450" y="5924550"/>
                  </a:lnTo>
                  <a:lnTo>
                    <a:pt x="4743450" y="5943600"/>
                  </a:lnTo>
                  <a:lnTo>
                    <a:pt x="4743450" y="5962650"/>
                  </a:lnTo>
                  <a:lnTo>
                    <a:pt x="4743450" y="5981700"/>
                  </a:lnTo>
                  <a:lnTo>
                    <a:pt x="4743450" y="6000750"/>
                  </a:lnTo>
                  <a:lnTo>
                    <a:pt x="4743450" y="6019800"/>
                  </a:lnTo>
                  <a:lnTo>
                    <a:pt x="4743450" y="6038850"/>
                  </a:lnTo>
                  <a:lnTo>
                    <a:pt x="4743450" y="6057900"/>
                  </a:lnTo>
                  <a:lnTo>
                    <a:pt x="4743450" y="6076950"/>
                  </a:lnTo>
                  <a:lnTo>
                    <a:pt x="4743450" y="6096000"/>
                  </a:lnTo>
                  <a:lnTo>
                    <a:pt x="4743450" y="6115050"/>
                  </a:lnTo>
                  <a:lnTo>
                    <a:pt x="4743450" y="6134100"/>
                  </a:lnTo>
                  <a:lnTo>
                    <a:pt x="4743450" y="6153150"/>
                  </a:lnTo>
                  <a:lnTo>
                    <a:pt x="4743450" y="6172200"/>
                  </a:lnTo>
                  <a:lnTo>
                    <a:pt x="4743450" y="6191250"/>
                  </a:lnTo>
                  <a:lnTo>
                    <a:pt x="4743450" y="6210300"/>
                  </a:lnTo>
                  <a:lnTo>
                    <a:pt x="4743450" y="6229350"/>
                  </a:lnTo>
                  <a:lnTo>
                    <a:pt x="4743450" y="6248400"/>
                  </a:lnTo>
                  <a:lnTo>
                    <a:pt x="4743450" y="6267450"/>
                  </a:lnTo>
                  <a:lnTo>
                    <a:pt x="4743450" y="6286500"/>
                  </a:lnTo>
                  <a:lnTo>
                    <a:pt x="4743450" y="6305550"/>
                  </a:lnTo>
                  <a:lnTo>
                    <a:pt x="4743450" y="6324600"/>
                  </a:lnTo>
                  <a:lnTo>
                    <a:pt x="4743450" y="6343650"/>
                  </a:lnTo>
                  <a:lnTo>
                    <a:pt x="4743450" y="6362700"/>
                  </a:lnTo>
                  <a:lnTo>
                    <a:pt x="4743450" y="6381750"/>
                  </a:lnTo>
                  <a:lnTo>
                    <a:pt x="4743450" y="6400800"/>
                  </a:lnTo>
                  <a:lnTo>
                    <a:pt x="4743450" y="6419850"/>
                  </a:lnTo>
                  <a:lnTo>
                    <a:pt x="4743450" y="6438900"/>
                  </a:lnTo>
                  <a:lnTo>
                    <a:pt x="4743450" y="6457950"/>
                  </a:lnTo>
                  <a:lnTo>
                    <a:pt x="4743450" y="6477000"/>
                  </a:lnTo>
                  <a:lnTo>
                    <a:pt x="4743450" y="6496050"/>
                  </a:lnTo>
                  <a:lnTo>
                    <a:pt x="4743450" y="6515100"/>
                  </a:lnTo>
                  <a:lnTo>
                    <a:pt x="4743450" y="6534150"/>
                  </a:lnTo>
                  <a:lnTo>
                    <a:pt x="4743450" y="6553200"/>
                  </a:lnTo>
                  <a:lnTo>
                    <a:pt x="4743450" y="6572250"/>
                  </a:lnTo>
                  <a:lnTo>
                    <a:pt x="4743450" y="6591300"/>
                  </a:lnTo>
                  <a:lnTo>
                    <a:pt x="4743450" y="6610350"/>
                  </a:lnTo>
                  <a:lnTo>
                    <a:pt x="4743450" y="6629400"/>
                  </a:lnTo>
                  <a:lnTo>
                    <a:pt x="4743450" y="6648450"/>
                  </a:lnTo>
                  <a:lnTo>
                    <a:pt x="4743450" y="6667500"/>
                  </a:lnTo>
                  <a:lnTo>
                    <a:pt x="4743450" y="6686550"/>
                  </a:lnTo>
                  <a:lnTo>
                    <a:pt x="4743450" y="6705600"/>
                  </a:lnTo>
                  <a:lnTo>
                    <a:pt x="4743450" y="6724650"/>
                  </a:lnTo>
                  <a:lnTo>
                    <a:pt x="4743450" y="6743700"/>
                  </a:lnTo>
                  <a:lnTo>
                    <a:pt x="4743450" y="6762750"/>
                  </a:lnTo>
                  <a:lnTo>
                    <a:pt x="4743450" y="6781800"/>
                  </a:lnTo>
                  <a:lnTo>
                    <a:pt x="4743450" y="6800850"/>
                  </a:lnTo>
                  <a:lnTo>
                    <a:pt x="4743450" y="6819900"/>
                  </a:lnTo>
                  <a:lnTo>
                    <a:pt x="4743450" y="6838950"/>
                  </a:lnTo>
                  <a:lnTo>
                    <a:pt x="4743450" y="6858000"/>
                  </a:lnTo>
                  <a:lnTo>
                    <a:pt x="4743450" y="6877050"/>
                  </a:lnTo>
                  <a:lnTo>
                    <a:pt x="4743450" y="6896100"/>
                  </a:lnTo>
                  <a:lnTo>
                    <a:pt x="4743450" y="6915150"/>
                  </a:lnTo>
                  <a:lnTo>
                    <a:pt x="4743450" y="6934200"/>
                  </a:lnTo>
                  <a:lnTo>
                    <a:pt x="4743450" y="6953250"/>
                  </a:lnTo>
                  <a:lnTo>
                    <a:pt x="4743450" y="6972300"/>
                  </a:lnTo>
                  <a:lnTo>
                    <a:pt x="4743450" y="6991350"/>
                  </a:lnTo>
                  <a:lnTo>
                    <a:pt x="4743450" y="7010400"/>
                  </a:lnTo>
                  <a:lnTo>
                    <a:pt x="4743450" y="7029450"/>
                  </a:lnTo>
                  <a:lnTo>
                    <a:pt x="4743450" y="7048500"/>
                  </a:lnTo>
                  <a:lnTo>
                    <a:pt x="4743450" y="7067550"/>
                  </a:lnTo>
                  <a:lnTo>
                    <a:pt x="4705350" y="7067550"/>
                  </a:lnTo>
                  <a:lnTo>
                    <a:pt x="4676775" y="7048500"/>
                  </a:lnTo>
                  <a:lnTo>
                    <a:pt x="4657725" y="7029450"/>
                  </a:lnTo>
                  <a:lnTo>
                    <a:pt x="4648200" y="7010400"/>
                  </a:lnTo>
                  <a:lnTo>
                    <a:pt x="4629150" y="6991350"/>
                  </a:lnTo>
                  <a:lnTo>
                    <a:pt x="4600575" y="6972300"/>
                  </a:lnTo>
                  <a:lnTo>
                    <a:pt x="4581525" y="6953250"/>
                  </a:lnTo>
                  <a:lnTo>
                    <a:pt x="4572000" y="6934200"/>
                  </a:lnTo>
                  <a:lnTo>
                    <a:pt x="4552950" y="6915150"/>
                  </a:lnTo>
                  <a:lnTo>
                    <a:pt x="4524375" y="6896100"/>
                  </a:lnTo>
                  <a:lnTo>
                    <a:pt x="4505325" y="6877050"/>
                  </a:lnTo>
                  <a:lnTo>
                    <a:pt x="4495800" y="6858000"/>
                  </a:lnTo>
                  <a:lnTo>
                    <a:pt x="4476750" y="6838950"/>
                  </a:lnTo>
                  <a:lnTo>
                    <a:pt x="4448175" y="6819900"/>
                  </a:lnTo>
                  <a:lnTo>
                    <a:pt x="4429125" y="6800850"/>
                  </a:lnTo>
                  <a:lnTo>
                    <a:pt x="4410075" y="6781800"/>
                  </a:lnTo>
                  <a:lnTo>
                    <a:pt x="4400550" y="6762750"/>
                  </a:lnTo>
                  <a:lnTo>
                    <a:pt x="4371975" y="6743700"/>
                  </a:lnTo>
                  <a:lnTo>
                    <a:pt x="4352925" y="6724650"/>
                  </a:lnTo>
                  <a:lnTo>
                    <a:pt x="4343400" y="6705600"/>
                  </a:lnTo>
                  <a:lnTo>
                    <a:pt x="4324350" y="6686550"/>
                  </a:lnTo>
                  <a:lnTo>
                    <a:pt x="4295775" y="6667500"/>
                  </a:lnTo>
                  <a:lnTo>
                    <a:pt x="4276725" y="6648450"/>
                  </a:lnTo>
                  <a:lnTo>
                    <a:pt x="4257675" y="6629400"/>
                  </a:lnTo>
                  <a:lnTo>
                    <a:pt x="4248150" y="6610350"/>
                  </a:lnTo>
                  <a:lnTo>
                    <a:pt x="4229100" y="6591300"/>
                  </a:lnTo>
                  <a:lnTo>
                    <a:pt x="4210050" y="6572250"/>
                  </a:lnTo>
                  <a:lnTo>
                    <a:pt x="4191000" y="6553200"/>
                  </a:lnTo>
                  <a:lnTo>
                    <a:pt x="4171950" y="6534150"/>
                  </a:lnTo>
                  <a:lnTo>
                    <a:pt x="4143375" y="6515100"/>
                  </a:lnTo>
                  <a:lnTo>
                    <a:pt x="4133850" y="6496050"/>
                  </a:lnTo>
                  <a:lnTo>
                    <a:pt x="4105275" y="6477000"/>
                  </a:lnTo>
                  <a:lnTo>
                    <a:pt x="4095750" y="6457950"/>
                  </a:lnTo>
                  <a:lnTo>
                    <a:pt x="4067175" y="6438900"/>
                  </a:lnTo>
                  <a:lnTo>
                    <a:pt x="4057650" y="6419850"/>
                  </a:lnTo>
                  <a:lnTo>
                    <a:pt x="4029075" y="6400800"/>
                  </a:lnTo>
                  <a:lnTo>
                    <a:pt x="4019550" y="6381750"/>
                  </a:lnTo>
                  <a:lnTo>
                    <a:pt x="3990975" y="6362700"/>
                  </a:lnTo>
                  <a:lnTo>
                    <a:pt x="3971925" y="6343650"/>
                  </a:lnTo>
                  <a:lnTo>
                    <a:pt x="3952875" y="6324600"/>
                  </a:lnTo>
                  <a:lnTo>
                    <a:pt x="3943350" y="6305550"/>
                  </a:lnTo>
                  <a:lnTo>
                    <a:pt x="3924300" y="6286500"/>
                  </a:lnTo>
                  <a:lnTo>
                    <a:pt x="3905250" y="6267450"/>
                  </a:lnTo>
                  <a:lnTo>
                    <a:pt x="3886200" y="6248400"/>
                  </a:lnTo>
                  <a:lnTo>
                    <a:pt x="3867150" y="6229350"/>
                  </a:lnTo>
                  <a:lnTo>
                    <a:pt x="3838575" y="6210300"/>
                  </a:lnTo>
                  <a:lnTo>
                    <a:pt x="3819525" y="6191250"/>
                  </a:lnTo>
                  <a:lnTo>
                    <a:pt x="3810000" y="6172200"/>
                  </a:lnTo>
                  <a:lnTo>
                    <a:pt x="3790950" y="6153150"/>
                  </a:lnTo>
                  <a:lnTo>
                    <a:pt x="3762375" y="6134100"/>
                  </a:lnTo>
                  <a:lnTo>
                    <a:pt x="3752850" y="6115050"/>
                  </a:lnTo>
                  <a:lnTo>
                    <a:pt x="3724275" y="6096000"/>
                  </a:lnTo>
                  <a:lnTo>
                    <a:pt x="3705225" y="6076950"/>
                  </a:lnTo>
                  <a:lnTo>
                    <a:pt x="3686175" y="6057900"/>
                  </a:lnTo>
                  <a:lnTo>
                    <a:pt x="3676650" y="6038850"/>
                  </a:lnTo>
                  <a:lnTo>
                    <a:pt x="3657600" y="6019800"/>
                  </a:lnTo>
                  <a:lnTo>
                    <a:pt x="3638550" y="6000750"/>
                  </a:lnTo>
                  <a:lnTo>
                    <a:pt x="3619500" y="5981700"/>
                  </a:lnTo>
                  <a:lnTo>
                    <a:pt x="3600450" y="5962650"/>
                  </a:lnTo>
                  <a:lnTo>
                    <a:pt x="3581400" y="5943600"/>
                  </a:lnTo>
                  <a:lnTo>
                    <a:pt x="3562350" y="5924550"/>
                  </a:lnTo>
                  <a:lnTo>
                    <a:pt x="3533775" y="5905500"/>
                  </a:lnTo>
                  <a:lnTo>
                    <a:pt x="3524250" y="5886450"/>
                  </a:lnTo>
                  <a:lnTo>
                    <a:pt x="3505200" y="5867400"/>
                  </a:lnTo>
                  <a:lnTo>
                    <a:pt x="3486150" y="5848350"/>
                  </a:lnTo>
                  <a:lnTo>
                    <a:pt x="3467100" y="5829300"/>
                  </a:lnTo>
                  <a:lnTo>
                    <a:pt x="3448050" y="5810250"/>
                  </a:lnTo>
                  <a:lnTo>
                    <a:pt x="3429000" y="5791200"/>
                  </a:lnTo>
                  <a:lnTo>
                    <a:pt x="3400425" y="5772150"/>
                  </a:lnTo>
                  <a:lnTo>
                    <a:pt x="3390900" y="5753100"/>
                  </a:lnTo>
                  <a:lnTo>
                    <a:pt x="3371850" y="5734050"/>
                  </a:lnTo>
                  <a:lnTo>
                    <a:pt x="3352800" y="5715000"/>
                  </a:lnTo>
                  <a:lnTo>
                    <a:pt x="3324225" y="5695950"/>
                  </a:lnTo>
                  <a:lnTo>
                    <a:pt x="3314700" y="5676900"/>
                  </a:lnTo>
                  <a:lnTo>
                    <a:pt x="3295650" y="5657850"/>
                  </a:lnTo>
                  <a:lnTo>
                    <a:pt x="3276600" y="5638800"/>
                  </a:lnTo>
                  <a:lnTo>
                    <a:pt x="3257550" y="5619750"/>
                  </a:lnTo>
                  <a:lnTo>
                    <a:pt x="3228975" y="5600700"/>
                  </a:lnTo>
                  <a:lnTo>
                    <a:pt x="3219450" y="5581650"/>
                  </a:lnTo>
                  <a:lnTo>
                    <a:pt x="3190875" y="5562600"/>
                  </a:lnTo>
                  <a:lnTo>
                    <a:pt x="3181350" y="5543550"/>
                  </a:lnTo>
                  <a:lnTo>
                    <a:pt x="3162300" y="5524500"/>
                  </a:lnTo>
                  <a:lnTo>
                    <a:pt x="3143250" y="5505450"/>
                  </a:lnTo>
                  <a:lnTo>
                    <a:pt x="3114675" y="5486400"/>
                  </a:lnTo>
                  <a:lnTo>
                    <a:pt x="3095625" y="5467350"/>
                  </a:lnTo>
                  <a:lnTo>
                    <a:pt x="3076575" y="5448300"/>
                  </a:lnTo>
                  <a:lnTo>
                    <a:pt x="3057525" y="5429250"/>
                  </a:lnTo>
                  <a:lnTo>
                    <a:pt x="3038475" y="5410200"/>
                  </a:lnTo>
                  <a:lnTo>
                    <a:pt x="3028950" y="5391150"/>
                  </a:lnTo>
                  <a:lnTo>
                    <a:pt x="3000375" y="5372100"/>
                  </a:lnTo>
                  <a:lnTo>
                    <a:pt x="2990850" y="5353050"/>
                  </a:lnTo>
                  <a:lnTo>
                    <a:pt x="2962275" y="5334000"/>
                  </a:lnTo>
                  <a:lnTo>
                    <a:pt x="2943225" y="5314950"/>
                  </a:lnTo>
                  <a:lnTo>
                    <a:pt x="2933700" y="5295900"/>
                  </a:lnTo>
                  <a:lnTo>
                    <a:pt x="2905125" y="5276850"/>
                  </a:lnTo>
                  <a:lnTo>
                    <a:pt x="2895600" y="5257800"/>
                  </a:lnTo>
                  <a:lnTo>
                    <a:pt x="2876550" y="5238750"/>
                  </a:lnTo>
                  <a:lnTo>
                    <a:pt x="2847975" y="5219700"/>
                  </a:lnTo>
                  <a:lnTo>
                    <a:pt x="2838450" y="5200650"/>
                  </a:lnTo>
                  <a:lnTo>
                    <a:pt x="2819400" y="5181600"/>
                  </a:lnTo>
                  <a:lnTo>
                    <a:pt x="2790825" y="5162550"/>
                  </a:lnTo>
                  <a:lnTo>
                    <a:pt x="2771775" y="5143500"/>
                  </a:lnTo>
                  <a:lnTo>
                    <a:pt x="2752725" y="5124450"/>
                  </a:lnTo>
                  <a:lnTo>
                    <a:pt x="2743200" y="5105400"/>
                  </a:lnTo>
                  <a:lnTo>
                    <a:pt x="2724150" y="5086350"/>
                  </a:lnTo>
                  <a:lnTo>
                    <a:pt x="2705100" y="5067300"/>
                  </a:lnTo>
                  <a:lnTo>
                    <a:pt x="2686050" y="5048250"/>
                  </a:lnTo>
                  <a:lnTo>
                    <a:pt x="2667000" y="5029200"/>
                  </a:lnTo>
                  <a:lnTo>
                    <a:pt x="2657475" y="5010150"/>
                  </a:lnTo>
                  <a:lnTo>
                    <a:pt x="2628900" y="4991100"/>
                  </a:lnTo>
                  <a:lnTo>
                    <a:pt x="2609850" y="4972050"/>
                  </a:lnTo>
                  <a:lnTo>
                    <a:pt x="2590800" y="4953000"/>
                  </a:lnTo>
                  <a:lnTo>
                    <a:pt x="2571750" y="4933950"/>
                  </a:lnTo>
                  <a:lnTo>
                    <a:pt x="2562225" y="4914900"/>
                  </a:lnTo>
                  <a:lnTo>
                    <a:pt x="2524125" y="4895850"/>
                  </a:lnTo>
                  <a:lnTo>
                    <a:pt x="2514600" y="4876800"/>
                  </a:lnTo>
                  <a:lnTo>
                    <a:pt x="2495550" y="4857750"/>
                  </a:lnTo>
                  <a:lnTo>
                    <a:pt x="2466975" y="4838700"/>
                  </a:lnTo>
                  <a:lnTo>
                    <a:pt x="2447925" y="4819650"/>
                  </a:lnTo>
                  <a:lnTo>
                    <a:pt x="2438400" y="4800600"/>
                  </a:lnTo>
                  <a:lnTo>
                    <a:pt x="2419350" y="4781550"/>
                  </a:lnTo>
                  <a:lnTo>
                    <a:pt x="2400300" y="4762500"/>
                  </a:lnTo>
                  <a:lnTo>
                    <a:pt x="2371725" y="4743450"/>
                  </a:lnTo>
                  <a:lnTo>
                    <a:pt x="2362200" y="4724400"/>
                  </a:lnTo>
                  <a:lnTo>
                    <a:pt x="2343150" y="4705350"/>
                  </a:lnTo>
                  <a:lnTo>
                    <a:pt x="2324100" y="4686300"/>
                  </a:lnTo>
                  <a:lnTo>
                    <a:pt x="2305050" y="4667250"/>
                  </a:lnTo>
                  <a:lnTo>
                    <a:pt x="2286000" y="4648200"/>
                  </a:lnTo>
                  <a:lnTo>
                    <a:pt x="2266950" y="4629150"/>
                  </a:lnTo>
                  <a:lnTo>
                    <a:pt x="2238375" y="4610100"/>
                  </a:lnTo>
                  <a:lnTo>
                    <a:pt x="2219325" y="4591050"/>
                  </a:lnTo>
                  <a:lnTo>
                    <a:pt x="2209800" y="4572000"/>
                  </a:lnTo>
                  <a:lnTo>
                    <a:pt x="2190750" y="4552950"/>
                  </a:lnTo>
                  <a:lnTo>
                    <a:pt x="2171700" y="4533900"/>
                  </a:lnTo>
                  <a:lnTo>
                    <a:pt x="2152650" y="4514850"/>
                  </a:lnTo>
                  <a:lnTo>
                    <a:pt x="2133600" y="4495800"/>
                  </a:lnTo>
                  <a:lnTo>
                    <a:pt x="2114550" y="4476750"/>
                  </a:lnTo>
                  <a:lnTo>
                    <a:pt x="2095500" y="4457700"/>
                  </a:lnTo>
                  <a:lnTo>
                    <a:pt x="2076450" y="4438650"/>
                  </a:lnTo>
                  <a:lnTo>
                    <a:pt x="2057400" y="4419600"/>
                  </a:lnTo>
                  <a:lnTo>
                    <a:pt x="2038350" y="4400550"/>
                  </a:lnTo>
                  <a:lnTo>
                    <a:pt x="2019300" y="4381500"/>
                  </a:lnTo>
                  <a:lnTo>
                    <a:pt x="2000250" y="4362450"/>
                  </a:lnTo>
                  <a:lnTo>
                    <a:pt x="1981200" y="4343400"/>
                  </a:lnTo>
                  <a:lnTo>
                    <a:pt x="1962150" y="4324350"/>
                  </a:lnTo>
                  <a:lnTo>
                    <a:pt x="1943100" y="4305300"/>
                  </a:lnTo>
                  <a:lnTo>
                    <a:pt x="1924050" y="4286250"/>
                  </a:lnTo>
                  <a:lnTo>
                    <a:pt x="1905000" y="4267200"/>
                  </a:lnTo>
                  <a:lnTo>
                    <a:pt x="1885950" y="4248150"/>
                  </a:lnTo>
                  <a:lnTo>
                    <a:pt x="1866900" y="4229100"/>
                  </a:lnTo>
                  <a:lnTo>
                    <a:pt x="1847850" y="4210050"/>
                  </a:lnTo>
                  <a:lnTo>
                    <a:pt x="1828800" y="4191000"/>
                  </a:lnTo>
                  <a:lnTo>
                    <a:pt x="1809750" y="4171950"/>
                  </a:lnTo>
                  <a:lnTo>
                    <a:pt x="1781175" y="4152900"/>
                  </a:lnTo>
                  <a:lnTo>
                    <a:pt x="1762125" y="4133850"/>
                  </a:lnTo>
                  <a:lnTo>
                    <a:pt x="1752600" y="4114800"/>
                  </a:lnTo>
                  <a:lnTo>
                    <a:pt x="1733550" y="4095750"/>
                  </a:lnTo>
                  <a:lnTo>
                    <a:pt x="1714500" y="4076700"/>
                  </a:lnTo>
                  <a:lnTo>
                    <a:pt x="1695450" y="4057650"/>
                  </a:lnTo>
                  <a:lnTo>
                    <a:pt x="1685925" y="4038600"/>
                  </a:lnTo>
                  <a:lnTo>
                    <a:pt x="1666875" y="4019550"/>
                  </a:lnTo>
                  <a:lnTo>
                    <a:pt x="1647825" y="4000500"/>
                  </a:lnTo>
                  <a:lnTo>
                    <a:pt x="1638300" y="3981450"/>
                  </a:lnTo>
                  <a:lnTo>
                    <a:pt x="1628775" y="3962400"/>
                  </a:lnTo>
                  <a:lnTo>
                    <a:pt x="1619250" y="3943350"/>
                  </a:lnTo>
                  <a:lnTo>
                    <a:pt x="1609725" y="3924300"/>
                  </a:lnTo>
                  <a:lnTo>
                    <a:pt x="1590675" y="3905250"/>
                  </a:lnTo>
                  <a:lnTo>
                    <a:pt x="1590675" y="3886200"/>
                  </a:lnTo>
                  <a:lnTo>
                    <a:pt x="1571625" y="3867150"/>
                  </a:lnTo>
                  <a:lnTo>
                    <a:pt x="1562100" y="3848100"/>
                  </a:lnTo>
                  <a:lnTo>
                    <a:pt x="1552575" y="3829050"/>
                  </a:lnTo>
                  <a:lnTo>
                    <a:pt x="1552575" y="3810000"/>
                  </a:lnTo>
                  <a:lnTo>
                    <a:pt x="1543050" y="3790950"/>
                  </a:lnTo>
                  <a:lnTo>
                    <a:pt x="1533525" y="3771900"/>
                  </a:lnTo>
                  <a:lnTo>
                    <a:pt x="1533525" y="3752850"/>
                  </a:lnTo>
                  <a:lnTo>
                    <a:pt x="1524000" y="3733800"/>
                  </a:lnTo>
                  <a:lnTo>
                    <a:pt x="1524000" y="3714750"/>
                  </a:lnTo>
                  <a:lnTo>
                    <a:pt x="1524000" y="3695700"/>
                  </a:lnTo>
                  <a:lnTo>
                    <a:pt x="1514475" y="3676650"/>
                  </a:lnTo>
                  <a:lnTo>
                    <a:pt x="1514475" y="3657600"/>
                  </a:lnTo>
                  <a:lnTo>
                    <a:pt x="1514475" y="3638550"/>
                  </a:lnTo>
                  <a:lnTo>
                    <a:pt x="1514475" y="3619500"/>
                  </a:lnTo>
                  <a:lnTo>
                    <a:pt x="1514475" y="3600450"/>
                  </a:lnTo>
                  <a:lnTo>
                    <a:pt x="1514475" y="3581400"/>
                  </a:lnTo>
                  <a:lnTo>
                    <a:pt x="1504950" y="3562350"/>
                  </a:lnTo>
                  <a:lnTo>
                    <a:pt x="1504950" y="3543300"/>
                  </a:lnTo>
                  <a:lnTo>
                    <a:pt x="1514475" y="3524250"/>
                  </a:lnTo>
                  <a:lnTo>
                    <a:pt x="1514475" y="3505200"/>
                  </a:lnTo>
                  <a:lnTo>
                    <a:pt x="1514475" y="3486150"/>
                  </a:lnTo>
                  <a:lnTo>
                    <a:pt x="1514475" y="3467100"/>
                  </a:lnTo>
                  <a:lnTo>
                    <a:pt x="1514475" y="3448050"/>
                  </a:lnTo>
                  <a:lnTo>
                    <a:pt x="1524000" y="3429000"/>
                  </a:lnTo>
                  <a:lnTo>
                    <a:pt x="1524000" y="3409950"/>
                  </a:lnTo>
                  <a:lnTo>
                    <a:pt x="1533525" y="3390900"/>
                  </a:lnTo>
                  <a:lnTo>
                    <a:pt x="1533525" y="3371850"/>
                  </a:lnTo>
                  <a:lnTo>
                    <a:pt x="1543050" y="3352800"/>
                  </a:lnTo>
                  <a:lnTo>
                    <a:pt x="1552575" y="3333750"/>
                  </a:lnTo>
                  <a:lnTo>
                    <a:pt x="1562100" y="3314700"/>
                  </a:lnTo>
                  <a:lnTo>
                    <a:pt x="1562100" y="3295650"/>
                  </a:lnTo>
                  <a:lnTo>
                    <a:pt x="1571625" y="3276600"/>
                  </a:lnTo>
                  <a:lnTo>
                    <a:pt x="1581150" y="3257550"/>
                  </a:lnTo>
                  <a:lnTo>
                    <a:pt x="1590675" y="3238500"/>
                  </a:lnTo>
                  <a:lnTo>
                    <a:pt x="1600200" y="3219450"/>
                  </a:lnTo>
                  <a:lnTo>
                    <a:pt x="1609725" y="3200400"/>
                  </a:lnTo>
                  <a:lnTo>
                    <a:pt x="1619250" y="3181350"/>
                  </a:lnTo>
                  <a:lnTo>
                    <a:pt x="1638300" y="3162300"/>
                  </a:lnTo>
                  <a:lnTo>
                    <a:pt x="1647825" y="3143250"/>
                  </a:lnTo>
                  <a:lnTo>
                    <a:pt x="1666875" y="3124200"/>
                  </a:lnTo>
                  <a:lnTo>
                    <a:pt x="1676400" y="3105150"/>
                  </a:lnTo>
                  <a:lnTo>
                    <a:pt x="1695450" y="3086100"/>
                  </a:lnTo>
                  <a:lnTo>
                    <a:pt x="1714500" y="3067050"/>
                  </a:lnTo>
                  <a:lnTo>
                    <a:pt x="1733550" y="3048000"/>
                  </a:lnTo>
                  <a:lnTo>
                    <a:pt x="1752600" y="3028950"/>
                  </a:lnTo>
                  <a:lnTo>
                    <a:pt x="1771650" y="3009900"/>
                  </a:lnTo>
                  <a:lnTo>
                    <a:pt x="1790700" y="2990850"/>
                  </a:lnTo>
                  <a:lnTo>
                    <a:pt x="1809750" y="2971800"/>
                  </a:lnTo>
                  <a:lnTo>
                    <a:pt x="1828800" y="2952750"/>
                  </a:lnTo>
                  <a:lnTo>
                    <a:pt x="1847850" y="2933700"/>
                  </a:lnTo>
                  <a:lnTo>
                    <a:pt x="1866900" y="2914650"/>
                  </a:lnTo>
                  <a:lnTo>
                    <a:pt x="1885950" y="2895600"/>
                  </a:lnTo>
                  <a:lnTo>
                    <a:pt x="1914525" y="2876550"/>
                  </a:lnTo>
                  <a:lnTo>
                    <a:pt x="1924050" y="2857500"/>
                  </a:lnTo>
                  <a:lnTo>
                    <a:pt x="1943100" y="2838450"/>
                  </a:lnTo>
                  <a:lnTo>
                    <a:pt x="1962150" y="2819400"/>
                  </a:lnTo>
                  <a:lnTo>
                    <a:pt x="1981200" y="2800350"/>
                  </a:lnTo>
                  <a:lnTo>
                    <a:pt x="2000250" y="2781300"/>
                  </a:lnTo>
                  <a:lnTo>
                    <a:pt x="2028825" y="2762250"/>
                  </a:lnTo>
                  <a:lnTo>
                    <a:pt x="2038350" y="2743200"/>
                  </a:lnTo>
                  <a:lnTo>
                    <a:pt x="2057400" y="2724150"/>
                  </a:lnTo>
                  <a:lnTo>
                    <a:pt x="2076450" y="2705100"/>
                  </a:lnTo>
                  <a:lnTo>
                    <a:pt x="2095500" y="2686050"/>
                  </a:lnTo>
                  <a:lnTo>
                    <a:pt x="2114550" y="2667000"/>
                  </a:lnTo>
                  <a:lnTo>
                    <a:pt x="2133600" y="2647950"/>
                  </a:lnTo>
                  <a:lnTo>
                    <a:pt x="2152650" y="2628900"/>
                  </a:lnTo>
                  <a:lnTo>
                    <a:pt x="2171700" y="2609850"/>
                  </a:lnTo>
                  <a:lnTo>
                    <a:pt x="2200275" y="2590800"/>
                  </a:lnTo>
                  <a:lnTo>
                    <a:pt x="2219325" y="2571750"/>
                  </a:lnTo>
                  <a:lnTo>
                    <a:pt x="2228850" y="2552700"/>
                  </a:lnTo>
                  <a:lnTo>
                    <a:pt x="2247900" y="2533650"/>
                  </a:lnTo>
                  <a:lnTo>
                    <a:pt x="2266950" y="2514600"/>
                  </a:lnTo>
                  <a:lnTo>
                    <a:pt x="2295525" y="2495550"/>
                  </a:lnTo>
                  <a:lnTo>
                    <a:pt x="2305050" y="2476500"/>
                  </a:lnTo>
                  <a:lnTo>
                    <a:pt x="2324100" y="2457450"/>
                  </a:lnTo>
                  <a:lnTo>
                    <a:pt x="2352675" y="2438400"/>
                  </a:lnTo>
                  <a:lnTo>
                    <a:pt x="2362200" y="2419350"/>
                  </a:lnTo>
                  <a:lnTo>
                    <a:pt x="2390775" y="2400300"/>
                  </a:lnTo>
                  <a:lnTo>
                    <a:pt x="2400300" y="2381250"/>
                  </a:lnTo>
                  <a:lnTo>
                    <a:pt x="2419350" y="2362200"/>
                  </a:lnTo>
                  <a:lnTo>
                    <a:pt x="2438400" y="2343150"/>
                  </a:lnTo>
                  <a:lnTo>
                    <a:pt x="2457450" y="2324100"/>
                  </a:lnTo>
                  <a:lnTo>
                    <a:pt x="2476500" y="2305050"/>
                  </a:lnTo>
                  <a:lnTo>
                    <a:pt x="2505075" y="2286000"/>
                  </a:lnTo>
                  <a:lnTo>
                    <a:pt x="2514600" y="2266950"/>
                  </a:lnTo>
                  <a:lnTo>
                    <a:pt x="2543175" y="2247900"/>
                  </a:lnTo>
                  <a:lnTo>
                    <a:pt x="2562225" y="2228850"/>
                  </a:lnTo>
                  <a:lnTo>
                    <a:pt x="2571750" y="2209800"/>
                  </a:lnTo>
                  <a:lnTo>
                    <a:pt x="2590800" y="2190750"/>
                  </a:lnTo>
                  <a:lnTo>
                    <a:pt x="2619375" y="2171700"/>
                  </a:lnTo>
                  <a:lnTo>
                    <a:pt x="2628900" y="2152650"/>
                  </a:lnTo>
                  <a:lnTo>
                    <a:pt x="2657475" y="2133600"/>
                  </a:lnTo>
                  <a:lnTo>
                    <a:pt x="2676525" y="2114550"/>
                  </a:lnTo>
                  <a:lnTo>
                    <a:pt x="2695575" y="2095500"/>
                  </a:lnTo>
                  <a:lnTo>
                    <a:pt x="2705100" y="2076450"/>
                  </a:lnTo>
                  <a:lnTo>
                    <a:pt x="2733675" y="2057400"/>
                  </a:lnTo>
                  <a:lnTo>
                    <a:pt x="2743200" y="2038350"/>
                  </a:lnTo>
                  <a:lnTo>
                    <a:pt x="2771775" y="2019300"/>
                  </a:lnTo>
                  <a:lnTo>
                    <a:pt x="2781300" y="2000250"/>
                  </a:lnTo>
                  <a:lnTo>
                    <a:pt x="2809875" y="1981200"/>
                  </a:lnTo>
                  <a:lnTo>
                    <a:pt x="2819400" y="1962150"/>
                  </a:lnTo>
                  <a:lnTo>
                    <a:pt x="2838450" y="1943100"/>
                  </a:lnTo>
                  <a:lnTo>
                    <a:pt x="2857500" y="1924050"/>
                  </a:lnTo>
                  <a:lnTo>
                    <a:pt x="2876550" y="1905000"/>
                  </a:lnTo>
                  <a:lnTo>
                    <a:pt x="2895600" y="1885950"/>
                  </a:lnTo>
                  <a:lnTo>
                    <a:pt x="2924175" y="1866900"/>
                  </a:lnTo>
                  <a:lnTo>
                    <a:pt x="2933700" y="1847850"/>
                  </a:lnTo>
                  <a:lnTo>
                    <a:pt x="2952750" y="1828800"/>
                  </a:lnTo>
                  <a:lnTo>
                    <a:pt x="2971800" y="1809750"/>
                  </a:lnTo>
                  <a:lnTo>
                    <a:pt x="2990850" y="1790700"/>
                  </a:lnTo>
                  <a:lnTo>
                    <a:pt x="3009900" y="1771650"/>
                  </a:lnTo>
                  <a:lnTo>
                    <a:pt x="3038475" y="1752600"/>
                  </a:lnTo>
                  <a:lnTo>
                    <a:pt x="3048000" y="1733550"/>
                  </a:lnTo>
                  <a:lnTo>
                    <a:pt x="3076575" y="1714500"/>
                  </a:lnTo>
                  <a:lnTo>
                    <a:pt x="3086100" y="1695450"/>
                  </a:lnTo>
                  <a:lnTo>
                    <a:pt x="3114675" y="1676400"/>
                  </a:lnTo>
                  <a:lnTo>
                    <a:pt x="3124200" y="1657350"/>
                  </a:lnTo>
                  <a:lnTo>
                    <a:pt x="3152775" y="1638300"/>
                  </a:lnTo>
                  <a:lnTo>
                    <a:pt x="3162300" y="1619250"/>
                  </a:lnTo>
                  <a:lnTo>
                    <a:pt x="3190875" y="1600200"/>
                  </a:lnTo>
                  <a:lnTo>
                    <a:pt x="3200400" y="1581150"/>
                  </a:lnTo>
                  <a:lnTo>
                    <a:pt x="3219450" y="1562100"/>
                  </a:lnTo>
                  <a:lnTo>
                    <a:pt x="3248025" y="1543050"/>
                  </a:lnTo>
                  <a:lnTo>
                    <a:pt x="3267075" y="1524000"/>
                  </a:lnTo>
                  <a:lnTo>
                    <a:pt x="3276600" y="1504950"/>
                  </a:lnTo>
                  <a:lnTo>
                    <a:pt x="3305175" y="1485900"/>
                  </a:lnTo>
                  <a:lnTo>
                    <a:pt x="3314700" y="1466850"/>
                  </a:lnTo>
                  <a:lnTo>
                    <a:pt x="3343275" y="1447800"/>
                  </a:lnTo>
                  <a:lnTo>
                    <a:pt x="3362325" y="1428750"/>
                  </a:lnTo>
                  <a:lnTo>
                    <a:pt x="3381375" y="1409700"/>
                  </a:lnTo>
                  <a:lnTo>
                    <a:pt x="3390900" y="1390650"/>
                  </a:lnTo>
                  <a:lnTo>
                    <a:pt x="3419475" y="1371600"/>
                  </a:lnTo>
                  <a:lnTo>
                    <a:pt x="3429000" y="1352550"/>
                  </a:lnTo>
                  <a:lnTo>
                    <a:pt x="3457575" y="1333500"/>
                  </a:lnTo>
                  <a:lnTo>
                    <a:pt x="3467100" y="1314450"/>
                  </a:lnTo>
                  <a:lnTo>
                    <a:pt x="3495675" y="1295400"/>
                  </a:lnTo>
                  <a:lnTo>
                    <a:pt x="3505200" y="1276350"/>
                  </a:lnTo>
                  <a:lnTo>
                    <a:pt x="3533775" y="1257300"/>
                  </a:lnTo>
                  <a:lnTo>
                    <a:pt x="3543300" y="1238250"/>
                  </a:lnTo>
                  <a:lnTo>
                    <a:pt x="3571875" y="1219200"/>
                  </a:lnTo>
                  <a:lnTo>
                    <a:pt x="3581400" y="1200150"/>
                  </a:lnTo>
                  <a:lnTo>
                    <a:pt x="3609975" y="1181100"/>
                  </a:lnTo>
                  <a:lnTo>
                    <a:pt x="3619500" y="1162050"/>
                  </a:lnTo>
                  <a:lnTo>
                    <a:pt x="3638550" y="1143000"/>
                  </a:lnTo>
                  <a:lnTo>
                    <a:pt x="3657600" y="1123950"/>
                  </a:lnTo>
                  <a:lnTo>
                    <a:pt x="3686175" y="1104900"/>
                  </a:lnTo>
                  <a:lnTo>
                    <a:pt x="3695700" y="1085850"/>
                  </a:lnTo>
                  <a:lnTo>
                    <a:pt x="3724275" y="1066800"/>
                  </a:lnTo>
                  <a:lnTo>
                    <a:pt x="3733800" y="1047750"/>
                  </a:lnTo>
                  <a:lnTo>
                    <a:pt x="3762375" y="1028700"/>
                  </a:lnTo>
                  <a:lnTo>
                    <a:pt x="3771900" y="1009650"/>
                  </a:lnTo>
                  <a:lnTo>
                    <a:pt x="3790950" y="990600"/>
                  </a:lnTo>
                  <a:lnTo>
                    <a:pt x="3819525" y="971550"/>
                  </a:lnTo>
                  <a:lnTo>
                    <a:pt x="3838575" y="952500"/>
                  </a:lnTo>
                  <a:lnTo>
                    <a:pt x="3857625" y="933450"/>
                  </a:lnTo>
                  <a:lnTo>
                    <a:pt x="3876675" y="914400"/>
                  </a:lnTo>
                  <a:lnTo>
                    <a:pt x="3895725" y="895350"/>
                  </a:lnTo>
                  <a:lnTo>
                    <a:pt x="3914775" y="876300"/>
                  </a:lnTo>
                  <a:lnTo>
                    <a:pt x="3933825" y="857250"/>
                  </a:lnTo>
                  <a:lnTo>
                    <a:pt x="3952875" y="838200"/>
                  </a:lnTo>
                  <a:lnTo>
                    <a:pt x="3962400" y="819150"/>
                  </a:lnTo>
                  <a:lnTo>
                    <a:pt x="3990975" y="800100"/>
                  </a:lnTo>
                  <a:lnTo>
                    <a:pt x="4010025" y="781050"/>
                  </a:lnTo>
                  <a:lnTo>
                    <a:pt x="4029075" y="762000"/>
                  </a:lnTo>
                  <a:lnTo>
                    <a:pt x="4048125" y="742950"/>
                  </a:lnTo>
                  <a:lnTo>
                    <a:pt x="4067175" y="723900"/>
                  </a:lnTo>
                  <a:lnTo>
                    <a:pt x="4086225" y="704850"/>
                  </a:lnTo>
                  <a:lnTo>
                    <a:pt x="4105275" y="685800"/>
                  </a:lnTo>
                  <a:lnTo>
                    <a:pt x="4114800" y="666750"/>
                  </a:lnTo>
                  <a:lnTo>
                    <a:pt x="4143375" y="647700"/>
                  </a:lnTo>
                  <a:lnTo>
                    <a:pt x="4162425" y="628650"/>
                  </a:lnTo>
                  <a:lnTo>
                    <a:pt x="4181475" y="609600"/>
                  </a:lnTo>
                  <a:lnTo>
                    <a:pt x="4200525" y="590550"/>
                  </a:lnTo>
                  <a:lnTo>
                    <a:pt x="4219575" y="571500"/>
                  </a:lnTo>
                  <a:lnTo>
                    <a:pt x="4238625" y="552450"/>
                  </a:lnTo>
                  <a:lnTo>
                    <a:pt x="4257675" y="533400"/>
                  </a:lnTo>
                  <a:lnTo>
                    <a:pt x="4267200" y="514350"/>
                  </a:lnTo>
                  <a:lnTo>
                    <a:pt x="4295775" y="495300"/>
                  </a:lnTo>
                  <a:lnTo>
                    <a:pt x="4314825" y="476250"/>
                  </a:lnTo>
                  <a:lnTo>
                    <a:pt x="4333875" y="457200"/>
                  </a:lnTo>
                  <a:lnTo>
                    <a:pt x="4352925" y="438150"/>
                  </a:lnTo>
                  <a:lnTo>
                    <a:pt x="4381500" y="419100"/>
                  </a:lnTo>
                  <a:lnTo>
                    <a:pt x="4391025" y="400050"/>
                  </a:lnTo>
                  <a:lnTo>
                    <a:pt x="4410075" y="381000"/>
                  </a:lnTo>
                  <a:lnTo>
                    <a:pt x="4429125" y="361950"/>
                  </a:lnTo>
                  <a:lnTo>
                    <a:pt x="4448175" y="342900"/>
                  </a:lnTo>
                  <a:lnTo>
                    <a:pt x="4467225" y="323850"/>
                  </a:lnTo>
                  <a:lnTo>
                    <a:pt x="4486275" y="304800"/>
                  </a:lnTo>
                  <a:lnTo>
                    <a:pt x="4505325" y="285750"/>
                  </a:lnTo>
                  <a:lnTo>
                    <a:pt x="4533900" y="266700"/>
                  </a:lnTo>
                  <a:lnTo>
                    <a:pt x="4543425" y="247650"/>
                  </a:lnTo>
                  <a:lnTo>
                    <a:pt x="4562475" y="228600"/>
                  </a:lnTo>
                  <a:lnTo>
                    <a:pt x="4581525" y="209550"/>
                  </a:lnTo>
                  <a:lnTo>
                    <a:pt x="4610100" y="190500"/>
                  </a:lnTo>
                  <a:lnTo>
                    <a:pt x="4619625" y="171450"/>
                  </a:lnTo>
                  <a:lnTo>
                    <a:pt x="4638675" y="152400"/>
                  </a:lnTo>
                  <a:lnTo>
                    <a:pt x="4657725" y="133350"/>
                  </a:lnTo>
                  <a:lnTo>
                    <a:pt x="4676775" y="114300"/>
                  </a:lnTo>
                  <a:lnTo>
                    <a:pt x="4695825" y="95250"/>
                  </a:lnTo>
                  <a:lnTo>
                    <a:pt x="0" y="76200"/>
                  </a:lnTo>
                  <a:lnTo>
                    <a:pt x="0" y="57150"/>
                  </a:lnTo>
                  <a:lnTo>
                    <a:pt x="0" y="3810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deco-bottom"/>
          <p:cNvGrpSpPr/>
          <p:nvPr/>
        </p:nvGrpSpPr>
        <p:grpSpPr>
          <a:xfrm>
            <a:off x="942975" y="12296775"/>
            <a:ext cx="27565350" cy="4829175"/>
            <a:chOff x="942975" y="12296775"/>
            <a:chExt cx="27565350" cy="4829175"/>
          </a:xfrm>
        </p:grpSpPr>
        <p:sp>
          <p:nvSpPr>
            <p:cNvPr id="7" name="deco-mountain-center"/>
            <p:cNvSpPr/>
            <p:nvPr/>
          </p:nvSpPr>
          <p:spPr>
            <a:xfrm>
              <a:off x="11696700" y="13906500"/>
              <a:ext cx="7067550" cy="3219450"/>
            </a:xfrm>
            <a:custGeom>
              <a:avLst/>
              <a:gdLst/>
              <a:ahLst/>
              <a:cxnLst/>
              <a:rect l="l" t="t" r="r" b="b"/>
              <a:pathLst>
                <a:path w="7067550" h="3219450">
                  <a:moveTo>
                    <a:pt x="3638550" y="0"/>
                  </a:moveTo>
                  <a:lnTo>
                    <a:pt x="3724275" y="19050"/>
                  </a:lnTo>
                  <a:lnTo>
                    <a:pt x="3790950" y="38100"/>
                  </a:lnTo>
                  <a:lnTo>
                    <a:pt x="3838575" y="57150"/>
                  </a:lnTo>
                  <a:lnTo>
                    <a:pt x="3886200" y="76200"/>
                  </a:lnTo>
                  <a:lnTo>
                    <a:pt x="3914775" y="95250"/>
                  </a:lnTo>
                  <a:lnTo>
                    <a:pt x="3943350" y="114300"/>
                  </a:lnTo>
                  <a:lnTo>
                    <a:pt x="3971925" y="133350"/>
                  </a:lnTo>
                  <a:lnTo>
                    <a:pt x="3990975" y="152400"/>
                  </a:lnTo>
                  <a:lnTo>
                    <a:pt x="4029075" y="171450"/>
                  </a:lnTo>
                  <a:lnTo>
                    <a:pt x="4038600" y="190500"/>
                  </a:lnTo>
                  <a:lnTo>
                    <a:pt x="4067175" y="209550"/>
                  </a:lnTo>
                  <a:lnTo>
                    <a:pt x="4086225" y="228600"/>
                  </a:lnTo>
                  <a:lnTo>
                    <a:pt x="4095750" y="247650"/>
                  </a:lnTo>
                  <a:lnTo>
                    <a:pt x="4124325" y="266700"/>
                  </a:lnTo>
                  <a:lnTo>
                    <a:pt x="4143375" y="285750"/>
                  </a:lnTo>
                  <a:lnTo>
                    <a:pt x="4162425" y="304800"/>
                  </a:lnTo>
                  <a:lnTo>
                    <a:pt x="4181475" y="323850"/>
                  </a:lnTo>
                  <a:lnTo>
                    <a:pt x="4191000" y="342900"/>
                  </a:lnTo>
                  <a:lnTo>
                    <a:pt x="4219575" y="361950"/>
                  </a:lnTo>
                  <a:lnTo>
                    <a:pt x="4238625" y="381000"/>
                  </a:lnTo>
                  <a:lnTo>
                    <a:pt x="4257675" y="400050"/>
                  </a:lnTo>
                  <a:lnTo>
                    <a:pt x="4267200" y="419100"/>
                  </a:lnTo>
                  <a:lnTo>
                    <a:pt x="4295775" y="438150"/>
                  </a:lnTo>
                  <a:lnTo>
                    <a:pt x="4314825" y="457200"/>
                  </a:lnTo>
                  <a:lnTo>
                    <a:pt x="4324350" y="476250"/>
                  </a:lnTo>
                  <a:lnTo>
                    <a:pt x="4343400" y="495300"/>
                  </a:lnTo>
                  <a:lnTo>
                    <a:pt x="4371975" y="514350"/>
                  </a:lnTo>
                  <a:lnTo>
                    <a:pt x="4391025" y="533400"/>
                  </a:lnTo>
                  <a:lnTo>
                    <a:pt x="4410075" y="552450"/>
                  </a:lnTo>
                  <a:lnTo>
                    <a:pt x="4419600" y="571500"/>
                  </a:lnTo>
                  <a:lnTo>
                    <a:pt x="4448175" y="590550"/>
                  </a:lnTo>
                  <a:lnTo>
                    <a:pt x="4467225" y="609600"/>
                  </a:lnTo>
                  <a:lnTo>
                    <a:pt x="4486275" y="628650"/>
                  </a:lnTo>
                  <a:lnTo>
                    <a:pt x="4505325" y="647700"/>
                  </a:lnTo>
                  <a:lnTo>
                    <a:pt x="4524375" y="666750"/>
                  </a:lnTo>
                  <a:lnTo>
                    <a:pt x="4533900" y="685800"/>
                  </a:lnTo>
                  <a:lnTo>
                    <a:pt x="4562475" y="704850"/>
                  </a:lnTo>
                  <a:lnTo>
                    <a:pt x="4572000" y="723900"/>
                  </a:lnTo>
                  <a:lnTo>
                    <a:pt x="4600575" y="742950"/>
                  </a:lnTo>
                  <a:lnTo>
                    <a:pt x="4619625" y="762000"/>
                  </a:lnTo>
                  <a:lnTo>
                    <a:pt x="4638675" y="781050"/>
                  </a:lnTo>
                  <a:lnTo>
                    <a:pt x="4657725" y="800100"/>
                  </a:lnTo>
                  <a:lnTo>
                    <a:pt x="4676775" y="819150"/>
                  </a:lnTo>
                  <a:lnTo>
                    <a:pt x="4695825" y="838200"/>
                  </a:lnTo>
                  <a:lnTo>
                    <a:pt x="4714875" y="857250"/>
                  </a:lnTo>
                  <a:lnTo>
                    <a:pt x="4724400" y="876300"/>
                  </a:lnTo>
                  <a:lnTo>
                    <a:pt x="4752975" y="895350"/>
                  </a:lnTo>
                  <a:lnTo>
                    <a:pt x="4772025" y="914400"/>
                  </a:lnTo>
                  <a:lnTo>
                    <a:pt x="4791075" y="933450"/>
                  </a:lnTo>
                  <a:lnTo>
                    <a:pt x="4810125" y="952500"/>
                  </a:lnTo>
                  <a:lnTo>
                    <a:pt x="4829175" y="971550"/>
                  </a:lnTo>
                  <a:lnTo>
                    <a:pt x="4848225" y="990600"/>
                  </a:lnTo>
                  <a:lnTo>
                    <a:pt x="4867275" y="1009650"/>
                  </a:lnTo>
                  <a:lnTo>
                    <a:pt x="4886325" y="1028700"/>
                  </a:lnTo>
                  <a:lnTo>
                    <a:pt x="4905375" y="1047750"/>
                  </a:lnTo>
                  <a:lnTo>
                    <a:pt x="4924425" y="1066800"/>
                  </a:lnTo>
                  <a:lnTo>
                    <a:pt x="4943475" y="1085850"/>
                  </a:lnTo>
                  <a:lnTo>
                    <a:pt x="4962525" y="1104900"/>
                  </a:lnTo>
                  <a:lnTo>
                    <a:pt x="4981575" y="1123950"/>
                  </a:lnTo>
                  <a:lnTo>
                    <a:pt x="5000625" y="1143000"/>
                  </a:lnTo>
                  <a:lnTo>
                    <a:pt x="5019675" y="1162050"/>
                  </a:lnTo>
                  <a:lnTo>
                    <a:pt x="5029200" y="1181100"/>
                  </a:lnTo>
                  <a:lnTo>
                    <a:pt x="5048250" y="1200150"/>
                  </a:lnTo>
                  <a:lnTo>
                    <a:pt x="5076825" y="1219200"/>
                  </a:lnTo>
                  <a:lnTo>
                    <a:pt x="5095875" y="1238250"/>
                  </a:lnTo>
                  <a:lnTo>
                    <a:pt x="5114925" y="1257300"/>
                  </a:lnTo>
                  <a:lnTo>
                    <a:pt x="5133975" y="1276350"/>
                  </a:lnTo>
                  <a:lnTo>
                    <a:pt x="5153025" y="1295400"/>
                  </a:lnTo>
                  <a:lnTo>
                    <a:pt x="5172075" y="1314450"/>
                  </a:lnTo>
                  <a:lnTo>
                    <a:pt x="5181600" y="1333500"/>
                  </a:lnTo>
                  <a:lnTo>
                    <a:pt x="5210175" y="1352550"/>
                  </a:lnTo>
                  <a:lnTo>
                    <a:pt x="5229225" y="1371600"/>
                  </a:lnTo>
                  <a:lnTo>
                    <a:pt x="5248275" y="1390650"/>
                  </a:lnTo>
                  <a:lnTo>
                    <a:pt x="5267325" y="1409700"/>
                  </a:lnTo>
                  <a:lnTo>
                    <a:pt x="5286375" y="1428750"/>
                  </a:lnTo>
                  <a:lnTo>
                    <a:pt x="5305425" y="1447800"/>
                  </a:lnTo>
                  <a:lnTo>
                    <a:pt x="5324475" y="1466850"/>
                  </a:lnTo>
                  <a:lnTo>
                    <a:pt x="5334000" y="1485900"/>
                  </a:lnTo>
                  <a:lnTo>
                    <a:pt x="5362575" y="1504950"/>
                  </a:lnTo>
                  <a:lnTo>
                    <a:pt x="5381625" y="1524000"/>
                  </a:lnTo>
                  <a:lnTo>
                    <a:pt x="5400675" y="1543050"/>
                  </a:lnTo>
                  <a:lnTo>
                    <a:pt x="5419725" y="1562100"/>
                  </a:lnTo>
                  <a:lnTo>
                    <a:pt x="5438775" y="1581150"/>
                  </a:lnTo>
                  <a:lnTo>
                    <a:pt x="5457825" y="1600200"/>
                  </a:lnTo>
                  <a:lnTo>
                    <a:pt x="5476875" y="1619250"/>
                  </a:lnTo>
                  <a:lnTo>
                    <a:pt x="5486400" y="1638300"/>
                  </a:lnTo>
                  <a:lnTo>
                    <a:pt x="5514975" y="1657350"/>
                  </a:lnTo>
                  <a:lnTo>
                    <a:pt x="5534025" y="1676400"/>
                  </a:lnTo>
                  <a:lnTo>
                    <a:pt x="5553075" y="1695450"/>
                  </a:lnTo>
                  <a:lnTo>
                    <a:pt x="5572125" y="1714500"/>
                  </a:lnTo>
                  <a:lnTo>
                    <a:pt x="5591175" y="1733550"/>
                  </a:lnTo>
                  <a:lnTo>
                    <a:pt x="5610225" y="1752600"/>
                  </a:lnTo>
                  <a:lnTo>
                    <a:pt x="5629275" y="1771650"/>
                  </a:lnTo>
                  <a:lnTo>
                    <a:pt x="5638800" y="1790700"/>
                  </a:lnTo>
                  <a:lnTo>
                    <a:pt x="5667375" y="1809750"/>
                  </a:lnTo>
                  <a:lnTo>
                    <a:pt x="5686425" y="1828800"/>
                  </a:lnTo>
                  <a:lnTo>
                    <a:pt x="5705475" y="1847850"/>
                  </a:lnTo>
                  <a:lnTo>
                    <a:pt x="5724525" y="1866900"/>
                  </a:lnTo>
                  <a:lnTo>
                    <a:pt x="5743575" y="1885950"/>
                  </a:lnTo>
                  <a:lnTo>
                    <a:pt x="5762625" y="1905000"/>
                  </a:lnTo>
                  <a:lnTo>
                    <a:pt x="5781675" y="1924050"/>
                  </a:lnTo>
                  <a:lnTo>
                    <a:pt x="5800725" y="1943100"/>
                  </a:lnTo>
                  <a:lnTo>
                    <a:pt x="5819775" y="1962150"/>
                  </a:lnTo>
                  <a:lnTo>
                    <a:pt x="5838825" y="1981200"/>
                  </a:lnTo>
                  <a:lnTo>
                    <a:pt x="5857875" y="2000250"/>
                  </a:lnTo>
                  <a:lnTo>
                    <a:pt x="5876925" y="2019300"/>
                  </a:lnTo>
                  <a:lnTo>
                    <a:pt x="5895975" y="2038350"/>
                  </a:lnTo>
                  <a:lnTo>
                    <a:pt x="5915025" y="2057400"/>
                  </a:lnTo>
                  <a:lnTo>
                    <a:pt x="5934075" y="2076450"/>
                  </a:lnTo>
                  <a:lnTo>
                    <a:pt x="5953125" y="2095500"/>
                  </a:lnTo>
                  <a:lnTo>
                    <a:pt x="5972175" y="2114550"/>
                  </a:lnTo>
                  <a:lnTo>
                    <a:pt x="5991225" y="2133600"/>
                  </a:lnTo>
                  <a:lnTo>
                    <a:pt x="6010275" y="2152650"/>
                  </a:lnTo>
                  <a:lnTo>
                    <a:pt x="6029325" y="2171700"/>
                  </a:lnTo>
                  <a:lnTo>
                    <a:pt x="6048375" y="2190750"/>
                  </a:lnTo>
                  <a:lnTo>
                    <a:pt x="6067425" y="2209800"/>
                  </a:lnTo>
                  <a:lnTo>
                    <a:pt x="6086475" y="2228850"/>
                  </a:lnTo>
                  <a:lnTo>
                    <a:pt x="6105525" y="2247900"/>
                  </a:lnTo>
                  <a:lnTo>
                    <a:pt x="6124575" y="2266950"/>
                  </a:lnTo>
                  <a:lnTo>
                    <a:pt x="6143625" y="2286000"/>
                  </a:lnTo>
                  <a:lnTo>
                    <a:pt x="6162675" y="2305050"/>
                  </a:lnTo>
                  <a:lnTo>
                    <a:pt x="6181725" y="2324100"/>
                  </a:lnTo>
                  <a:lnTo>
                    <a:pt x="6200775" y="2343150"/>
                  </a:lnTo>
                  <a:lnTo>
                    <a:pt x="6219825" y="2362200"/>
                  </a:lnTo>
                  <a:lnTo>
                    <a:pt x="6238875" y="2381250"/>
                  </a:lnTo>
                  <a:lnTo>
                    <a:pt x="6257925" y="2400300"/>
                  </a:lnTo>
                  <a:lnTo>
                    <a:pt x="6276975" y="2419350"/>
                  </a:lnTo>
                  <a:lnTo>
                    <a:pt x="6296025" y="2438400"/>
                  </a:lnTo>
                  <a:lnTo>
                    <a:pt x="6315075" y="2457450"/>
                  </a:lnTo>
                  <a:lnTo>
                    <a:pt x="6334125" y="2476500"/>
                  </a:lnTo>
                  <a:lnTo>
                    <a:pt x="6353175" y="2495550"/>
                  </a:lnTo>
                  <a:lnTo>
                    <a:pt x="6372225" y="2514600"/>
                  </a:lnTo>
                  <a:lnTo>
                    <a:pt x="6391275" y="2533650"/>
                  </a:lnTo>
                  <a:lnTo>
                    <a:pt x="6410325" y="2552700"/>
                  </a:lnTo>
                  <a:lnTo>
                    <a:pt x="6429375" y="2571750"/>
                  </a:lnTo>
                  <a:lnTo>
                    <a:pt x="6448425" y="2590800"/>
                  </a:lnTo>
                  <a:lnTo>
                    <a:pt x="6467475" y="2609850"/>
                  </a:lnTo>
                  <a:lnTo>
                    <a:pt x="6486525" y="2628900"/>
                  </a:lnTo>
                  <a:lnTo>
                    <a:pt x="6505575" y="2647950"/>
                  </a:lnTo>
                  <a:lnTo>
                    <a:pt x="6515100" y="2667000"/>
                  </a:lnTo>
                  <a:lnTo>
                    <a:pt x="6543675" y="2686050"/>
                  </a:lnTo>
                  <a:lnTo>
                    <a:pt x="6562725" y="2705100"/>
                  </a:lnTo>
                  <a:lnTo>
                    <a:pt x="6581775" y="2724150"/>
                  </a:lnTo>
                  <a:lnTo>
                    <a:pt x="6600825" y="2743200"/>
                  </a:lnTo>
                  <a:lnTo>
                    <a:pt x="6619875" y="2762250"/>
                  </a:lnTo>
                  <a:lnTo>
                    <a:pt x="6638925" y="2781300"/>
                  </a:lnTo>
                  <a:lnTo>
                    <a:pt x="6657975" y="2800350"/>
                  </a:lnTo>
                  <a:lnTo>
                    <a:pt x="6677025" y="2819400"/>
                  </a:lnTo>
                  <a:lnTo>
                    <a:pt x="6696075" y="2838450"/>
                  </a:lnTo>
                  <a:lnTo>
                    <a:pt x="6715125" y="2857500"/>
                  </a:lnTo>
                  <a:lnTo>
                    <a:pt x="6734175" y="2876550"/>
                  </a:lnTo>
                  <a:lnTo>
                    <a:pt x="6753225" y="2895600"/>
                  </a:lnTo>
                  <a:lnTo>
                    <a:pt x="6772275" y="2914650"/>
                  </a:lnTo>
                  <a:lnTo>
                    <a:pt x="6791325" y="2933700"/>
                  </a:lnTo>
                  <a:lnTo>
                    <a:pt x="6810375" y="2952750"/>
                  </a:lnTo>
                  <a:lnTo>
                    <a:pt x="6829425" y="2971800"/>
                  </a:lnTo>
                  <a:lnTo>
                    <a:pt x="6848475" y="2990850"/>
                  </a:lnTo>
                  <a:lnTo>
                    <a:pt x="6867525" y="3009900"/>
                  </a:lnTo>
                  <a:lnTo>
                    <a:pt x="6886575" y="3028950"/>
                  </a:lnTo>
                  <a:lnTo>
                    <a:pt x="6905625" y="3048000"/>
                  </a:lnTo>
                  <a:lnTo>
                    <a:pt x="6924675" y="3067050"/>
                  </a:lnTo>
                  <a:lnTo>
                    <a:pt x="6943725" y="3086100"/>
                  </a:lnTo>
                  <a:lnTo>
                    <a:pt x="6962775" y="3105150"/>
                  </a:lnTo>
                  <a:lnTo>
                    <a:pt x="6981825" y="3124200"/>
                  </a:lnTo>
                  <a:lnTo>
                    <a:pt x="7000875" y="3143250"/>
                  </a:lnTo>
                  <a:lnTo>
                    <a:pt x="7019925" y="3162300"/>
                  </a:lnTo>
                  <a:lnTo>
                    <a:pt x="7038975" y="3181350"/>
                  </a:lnTo>
                  <a:lnTo>
                    <a:pt x="7058025" y="3200400"/>
                  </a:lnTo>
                  <a:lnTo>
                    <a:pt x="7067550" y="3219450"/>
                  </a:lnTo>
                  <a:lnTo>
                    <a:pt x="0" y="3219450"/>
                  </a:lnTo>
                  <a:lnTo>
                    <a:pt x="19050" y="3200400"/>
                  </a:lnTo>
                  <a:lnTo>
                    <a:pt x="38100" y="3181350"/>
                  </a:lnTo>
                  <a:lnTo>
                    <a:pt x="47625" y="3162300"/>
                  </a:lnTo>
                  <a:lnTo>
                    <a:pt x="66675" y="3143250"/>
                  </a:lnTo>
                  <a:lnTo>
                    <a:pt x="95250" y="3124200"/>
                  </a:lnTo>
                  <a:lnTo>
                    <a:pt x="114300" y="3105150"/>
                  </a:lnTo>
                  <a:lnTo>
                    <a:pt x="133350" y="3086100"/>
                  </a:lnTo>
                  <a:lnTo>
                    <a:pt x="152400" y="3067050"/>
                  </a:lnTo>
                  <a:lnTo>
                    <a:pt x="161925" y="3048000"/>
                  </a:lnTo>
                  <a:lnTo>
                    <a:pt x="190500" y="3028950"/>
                  </a:lnTo>
                  <a:lnTo>
                    <a:pt x="209550" y="3009900"/>
                  </a:lnTo>
                  <a:lnTo>
                    <a:pt x="228600" y="2990850"/>
                  </a:lnTo>
                  <a:lnTo>
                    <a:pt x="247650" y="2971800"/>
                  </a:lnTo>
                  <a:lnTo>
                    <a:pt x="266700" y="2952750"/>
                  </a:lnTo>
                  <a:lnTo>
                    <a:pt x="285750" y="2933700"/>
                  </a:lnTo>
                  <a:lnTo>
                    <a:pt x="304800" y="2914650"/>
                  </a:lnTo>
                  <a:lnTo>
                    <a:pt x="323850" y="2895600"/>
                  </a:lnTo>
                  <a:lnTo>
                    <a:pt x="342900" y="2876550"/>
                  </a:lnTo>
                  <a:lnTo>
                    <a:pt x="361950" y="2857500"/>
                  </a:lnTo>
                  <a:lnTo>
                    <a:pt x="381000" y="2838450"/>
                  </a:lnTo>
                  <a:lnTo>
                    <a:pt x="400050" y="2819400"/>
                  </a:lnTo>
                  <a:lnTo>
                    <a:pt x="419100" y="2800350"/>
                  </a:lnTo>
                  <a:lnTo>
                    <a:pt x="438150" y="2781300"/>
                  </a:lnTo>
                  <a:lnTo>
                    <a:pt x="457200" y="2762250"/>
                  </a:lnTo>
                  <a:lnTo>
                    <a:pt x="476250" y="2743200"/>
                  </a:lnTo>
                  <a:lnTo>
                    <a:pt x="495300" y="2724150"/>
                  </a:lnTo>
                  <a:lnTo>
                    <a:pt x="514350" y="2705100"/>
                  </a:lnTo>
                  <a:lnTo>
                    <a:pt x="533400" y="2686050"/>
                  </a:lnTo>
                  <a:lnTo>
                    <a:pt x="552450" y="2667000"/>
                  </a:lnTo>
                  <a:lnTo>
                    <a:pt x="571500" y="2647950"/>
                  </a:lnTo>
                  <a:lnTo>
                    <a:pt x="590550" y="2628900"/>
                  </a:lnTo>
                  <a:lnTo>
                    <a:pt x="609600" y="2609850"/>
                  </a:lnTo>
                  <a:lnTo>
                    <a:pt x="628650" y="2590800"/>
                  </a:lnTo>
                  <a:lnTo>
                    <a:pt x="647700" y="2571750"/>
                  </a:lnTo>
                  <a:lnTo>
                    <a:pt x="676275" y="2552700"/>
                  </a:lnTo>
                  <a:lnTo>
                    <a:pt x="685800" y="2533650"/>
                  </a:lnTo>
                  <a:lnTo>
                    <a:pt x="704850" y="2514600"/>
                  </a:lnTo>
                  <a:lnTo>
                    <a:pt x="723900" y="2495550"/>
                  </a:lnTo>
                  <a:lnTo>
                    <a:pt x="742950" y="2476500"/>
                  </a:lnTo>
                  <a:lnTo>
                    <a:pt x="762000" y="2457450"/>
                  </a:lnTo>
                  <a:lnTo>
                    <a:pt x="781050" y="2438400"/>
                  </a:lnTo>
                  <a:lnTo>
                    <a:pt x="800100" y="2419350"/>
                  </a:lnTo>
                  <a:lnTo>
                    <a:pt x="828675" y="2400300"/>
                  </a:lnTo>
                  <a:lnTo>
                    <a:pt x="838200" y="2381250"/>
                  </a:lnTo>
                  <a:lnTo>
                    <a:pt x="857250" y="2362200"/>
                  </a:lnTo>
                  <a:lnTo>
                    <a:pt x="876300" y="2343150"/>
                  </a:lnTo>
                  <a:lnTo>
                    <a:pt x="895350" y="2324100"/>
                  </a:lnTo>
                  <a:lnTo>
                    <a:pt x="914400" y="2305050"/>
                  </a:lnTo>
                  <a:lnTo>
                    <a:pt x="933450" y="2286000"/>
                  </a:lnTo>
                  <a:lnTo>
                    <a:pt x="962025" y="2266950"/>
                  </a:lnTo>
                  <a:lnTo>
                    <a:pt x="981075" y="2247900"/>
                  </a:lnTo>
                  <a:lnTo>
                    <a:pt x="990600" y="2228850"/>
                  </a:lnTo>
                  <a:lnTo>
                    <a:pt x="1019175" y="2209800"/>
                  </a:lnTo>
                  <a:lnTo>
                    <a:pt x="1038225" y="2190750"/>
                  </a:lnTo>
                  <a:lnTo>
                    <a:pt x="1057275" y="2171700"/>
                  </a:lnTo>
                  <a:lnTo>
                    <a:pt x="1076325" y="2152650"/>
                  </a:lnTo>
                  <a:lnTo>
                    <a:pt x="1095375" y="2133600"/>
                  </a:lnTo>
                  <a:lnTo>
                    <a:pt x="1114425" y="2114550"/>
                  </a:lnTo>
                  <a:lnTo>
                    <a:pt x="1143000" y="2095500"/>
                  </a:lnTo>
                  <a:lnTo>
                    <a:pt x="1152525" y="2076450"/>
                  </a:lnTo>
                  <a:lnTo>
                    <a:pt x="1171575" y="2057400"/>
                  </a:lnTo>
                  <a:lnTo>
                    <a:pt x="1190625" y="2038350"/>
                  </a:lnTo>
                  <a:lnTo>
                    <a:pt x="1209675" y="2019300"/>
                  </a:lnTo>
                  <a:lnTo>
                    <a:pt x="1228725" y="2000250"/>
                  </a:lnTo>
                  <a:lnTo>
                    <a:pt x="1247775" y="1981200"/>
                  </a:lnTo>
                  <a:lnTo>
                    <a:pt x="1276350" y="1962150"/>
                  </a:lnTo>
                  <a:lnTo>
                    <a:pt x="1295400" y="1943100"/>
                  </a:lnTo>
                  <a:lnTo>
                    <a:pt x="1304925" y="1924050"/>
                  </a:lnTo>
                  <a:lnTo>
                    <a:pt x="1323975" y="1905000"/>
                  </a:lnTo>
                  <a:lnTo>
                    <a:pt x="1343025" y="1885950"/>
                  </a:lnTo>
                  <a:lnTo>
                    <a:pt x="1362075" y="1866900"/>
                  </a:lnTo>
                  <a:lnTo>
                    <a:pt x="1381125" y="1847850"/>
                  </a:lnTo>
                  <a:lnTo>
                    <a:pt x="1400175" y="1828800"/>
                  </a:lnTo>
                  <a:lnTo>
                    <a:pt x="1428750" y="1809750"/>
                  </a:lnTo>
                  <a:lnTo>
                    <a:pt x="1447800" y="1790700"/>
                  </a:lnTo>
                  <a:lnTo>
                    <a:pt x="1466850" y="1771650"/>
                  </a:lnTo>
                  <a:lnTo>
                    <a:pt x="1476375" y="1752600"/>
                  </a:lnTo>
                  <a:lnTo>
                    <a:pt x="1495425" y="1733550"/>
                  </a:lnTo>
                  <a:lnTo>
                    <a:pt x="1514475" y="1714500"/>
                  </a:lnTo>
                  <a:lnTo>
                    <a:pt x="1533525" y="1695450"/>
                  </a:lnTo>
                  <a:lnTo>
                    <a:pt x="1552575" y="1676400"/>
                  </a:lnTo>
                  <a:lnTo>
                    <a:pt x="1581150" y="1657350"/>
                  </a:lnTo>
                  <a:lnTo>
                    <a:pt x="1600200" y="1638300"/>
                  </a:lnTo>
                  <a:lnTo>
                    <a:pt x="1619250" y="1619250"/>
                  </a:lnTo>
                  <a:lnTo>
                    <a:pt x="1628775" y="1600200"/>
                  </a:lnTo>
                  <a:lnTo>
                    <a:pt x="1647825" y="1581150"/>
                  </a:lnTo>
                  <a:lnTo>
                    <a:pt x="1676400" y="1562100"/>
                  </a:lnTo>
                  <a:lnTo>
                    <a:pt x="1685925" y="1543050"/>
                  </a:lnTo>
                  <a:lnTo>
                    <a:pt x="1714500" y="1524000"/>
                  </a:lnTo>
                  <a:lnTo>
                    <a:pt x="1733550" y="1504950"/>
                  </a:lnTo>
                  <a:lnTo>
                    <a:pt x="1752600" y="1485900"/>
                  </a:lnTo>
                  <a:lnTo>
                    <a:pt x="1762125" y="1466850"/>
                  </a:lnTo>
                  <a:lnTo>
                    <a:pt x="1790700" y="1447800"/>
                  </a:lnTo>
                  <a:lnTo>
                    <a:pt x="1800225" y="1428750"/>
                  </a:lnTo>
                  <a:lnTo>
                    <a:pt x="1828800" y="1409700"/>
                  </a:lnTo>
                  <a:lnTo>
                    <a:pt x="1847850" y="1390650"/>
                  </a:lnTo>
                  <a:lnTo>
                    <a:pt x="1857375" y="1371600"/>
                  </a:lnTo>
                  <a:lnTo>
                    <a:pt x="1885950" y="1352550"/>
                  </a:lnTo>
                  <a:lnTo>
                    <a:pt x="1905000" y="1333500"/>
                  </a:lnTo>
                  <a:lnTo>
                    <a:pt x="1914525" y="1314450"/>
                  </a:lnTo>
                  <a:lnTo>
                    <a:pt x="1943100" y="1295400"/>
                  </a:lnTo>
                  <a:lnTo>
                    <a:pt x="1962150" y="1276350"/>
                  </a:lnTo>
                  <a:lnTo>
                    <a:pt x="1971675" y="1257300"/>
                  </a:lnTo>
                  <a:lnTo>
                    <a:pt x="2000250" y="1238250"/>
                  </a:lnTo>
                  <a:lnTo>
                    <a:pt x="2009775" y="1219200"/>
                  </a:lnTo>
                  <a:lnTo>
                    <a:pt x="2038350" y="1200150"/>
                  </a:lnTo>
                  <a:lnTo>
                    <a:pt x="2057400" y="1181100"/>
                  </a:lnTo>
                  <a:lnTo>
                    <a:pt x="2076450" y="1162050"/>
                  </a:lnTo>
                  <a:lnTo>
                    <a:pt x="2095500" y="1143000"/>
                  </a:lnTo>
                  <a:lnTo>
                    <a:pt x="2105025" y="1123950"/>
                  </a:lnTo>
                  <a:lnTo>
                    <a:pt x="2133600" y="1104900"/>
                  </a:lnTo>
                  <a:lnTo>
                    <a:pt x="2152650" y="1085850"/>
                  </a:lnTo>
                  <a:lnTo>
                    <a:pt x="2171700" y="1066800"/>
                  </a:lnTo>
                  <a:lnTo>
                    <a:pt x="2190750" y="1047750"/>
                  </a:lnTo>
                  <a:lnTo>
                    <a:pt x="2209800" y="1028700"/>
                  </a:lnTo>
                  <a:lnTo>
                    <a:pt x="2228850" y="1009650"/>
                  </a:lnTo>
                  <a:lnTo>
                    <a:pt x="2247900" y="990600"/>
                  </a:lnTo>
                  <a:lnTo>
                    <a:pt x="2266950" y="971550"/>
                  </a:lnTo>
                  <a:lnTo>
                    <a:pt x="2286000" y="952500"/>
                  </a:lnTo>
                  <a:lnTo>
                    <a:pt x="2305050" y="933450"/>
                  </a:lnTo>
                  <a:lnTo>
                    <a:pt x="2324100" y="914400"/>
                  </a:lnTo>
                  <a:lnTo>
                    <a:pt x="2343150" y="895350"/>
                  </a:lnTo>
                  <a:lnTo>
                    <a:pt x="2362200" y="876300"/>
                  </a:lnTo>
                  <a:lnTo>
                    <a:pt x="2381250" y="857250"/>
                  </a:lnTo>
                  <a:lnTo>
                    <a:pt x="2400300" y="838200"/>
                  </a:lnTo>
                  <a:lnTo>
                    <a:pt x="2419350" y="819150"/>
                  </a:lnTo>
                  <a:lnTo>
                    <a:pt x="2438400" y="800100"/>
                  </a:lnTo>
                  <a:lnTo>
                    <a:pt x="2457450" y="781050"/>
                  </a:lnTo>
                  <a:lnTo>
                    <a:pt x="2476500" y="762000"/>
                  </a:lnTo>
                  <a:lnTo>
                    <a:pt x="2495550" y="742950"/>
                  </a:lnTo>
                  <a:lnTo>
                    <a:pt x="2514600" y="723900"/>
                  </a:lnTo>
                  <a:lnTo>
                    <a:pt x="2533650" y="704850"/>
                  </a:lnTo>
                  <a:lnTo>
                    <a:pt x="2552700" y="685800"/>
                  </a:lnTo>
                  <a:lnTo>
                    <a:pt x="2581275" y="666750"/>
                  </a:lnTo>
                  <a:lnTo>
                    <a:pt x="2590800" y="647700"/>
                  </a:lnTo>
                  <a:lnTo>
                    <a:pt x="2619375" y="628650"/>
                  </a:lnTo>
                  <a:lnTo>
                    <a:pt x="2628900" y="609600"/>
                  </a:lnTo>
                  <a:lnTo>
                    <a:pt x="2657475" y="590550"/>
                  </a:lnTo>
                  <a:lnTo>
                    <a:pt x="2676525" y="571500"/>
                  </a:lnTo>
                  <a:lnTo>
                    <a:pt x="2695575" y="552450"/>
                  </a:lnTo>
                  <a:lnTo>
                    <a:pt x="2705100" y="533400"/>
                  </a:lnTo>
                  <a:lnTo>
                    <a:pt x="2724150" y="514350"/>
                  </a:lnTo>
                  <a:lnTo>
                    <a:pt x="2752725" y="495300"/>
                  </a:lnTo>
                  <a:lnTo>
                    <a:pt x="2762250" y="476250"/>
                  </a:lnTo>
                  <a:lnTo>
                    <a:pt x="2781300" y="457200"/>
                  </a:lnTo>
                  <a:lnTo>
                    <a:pt x="2809875" y="438150"/>
                  </a:lnTo>
                  <a:lnTo>
                    <a:pt x="2828925" y="419100"/>
                  </a:lnTo>
                  <a:lnTo>
                    <a:pt x="2838450" y="400050"/>
                  </a:lnTo>
                  <a:lnTo>
                    <a:pt x="2857500" y="381000"/>
                  </a:lnTo>
                  <a:lnTo>
                    <a:pt x="2876550" y="361950"/>
                  </a:lnTo>
                  <a:lnTo>
                    <a:pt x="2905125" y="342900"/>
                  </a:lnTo>
                  <a:lnTo>
                    <a:pt x="2914650" y="323850"/>
                  </a:lnTo>
                  <a:lnTo>
                    <a:pt x="2933700" y="304800"/>
                  </a:lnTo>
                  <a:lnTo>
                    <a:pt x="2962275" y="285750"/>
                  </a:lnTo>
                  <a:lnTo>
                    <a:pt x="2981325" y="266700"/>
                  </a:lnTo>
                  <a:lnTo>
                    <a:pt x="3000375" y="247650"/>
                  </a:lnTo>
                  <a:lnTo>
                    <a:pt x="3019425" y="228600"/>
                  </a:lnTo>
                  <a:lnTo>
                    <a:pt x="3028950" y="209550"/>
                  </a:lnTo>
                  <a:lnTo>
                    <a:pt x="3057525" y="190500"/>
                  </a:lnTo>
                  <a:lnTo>
                    <a:pt x="3076575" y="171450"/>
                  </a:lnTo>
                  <a:lnTo>
                    <a:pt x="3095625" y="152400"/>
                  </a:lnTo>
                  <a:lnTo>
                    <a:pt x="3133725" y="133350"/>
                  </a:lnTo>
                  <a:lnTo>
                    <a:pt x="3152775" y="114300"/>
                  </a:lnTo>
                  <a:lnTo>
                    <a:pt x="3181350" y="95250"/>
                  </a:lnTo>
                  <a:lnTo>
                    <a:pt x="3219450" y="76200"/>
                  </a:lnTo>
                  <a:lnTo>
                    <a:pt x="3257550" y="57150"/>
                  </a:lnTo>
                  <a:lnTo>
                    <a:pt x="3305175" y="38100"/>
                  </a:lnTo>
                  <a:lnTo>
                    <a:pt x="3362325" y="19050"/>
                  </a:lnTo>
                  <a:lnTo>
                    <a:pt x="3467100" y="0"/>
                  </a:lnTo>
                  <a:lnTo>
                    <a:pt x="3467100" y="0"/>
                  </a:lnTo>
                  <a:lnTo>
                    <a:pt x="3486150" y="0"/>
                  </a:lnTo>
                  <a:lnTo>
                    <a:pt x="3505200" y="0"/>
                  </a:lnTo>
                  <a:lnTo>
                    <a:pt x="3524250" y="0"/>
                  </a:lnTo>
                  <a:lnTo>
                    <a:pt x="3543300" y="0"/>
                  </a:lnTo>
                  <a:lnTo>
                    <a:pt x="3562350" y="0"/>
                  </a:lnTo>
                  <a:lnTo>
                    <a:pt x="3581400" y="0"/>
                  </a:lnTo>
                  <a:lnTo>
                    <a:pt x="3600450" y="0"/>
                  </a:lnTo>
                  <a:lnTo>
                    <a:pt x="3619500" y="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eco-chevron-left"/>
            <p:cNvSpPr/>
            <p:nvPr/>
          </p:nvSpPr>
          <p:spPr>
            <a:xfrm>
              <a:off x="942975" y="14049375"/>
              <a:ext cx="7000875" cy="3067050"/>
            </a:xfrm>
            <a:custGeom>
              <a:avLst/>
              <a:gdLst/>
              <a:ahLst/>
              <a:cxnLst/>
              <a:rect l="l" t="t" r="r" b="b"/>
              <a:pathLst>
                <a:path w="7000875" h="3067050">
                  <a:moveTo>
                    <a:pt x="0" y="3067050"/>
                  </a:moveTo>
                  <a:lnTo>
                    <a:pt x="19050" y="3048000"/>
                  </a:lnTo>
                  <a:lnTo>
                    <a:pt x="28575" y="3028950"/>
                  </a:lnTo>
                  <a:lnTo>
                    <a:pt x="47625" y="3009900"/>
                  </a:lnTo>
                  <a:lnTo>
                    <a:pt x="66675" y="2990850"/>
                  </a:lnTo>
                  <a:lnTo>
                    <a:pt x="85725" y="2971800"/>
                  </a:lnTo>
                  <a:lnTo>
                    <a:pt x="104775" y="2952750"/>
                  </a:lnTo>
                  <a:lnTo>
                    <a:pt x="123825" y="2933700"/>
                  </a:lnTo>
                  <a:lnTo>
                    <a:pt x="142875" y="2914650"/>
                  </a:lnTo>
                  <a:lnTo>
                    <a:pt x="161925" y="2895600"/>
                  </a:lnTo>
                  <a:lnTo>
                    <a:pt x="180975" y="2876550"/>
                  </a:lnTo>
                  <a:lnTo>
                    <a:pt x="200025" y="2857500"/>
                  </a:lnTo>
                  <a:lnTo>
                    <a:pt x="228600" y="2838450"/>
                  </a:lnTo>
                  <a:lnTo>
                    <a:pt x="238125" y="2819400"/>
                  </a:lnTo>
                  <a:lnTo>
                    <a:pt x="257175" y="2800350"/>
                  </a:lnTo>
                  <a:lnTo>
                    <a:pt x="276225" y="2781300"/>
                  </a:lnTo>
                  <a:lnTo>
                    <a:pt x="295275" y="2762250"/>
                  </a:lnTo>
                  <a:lnTo>
                    <a:pt x="314325" y="2743200"/>
                  </a:lnTo>
                  <a:lnTo>
                    <a:pt x="333375" y="2724150"/>
                  </a:lnTo>
                  <a:lnTo>
                    <a:pt x="361950" y="2705100"/>
                  </a:lnTo>
                  <a:lnTo>
                    <a:pt x="381000" y="2686050"/>
                  </a:lnTo>
                  <a:lnTo>
                    <a:pt x="390525" y="2667000"/>
                  </a:lnTo>
                  <a:lnTo>
                    <a:pt x="409575" y="2647950"/>
                  </a:lnTo>
                  <a:lnTo>
                    <a:pt x="438150" y="2628900"/>
                  </a:lnTo>
                  <a:lnTo>
                    <a:pt x="447675" y="2609850"/>
                  </a:lnTo>
                  <a:lnTo>
                    <a:pt x="476250" y="2590800"/>
                  </a:lnTo>
                  <a:lnTo>
                    <a:pt x="485775" y="2571750"/>
                  </a:lnTo>
                  <a:lnTo>
                    <a:pt x="504825" y="2552700"/>
                  </a:lnTo>
                  <a:lnTo>
                    <a:pt x="523875" y="2533650"/>
                  </a:lnTo>
                  <a:lnTo>
                    <a:pt x="542925" y="2514600"/>
                  </a:lnTo>
                  <a:lnTo>
                    <a:pt x="561975" y="2495550"/>
                  </a:lnTo>
                  <a:lnTo>
                    <a:pt x="590550" y="2476500"/>
                  </a:lnTo>
                  <a:lnTo>
                    <a:pt x="609600" y="2457450"/>
                  </a:lnTo>
                  <a:lnTo>
                    <a:pt x="619125" y="2438400"/>
                  </a:lnTo>
                  <a:lnTo>
                    <a:pt x="638175" y="2419350"/>
                  </a:lnTo>
                  <a:lnTo>
                    <a:pt x="666750" y="2400300"/>
                  </a:lnTo>
                  <a:lnTo>
                    <a:pt x="685800" y="2381250"/>
                  </a:lnTo>
                  <a:lnTo>
                    <a:pt x="695325" y="2362200"/>
                  </a:lnTo>
                  <a:lnTo>
                    <a:pt x="714375" y="2343150"/>
                  </a:lnTo>
                  <a:lnTo>
                    <a:pt x="733425" y="2324100"/>
                  </a:lnTo>
                  <a:lnTo>
                    <a:pt x="762000" y="2305050"/>
                  </a:lnTo>
                  <a:lnTo>
                    <a:pt x="781050" y="2286000"/>
                  </a:lnTo>
                  <a:lnTo>
                    <a:pt x="790575" y="2266950"/>
                  </a:lnTo>
                  <a:lnTo>
                    <a:pt x="809625" y="2247900"/>
                  </a:lnTo>
                  <a:lnTo>
                    <a:pt x="838200" y="2228850"/>
                  </a:lnTo>
                  <a:lnTo>
                    <a:pt x="857250" y="2209800"/>
                  </a:lnTo>
                  <a:lnTo>
                    <a:pt x="866775" y="2190750"/>
                  </a:lnTo>
                  <a:lnTo>
                    <a:pt x="895350" y="2171700"/>
                  </a:lnTo>
                  <a:lnTo>
                    <a:pt x="914400" y="2152650"/>
                  </a:lnTo>
                  <a:lnTo>
                    <a:pt x="933450" y="2133600"/>
                  </a:lnTo>
                  <a:lnTo>
                    <a:pt x="942975" y="2114550"/>
                  </a:lnTo>
                  <a:lnTo>
                    <a:pt x="971550" y="2095500"/>
                  </a:lnTo>
                  <a:lnTo>
                    <a:pt x="990600" y="2076450"/>
                  </a:lnTo>
                  <a:lnTo>
                    <a:pt x="1009650" y="2057400"/>
                  </a:lnTo>
                  <a:lnTo>
                    <a:pt x="1028700" y="2038350"/>
                  </a:lnTo>
                  <a:lnTo>
                    <a:pt x="1038225" y="2019300"/>
                  </a:lnTo>
                  <a:lnTo>
                    <a:pt x="1066800" y="2000250"/>
                  </a:lnTo>
                  <a:lnTo>
                    <a:pt x="1076325" y="1981200"/>
                  </a:lnTo>
                  <a:lnTo>
                    <a:pt x="1095375" y="1962150"/>
                  </a:lnTo>
                  <a:lnTo>
                    <a:pt x="1114425" y="1943100"/>
                  </a:lnTo>
                  <a:lnTo>
                    <a:pt x="1143000" y="1924050"/>
                  </a:lnTo>
                  <a:lnTo>
                    <a:pt x="1162050" y="1905000"/>
                  </a:lnTo>
                  <a:lnTo>
                    <a:pt x="1181100" y="1885950"/>
                  </a:lnTo>
                  <a:lnTo>
                    <a:pt x="1190625" y="1866900"/>
                  </a:lnTo>
                  <a:lnTo>
                    <a:pt x="1219200" y="1847850"/>
                  </a:lnTo>
                  <a:lnTo>
                    <a:pt x="1238250" y="1828800"/>
                  </a:lnTo>
                  <a:lnTo>
                    <a:pt x="1247775" y="1809750"/>
                  </a:lnTo>
                  <a:lnTo>
                    <a:pt x="1266825" y="1790700"/>
                  </a:lnTo>
                  <a:lnTo>
                    <a:pt x="1295400" y="1771650"/>
                  </a:lnTo>
                  <a:lnTo>
                    <a:pt x="1304925" y="1752600"/>
                  </a:lnTo>
                  <a:lnTo>
                    <a:pt x="1323975" y="1733550"/>
                  </a:lnTo>
                  <a:lnTo>
                    <a:pt x="1343025" y="1714500"/>
                  </a:lnTo>
                  <a:lnTo>
                    <a:pt x="1371600" y="1695450"/>
                  </a:lnTo>
                  <a:lnTo>
                    <a:pt x="1381125" y="1676400"/>
                  </a:lnTo>
                  <a:lnTo>
                    <a:pt x="1400175" y="1657350"/>
                  </a:lnTo>
                  <a:lnTo>
                    <a:pt x="1419225" y="1638300"/>
                  </a:lnTo>
                  <a:lnTo>
                    <a:pt x="1447800" y="1619250"/>
                  </a:lnTo>
                  <a:lnTo>
                    <a:pt x="1466850" y="1600200"/>
                  </a:lnTo>
                  <a:lnTo>
                    <a:pt x="1476375" y="1581150"/>
                  </a:lnTo>
                  <a:lnTo>
                    <a:pt x="1495425" y="1562100"/>
                  </a:lnTo>
                  <a:lnTo>
                    <a:pt x="1524000" y="1543050"/>
                  </a:lnTo>
                  <a:lnTo>
                    <a:pt x="1543050" y="1524000"/>
                  </a:lnTo>
                  <a:lnTo>
                    <a:pt x="1552575" y="1504950"/>
                  </a:lnTo>
                  <a:lnTo>
                    <a:pt x="1581150" y="1485900"/>
                  </a:lnTo>
                  <a:lnTo>
                    <a:pt x="1600200" y="1466850"/>
                  </a:lnTo>
                  <a:lnTo>
                    <a:pt x="1619250" y="1447800"/>
                  </a:lnTo>
                  <a:lnTo>
                    <a:pt x="1628775" y="1428750"/>
                  </a:lnTo>
                  <a:lnTo>
                    <a:pt x="1647825" y="1409700"/>
                  </a:lnTo>
                  <a:lnTo>
                    <a:pt x="1676400" y="1390650"/>
                  </a:lnTo>
                  <a:lnTo>
                    <a:pt x="1685925" y="1371600"/>
                  </a:lnTo>
                  <a:lnTo>
                    <a:pt x="1704975" y="1352550"/>
                  </a:lnTo>
                  <a:lnTo>
                    <a:pt x="1724025" y="1333500"/>
                  </a:lnTo>
                  <a:lnTo>
                    <a:pt x="1752600" y="1314450"/>
                  </a:lnTo>
                  <a:lnTo>
                    <a:pt x="1771650" y="1295400"/>
                  </a:lnTo>
                  <a:lnTo>
                    <a:pt x="1790700" y="1276350"/>
                  </a:lnTo>
                  <a:lnTo>
                    <a:pt x="1809750" y="1257300"/>
                  </a:lnTo>
                  <a:lnTo>
                    <a:pt x="1828800" y="1238250"/>
                  </a:lnTo>
                  <a:lnTo>
                    <a:pt x="1847850" y="1219200"/>
                  </a:lnTo>
                  <a:lnTo>
                    <a:pt x="1866900" y="1200150"/>
                  </a:lnTo>
                  <a:lnTo>
                    <a:pt x="1885950" y="1181100"/>
                  </a:lnTo>
                  <a:lnTo>
                    <a:pt x="1905000" y="1162050"/>
                  </a:lnTo>
                  <a:lnTo>
                    <a:pt x="1924050" y="1143000"/>
                  </a:lnTo>
                  <a:lnTo>
                    <a:pt x="1933575" y="1123950"/>
                  </a:lnTo>
                  <a:lnTo>
                    <a:pt x="1952625" y="1104900"/>
                  </a:lnTo>
                  <a:lnTo>
                    <a:pt x="1981200" y="1085850"/>
                  </a:lnTo>
                  <a:lnTo>
                    <a:pt x="2000250" y="1066800"/>
                  </a:lnTo>
                  <a:lnTo>
                    <a:pt x="2019300" y="1047750"/>
                  </a:lnTo>
                  <a:lnTo>
                    <a:pt x="2038350" y="1028700"/>
                  </a:lnTo>
                  <a:lnTo>
                    <a:pt x="2057400" y="1009650"/>
                  </a:lnTo>
                  <a:lnTo>
                    <a:pt x="2076450" y="990600"/>
                  </a:lnTo>
                  <a:lnTo>
                    <a:pt x="2095500" y="971550"/>
                  </a:lnTo>
                  <a:lnTo>
                    <a:pt x="2114550" y="952500"/>
                  </a:lnTo>
                  <a:lnTo>
                    <a:pt x="2133600" y="933450"/>
                  </a:lnTo>
                  <a:lnTo>
                    <a:pt x="2152650" y="914400"/>
                  </a:lnTo>
                  <a:lnTo>
                    <a:pt x="2171700" y="895350"/>
                  </a:lnTo>
                  <a:lnTo>
                    <a:pt x="2190750" y="876300"/>
                  </a:lnTo>
                  <a:lnTo>
                    <a:pt x="2209800" y="857250"/>
                  </a:lnTo>
                  <a:lnTo>
                    <a:pt x="2228850" y="838200"/>
                  </a:lnTo>
                  <a:lnTo>
                    <a:pt x="2247900" y="819150"/>
                  </a:lnTo>
                  <a:lnTo>
                    <a:pt x="2266950" y="800100"/>
                  </a:lnTo>
                  <a:lnTo>
                    <a:pt x="2286000" y="781050"/>
                  </a:lnTo>
                  <a:lnTo>
                    <a:pt x="2305050" y="762000"/>
                  </a:lnTo>
                  <a:lnTo>
                    <a:pt x="2324100" y="742950"/>
                  </a:lnTo>
                  <a:lnTo>
                    <a:pt x="2343150" y="723900"/>
                  </a:lnTo>
                  <a:lnTo>
                    <a:pt x="2362200" y="704850"/>
                  </a:lnTo>
                  <a:lnTo>
                    <a:pt x="2381250" y="685800"/>
                  </a:lnTo>
                  <a:lnTo>
                    <a:pt x="2400300" y="666750"/>
                  </a:lnTo>
                  <a:lnTo>
                    <a:pt x="2419350" y="647700"/>
                  </a:lnTo>
                  <a:lnTo>
                    <a:pt x="2438400" y="628650"/>
                  </a:lnTo>
                  <a:lnTo>
                    <a:pt x="2457450" y="609600"/>
                  </a:lnTo>
                  <a:lnTo>
                    <a:pt x="2476500" y="590550"/>
                  </a:lnTo>
                  <a:lnTo>
                    <a:pt x="2495550" y="571500"/>
                  </a:lnTo>
                  <a:lnTo>
                    <a:pt x="2514600" y="552450"/>
                  </a:lnTo>
                  <a:lnTo>
                    <a:pt x="2533650" y="533400"/>
                  </a:lnTo>
                  <a:lnTo>
                    <a:pt x="2552700" y="514350"/>
                  </a:lnTo>
                  <a:lnTo>
                    <a:pt x="2571750" y="495300"/>
                  </a:lnTo>
                  <a:lnTo>
                    <a:pt x="2590800" y="476250"/>
                  </a:lnTo>
                  <a:lnTo>
                    <a:pt x="2609850" y="457200"/>
                  </a:lnTo>
                  <a:lnTo>
                    <a:pt x="2628900" y="438150"/>
                  </a:lnTo>
                  <a:lnTo>
                    <a:pt x="2647950" y="419100"/>
                  </a:lnTo>
                  <a:lnTo>
                    <a:pt x="2667000" y="400050"/>
                  </a:lnTo>
                  <a:lnTo>
                    <a:pt x="2686050" y="381000"/>
                  </a:lnTo>
                  <a:lnTo>
                    <a:pt x="2705100" y="361950"/>
                  </a:lnTo>
                  <a:lnTo>
                    <a:pt x="2724150" y="342900"/>
                  </a:lnTo>
                  <a:lnTo>
                    <a:pt x="2743200" y="323850"/>
                  </a:lnTo>
                  <a:lnTo>
                    <a:pt x="2762250" y="304800"/>
                  </a:lnTo>
                  <a:lnTo>
                    <a:pt x="2781300" y="285750"/>
                  </a:lnTo>
                  <a:lnTo>
                    <a:pt x="2781300" y="285750"/>
                  </a:lnTo>
                  <a:lnTo>
                    <a:pt x="2800350" y="266700"/>
                  </a:lnTo>
                  <a:lnTo>
                    <a:pt x="2819400" y="247650"/>
                  </a:lnTo>
                  <a:lnTo>
                    <a:pt x="2838450" y="228600"/>
                  </a:lnTo>
                  <a:lnTo>
                    <a:pt x="2857500" y="209550"/>
                  </a:lnTo>
                  <a:lnTo>
                    <a:pt x="2876550" y="190500"/>
                  </a:lnTo>
                  <a:lnTo>
                    <a:pt x="2895600" y="171450"/>
                  </a:lnTo>
                  <a:lnTo>
                    <a:pt x="2914650" y="152400"/>
                  </a:lnTo>
                  <a:lnTo>
                    <a:pt x="2933700" y="123825"/>
                  </a:lnTo>
                  <a:lnTo>
                    <a:pt x="2952750" y="114300"/>
                  </a:lnTo>
                  <a:lnTo>
                    <a:pt x="2971800" y="95250"/>
                  </a:lnTo>
                  <a:lnTo>
                    <a:pt x="2990850" y="76200"/>
                  </a:lnTo>
                  <a:lnTo>
                    <a:pt x="3009900" y="57150"/>
                  </a:lnTo>
                  <a:lnTo>
                    <a:pt x="3028950" y="38100"/>
                  </a:lnTo>
                  <a:lnTo>
                    <a:pt x="3048000" y="28575"/>
                  </a:lnTo>
                  <a:lnTo>
                    <a:pt x="3067050" y="9525"/>
                  </a:lnTo>
                  <a:lnTo>
                    <a:pt x="3086100" y="0"/>
                  </a:lnTo>
                  <a:lnTo>
                    <a:pt x="3105150" y="0"/>
                  </a:lnTo>
                  <a:lnTo>
                    <a:pt x="3124200" y="0"/>
                  </a:lnTo>
                  <a:lnTo>
                    <a:pt x="3143250" y="0"/>
                  </a:lnTo>
                  <a:lnTo>
                    <a:pt x="3162300" y="0"/>
                  </a:lnTo>
                  <a:lnTo>
                    <a:pt x="3181350" y="0"/>
                  </a:lnTo>
                  <a:lnTo>
                    <a:pt x="3200400" y="0"/>
                  </a:lnTo>
                  <a:lnTo>
                    <a:pt x="3219450" y="0"/>
                  </a:lnTo>
                  <a:lnTo>
                    <a:pt x="3238500" y="0"/>
                  </a:lnTo>
                  <a:lnTo>
                    <a:pt x="3257550" y="0"/>
                  </a:lnTo>
                  <a:lnTo>
                    <a:pt x="3276600" y="0"/>
                  </a:lnTo>
                  <a:lnTo>
                    <a:pt x="3295650" y="0"/>
                  </a:lnTo>
                  <a:lnTo>
                    <a:pt x="3314700" y="0"/>
                  </a:lnTo>
                  <a:lnTo>
                    <a:pt x="3333750" y="0"/>
                  </a:lnTo>
                  <a:lnTo>
                    <a:pt x="3352800" y="0"/>
                  </a:lnTo>
                  <a:lnTo>
                    <a:pt x="3371850" y="0"/>
                  </a:lnTo>
                  <a:lnTo>
                    <a:pt x="3390900" y="0"/>
                  </a:lnTo>
                  <a:lnTo>
                    <a:pt x="3409950" y="0"/>
                  </a:lnTo>
                  <a:lnTo>
                    <a:pt x="3429000" y="0"/>
                  </a:lnTo>
                  <a:lnTo>
                    <a:pt x="3448050" y="0"/>
                  </a:lnTo>
                  <a:lnTo>
                    <a:pt x="3467100" y="0"/>
                  </a:lnTo>
                  <a:lnTo>
                    <a:pt x="3486150" y="0"/>
                  </a:lnTo>
                  <a:lnTo>
                    <a:pt x="3505200" y="0"/>
                  </a:lnTo>
                  <a:lnTo>
                    <a:pt x="3524250" y="0"/>
                  </a:lnTo>
                  <a:lnTo>
                    <a:pt x="3543300" y="0"/>
                  </a:lnTo>
                  <a:lnTo>
                    <a:pt x="3562350" y="0"/>
                  </a:lnTo>
                  <a:lnTo>
                    <a:pt x="3581400" y="0"/>
                  </a:lnTo>
                  <a:lnTo>
                    <a:pt x="3600450" y="0"/>
                  </a:lnTo>
                  <a:lnTo>
                    <a:pt x="3619500" y="0"/>
                  </a:lnTo>
                  <a:lnTo>
                    <a:pt x="3638550" y="0"/>
                  </a:lnTo>
                  <a:lnTo>
                    <a:pt x="3657600" y="0"/>
                  </a:lnTo>
                  <a:lnTo>
                    <a:pt x="3676650" y="0"/>
                  </a:lnTo>
                  <a:lnTo>
                    <a:pt x="3695700" y="0"/>
                  </a:lnTo>
                  <a:lnTo>
                    <a:pt x="3714750" y="0"/>
                  </a:lnTo>
                  <a:lnTo>
                    <a:pt x="3733800" y="0"/>
                  </a:lnTo>
                  <a:lnTo>
                    <a:pt x="3752850" y="0"/>
                  </a:lnTo>
                  <a:lnTo>
                    <a:pt x="3771900" y="0"/>
                  </a:lnTo>
                  <a:lnTo>
                    <a:pt x="3790950" y="0"/>
                  </a:lnTo>
                  <a:lnTo>
                    <a:pt x="3810000" y="0"/>
                  </a:lnTo>
                  <a:lnTo>
                    <a:pt x="3829050" y="0"/>
                  </a:lnTo>
                  <a:lnTo>
                    <a:pt x="3848100" y="0"/>
                  </a:lnTo>
                  <a:lnTo>
                    <a:pt x="3867150" y="0"/>
                  </a:lnTo>
                  <a:lnTo>
                    <a:pt x="3886200" y="0"/>
                  </a:lnTo>
                  <a:lnTo>
                    <a:pt x="3905250" y="9525"/>
                  </a:lnTo>
                  <a:lnTo>
                    <a:pt x="3924300" y="28575"/>
                  </a:lnTo>
                  <a:lnTo>
                    <a:pt x="3943350" y="38100"/>
                  </a:lnTo>
                  <a:lnTo>
                    <a:pt x="3962400" y="57150"/>
                  </a:lnTo>
                  <a:lnTo>
                    <a:pt x="3981450" y="66675"/>
                  </a:lnTo>
                  <a:lnTo>
                    <a:pt x="4000500" y="85725"/>
                  </a:lnTo>
                  <a:lnTo>
                    <a:pt x="4019550" y="104775"/>
                  </a:lnTo>
                  <a:lnTo>
                    <a:pt x="4038600" y="123825"/>
                  </a:lnTo>
                  <a:lnTo>
                    <a:pt x="4057650" y="142875"/>
                  </a:lnTo>
                  <a:lnTo>
                    <a:pt x="4076700" y="161925"/>
                  </a:lnTo>
                  <a:lnTo>
                    <a:pt x="4095750" y="180975"/>
                  </a:lnTo>
                  <a:lnTo>
                    <a:pt x="4114800" y="200025"/>
                  </a:lnTo>
                  <a:lnTo>
                    <a:pt x="4133850" y="219075"/>
                  </a:lnTo>
                  <a:lnTo>
                    <a:pt x="4152900" y="238125"/>
                  </a:lnTo>
                  <a:lnTo>
                    <a:pt x="4171950" y="257175"/>
                  </a:lnTo>
                  <a:lnTo>
                    <a:pt x="4191000" y="276225"/>
                  </a:lnTo>
                  <a:lnTo>
                    <a:pt x="4200525" y="285750"/>
                  </a:lnTo>
                  <a:lnTo>
                    <a:pt x="4219575" y="304800"/>
                  </a:lnTo>
                  <a:lnTo>
                    <a:pt x="4238625" y="323850"/>
                  </a:lnTo>
                  <a:lnTo>
                    <a:pt x="4257675" y="342900"/>
                  </a:lnTo>
                  <a:lnTo>
                    <a:pt x="4276725" y="361950"/>
                  </a:lnTo>
                  <a:lnTo>
                    <a:pt x="4295775" y="381000"/>
                  </a:lnTo>
                  <a:lnTo>
                    <a:pt x="4314825" y="400050"/>
                  </a:lnTo>
                  <a:lnTo>
                    <a:pt x="4333875" y="419100"/>
                  </a:lnTo>
                  <a:lnTo>
                    <a:pt x="4352925" y="438150"/>
                  </a:lnTo>
                  <a:lnTo>
                    <a:pt x="4371975" y="457200"/>
                  </a:lnTo>
                  <a:lnTo>
                    <a:pt x="4391025" y="476250"/>
                  </a:lnTo>
                  <a:lnTo>
                    <a:pt x="4410075" y="495300"/>
                  </a:lnTo>
                  <a:lnTo>
                    <a:pt x="4429125" y="514350"/>
                  </a:lnTo>
                  <a:lnTo>
                    <a:pt x="4457700" y="533400"/>
                  </a:lnTo>
                  <a:lnTo>
                    <a:pt x="4467225" y="552450"/>
                  </a:lnTo>
                  <a:lnTo>
                    <a:pt x="4486275" y="571500"/>
                  </a:lnTo>
                  <a:lnTo>
                    <a:pt x="4505325" y="590550"/>
                  </a:lnTo>
                  <a:lnTo>
                    <a:pt x="4524375" y="609600"/>
                  </a:lnTo>
                  <a:lnTo>
                    <a:pt x="4543425" y="628650"/>
                  </a:lnTo>
                  <a:lnTo>
                    <a:pt x="4572000" y="647700"/>
                  </a:lnTo>
                  <a:lnTo>
                    <a:pt x="4581525" y="666750"/>
                  </a:lnTo>
                  <a:lnTo>
                    <a:pt x="4600575" y="685800"/>
                  </a:lnTo>
                  <a:lnTo>
                    <a:pt x="4619625" y="704850"/>
                  </a:lnTo>
                  <a:lnTo>
                    <a:pt x="4638675" y="723900"/>
                  </a:lnTo>
                  <a:lnTo>
                    <a:pt x="4657725" y="742950"/>
                  </a:lnTo>
                  <a:lnTo>
                    <a:pt x="4676775" y="762000"/>
                  </a:lnTo>
                  <a:lnTo>
                    <a:pt x="4695825" y="781050"/>
                  </a:lnTo>
                  <a:lnTo>
                    <a:pt x="4714875" y="800100"/>
                  </a:lnTo>
                  <a:lnTo>
                    <a:pt x="4733925" y="819150"/>
                  </a:lnTo>
                  <a:lnTo>
                    <a:pt x="4752975" y="838200"/>
                  </a:lnTo>
                  <a:lnTo>
                    <a:pt x="4772025" y="857250"/>
                  </a:lnTo>
                  <a:lnTo>
                    <a:pt x="4791075" y="876300"/>
                  </a:lnTo>
                  <a:lnTo>
                    <a:pt x="4810125" y="895350"/>
                  </a:lnTo>
                  <a:lnTo>
                    <a:pt x="4829175" y="914400"/>
                  </a:lnTo>
                  <a:lnTo>
                    <a:pt x="4848225" y="933450"/>
                  </a:lnTo>
                  <a:lnTo>
                    <a:pt x="4867275" y="952500"/>
                  </a:lnTo>
                  <a:lnTo>
                    <a:pt x="4886325" y="971550"/>
                  </a:lnTo>
                  <a:lnTo>
                    <a:pt x="4914900" y="990600"/>
                  </a:lnTo>
                  <a:lnTo>
                    <a:pt x="4933950" y="1009650"/>
                  </a:lnTo>
                  <a:lnTo>
                    <a:pt x="4943475" y="1028700"/>
                  </a:lnTo>
                  <a:lnTo>
                    <a:pt x="4962525" y="1047750"/>
                  </a:lnTo>
                  <a:lnTo>
                    <a:pt x="4981575" y="1066800"/>
                  </a:lnTo>
                  <a:lnTo>
                    <a:pt x="5000625" y="1085850"/>
                  </a:lnTo>
                  <a:lnTo>
                    <a:pt x="5029200" y="1104900"/>
                  </a:lnTo>
                  <a:lnTo>
                    <a:pt x="5048250" y="1123950"/>
                  </a:lnTo>
                  <a:lnTo>
                    <a:pt x="5067300" y="1143000"/>
                  </a:lnTo>
                  <a:lnTo>
                    <a:pt x="5076825" y="1162050"/>
                  </a:lnTo>
                  <a:lnTo>
                    <a:pt x="5095875" y="1181100"/>
                  </a:lnTo>
                  <a:lnTo>
                    <a:pt x="5114925" y="1200150"/>
                  </a:lnTo>
                  <a:lnTo>
                    <a:pt x="5133975" y="1219200"/>
                  </a:lnTo>
                  <a:lnTo>
                    <a:pt x="5162550" y="1238250"/>
                  </a:lnTo>
                  <a:lnTo>
                    <a:pt x="5181600" y="1257300"/>
                  </a:lnTo>
                  <a:lnTo>
                    <a:pt x="5200650" y="1276350"/>
                  </a:lnTo>
                  <a:lnTo>
                    <a:pt x="5219700" y="1295400"/>
                  </a:lnTo>
                  <a:lnTo>
                    <a:pt x="5238750" y="1314450"/>
                  </a:lnTo>
                  <a:lnTo>
                    <a:pt x="5257800" y="1333500"/>
                  </a:lnTo>
                  <a:lnTo>
                    <a:pt x="5276850" y="1352550"/>
                  </a:lnTo>
                  <a:lnTo>
                    <a:pt x="5286375" y="1371600"/>
                  </a:lnTo>
                  <a:lnTo>
                    <a:pt x="5314950" y="1390650"/>
                  </a:lnTo>
                  <a:lnTo>
                    <a:pt x="5334000" y="1409700"/>
                  </a:lnTo>
                  <a:lnTo>
                    <a:pt x="5353050" y="1428750"/>
                  </a:lnTo>
                  <a:lnTo>
                    <a:pt x="5372100" y="1447800"/>
                  </a:lnTo>
                  <a:lnTo>
                    <a:pt x="5391150" y="1466850"/>
                  </a:lnTo>
                  <a:lnTo>
                    <a:pt x="5400675" y="1485900"/>
                  </a:lnTo>
                  <a:lnTo>
                    <a:pt x="5419725" y="1504950"/>
                  </a:lnTo>
                  <a:lnTo>
                    <a:pt x="5448300" y="1524000"/>
                  </a:lnTo>
                  <a:lnTo>
                    <a:pt x="5467350" y="1543050"/>
                  </a:lnTo>
                  <a:lnTo>
                    <a:pt x="5486400" y="1562100"/>
                  </a:lnTo>
                  <a:lnTo>
                    <a:pt x="5505450" y="1581150"/>
                  </a:lnTo>
                  <a:lnTo>
                    <a:pt x="5524500" y="1600200"/>
                  </a:lnTo>
                  <a:lnTo>
                    <a:pt x="5543550" y="1619250"/>
                  </a:lnTo>
                  <a:lnTo>
                    <a:pt x="5562600" y="1638300"/>
                  </a:lnTo>
                  <a:lnTo>
                    <a:pt x="5581650" y="1657350"/>
                  </a:lnTo>
                  <a:lnTo>
                    <a:pt x="5600700" y="1676400"/>
                  </a:lnTo>
                  <a:lnTo>
                    <a:pt x="5619750" y="1695450"/>
                  </a:lnTo>
                  <a:lnTo>
                    <a:pt x="5638800" y="1714500"/>
                  </a:lnTo>
                  <a:lnTo>
                    <a:pt x="5657850" y="1733550"/>
                  </a:lnTo>
                  <a:lnTo>
                    <a:pt x="5676900" y="1752600"/>
                  </a:lnTo>
                  <a:lnTo>
                    <a:pt x="5695950" y="1771650"/>
                  </a:lnTo>
                  <a:lnTo>
                    <a:pt x="5715000" y="1790700"/>
                  </a:lnTo>
                  <a:lnTo>
                    <a:pt x="5734050" y="1809750"/>
                  </a:lnTo>
                  <a:lnTo>
                    <a:pt x="5753100" y="1828800"/>
                  </a:lnTo>
                  <a:lnTo>
                    <a:pt x="5772150" y="1847850"/>
                  </a:lnTo>
                  <a:lnTo>
                    <a:pt x="5791200" y="1866900"/>
                  </a:lnTo>
                  <a:lnTo>
                    <a:pt x="5810250" y="1885950"/>
                  </a:lnTo>
                  <a:lnTo>
                    <a:pt x="5829300" y="1905000"/>
                  </a:lnTo>
                  <a:lnTo>
                    <a:pt x="5857875" y="1924050"/>
                  </a:lnTo>
                  <a:lnTo>
                    <a:pt x="5867400" y="1943100"/>
                  </a:lnTo>
                  <a:lnTo>
                    <a:pt x="5886450" y="1962150"/>
                  </a:lnTo>
                  <a:lnTo>
                    <a:pt x="5905500" y="1981200"/>
                  </a:lnTo>
                  <a:lnTo>
                    <a:pt x="5934075" y="2000250"/>
                  </a:lnTo>
                  <a:lnTo>
                    <a:pt x="5943600" y="2019300"/>
                  </a:lnTo>
                  <a:lnTo>
                    <a:pt x="5972175" y="2038350"/>
                  </a:lnTo>
                  <a:lnTo>
                    <a:pt x="5991225" y="2057400"/>
                  </a:lnTo>
                  <a:lnTo>
                    <a:pt x="6010275" y="2076450"/>
                  </a:lnTo>
                  <a:lnTo>
                    <a:pt x="6029325" y="2095500"/>
                  </a:lnTo>
                  <a:lnTo>
                    <a:pt x="6048375" y="2114550"/>
                  </a:lnTo>
                  <a:lnTo>
                    <a:pt x="6067425" y="2133600"/>
                  </a:lnTo>
                  <a:lnTo>
                    <a:pt x="6086475" y="2152650"/>
                  </a:lnTo>
                  <a:lnTo>
                    <a:pt x="6105525" y="2171700"/>
                  </a:lnTo>
                  <a:lnTo>
                    <a:pt x="6124575" y="2190750"/>
                  </a:lnTo>
                  <a:lnTo>
                    <a:pt x="6143625" y="2209800"/>
                  </a:lnTo>
                  <a:lnTo>
                    <a:pt x="6162675" y="2228850"/>
                  </a:lnTo>
                  <a:lnTo>
                    <a:pt x="6181725" y="2247900"/>
                  </a:lnTo>
                  <a:lnTo>
                    <a:pt x="6200775" y="2266950"/>
                  </a:lnTo>
                  <a:lnTo>
                    <a:pt x="6219825" y="2286000"/>
                  </a:lnTo>
                  <a:lnTo>
                    <a:pt x="6238875" y="2305050"/>
                  </a:lnTo>
                  <a:lnTo>
                    <a:pt x="6257925" y="2324100"/>
                  </a:lnTo>
                  <a:lnTo>
                    <a:pt x="6276975" y="2343150"/>
                  </a:lnTo>
                  <a:lnTo>
                    <a:pt x="6296025" y="2362200"/>
                  </a:lnTo>
                  <a:lnTo>
                    <a:pt x="6315075" y="2381250"/>
                  </a:lnTo>
                  <a:lnTo>
                    <a:pt x="6334125" y="2400300"/>
                  </a:lnTo>
                  <a:lnTo>
                    <a:pt x="6353175" y="2419350"/>
                  </a:lnTo>
                  <a:lnTo>
                    <a:pt x="6372225" y="2438400"/>
                  </a:lnTo>
                  <a:lnTo>
                    <a:pt x="6391275" y="2457450"/>
                  </a:lnTo>
                  <a:lnTo>
                    <a:pt x="6410325" y="2476500"/>
                  </a:lnTo>
                  <a:lnTo>
                    <a:pt x="6429375" y="2495550"/>
                  </a:lnTo>
                  <a:lnTo>
                    <a:pt x="6448425" y="2514600"/>
                  </a:lnTo>
                  <a:lnTo>
                    <a:pt x="6467475" y="2533650"/>
                  </a:lnTo>
                  <a:lnTo>
                    <a:pt x="6486525" y="2552700"/>
                  </a:lnTo>
                  <a:lnTo>
                    <a:pt x="6505575" y="2571750"/>
                  </a:lnTo>
                  <a:lnTo>
                    <a:pt x="6524625" y="2590800"/>
                  </a:lnTo>
                  <a:lnTo>
                    <a:pt x="6543675" y="2609850"/>
                  </a:lnTo>
                  <a:lnTo>
                    <a:pt x="6562725" y="2628900"/>
                  </a:lnTo>
                  <a:lnTo>
                    <a:pt x="6581775" y="2647950"/>
                  </a:lnTo>
                  <a:lnTo>
                    <a:pt x="6600825" y="2667000"/>
                  </a:lnTo>
                  <a:lnTo>
                    <a:pt x="6619875" y="2686050"/>
                  </a:lnTo>
                  <a:lnTo>
                    <a:pt x="6638925" y="2705100"/>
                  </a:lnTo>
                  <a:lnTo>
                    <a:pt x="6657975" y="2724150"/>
                  </a:lnTo>
                  <a:lnTo>
                    <a:pt x="6677025" y="2743200"/>
                  </a:lnTo>
                  <a:lnTo>
                    <a:pt x="6696075" y="2762250"/>
                  </a:lnTo>
                  <a:lnTo>
                    <a:pt x="6715125" y="2781300"/>
                  </a:lnTo>
                  <a:lnTo>
                    <a:pt x="6734175" y="2800350"/>
                  </a:lnTo>
                  <a:lnTo>
                    <a:pt x="6753225" y="2819400"/>
                  </a:lnTo>
                  <a:lnTo>
                    <a:pt x="6772275" y="2838450"/>
                  </a:lnTo>
                  <a:lnTo>
                    <a:pt x="6791325" y="2857500"/>
                  </a:lnTo>
                  <a:lnTo>
                    <a:pt x="6810375" y="2876550"/>
                  </a:lnTo>
                  <a:lnTo>
                    <a:pt x="6829425" y="2895600"/>
                  </a:lnTo>
                  <a:lnTo>
                    <a:pt x="6848475" y="2914650"/>
                  </a:lnTo>
                  <a:lnTo>
                    <a:pt x="6867525" y="2933700"/>
                  </a:lnTo>
                  <a:lnTo>
                    <a:pt x="6886575" y="2952750"/>
                  </a:lnTo>
                  <a:lnTo>
                    <a:pt x="6905625" y="2971800"/>
                  </a:lnTo>
                  <a:lnTo>
                    <a:pt x="6924675" y="2990850"/>
                  </a:lnTo>
                  <a:lnTo>
                    <a:pt x="6943725" y="3009900"/>
                  </a:lnTo>
                  <a:lnTo>
                    <a:pt x="6962775" y="3028950"/>
                  </a:lnTo>
                  <a:lnTo>
                    <a:pt x="6981825" y="3048000"/>
                  </a:lnTo>
                  <a:lnTo>
                    <a:pt x="7000875" y="3067050"/>
                  </a:lnTo>
                  <a:lnTo>
                    <a:pt x="6515100" y="3067050"/>
                  </a:lnTo>
                  <a:lnTo>
                    <a:pt x="6505575" y="3048000"/>
                  </a:lnTo>
                  <a:lnTo>
                    <a:pt x="6486525" y="3028950"/>
                  </a:lnTo>
                  <a:lnTo>
                    <a:pt x="6467475" y="3009900"/>
                  </a:lnTo>
                  <a:lnTo>
                    <a:pt x="6448425" y="2990850"/>
                  </a:lnTo>
                  <a:lnTo>
                    <a:pt x="6429375" y="2971800"/>
                  </a:lnTo>
                  <a:lnTo>
                    <a:pt x="6410325" y="2952750"/>
                  </a:lnTo>
                  <a:lnTo>
                    <a:pt x="6391275" y="2933700"/>
                  </a:lnTo>
                  <a:lnTo>
                    <a:pt x="6372225" y="2914650"/>
                  </a:lnTo>
                  <a:lnTo>
                    <a:pt x="6353175" y="2895600"/>
                  </a:lnTo>
                  <a:lnTo>
                    <a:pt x="6334125" y="2876550"/>
                  </a:lnTo>
                  <a:lnTo>
                    <a:pt x="6315075" y="2857500"/>
                  </a:lnTo>
                  <a:lnTo>
                    <a:pt x="6296025" y="2838450"/>
                  </a:lnTo>
                  <a:lnTo>
                    <a:pt x="6276975" y="2819400"/>
                  </a:lnTo>
                  <a:lnTo>
                    <a:pt x="6257925" y="2800350"/>
                  </a:lnTo>
                  <a:lnTo>
                    <a:pt x="6238875" y="2781300"/>
                  </a:lnTo>
                  <a:lnTo>
                    <a:pt x="6219825" y="2762250"/>
                  </a:lnTo>
                  <a:lnTo>
                    <a:pt x="6200775" y="2743200"/>
                  </a:lnTo>
                  <a:lnTo>
                    <a:pt x="6181725" y="2724150"/>
                  </a:lnTo>
                  <a:lnTo>
                    <a:pt x="6162675" y="2705100"/>
                  </a:lnTo>
                  <a:lnTo>
                    <a:pt x="6143625" y="2686050"/>
                  </a:lnTo>
                  <a:lnTo>
                    <a:pt x="6124575" y="2667000"/>
                  </a:lnTo>
                  <a:lnTo>
                    <a:pt x="6105525" y="2647950"/>
                  </a:lnTo>
                  <a:lnTo>
                    <a:pt x="6086475" y="2628900"/>
                  </a:lnTo>
                  <a:lnTo>
                    <a:pt x="6067425" y="2609850"/>
                  </a:lnTo>
                  <a:lnTo>
                    <a:pt x="6048375" y="2590800"/>
                  </a:lnTo>
                  <a:lnTo>
                    <a:pt x="6019800" y="2571750"/>
                  </a:lnTo>
                  <a:lnTo>
                    <a:pt x="6010275" y="2552700"/>
                  </a:lnTo>
                  <a:lnTo>
                    <a:pt x="5981700" y="2533650"/>
                  </a:lnTo>
                  <a:lnTo>
                    <a:pt x="5962650" y="2514600"/>
                  </a:lnTo>
                  <a:lnTo>
                    <a:pt x="5943600" y="2495550"/>
                  </a:lnTo>
                  <a:lnTo>
                    <a:pt x="5934075" y="2476500"/>
                  </a:lnTo>
                  <a:lnTo>
                    <a:pt x="5915025" y="2457450"/>
                  </a:lnTo>
                  <a:lnTo>
                    <a:pt x="5895975" y="2438400"/>
                  </a:lnTo>
                  <a:lnTo>
                    <a:pt x="5867400" y="2419350"/>
                  </a:lnTo>
                  <a:lnTo>
                    <a:pt x="5857875" y="2400300"/>
                  </a:lnTo>
                  <a:lnTo>
                    <a:pt x="5838825" y="2381250"/>
                  </a:lnTo>
                  <a:lnTo>
                    <a:pt x="5810250" y="2362200"/>
                  </a:lnTo>
                  <a:lnTo>
                    <a:pt x="5800725" y="2343150"/>
                  </a:lnTo>
                  <a:lnTo>
                    <a:pt x="5781675" y="2324100"/>
                  </a:lnTo>
                  <a:lnTo>
                    <a:pt x="5762625" y="2305050"/>
                  </a:lnTo>
                  <a:lnTo>
                    <a:pt x="5734050" y="2286000"/>
                  </a:lnTo>
                  <a:lnTo>
                    <a:pt x="5724525" y="2266950"/>
                  </a:lnTo>
                  <a:lnTo>
                    <a:pt x="5705475" y="2247900"/>
                  </a:lnTo>
                  <a:lnTo>
                    <a:pt x="5686425" y="2228850"/>
                  </a:lnTo>
                  <a:lnTo>
                    <a:pt x="5657850" y="2209800"/>
                  </a:lnTo>
                  <a:lnTo>
                    <a:pt x="5638800" y="2190750"/>
                  </a:lnTo>
                  <a:lnTo>
                    <a:pt x="5629275" y="2171700"/>
                  </a:lnTo>
                  <a:lnTo>
                    <a:pt x="5600700" y="2152650"/>
                  </a:lnTo>
                  <a:lnTo>
                    <a:pt x="5581650" y="2133600"/>
                  </a:lnTo>
                  <a:lnTo>
                    <a:pt x="5562600" y="2114550"/>
                  </a:lnTo>
                  <a:lnTo>
                    <a:pt x="5553075" y="2095500"/>
                  </a:lnTo>
                  <a:lnTo>
                    <a:pt x="5524500" y="2076450"/>
                  </a:lnTo>
                  <a:lnTo>
                    <a:pt x="5505450" y="2057400"/>
                  </a:lnTo>
                  <a:lnTo>
                    <a:pt x="5495925" y="2038350"/>
                  </a:lnTo>
                  <a:lnTo>
                    <a:pt x="5476875" y="2019300"/>
                  </a:lnTo>
                  <a:lnTo>
                    <a:pt x="5457825" y="2000250"/>
                  </a:lnTo>
                  <a:lnTo>
                    <a:pt x="5429250" y="1981200"/>
                  </a:lnTo>
                  <a:lnTo>
                    <a:pt x="5410200" y="1962150"/>
                  </a:lnTo>
                  <a:lnTo>
                    <a:pt x="5400675" y="1943100"/>
                  </a:lnTo>
                  <a:lnTo>
                    <a:pt x="5381625" y="1924050"/>
                  </a:lnTo>
                  <a:lnTo>
                    <a:pt x="5353050" y="1905000"/>
                  </a:lnTo>
                  <a:lnTo>
                    <a:pt x="5334000" y="1885950"/>
                  </a:lnTo>
                  <a:lnTo>
                    <a:pt x="5324475" y="1866900"/>
                  </a:lnTo>
                  <a:lnTo>
                    <a:pt x="5295900" y="1847850"/>
                  </a:lnTo>
                  <a:lnTo>
                    <a:pt x="5276850" y="1828800"/>
                  </a:lnTo>
                  <a:lnTo>
                    <a:pt x="5257800" y="1809750"/>
                  </a:lnTo>
                  <a:lnTo>
                    <a:pt x="5248275" y="1790700"/>
                  </a:lnTo>
                  <a:lnTo>
                    <a:pt x="5229225" y="1771650"/>
                  </a:lnTo>
                  <a:lnTo>
                    <a:pt x="5200650" y="1752600"/>
                  </a:lnTo>
                  <a:lnTo>
                    <a:pt x="5181600" y="1733550"/>
                  </a:lnTo>
                  <a:lnTo>
                    <a:pt x="5162550" y="1714500"/>
                  </a:lnTo>
                  <a:lnTo>
                    <a:pt x="5143500" y="1695450"/>
                  </a:lnTo>
                  <a:lnTo>
                    <a:pt x="5124450" y="1676400"/>
                  </a:lnTo>
                  <a:lnTo>
                    <a:pt x="5105400" y="1657350"/>
                  </a:lnTo>
                  <a:lnTo>
                    <a:pt x="5095875" y="1638300"/>
                  </a:lnTo>
                  <a:lnTo>
                    <a:pt x="5076825" y="1619250"/>
                  </a:lnTo>
                  <a:lnTo>
                    <a:pt x="5048250" y="1600200"/>
                  </a:lnTo>
                  <a:lnTo>
                    <a:pt x="5029200" y="1581150"/>
                  </a:lnTo>
                  <a:lnTo>
                    <a:pt x="5019675" y="1562100"/>
                  </a:lnTo>
                  <a:lnTo>
                    <a:pt x="4991100" y="1543050"/>
                  </a:lnTo>
                  <a:lnTo>
                    <a:pt x="4972050" y="1524000"/>
                  </a:lnTo>
                  <a:lnTo>
                    <a:pt x="4953000" y="1504950"/>
                  </a:lnTo>
                  <a:lnTo>
                    <a:pt x="4943475" y="1485900"/>
                  </a:lnTo>
                  <a:lnTo>
                    <a:pt x="4924425" y="1466850"/>
                  </a:lnTo>
                  <a:lnTo>
                    <a:pt x="4895850" y="1447800"/>
                  </a:lnTo>
                  <a:lnTo>
                    <a:pt x="4876800" y="1428750"/>
                  </a:lnTo>
                  <a:lnTo>
                    <a:pt x="4867275" y="1409700"/>
                  </a:lnTo>
                  <a:lnTo>
                    <a:pt x="4848225" y="1390650"/>
                  </a:lnTo>
                  <a:lnTo>
                    <a:pt x="4819650" y="1371600"/>
                  </a:lnTo>
                  <a:lnTo>
                    <a:pt x="4800600" y="1352550"/>
                  </a:lnTo>
                  <a:lnTo>
                    <a:pt x="4791075" y="1333500"/>
                  </a:lnTo>
                  <a:lnTo>
                    <a:pt x="4772025" y="1314450"/>
                  </a:lnTo>
                  <a:lnTo>
                    <a:pt x="4743450" y="1295400"/>
                  </a:lnTo>
                  <a:lnTo>
                    <a:pt x="4724400" y="1276350"/>
                  </a:lnTo>
                  <a:lnTo>
                    <a:pt x="4714875" y="1257300"/>
                  </a:lnTo>
                  <a:lnTo>
                    <a:pt x="4686300" y="1238250"/>
                  </a:lnTo>
                  <a:lnTo>
                    <a:pt x="4667250" y="1219200"/>
                  </a:lnTo>
                  <a:lnTo>
                    <a:pt x="4648200" y="1200150"/>
                  </a:lnTo>
                  <a:lnTo>
                    <a:pt x="4629150" y="1181100"/>
                  </a:lnTo>
                  <a:lnTo>
                    <a:pt x="4610100" y="1162050"/>
                  </a:lnTo>
                  <a:lnTo>
                    <a:pt x="4591050" y="1143000"/>
                  </a:lnTo>
                  <a:lnTo>
                    <a:pt x="4581525" y="1123950"/>
                  </a:lnTo>
                  <a:lnTo>
                    <a:pt x="4552950" y="1104900"/>
                  </a:lnTo>
                  <a:lnTo>
                    <a:pt x="4533900" y="1085850"/>
                  </a:lnTo>
                  <a:lnTo>
                    <a:pt x="4514850" y="1066800"/>
                  </a:lnTo>
                  <a:lnTo>
                    <a:pt x="4495800" y="1047750"/>
                  </a:lnTo>
                  <a:lnTo>
                    <a:pt x="4476750" y="1028700"/>
                  </a:lnTo>
                  <a:lnTo>
                    <a:pt x="4457700" y="1009650"/>
                  </a:lnTo>
                  <a:lnTo>
                    <a:pt x="4438650" y="990600"/>
                  </a:lnTo>
                  <a:lnTo>
                    <a:pt x="4419600" y="971550"/>
                  </a:lnTo>
                  <a:lnTo>
                    <a:pt x="4400550" y="952500"/>
                  </a:lnTo>
                  <a:lnTo>
                    <a:pt x="4381500" y="933450"/>
                  </a:lnTo>
                  <a:lnTo>
                    <a:pt x="4362450" y="914400"/>
                  </a:lnTo>
                  <a:lnTo>
                    <a:pt x="4343400" y="895350"/>
                  </a:lnTo>
                  <a:lnTo>
                    <a:pt x="4324350" y="876300"/>
                  </a:lnTo>
                  <a:lnTo>
                    <a:pt x="4305300" y="857250"/>
                  </a:lnTo>
                  <a:lnTo>
                    <a:pt x="4286250" y="838200"/>
                  </a:lnTo>
                  <a:lnTo>
                    <a:pt x="4267200" y="819150"/>
                  </a:lnTo>
                  <a:lnTo>
                    <a:pt x="4248150" y="800100"/>
                  </a:lnTo>
                  <a:lnTo>
                    <a:pt x="4229100" y="781050"/>
                  </a:lnTo>
                  <a:lnTo>
                    <a:pt x="4210050" y="762000"/>
                  </a:lnTo>
                  <a:lnTo>
                    <a:pt x="4191000" y="742950"/>
                  </a:lnTo>
                  <a:lnTo>
                    <a:pt x="4171950" y="723900"/>
                  </a:lnTo>
                  <a:lnTo>
                    <a:pt x="4152900" y="704850"/>
                  </a:lnTo>
                  <a:lnTo>
                    <a:pt x="4133850" y="685800"/>
                  </a:lnTo>
                  <a:lnTo>
                    <a:pt x="4114800" y="666750"/>
                  </a:lnTo>
                  <a:lnTo>
                    <a:pt x="4095750" y="647700"/>
                  </a:lnTo>
                  <a:lnTo>
                    <a:pt x="4076700" y="628650"/>
                  </a:lnTo>
                  <a:lnTo>
                    <a:pt x="4057650" y="609600"/>
                  </a:lnTo>
                  <a:lnTo>
                    <a:pt x="4038600" y="590550"/>
                  </a:lnTo>
                  <a:lnTo>
                    <a:pt x="4019550" y="571500"/>
                  </a:lnTo>
                  <a:lnTo>
                    <a:pt x="4000500" y="552450"/>
                  </a:lnTo>
                  <a:lnTo>
                    <a:pt x="3981450" y="533400"/>
                  </a:lnTo>
                  <a:lnTo>
                    <a:pt x="3962400" y="514350"/>
                  </a:lnTo>
                  <a:lnTo>
                    <a:pt x="3943350" y="495300"/>
                  </a:lnTo>
                  <a:lnTo>
                    <a:pt x="3924300" y="476250"/>
                  </a:lnTo>
                  <a:lnTo>
                    <a:pt x="3895725" y="457200"/>
                  </a:lnTo>
                  <a:lnTo>
                    <a:pt x="3886200" y="438150"/>
                  </a:lnTo>
                  <a:lnTo>
                    <a:pt x="3857625" y="419100"/>
                  </a:lnTo>
                  <a:lnTo>
                    <a:pt x="3838575" y="400050"/>
                  </a:lnTo>
                  <a:lnTo>
                    <a:pt x="3819525" y="381000"/>
                  </a:lnTo>
                  <a:lnTo>
                    <a:pt x="3771900" y="361950"/>
                  </a:lnTo>
                  <a:lnTo>
                    <a:pt x="3733800" y="342900"/>
                  </a:lnTo>
                  <a:lnTo>
                    <a:pt x="3686175" y="323850"/>
                  </a:lnTo>
                  <a:lnTo>
                    <a:pt x="3638550" y="304800"/>
                  </a:lnTo>
                  <a:lnTo>
                    <a:pt x="3486150" y="285750"/>
                  </a:lnTo>
                  <a:lnTo>
                    <a:pt x="3476625" y="276225"/>
                  </a:lnTo>
                  <a:lnTo>
                    <a:pt x="3457575" y="276225"/>
                  </a:lnTo>
                  <a:lnTo>
                    <a:pt x="3438525" y="276225"/>
                  </a:lnTo>
                  <a:lnTo>
                    <a:pt x="3419475" y="276225"/>
                  </a:lnTo>
                  <a:lnTo>
                    <a:pt x="3400425" y="285750"/>
                  </a:lnTo>
                  <a:lnTo>
                    <a:pt x="3400425" y="285750"/>
                  </a:lnTo>
                  <a:lnTo>
                    <a:pt x="3276600" y="304800"/>
                  </a:lnTo>
                  <a:lnTo>
                    <a:pt x="3238500" y="323850"/>
                  </a:lnTo>
                  <a:lnTo>
                    <a:pt x="3181350" y="342900"/>
                  </a:lnTo>
                  <a:lnTo>
                    <a:pt x="3143250" y="361950"/>
                  </a:lnTo>
                  <a:lnTo>
                    <a:pt x="3105150" y="381000"/>
                  </a:lnTo>
                  <a:lnTo>
                    <a:pt x="3086100" y="400050"/>
                  </a:lnTo>
                  <a:lnTo>
                    <a:pt x="3057525" y="419100"/>
                  </a:lnTo>
                  <a:lnTo>
                    <a:pt x="3038475" y="438150"/>
                  </a:lnTo>
                  <a:lnTo>
                    <a:pt x="3009900" y="457200"/>
                  </a:lnTo>
                  <a:lnTo>
                    <a:pt x="2981325" y="476250"/>
                  </a:lnTo>
                  <a:lnTo>
                    <a:pt x="2971800" y="495300"/>
                  </a:lnTo>
                  <a:lnTo>
                    <a:pt x="2952750" y="514350"/>
                  </a:lnTo>
                  <a:lnTo>
                    <a:pt x="2933700" y="533400"/>
                  </a:lnTo>
                  <a:lnTo>
                    <a:pt x="2914650" y="552450"/>
                  </a:lnTo>
                  <a:lnTo>
                    <a:pt x="2895600" y="571500"/>
                  </a:lnTo>
                  <a:lnTo>
                    <a:pt x="2876550" y="590550"/>
                  </a:lnTo>
                  <a:lnTo>
                    <a:pt x="2857500" y="609600"/>
                  </a:lnTo>
                  <a:lnTo>
                    <a:pt x="2847975" y="628650"/>
                  </a:lnTo>
                  <a:lnTo>
                    <a:pt x="2819400" y="647700"/>
                  </a:lnTo>
                  <a:lnTo>
                    <a:pt x="2800350" y="666750"/>
                  </a:lnTo>
                  <a:lnTo>
                    <a:pt x="2781300" y="685800"/>
                  </a:lnTo>
                  <a:lnTo>
                    <a:pt x="2762250" y="704850"/>
                  </a:lnTo>
                  <a:lnTo>
                    <a:pt x="2743200" y="723900"/>
                  </a:lnTo>
                  <a:lnTo>
                    <a:pt x="2724150" y="742950"/>
                  </a:lnTo>
                  <a:lnTo>
                    <a:pt x="2705100" y="762000"/>
                  </a:lnTo>
                  <a:lnTo>
                    <a:pt x="2686050" y="781050"/>
                  </a:lnTo>
                  <a:lnTo>
                    <a:pt x="2667000" y="800100"/>
                  </a:lnTo>
                  <a:lnTo>
                    <a:pt x="2657475" y="819150"/>
                  </a:lnTo>
                  <a:lnTo>
                    <a:pt x="2638425" y="838200"/>
                  </a:lnTo>
                  <a:lnTo>
                    <a:pt x="2609850" y="857250"/>
                  </a:lnTo>
                  <a:lnTo>
                    <a:pt x="2590800" y="876300"/>
                  </a:lnTo>
                  <a:lnTo>
                    <a:pt x="2571750" y="895350"/>
                  </a:lnTo>
                  <a:lnTo>
                    <a:pt x="2552700" y="914400"/>
                  </a:lnTo>
                  <a:lnTo>
                    <a:pt x="2543175" y="933450"/>
                  </a:lnTo>
                  <a:lnTo>
                    <a:pt x="2524125" y="952500"/>
                  </a:lnTo>
                  <a:lnTo>
                    <a:pt x="2495550" y="971550"/>
                  </a:lnTo>
                  <a:lnTo>
                    <a:pt x="2486025" y="990600"/>
                  </a:lnTo>
                  <a:lnTo>
                    <a:pt x="2457450" y="1009650"/>
                  </a:lnTo>
                  <a:lnTo>
                    <a:pt x="2447925" y="1028700"/>
                  </a:lnTo>
                  <a:lnTo>
                    <a:pt x="2428875" y="1047750"/>
                  </a:lnTo>
                  <a:lnTo>
                    <a:pt x="2409825" y="1066800"/>
                  </a:lnTo>
                  <a:lnTo>
                    <a:pt x="2390775" y="1085850"/>
                  </a:lnTo>
                  <a:lnTo>
                    <a:pt x="2362200" y="1104900"/>
                  </a:lnTo>
                  <a:lnTo>
                    <a:pt x="2343150" y="1123950"/>
                  </a:lnTo>
                  <a:lnTo>
                    <a:pt x="2324100" y="1143000"/>
                  </a:lnTo>
                  <a:lnTo>
                    <a:pt x="2305050" y="1162050"/>
                  </a:lnTo>
                  <a:lnTo>
                    <a:pt x="2295525" y="1181100"/>
                  </a:lnTo>
                  <a:lnTo>
                    <a:pt x="2266950" y="1200150"/>
                  </a:lnTo>
                  <a:lnTo>
                    <a:pt x="2247900" y="1219200"/>
                  </a:lnTo>
                  <a:lnTo>
                    <a:pt x="2238375" y="1238250"/>
                  </a:lnTo>
                  <a:lnTo>
                    <a:pt x="2219325" y="1257300"/>
                  </a:lnTo>
                  <a:lnTo>
                    <a:pt x="2200275" y="1276350"/>
                  </a:lnTo>
                  <a:lnTo>
                    <a:pt x="2171700" y="1295400"/>
                  </a:lnTo>
                  <a:lnTo>
                    <a:pt x="2152650" y="1314450"/>
                  </a:lnTo>
                  <a:lnTo>
                    <a:pt x="2143125" y="1333500"/>
                  </a:lnTo>
                  <a:lnTo>
                    <a:pt x="2124075" y="1352550"/>
                  </a:lnTo>
                  <a:lnTo>
                    <a:pt x="2095500" y="1371600"/>
                  </a:lnTo>
                  <a:lnTo>
                    <a:pt x="2085975" y="1390650"/>
                  </a:lnTo>
                  <a:lnTo>
                    <a:pt x="2066925" y="1409700"/>
                  </a:lnTo>
                  <a:lnTo>
                    <a:pt x="2047875" y="1428750"/>
                  </a:lnTo>
                  <a:lnTo>
                    <a:pt x="2028825" y="1447800"/>
                  </a:lnTo>
                  <a:lnTo>
                    <a:pt x="2009775" y="1466850"/>
                  </a:lnTo>
                  <a:lnTo>
                    <a:pt x="1990725" y="1485900"/>
                  </a:lnTo>
                  <a:lnTo>
                    <a:pt x="1971675" y="1504950"/>
                  </a:lnTo>
                  <a:lnTo>
                    <a:pt x="1943100" y="1524000"/>
                  </a:lnTo>
                  <a:lnTo>
                    <a:pt x="1924050" y="1543050"/>
                  </a:lnTo>
                  <a:lnTo>
                    <a:pt x="1914525" y="1562100"/>
                  </a:lnTo>
                  <a:lnTo>
                    <a:pt x="1895475" y="1581150"/>
                  </a:lnTo>
                  <a:lnTo>
                    <a:pt x="1876425" y="1600200"/>
                  </a:lnTo>
                  <a:lnTo>
                    <a:pt x="1847850" y="1619250"/>
                  </a:lnTo>
                  <a:lnTo>
                    <a:pt x="1838325" y="1638300"/>
                  </a:lnTo>
                  <a:lnTo>
                    <a:pt x="1819275" y="1657350"/>
                  </a:lnTo>
                  <a:lnTo>
                    <a:pt x="1800225" y="1676400"/>
                  </a:lnTo>
                  <a:lnTo>
                    <a:pt x="1781175" y="1695450"/>
                  </a:lnTo>
                  <a:lnTo>
                    <a:pt x="1762125" y="1714500"/>
                  </a:lnTo>
                  <a:lnTo>
                    <a:pt x="1733550" y="1733550"/>
                  </a:lnTo>
                  <a:lnTo>
                    <a:pt x="1724025" y="1752600"/>
                  </a:lnTo>
                  <a:lnTo>
                    <a:pt x="1704975" y="1771650"/>
                  </a:lnTo>
                  <a:lnTo>
                    <a:pt x="1685925" y="1790700"/>
                  </a:lnTo>
                  <a:lnTo>
                    <a:pt x="1666875" y="1809750"/>
                  </a:lnTo>
                  <a:lnTo>
                    <a:pt x="1638300" y="1828800"/>
                  </a:lnTo>
                  <a:lnTo>
                    <a:pt x="1619250" y="1847850"/>
                  </a:lnTo>
                  <a:lnTo>
                    <a:pt x="1609725" y="1866900"/>
                  </a:lnTo>
                  <a:lnTo>
                    <a:pt x="1590675" y="1885950"/>
                  </a:lnTo>
                  <a:lnTo>
                    <a:pt x="1562100" y="1905000"/>
                  </a:lnTo>
                  <a:lnTo>
                    <a:pt x="1552575" y="1924050"/>
                  </a:lnTo>
                  <a:lnTo>
                    <a:pt x="1533525" y="1943100"/>
                  </a:lnTo>
                  <a:lnTo>
                    <a:pt x="1514475" y="1962150"/>
                  </a:lnTo>
                  <a:lnTo>
                    <a:pt x="1485900" y="1981200"/>
                  </a:lnTo>
                  <a:lnTo>
                    <a:pt x="1466850" y="2000250"/>
                  </a:lnTo>
                  <a:lnTo>
                    <a:pt x="1447800" y="2019300"/>
                  </a:lnTo>
                  <a:lnTo>
                    <a:pt x="1438275" y="2038350"/>
                  </a:lnTo>
                  <a:lnTo>
                    <a:pt x="1419225" y="2057400"/>
                  </a:lnTo>
                  <a:lnTo>
                    <a:pt x="1390650" y="2076450"/>
                  </a:lnTo>
                  <a:lnTo>
                    <a:pt x="1381125" y="2095500"/>
                  </a:lnTo>
                  <a:lnTo>
                    <a:pt x="1352550" y="2114550"/>
                  </a:lnTo>
                  <a:lnTo>
                    <a:pt x="1343025" y="2133600"/>
                  </a:lnTo>
                  <a:lnTo>
                    <a:pt x="1323975" y="2152650"/>
                  </a:lnTo>
                  <a:lnTo>
                    <a:pt x="1295400" y="2171700"/>
                  </a:lnTo>
                  <a:lnTo>
                    <a:pt x="1285875" y="2190750"/>
                  </a:lnTo>
                  <a:lnTo>
                    <a:pt x="1257300" y="2209800"/>
                  </a:lnTo>
                  <a:lnTo>
                    <a:pt x="1238250" y="2228850"/>
                  </a:lnTo>
                  <a:lnTo>
                    <a:pt x="1228725" y="2247900"/>
                  </a:lnTo>
                  <a:lnTo>
                    <a:pt x="1200150" y="2266950"/>
                  </a:lnTo>
                  <a:lnTo>
                    <a:pt x="1181100" y="2286000"/>
                  </a:lnTo>
                  <a:lnTo>
                    <a:pt x="1171575" y="2305050"/>
                  </a:lnTo>
                  <a:lnTo>
                    <a:pt x="1152525" y="2324100"/>
                  </a:lnTo>
                  <a:lnTo>
                    <a:pt x="1133475" y="2343150"/>
                  </a:lnTo>
                  <a:lnTo>
                    <a:pt x="1114425" y="2362200"/>
                  </a:lnTo>
                  <a:lnTo>
                    <a:pt x="1095375" y="2381250"/>
                  </a:lnTo>
                  <a:lnTo>
                    <a:pt x="1076325" y="2400300"/>
                  </a:lnTo>
                  <a:lnTo>
                    <a:pt x="1057275" y="2419350"/>
                  </a:lnTo>
                  <a:lnTo>
                    <a:pt x="1028700" y="2438400"/>
                  </a:lnTo>
                  <a:lnTo>
                    <a:pt x="1019175" y="2457450"/>
                  </a:lnTo>
                  <a:lnTo>
                    <a:pt x="1000125" y="2476500"/>
                  </a:lnTo>
                  <a:lnTo>
                    <a:pt x="981075" y="2495550"/>
                  </a:lnTo>
                  <a:lnTo>
                    <a:pt x="962025" y="2514600"/>
                  </a:lnTo>
                  <a:lnTo>
                    <a:pt x="942975" y="2533650"/>
                  </a:lnTo>
                  <a:lnTo>
                    <a:pt x="923925" y="2552700"/>
                  </a:lnTo>
                  <a:lnTo>
                    <a:pt x="904875" y="2571750"/>
                  </a:lnTo>
                  <a:lnTo>
                    <a:pt x="885825" y="2590800"/>
                  </a:lnTo>
                  <a:lnTo>
                    <a:pt x="866775" y="2609850"/>
                  </a:lnTo>
                  <a:lnTo>
                    <a:pt x="847725" y="2628900"/>
                  </a:lnTo>
                  <a:lnTo>
                    <a:pt x="828675" y="2647950"/>
                  </a:lnTo>
                  <a:lnTo>
                    <a:pt x="809625" y="2667000"/>
                  </a:lnTo>
                  <a:lnTo>
                    <a:pt x="790575" y="2686050"/>
                  </a:lnTo>
                  <a:lnTo>
                    <a:pt x="771525" y="2705100"/>
                  </a:lnTo>
                  <a:lnTo>
                    <a:pt x="752475" y="2724150"/>
                  </a:lnTo>
                  <a:lnTo>
                    <a:pt x="733425" y="2743200"/>
                  </a:lnTo>
                  <a:lnTo>
                    <a:pt x="714375" y="2762250"/>
                  </a:lnTo>
                  <a:lnTo>
                    <a:pt x="695325" y="2781300"/>
                  </a:lnTo>
                  <a:lnTo>
                    <a:pt x="676275" y="2800350"/>
                  </a:lnTo>
                  <a:lnTo>
                    <a:pt x="657225" y="2819400"/>
                  </a:lnTo>
                  <a:lnTo>
                    <a:pt x="638175" y="2838450"/>
                  </a:lnTo>
                  <a:lnTo>
                    <a:pt x="619125" y="2857500"/>
                  </a:lnTo>
                  <a:lnTo>
                    <a:pt x="600075" y="2876550"/>
                  </a:lnTo>
                  <a:lnTo>
                    <a:pt x="581025" y="2895600"/>
                  </a:lnTo>
                  <a:lnTo>
                    <a:pt x="561975" y="2914650"/>
                  </a:lnTo>
                  <a:lnTo>
                    <a:pt x="542925" y="2933700"/>
                  </a:lnTo>
                  <a:lnTo>
                    <a:pt x="523875" y="2952750"/>
                  </a:lnTo>
                  <a:lnTo>
                    <a:pt x="504825" y="2971800"/>
                  </a:lnTo>
                  <a:lnTo>
                    <a:pt x="485775" y="2990850"/>
                  </a:lnTo>
                  <a:lnTo>
                    <a:pt x="466725" y="3009900"/>
                  </a:lnTo>
                  <a:lnTo>
                    <a:pt x="447675" y="3028950"/>
                  </a:lnTo>
                  <a:lnTo>
                    <a:pt x="428625" y="3048000"/>
                  </a:lnTo>
                  <a:lnTo>
                    <a:pt x="409575" y="30670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eco-chevron-right"/>
            <p:cNvSpPr/>
            <p:nvPr/>
          </p:nvSpPr>
          <p:spPr>
            <a:xfrm>
              <a:off x="21431250" y="14049375"/>
              <a:ext cx="6905625" cy="3067050"/>
            </a:xfrm>
            <a:custGeom>
              <a:avLst/>
              <a:gdLst/>
              <a:ahLst/>
              <a:cxnLst/>
              <a:rect l="l" t="t" r="r" b="b"/>
              <a:pathLst>
                <a:path w="6905625" h="3067050">
                  <a:moveTo>
                    <a:pt x="0" y="3067050"/>
                  </a:moveTo>
                  <a:lnTo>
                    <a:pt x="19050" y="3048000"/>
                  </a:lnTo>
                  <a:lnTo>
                    <a:pt x="38100" y="3028950"/>
                  </a:lnTo>
                  <a:lnTo>
                    <a:pt x="57150" y="3009900"/>
                  </a:lnTo>
                  <a:lnTo>
                    <a:pt x="76200" y="2990850"/>
                  </a:lnTo>
                  <a:lnTo>
                    <a:pt x="95250" y="2971800"/>
                  </a:lnTo>
                  <a:lnTo>
                    <a:pt x="114300" y="2952750"/>
                  </a:lnTo>
                  <a:lnTo>
                    <a:pt x="133350" y="2933700"/>
                  </a:lnTo>
                  <a:lnTo>
                    <a:pt x="152400" y="2914650"/>
                  </a:lnTo>
                  <a:lnTo>
                    <a:pt x="171450" y="2895600"/>
                  </a:lnTo>
                  <a:lnTo>
                    <a:pt x="190500" y="2876550"/>
                  </a:lnTo>
                  <a:lnTo>
                    <a:pt x="209550" y="2857500"/>
                  </a:lnTo>
                  <a:lnTo>
                    <a:pt x="228600" y="2838450"/>
                  </a:lnTo>
                  <a:lnTo>
                    <a:pt x="247650" y="2819400"/>
                  </a:lnTo>
                  <a:lnTo>
                    <a:pt x="266700" y="2800350"/>
                  </a:lnTo>
                  <a:lnTo>
                    <a:pt x="285750" y="2781300"/>
                  </a:lnTo>
                  <a:lnTo>
                    <a:pt x="304800" y="2762250"/>
                  </a:lnTo>
                  <a:lnTo>
                    <a:pt x="323850" y="2743200"/>
                  </a:lnTo>
                  <a:lnTo>
                    <a:pt x="342900" y="2724150"/>
                  </a:lnTo>
                  <a:lnTo>
                    <a:pt x="361950" y="2705100"/>
                  </a:lnTo>
                  <a:lnTo>
                    <a:pt x="381000" y="2686050"/>
                  </a:lnTo>
                  <a:lnTo>
                    <a:pt x="400050" y="2667000"/>
                  </a:lnTo>
                  <a:lnTo>
                    <a:pt x="419100" y="2647950"/>
                  </a:lnTo>
                  <a:lnTo>
                    <a:pt x="438150" y="2628900"/>
                  </a:lnTo>
                  <a:lnTo>
                    <a:pt x="457200" y="2609850"/>
                  </a:lnTo>
                  <a:lnTo>
                    <a:pt x="476250" y="2590800"/>
                  </a:lnTo>
                  <a:lnTo>
                    <a:pt x="495300" y="2571750"/>
                  </a:lnTo>
                  <a:lnTo>
                    <a:pt x="514350" y="2552700"/>
                  </a:lnTo>
                  <a:lnTo>
                    <a:pt x="533400" y="2533650"/>
                  </a:lnTo>
                  <a:lnTo>
                    <a:pt x="552450" y="2514600"/>
                  </a:lnTo>
                  <a:lnTo>
                    <a:pt x="571500" y="2495550"/>
                  </a:lnTo>
                  <a:lnTo>
                    <a:pt x="590550" y="2476500"/>
                  </a:lnTo>
                  <a:lnTo>
                    <a:pt x="609600" y="2457450"/>
                  </a:lnTo>
                  <a:lnTo>
                    <a:pt x="628650" y="2438400"/>
                  </a:lnTo>
                  <a:lnTo>
                    <a:pt x="647700" y="2419350"/>
                  </a:lnTo>
                  <a:lnTo>
                    <a:pt x="666750" y="2400300"/>
                  </a:lnTo>
                  <a:lnTo>
                    <a:pt x="685800" y="2381250"/>
                  </a:lnTo>
                  <a:lnTo>
                    <a:pt x="704850" y="2362200"/>
                  </a:lnTo>
                  <a:lnTo>
                    <a:pt x="723900" y="2343150"/>
                  </a:lnTo>
                  <a:lnTo>
                    <a:pt x="742950" y="2324100"/>
                  </a:lnTo>
                  <a:lnTo>
                    <a:pt x="762000" y="2305050"/>
                  </a:lnTo>
                  <a:lnTo>
                    <a:pt x="781050" y="2286000"/>
                  </a:lnTo>
                  <a:lnTo>
                    <a:pt x="800100" y="2266950"/>
                  </a:lnTo>
                  <a:lnTo>
                    <a:pt x="819150" y="2247900"/>
                  </a:lnTo>
                  <a:lnTo>
                    <a:pt x="838200" y="2228850"/>
                  </a:lnTo>
                  <a:lnTo>
                    <a:pt x="857250" y="2209800"/>
                  </a:lnTo>
                  <a:lnTo>
                    <a:pt x="876300" y="2190750"/>
                  </a:lnTo>
                  <a:lnTo>
                    <a:pt x="895350" y="2171700"/>
                  </a:lnTo>
                  <a:lnTo>
                    <a:pt x="914400" y="2152650"/>
                  </a:lnTo>
                  <a:lnTo>
                    <a:pt x="933450" y="2133600"/>
                  </a:lnTo>
                  <a:lnTo>
                    <a:pt x="952500" y="2114550"/>
                  </a:lnTo>
                  <a:lnTo>
                    <a:pt x="971550" y="2095500"/>
                  </a:lnTo>
                  <a:lnTo>
                    <a:pt x="990600" y="2076450"/>
                  </a:lnTo>
                  <a:lnTo>
                    <a:pt x="1009650" y="2057400"/>
                  </a:lnTo>
                  <a:lnTo>
                    <a:pt x="1028700" y="2038350"/>
                  </a:lnTo>
                  <a:lnTo>
                    <a:pt x="1047750" y="2019300"/>
                  </a:lnTo>
                  <a:lnTo>
                    <a:pt x="1066800" y="2000250"/>
                  </a:lnTo>
                  <a:lnTo>
                    <a:pt x="1085850" y="1981200"/>
                  </a:lnTo>
                  <a:lnTo>
                    <a:pt x="1104900" y="1962150"/>
                  </a:lnTo>
                  <a:lnTo>
                    <a:pt x="1123950" y="1943100"/>
                  </a:lnTo>
                  <a:lnTo>
                    <a:pt x="1143000" y="1924050"/>
                  </a:lnTo>
                  <a:lnTo>
                    <a:pt x="1162050" y="1905000"/>
                  </a:lnTo>
                  <a:lnTo>
                    <a:pt x="1181100" y="1885950"/>
                  </a:lnTo>
                  <a:lnTo>
                    <a:pt x="1200150" y="1866900"/>
                  </a:lnTo>
                  <a:lnTo>
                    <a:pt x="1219200" y="1847850"/>
                  </a:lnTo>
                  <a:lnTo>
                    <a:pt x="1238250" y="1828800"/>
                  </a:lnTo>
                  <a:lnTo>
                    <a:pt x="1257300" y="1809750"/>
                  </a:lnTo>
                  <a:lnTo>
                    <a:pt x="1276350" y="1790700"/>
                  </a:lnTo>
                  <a:lnTo>
                    <a:pt x="1295400" y="1771650"/>
                  </a:lnTo>
                  <a:lnTo>
                    <a:pt x="1323975" y="1752600"/>
                  </a:lnTo>
                  <a:lnTo>
                    <a:pt x="1333500" y="1733550"/>
                  </a:lnTo>
                  <a:lnTo>
                    <a:pt x="1352550" y="1714500"/>
                  </a:lnTo>
                  <a:lnTo>
                    <a:pt x="1371600" y="1695450"/>
                  </a:lnTo>
                  <a:lnTo>
                    <a:pt x="1390650" y="1676400"/>
                  </a:lnTo>
                  <a:lnTo>
                    <a:pt x="1409700" y="1657350"/>
                  </a:lnTo>
                  <a:lnTo>
                    <a:pt x="1428750" y="1638300"/>
                  </a:lnTo>
                  <a:lnTo>
                    <a:pt x="1447800" y="1619250"/>
                  </a:lnTo>
                  <a:lnTo>
                    <a:pt x="1466850" y="1600200"/>
                  </a:lnTo>
                  <a:lnTo>
                    <a:pt x="1485900" y="1581150"/>
                  </a:lnTo>
                  <a:lnTo>
                    <a:pt x="1504950" y="1562100"/>
                  </a:lnTo>
                  <a:lnTo>
                    <a:pt x="1524000" y="1543050"/>
                  </a:lnTo>
                  <a:lnTo>
                    <a:pt x="1543050" y="1524000"/>
                  </a:lnTo>
                  <a:lnTo>
                    <a:pt x="1562100" y="1504950"/>
                  </a:lnTo>
                  <a:lnTo>
                    <a:pt x="1581150" y="1485900"/>
                  </a:lnTo>
                  <a:lnTo>
                    <a:pt x="1600200" y="1466850"/>
                  </a:lnTo>
                  <a:lnTo>
                    <a:pt x="1619250" y="1447800"/>
                  </a:lnTo>
                  <a:lnTo>
                    <a:pt x="1638300" y="1428750"/>
                  </a:lnTo>
                  <a:lnTo>
                    <a:pt x="1657350" y="1409700"/>
                  </a:lnTo>
                  <a:lnTo>
                    <a:pt x="1676400" y="1390650"/>
                  </a:lnTo>
                  <a:lnTo>
                    <a:pt x="1695450" y="1371600"/>
                  </a:lnTo>
                  <a:lnTo>
                    <a:pt x="1714500" y="1352550"/>
                  </a:lnTo>
                  <a:lnTo>
                    <a:pt x="1733550" y="1333500"/>
                  </a:lnTo>
                  <a:lnTo>
                    <a:pt x="1752600" y="1314450"/>
                  </a:lnTo>
                  <a:lnTo>
                    <a:pt x="1771650" y="1295400"/>
                  </a:lnTo>
                  <a:lnTo>
                    <a:pt x="1790700" y="1276350"/>
                  </a:lnTo>
                  <a:lnTo>
                    <a:pt x="1809750" y="1257300"/>
                  </a:lnTo>
                  <a:lnTo>
                    <a:pt x="1828800" y="1238250"/>
                  </a:lnTo>
                  <a:lnTo>
                    <a:pt x="1847850" y="1219200"/>
                  </a:lnTo>
                  <a:lnTo>
                    <a:pt x="1866900" y="1200150"/>
                  </a:lnTo>
                  <a:lnTo>
                    <a:pt x="1885950" y="1181100"/>
                  </a:lnTo>
                  <a:lnTo>
                    <a:pt x="1914525" y="1162050"/>
                  </a:lnTo>
                  <a:lnTo>
                    <a:pt x="1924050" y="1143000"/>
                  </a:lnTo>
                  <a:lnTo>
                    <a:pt x="1943100" y="1123950"/>
                  </a:lnTo>
                  <a:lnTo>
                    <a:pt x="1962150" y="1104900"/>
                  </a:lnTo>
                  <a:lnTo>
                    <a:pt x="1981200" y="1085850"/>
                  </a:lnTo>
                  <a:lnTo>
                    <a:pt x="2000250" y="1066800"/>
                  </a:lnTo>
                  <a:lnTo>
                    <a:pt x="2019300" y="1047750"/>
                  </a:lnTo>
                  <a:lnTo>
                    <a:pt x="2038350" y="1028700"/>
                  </a:lnTo>
                  <a:lnTo>
                    <a:pt x="2057400" y="1009650"/>
                  </a:lnTo>
                  <a:lnTo>
                    <a:pt x="2076450" y="990600"/>
                  </a:lnTo>
                  <a:lnTo>
                    <a:pt x="2095500" y="971550"/>
                  </a:lnTo>
                  <a:lnTo>
                    <a:pt x="2114550" y="952500"/>
                  </a:lnTo>
                  <a:lnTo>
                    <a:pt x="2133600" y="933450"/>
                  </a:lnTo>
                  <a:lnTo>
                    <a:pt x="2152650" y="914400"/>
                  </a:lnTo>
                  <a:lnTo>
                    <a:pt x="2171700" y="895350"/>
                  </a:lnTo>
                  <a:lnTo>
                    <a:pt x="2190750" y="876300"/>
                  </a:lnTo>
                  <a:lnTo>
                    <a:pt x="2209800" y="857250"/>
                  </a:lnTo>
                  <a:lnTo>
                    <a:pt x="2228850" y="838200"/>
                  </a:lnTo>
                  <a:lnTo>
                    <a:pt x="2247900" y="819150"/>
                  </a:lnTo>
                  <a:lnTo>
                    <a:pt x="2266950" y="800100"/>
                  </a:lnTo>
                  <a:lnTo>
                    <a:pt x="2286000" y="781050"/>
                  </a:lnTo>
                  <a:lnTo>
                    <a:pt x="2305050" y="762000"/>
                  </a:lnTo>
                  <a:lnTo>
                    <a:pt x="2324100" y="742950"/>
                  </a:lnTo>
                  <a:lnTo>
                    <a:pt x="2343150" y="723900"/>
                  </a:lnTo>
                  <a:lnTo>
                    <a:pt x="2362200" y="704850"/>
                  </a:lnTo>
                  <a:lnTo>
                    <a:pt x="2390775" y="685800"/>
                  </a:lnTo>
                  <a:lnTo>
                    <a:pt x="2400300" y="666750"/>
                  </a:lnTo>
                  <a:lnTo>
                    <a:pt x="2419350" y="647700"/>
                  </a:lnTo>
                  <a:lnTo>
                    <a:pt x="2438400" y="628650"/>
                  </a:lnTo>
                  <a:lnTo>
                    <a:pt x="2457450" y="609600"/>
                  </a:lnTo>
                  <a:lnTo>
                    <a:pt x="2476500" y="590550"/>
                  </a:lnTo>
                  <a:lnTo>
                    <a:pt x="2495550" y="571500"/>
                  </a:lnTo>
                  <a:lnTo>
                    <a:pt x="2514600" y="552450"/>
                  </a:lnTo>
                  <a:lnTo>
                    <a:pt x="2533650" y="533400"/>
                  </a:lnTo>
                  <a:lnTo>
                    <a:pt x="2552700" y="514350"/>
                  </a:lnTo>
                  <a:lnTo>
                    <a:pt x="2571750" y="495300"/>
                  </a:lnTo>
                  <a:lnTo>
                    <a:pt x="2590800" y="476250"/>
                  </a:lnTo>
                  <a:lnTo>
                    <a:pt x="2609850" y="457200"/>
                  </a:lnTo>
                  <a:lnTo>
                    <a:pt x="2628900" y="438150"/>
                  </a:lnTo>
                  <a:lnTo>
                    <a:pt x="2647950" y="419100"/>
                  </a:lnTo>
                  <a:lnTo>
                    <a:pt x="2676525" y="400050"/>
                  </a:lnTo>
                  <a:lnTo>
                    <a:pt x="2695575" y="381000"/>
                  </a:lnTo>
                  <a:lnTo>
                    <a:pt x="2705100" y="361950"/>
                  </a:lnTo>
                  <a:lnTo>
                    <a:pt x="2724150" y="342900"/>
                  </a:lnTo>
                  <a:lnTo>
                    <a:pt x="2743200" y="323850"/>
                  </a:lnTo>
                  <a:lnTo>
                    <a:pt x="2762250" y="304800"/>
                  </a:lnTo>
                  <a:lnTo>
                    <a:pt x="2781300" y="285750"/>
                  </a:lnTo>
                  <a:lnTo>
                    <a:pt x="2781300" y="285750"/>
                  </a:lnTo>
                  <a:lnTo>
                    <a:pt x="2800350" y="266700"/>
                  </a:lnTo>
                  <a:lnTo>
                    <a:pt x="2819400" y="247650"/>
                  </a:lnTo>
                  <a:lnTo>
                    <a:pt x="2838450" y="238125"/>
                  </a:lnTo>
                  <a:lnTo>
                    <a:pt x="2857500" y="209550"/>
                  </a:lnTo>
                  <a:lnTo>
                    <a:pt x="2876550" y="190500"/>
                  </a:lnTo>
                  <a:lnTo>
                    <a:pt x="2895600" y="171450"/>
                  </a:lnTo>
                  <a:lnTo>
                    <a:pt x="2914650" y="152400"/>
                  </a:lnTo>
                  <a:lnTo>
                    <a:pt x="2933700" y="133350"/>
                  </a:lnTo>
                  <a:lnTo>
                    <a:pt x="2952750" y="123825"/>
                  </a:lnTo>
                  <a:lnTo>
                    <a:pt x="2971800" y="104775"/>
                  </a:lnTo>
                  <a:lnTo>
                    <a:pt x="2990850" y="85725"/>
                  </a:lnTo>
                  <a:lnTo>
                    <a:pt x="3009900" y="76200"/>
                  </a:lnTo>
                  <a:lnTo>
                    <a:pt x="3028950" y="57150"/>
                  </a:lnTo>
                  <a:lnTo>
                    <a:pt x="3048000" y="47625"/>
                  </a:lnTo>
                  <a:lnTo>
                    <a:pt x="3067050" y="28575"/>
                  </a:lnTo>
                  <a:lnTo>
                    <a:pt x="3086100" y="19050"/>
                  </a:lnTo>
                  <a:lnTo>
                    <a:pt x="3105150" y="9525"/>
                  </a:lnTo>
                  <a:lnTo>
                    <a:pt x="3124200" y="0"/>
                  </a:lnTo>
                  <a:lnTo>
                    <a:pt x="3143250" y="0"/>
                  </a:lnTo>
                  <a:lnTo>
                    <a:pt x="3162300" y="0"/>
                  </a:lnTo>
                  <a:lnTo>
                    <a:pt x="3181350" y="0"/>
                  </a:lnTo>
                  <a:lnTo>
                    <a:pt x="3200400" y="0"/>
                  </a:lnTo>
                  <a:lnTo>
                    <a:pt x="3219450" y="0"/>
                  </a:lnTo>
                  <a:lnTo>
                    <a:pt x="3238500" y="0"/>
                  </a:lnTo>
                  <a:lnTo>
                    <a:pt x="3257550" y="0"/>
                  </a:lnTo>
                  <a:lnTo>
                    <a:pt x="3276600" y="0"/>
                  </a:lnTo>
                  <a:lnTo>
                    <a:pt x="3295650" y="0"/>
                  </a:lnTo>
                  <a:lnTo>
                    <a:pt x="3314700" y="0"/>
                  </a:lnTo>
                  <a:lnTo>
                    <a:pt x="3333750" y="0"/>
                  </a:lnTo>
                  <a:lnTo>
                    <a:pt x="3352800" y="0"/>
                  </a:lnTo>
                  <a:lnTo>
                    <a:pt x="3371850" y="0"/>
                  </a:lnTo>
                  <a:lnTo>
                    <a:pt x="3390900" y="0"/>
                  </a:lnTo>
                  <a:lnTo>
                    <a:pt x="3409950" y="0"/>
                  </a:lnTo>
                  <a:lnTo>
                    <a:pt x="3429000" y="0"/>
                  </a:lnTo>
                  <a:lnTo>
                    <a:pt x="3448050" y="0"/>
                  </a:lnTo>
                  <a:lnTo>
                    <a:pt x="3467100" y="0"/>
                  </a:lnTo>
                  <a:lnTo>
                    <a:pt x="3486150" y="0"/>
                  </a:lnTo>
                  <a:lnTo>
                    <a:pt x="3505200" y="0"/>
                  </a:lnTo>
                  <a:lnTo>
                    <a:pt x="3524250" y="0"/>
                  </a:lnTo>
                  <a:lnTo>
                    <a:pt x="3543300" y="0"/>
                  </a:lnTo>
                  <a:lnTo>
                    <a:pt x="3562350" y="0"/>
                  </a:lnTo>
                  <a:lnTo>
                    <a:pt x="3581400" y="0"/>
                  </a:lnTo>
                  <a:lnTo>
                    <a:pt x="3600450" y="0"/>
                  </a:lnTo>
                  <a:lnTo>
                    <a:pt x="3619500" y="0"/>
                  </a:lnTo>
                  <a:lnTo>
                    <a:pt x="3638550" y="0"/>
                  </a:lnTo>
                  <a:lnTo>
                    <a:pt x="3657600" y="0"/>
                  </a:lnTo>
                  <a:lnTo>
                    <a:pt x="3676650" y="0"/>
                  </a:lnTo>
                  <a:lnTo>
                    <a:pt x="3695700" y="0"/>
                  </a:lnTo>
                  <a:lnTo>
                    <a:pt x="3714750" y="0"/>
                  </a:lnTo>
                  <a:lnTo>
                    <a:pt x="3733800" y="0"/>
                  </a:lnTo>
                  <a:lnTo>
                    <a:pt x="3752850" y="0"/>
                  </a:lnTo>
                  <a:lnTo>
                    <a:pt x="3771900" y="0"/>
                  </a:lnTo>
                  <a:lnTo>
                    <a:pt x="3790950" y="19050"/>
                  </a:lnTo>
                  <a:lnTo>
                    <a:pt x="3810000" y="28575"/>
                  </a:lnTo>
                  <a:lnTo>
                    <a:pt x="3829050" y="38100"/>
                  </a:lnTo>
                  <a:lnTo>
                    <a:pt x="3848100" y="57150"/>
                  </a:lnTo>
                  <a:lnTo>
                    <a:pt x="3867150" y="57150"/>
                  </a:lnTo>
                  <a:lnTo>
                    <a:pt x="3886200" y="76200"/>
                  </a:lnTo>
                  <a:lnTo>
                    <a:pt x="3905250" y="85725"/>
                  </a:lnTo>
                  <a:lnTo>
                    <a:pt x="3924300" y="104775"/>
                  </a:lnTo>
                  <a:lnTo>
                    <a:pt x="3943350" y="123825"/>
                  </a:lnTo>
                  <a:lnTo>
                    <a:pt x="3962400" y="142875"/>
                  </a:lnTo>
                  <a:lnTo>
                    <a:pt x="3981450" y="161925"/>
                  </a:lnTo>
                  <a:lnTo>
                    <a:pt x="4000500" y="180975"/>
                  </a:lnTo>
                  <a:lnTo>
                    <a:pt x="4019550" y="200025"/>
                  </a:lnTo>
                  <a:lnTo>
                    <a:pt x="4038600" y="209550"/>
                  </a:lnTo>
                  <a:lnTo>
                    <a:pt x="4057650" y="228600"/>
                  </a:lnTo>
                  <a:lnTo>
                    <a:pt x="4076700" y="247650"/>
                  </a:lnTo>
                  <a:lnTo>
                    <a:pt x="4095750" y="266700"/>
                  </a:lnTo>
                  <a:lnTo>
                    <a:pt x="4114800" y="285750"/>
                  </a:lnTo>
                  <a:lnTo>
                    <a:pt x="4114800" y="285750"/>
                  </a:lnTo>
                  <a:lnTo>
                    <a:pt x="4124325" y="304800"/>
                  </a:lnTo>
                  <a:lnTo>
                    <a:pt x="4143375" y="323850"/>
                  </a:lnTo>
                  <a:lnTo>
                    <a:pt x="4171950" y="342900"/>
                  </a:lnTo>
                  <a:lnTo>
                    <a:pt x="4181475" y="361950"/>
                  </a:lnTo>
                  <a:lnTo>
                    <a:pt x="4200525" y="381000"/>
                  </a:lnTo>
                  <a:lnTo>
                    <a:pt x="4229100" y="400050"/>
                  </a:lnTo>
                  <a:lnTo>
                    <a:pt x="4248150" y="419100"/>
                  </a:lnTo>
                  <a:lnTo>
                    <a:pt x="4257675" y="438150"/>
                  </a:lnTo>
                  <a:lnTo>
                    <a:pt x="4276725" y="457200"/>
                  </a:lnTo>
                  <a:lnTo>
                    <a:pt x="4295775" y="476250"/>
                  </a:lnTo>
                  <a:lnTo>
                    <a:pt x="4324350" y="495300"/>
                  </a:lnTo>
                  <a:lnTo>
                    <a:pt x="4343400" y="514350"/>
                  </a:lnTo>
                  <a:lnTo>
                    <a:pt x="4362450" y="533400"/>
                  </a:lnTo>
                  <a:lnTo>
                    <a:pt x="4381500" y="552450"/>
                  </a:lnTo>
                  <a:lnTo>
                    <a:pt x="4400550" y="571500"/>
                  </a:lnTo>
                  <a:lnTo>
                    <a:pt x="4419600" y="590550"/>
                  </a:lnTo>
                  <a:lnTo>
                    <a:pt x="4438650" y="609600"/>
                  </a:lnTo>
                  <a:lnTo>
                    <a:pt x="4457700" y="628650"/>
                  </a:lnTo>
                  <a:lnTo>
                    <a:pt x="4476750" y="647700"/>
                  </a:lnTo>
                  <a:lnTo>
                    <a:pt x="4495800" y="666750"/>
                  </a:lnTo>
                  <a:lnTo>
                    <a:pt x="4505325" y="685800"/>
                  </a:lnTo>
                  <a:lnTo>
                    <a:pt x="4533900" y="704850"/>
                  </a:lnTo>
                  <a:lnTo>
                    <a:pt x="4552950" y="723900"/>
                  </a:lnTo>
                  <a:lnTo>
                    <a:pt x="4572000" y="742950"/>
                  </a:lnTo>
                  <a:lnTo>
                    <a:pt x="4591050" y="762000"/>
                  </a:lnTo>
                  <a:lnTo>
                    <a:pt x="4610100" y="781050"/>
                  </a:lnTo>
                  <a:lnTo>
                    <a:pt x="4629150" y="800100"/>
                  </a:lnTo>
                  <a:lnTo>
                    <a:pt x="4648200" y="819150"/>
                  </a:lnTo>
                  <a:lnTo>
                    <a:pt x="4667250" y="838200"/>
                  </a:lnTo>
                  <a:lnTo>
                    <a:pt x="4686300" y="857250"/>
                  </a:lnTo>
                  <a:lnTo>
                    <a:pt x="4705350" y="876300"/>
                  </a:lnTo>
                  <a:lnTo>
                    <a:pt x="4724400" y="895350"/>
                  </a:lnTo>
                  <a:lnTo>
                    <a:pt x="4743450" y="914400"/>
                  </a:lnTo>
                  <a:lnTo>
                    <a:pt x="4762500" y="933450"/>
                  </a:lnTo>
                  <a:lnTo>
                    <a:pt x="4781550" y="952500"/>
                  </a:lnTo>
                  <a:lnTo>
                    <a:pt x="4800600" y="971550"/>
                  </a:lnTo>
                  <a:lnTo>
                    <a:pt x="4819650" y="990600"/>
                  </a:lnTo>
                  <a:lnTo>
                    <a:pt x="4838700" y="1009650"/>
                  </a:lnTo>
                  <a:lnTo>
                    <a:pt x="4857750" y="1028700"/>
                  </a:lnTo>
                  <a:lnTo>
                    <a:pt x="4876800" y="1047750"/>
                  </a:lnTo>
                  <a:lnTo>
                    <a:pt x="4895850" y="1066800"/>
                  </a:lnTo>
                  <a:lnTo>
                    <a:pt x="4914900" y="1085850"/>
                  </a:lnTo>
                  <a:lnTo>
                    <a:pt x="4933950" y="1104900"/>
                  </a:lnTo>
                  <a:lnTo>
                    <a:pt x="4953000" y="1123950"/>
                  </a:lnTo>
                  <a:lnTo>
                    <a:pt x="4972050" y="1143000"/>
                  </a:lnTo>
                  <a:lnTo>
                    <a:pt x="5000625" y="1162050"/>
                  </a:lnTo>
                  <a:lnTo>
                    <a:pt x="5010150" y="1181100"/>
                  </a:lnTo>
                  <a:lnTo>
                    <a:pt x="5029200" y="1200150"/>
                  </a:lnTo>
                  <a:lnTo>
                    <a:pt x="5048250" y="1219200"/>
                  </a:lnTo>
                  <a:lnTo>
                    <a:pt x="5067300" y="1238250"/>
                  </a:lnTo>
                  <a:lnTo>
                    <a:pt x="5086350" y="1257300"/>
                  </a:lnTo>
                  <a:lnTo>
                    <a:pt x="5105400" y="1276350"/>
                  </a:lnTo>
                  <a:lnTo>
                    <a:pt x="5124450" y="1295400"/>
                  </a:lnTo>
                  <a:lnTo>
                    <a:pt x="5143500" y="1314450"/>
                  </a:lnTo>
                  <a:lnTo>
                    <a:pt x="5162550" y="1333500"/>
                  </a:lnTo>
                  <a:lnTo>
                    <a:pt x="5181600" y="1352550"/>
                  </a:lnTo>
                  <a:lnTo>
                    <a:pt x="5200650" y="1371600"/>
                  </a:lnTo>
                  <a:lnTo>
                    <a:pt x="5219700" y="1390650"/>
                  </a:lnTo>
                  <a:lnTo>
                    <a:pt x="5238750" y="1409700"/>
                  </a:lnTo>
                  <a:lnTo>
                    <a:pt x="5257800" y="1428750"/>
                  </a:lnTo>
                  <a:lnTo>
                    <a:pt x="5276850" y="1447800"/>
                  </a:lnTo>
                  <a:lnTo>
                    <a:pt x="5305425" y="1466850"/>
                  </a:lnTo>
                  <a:lnTo>
                    <a:pt x="5314950" y="1485900"/>
                  </a:lnTo>
                  <a:lnTo>
                    <a:pt x="5334000" y="1504950"/>
                  </a:lnTo>
                  <a:lnTo>
                    <a:pt x="5353050" y="1524000"/>
                  </a:lnTo>
                  <a:lnTo>
                    <a:pt x="5372100" y="1543050"/>
                  </a:lnTo>
                  <a:lnTo>
                    <a:pt x="5391150" y="1562100"/>
                  </a:lnTo>
                  <a:lnTo>
                    <a:pt x="5419725" y="1581150"/>
                  </a:lnTo>
                  <a:lnTo>
                    <a:pt x="5438775" y="1600200"/>
                  </a:lnTo>
                  <a:lnTo>
                    <a:pt x="5457825" y="1619250"/>
                  </a:lnTo>
                  <a:lnTo>
                    <a:pt x="5467350" y="1638300"/>
                  </a:lnTo>
                  <a:lnTo>
                    <a:pt x="5495925" y="1657350"/>
                  </a:lnTo>
                  <a:lnTo>
                    <a:pt x="5505450" y="1676400"/>
                  </a:lnTo>
                  <a:lnTo>
                    <a:pt x="5524500" y="1695450"/>
                  </a:lnTo>
                  <a:lnTo>
                    <a:pt x="5553075" y="1714500"/>
                  </a:lnTo>
                  <a:lnTo>
                    <a:pt x="5562600" y="1733550"/>
                  </a:lnTo>
                  <a:lnTo>
                    <a:pt x="5581650" y="1752600"/>
                  </a:lnTo>
                  <a:lnTo>
                    <a:pt x="5610225" y="1771650"/>
                  </a:lnTo>
                  <a:lnTo>
                    <a:pt x="5619750" y="1790700"/>
                  </a:lnTo>
                  <a:lnTo>
                    <a:pt x="5648325" y="1809750"/>
                  </a:lnTo>
                  <a:lnTo>
                    <a:pt x="5667375" y="1828800"/>
                  </a:lnTo>
                  <a:lnTo>
                    <a:pt x="5686425" y="1847850"/>
                  </a:lnTo>
                  <a:lnTo>
                    <a:pt x="5705475" y="1866900"/>
                  </a:lnTo>
                  <a:lnTo>
                    <a:pt x="5724525" y="1885950"/>
                  </a:lnTo>
                  <a:lnTo>
                    <a:pt x="5743575" y="1905000"/>
                  </a:lnTo>
                  <a:lnTo>
                    <a:pt x="5762625" y="1924050"/>
                  </a:lnTo>
                  <a:lnTo>
                    <a:pt x="5781675" y="1943100"/>
                  </a:lnTo>
                  <a:lnTo>
                    <a:pt x="5800725" y="1962150"/>
                  </a:lnTo>
                  <a:lnTo>
                    <a:pt x="5819775" y="1981200"/>
                  </a:lnTo>
                  <a:lnTo>
                    <a:pt x="5838825" y="2000250"/>
                  </a:lnTo>
                  <a:lnTo>
                    <a:pt x="5857875" y="2019300"/>
                  </a:lnTo>
                  <a:lnTo>
                    <a:pt x="5876925" y="2038350"/>
                  </a:lnTo>
                  <a:lnTo>
                    <a:pt x="5886450" y="2057400"/>
                  </a:lnTo>
                  <a:lnTo>
                    <a:pt x="5915025" y="2076450"/>
                  </a:lnTo>
                  <a:lnTo>
                    <a:pt x="5934075" y="2095500"/>
                  </a:lnTo>
                  <a:lnTo>
                    <a:pt x="5953125" y="2114550"/>
                  </a:lnTo>
                  <a:lnTo>
                    <a:pt x="5972175" y="2133600"/>
                  </a:lnTo>
                  <a:lnTo>
                    <a:pt x="5991225" y="2152650"/>
                  </a:lnTo>
                  <a:lnTo>
                    <a:pt x="6010275" y="2171700"/>
                  </a:lnTo>
                  <a:lnTo>
                    <a:pt x="6029325" y="2190750"/>
                  </a:lnTo>
                  <a:lnTo>
                    <a:pt x="6048375" y="2209800"/>
                  </a:lnTo>
                  <a:lnTo>
                    <a:pt x="6067425" y="2228850"/>
                  </a:lnTo>
                  <a:lnTo>
                    <a:pt x="6086475" y="2247900"/>
                  </a:lnTo>
                  <a:lnTo>
                    <a:pt x="6105525" y="2266950"/>
                  </a:lnTo>
                  <a:lnTo>
                    <a:pt x="6124575" y="2286000"/>
                  </a:lnTo>
                  <a:lnTo>
                    <a:pt x="6143625" y="2305050"/>
                  </a:lnTo>
                  <a:lnTo>
                    <a:pt x="6162675" y="2324100"/>
                  </a:lnTo>
                  <a:lnTo>
                    <a:pt x="6181725" y="2343150"/>
                  </a:lnTo>
                  <a:lnTo>
                    <a:pt x="6200775" y="2362200"/>
                  </a:lnTo>
                  <a:lnTo>
                    <a:pt x="6219825" y="2381250"/>
                  </a:lnTo>
                  <a:lnTo>
                    <a:pt x="6238875" y="2400300"/>
                  </a:lnTo>
                  <a:lnTo>
                    <a:pt x="6257925" y="2419350"/>
                  </a:lnTo>
                  <a:lnTo>
                    <a:pt x="6276975" y="2438400"/>
                  </a:lnTo>
                  <a:lnTo>
                    <a:pt x="6296025" y="2457450"/>
                  </a:lnTo>
                  <a:lnTo>
                    <a:pt x="6324600" y="2476500"/>
                  </a:lnTo>
                  <a:lnTo>
                    <a:pt x="6334125" y="2495550"/>
                  </a:lnTo>
                  <a:lnTo>
                    <a:pt x="6353175" y="2514600"/>
                  </a:lnTo>
                  <a:lnTo>
                    <a:pt x="6381750" y="2533650"/>
                  </a:lnTo>
                  <a:lnTo>
                    <a:pt x="6391275" y="2552700"/>
                  </a:lnTo>
                  <a:lnTo>
                    <a:pt x="6410325" y="2571750"/>
                  </a:lnTo>
                  <a:lnTo>
                    <a:pt x="6438900" y="2590800"/>
                  </a:lnTo>
                  <a:lnTo>
                    <a:pt x="6448425" y="2609850"/>
                  </a:lnTo>
                  <a:lnTo>
                    <a:pt x="6477000" y="2628900"/>
                  </a:lnTo>
                  <a:lnTo>
                    <a:pt x="6496050" y="2647950"/>
                  </a:lnTo>
                  <a:lnTo>
                    <a:pt x="6515100" y="2667000"/>
                  </a:lnTo>
                  <a:lnTo>
                    <a:pt x="6534150" y="2686050"/>
                  </a:lnTo>
                  <a:lnTo>
                    <a:pt x="6543675" y="2705100"/>
                  </a:lnTo>
                  <a:lnTo>
                    <a:pt x="6562725" y="2724150"/>
                  </a:lnTo>
                  <a:lnTo>
                    <a:pt x="6591300" y="2743200"/>
                  </a:lnTo>
                  <a:lnTo>
                    <a:pt x="6600825" y="2762250"/>
                  </a:lnTo>
                  <a:lnTo>
                    <a:pt x="6629400" y="2781300"/>
                  </a:lnTo>
                  <a:lnTo>
                    <a:pt x="6648450" y="2800350"/>
                  </a:lnTo>
                  <a:lnTo>
                    <a:pt x="6667500" y="2819400"/>
                  </a:lnTo>
                  <a:lnTo>
                    <a:pt x="6686550" y="2838450"/>
                  </a:lnTo>
                  <a:lnTo>
                    <a:pt x="6696075" y="2857500"/>
                  </a:lnTo>
                  <a:lnTo>
                    <a:pt x="6724650" y="2876550"/>
                  </a:lnTo>
                  <a:lnTo>
                    <a:pt x="6743700" y="2895600"/>
                  </a:lnTo>
                  <a:lnTo>
                    <a:pt x="6762750" y="2914650"/>
                  </a:lnTo>
                  <a:lnTo>
                    <a:pt x="6781800" y="2933700"/>
                  </a:lnTo>
                  <a:lnTo>
                    <a:pt x="6800850" y="2952750"/>
                  </a:lnTo>
                  <a:lnTo>
                    <a:pt x="6819900" y="2971800"/>
                  </a:lnTo>
                  <a:lnTo>
                    <a:pt x="6838950" y="2990850"/>
                  </a:lnTo>
                  <a:lnTo>
                    <a:pt x="6858000" y="3009900"/>
                  </a:lnTo>
                  <a:lnTo>
                    <a:pt x="6877050" y="3028950"/>
                  </a:lnTo>
                  <a:lnTo>
                    <a:pt x="6896100" y="3048000"/>
                  </a:lnTo>
                  <a:lnTo>
                    <a:pt x="6905625" y="3067050"/>
                  </a:lnTo>
                  <a:lnTo>
                    <a:pt x="6534150" y="3067050"/>
                  </a:lnTo>
                  <a:lnTo>
                    <a:pt x="6515100" y="3048000"/>
                  </a:lnTo>
                  <a:lnTo>
                    <a:pt x="6505575" y="3028950"/>
                  </a:lnTo>
                  <a:lnTo>
                    <a:pt x="6477000" y="3009900"/>
                  </a:lnTo>
                  <a:lnTo>
                    <a:pt x="6457950" y="2990850"/>
                  </a:lnTo>
                  <a:lnTo>
                    <a:pt x="6438900" y="2971800"/>
                  </a:lnTo>
                  <a:lnTo>
                    <a:pt x="6419850" y="2952750"/>
                  </a:lnTo>
                  <a:lnTo>
                    <a:pt x="6400800" y="2933700"/>
                  </a:lnTo>
                  <a:lnTo>
                    <a:pt x="6381750" y="2914650"/>
                  </a:lnTo>
                  <a:lnTo>
                    <a:pt x="6362700" y="2895600"/>
                  </a:lnTo>
                  <a:lnTo>
                    <a:pt x="6343650" y="2876550"/>
                  </a:lnTo>
                  <a:lnTo>
                    <a:pt x="6324600" y="2857500"/>
                  </a:lnTo>
                  <a:lnTo>
                    <a:pt x="6305550" y="2838450"/>
                  </a:lnTo>
                  <a:lnTo>
                    <a:pt x="6286500" y="2819400"/>
                  </a:lnTo>
                  <a:lnTo>
                    <a:pt x="6267450" y="2800350"/>
                  </a:lnTo>
                  <a:lnTo>
                    <a:pt x="6248400" y="2781300"/>
                  </a:lnTo>
                  <a:lnTo>
                    <a:pt x="6229350" y="2762250"/>
                  </a:lnTo>
                  <a:lnTo>
                    <a:pt x="6210300" y="2743200"/>
                  </a:lnTo>
                  <a:lnTo>
                    <a:pt x="6191250" y="2724150"/>
                  </a:lnTo>
                  <a:lnTo>
                    <a:pt x="6172200" y="2705100"/>
                  </a:lnTo>
                  <a:lnTo>
                    <a:pt x="6153150" y="2686050"/>
                  </a:lnTo>
                  <a:lnTo>
                    <a:pt x="6134100" y="2667000"/>
                  </a:lnTo>
                  <a:lnTo>
                    <a:pt x="6115050" y="2647950"/>
                  </a:lnTo>
                  <a:lnTo>
                    <a:pt x="6096000" y="2628900"/>
                  </a:lnTo>
                  <a:lnTo>
                    <a:pt x="6076950" y="2609850"/>
                  </a:lnTo>
                  <a:lnTo>
                    <a:pt x="6057900" y="2590800"/>
                  </a:lnTo>
                  <a:lnTo>
                    <a:pt x="6038850" y="2571750"/>
                  </a:lnTo>
                  <a:lnTo>
                    <a:pt x="6019800" y="2552700"/>
                  </a:lnTo>
                  <a:lnTo>
                    <a:pt x="6000750" y="2533650"/>
                  </a:lnTo>
                  <a:lnTo>
                    <a:pt x="5981700" y="2514600"/>
                  </a:lnTo>
                  <a:lnTo>
                    <a:pt x="5962650" y="2495550"/>
                  </a:lnTo>
                  <a:lnTo>
                    <a:pt x="5943600" y="2476500"/>
                  </a:lnTo>
                  <a:lnTo>
                    <a:pt x="5924550" y="2457450"/>
                  </a:lnTo>
                  <a:lnTo>
                    <a:pt x="5895975" y="2438400"/>
                  </a:lnTo>
                  <a:lnTo>
                    <a:pt x="5886450" y="2419350"/>
                  </a:lnTo>
                  <a:lnTo>
                    <a:pt x="5867400" y="2400300"/>
                  </a:lnTo>
                  <a:lnTo>
                    <a:pt x="5848350" y="2381250"/>
                  </a:lnTo>
                  <a:lnTo>
                    <a:pt x="5829300" y="2362200"/>
                  </a:lnTo>
                  <a:lnTo>
                    <a:pt x="5810250" y="2343150"/>
                  </a:lnTo>
                  <a:lnTo>
                    <a:pt x="5791200" y="2324100"/>
                  </a:lnTo>
                  <a:lnTo>
                    <a:pt x="5772150" y="2305050"/>
                  </a:lnTo>
                  <a:lnTo>
                    <a:pt x="5753100" y="2286000"/>
                  </a:lnTo>
                  <a:lnTo>
                    <a:pt x="5724525" y="2266950"/>
                  </a:lnTo>
                  <a:lnTo>
                    <a:pt x="5715000" y="2247900"/>
                  </a:lnTo>
                  <a:lnTo>
                    <a:pt x="5695950" y="2228850"/>
                  </a:lnTo>
                  <a:lnTo>
                    <a:pt x="5676900" y="2209800"/>
                  </a:lnTo>
                  <a:lnTo>
                    <a:pt x="5657850" y="2190750"/>
                  </a:lnTo>
                  <a:lnTo>
                    <a:pt x="5629275" y="2171700"/>
                  </a:lnTo>
                  <a:lnTo>
                    <a:pt x="5619750" y="2152650"/>
                  </a:lnTo>
                  <a:lnTo>
                    <a:pt x="5600700" y="2133600"/>
                  </a:lnTo>
                  <a:lnTo>
                    <a:pt x="5572125" y="2114550"/>
                  </a:lnTo>
                  <a:lnTo>
                    <a:pt x="5562600" y="2095500"/>
                  </a:lnTo>
                  <a:lnTo>
                    <a:pt x="5543550" y="2076450"/>
                  </a:lnTo>
                  <a:lnTo>
                    <a:pt x="5514975" y="2057400"/>
                  </a:lnTo>
                  <a:lnTo>
                    <a:pt x="5505450" y="2038350"/>
                  </a:lnTo>
                  <a:lnTo>
                    <a:pt x="5486400" y="2019300"/>
                  </a:lnTo>
                  <a:lnTo>
                    <a:pt x="5457825" y="2000250"/>
                  </a:lnTo>
                  <a:lnTo>
                    <a:pt x="5448300" y="1981200"/>
                  </a:lnTo>
                  <a:lnTo>
                    <a:pt x="5429250" y="1962150"/>
                  </a:lnTo>
                  <a:lnTo>
                    <a:pt x="5400675" y="1943100"/>
                  </a:lnTo>
                  <a:lnTo>
                    <a:pt x="5391150" y="1924050"/>
                  </a:lnTo>
                  <a:lnTo>
                    <a:pt x="5372100" y="1905000"/>
                  </a:lnTo>
                  <a:lnTo>
                    <a:pt x="5353050" y="1885950"/>
                  </a:lnTo>
                  <a:lnTo>
                    <a:pt x="5324475" y="1866900"/>
                  </a:lnTo>
                  <a:lnTo>
                    <a:pt x="5305425" y="1847850"/>
                  </a:lnTo>
                  <a:lnTo>
                    <a:pt x="5295900" y="1828800"/>
                  </a:lnTo>
                  <a:lnTo>
                    <a:pt x="5267325" y="1809750"/>
                  </a:lnTo>
                  <a:lnTo>
                    <a:pt x="5257800" y="1790700"/>
                  </a:lnTo>
                  <a:lnTo>
                    <a:pt x="5229225" y="1771650"/>
                  </a:lnTo>
                  <a:lnTo>
                    <a:pt x="5210175" y="1752600"/>
                  </a:lnTo>
                  <a:lnTo>
                    <a:pt x="5200650" y="1733550"/>
                  </a:lnTo>
                  <a:lnTo>
                    <a:pt x="5181600" y="1714500"/>
                  </a:lnTo>
                  <a:lnTo>
                    <a:pt x="5153025" y="1695450"/>
                  </a:lnTo>
                  <a:lnTo>
                    <a:pt x="5133975" y="1676400"/>
                  </a:lnTo>
                  <a:lnTo>
                    <a:pt x="5114925" y="1657350"/>
                  </a:lnTo>
                  <a:lnTo>
                    <a:pt x="5095875" y="1638300"/>
                  </a:lnTo>
                  <a:lnTo>
                    <a:pt x="5076825" y="1619250"/>
                  </a:lnTo>
                  <a:lnTo>
                    <a:pt x="5057775" y="1600200"/>
                  </a:lnTo>
                  <a:lnTo>
                    <a:pt x="5038725" y="1581150"/>
                  </a:lnTo>
                  <a:lnTo>
                    <a:pt x="5029200" y="1562100"/>
                  </a:lnTo>
                  <a:lnTo>
                    <a:pt x="5010150" y="1543050"/>
                  </a:lnTo>
                  <a:lnTo>
                    <a:pt x="4981575" y="1524000"/>
                  </a:lnTo>
                  <a:lnTo>
                    <a:pt x="4972050" y="1504950"/>
                  </a:lnTo>
                  <a:lnTo>
                    <a:pt x="4943475" y="1485900"/>
                  </a:lnTo>
                  <a:lnTo>
                    <a:pt x="4933950" y="1466850"/>
                  </a:lnTo>
                  <a:lnTo>
                    <a:pt x="4905375" y="1447800"/>
                  </a:lnTo>
                  <a:lnTo>
                    <a:pt x="4886325" y="1428750"/>
                  </a:lnTo>
                  <a:lnTo>
                    <a:pt x="4867275" y="1409700"/>
                  </a:lnTo>
                  <a:lnTo>
                    <a:pt x="4848225" y="1390650"/>
                  </a:lnTo>
                  <a:lnTo>
                    <a:pt x="4829175" y="1371600"/>
                  </a:lnTo>
                  <a:lnTo>
                    <a:pt x="4810125" y="1352550"/>
                  </a:lnTo>
                  <a:lnTo>
                    <a:pt x="4791075" y="1333500"/>
                  </a:lnTo>
                  <a:lnTo>
                    <a:pt x="4781550" y="1314450"/>
                  </a:lnTo>
                  <a:lnTo>
                    <a:pt x="4752975" y="1295400"/>
                  </a:lnTo>
                  <a:lnTo>
                    <a:pt x="4743450" y="1276350"/>
                  </a:lnTo>
                  <a:lnTo>
                    <a:pt x="4714875" y="1257300"/>
                  </a:lnTo>
                  <a:lnTo>
                    <a:pt x="4705350" y="1238250"/>
                  </a:lnTo>
                  <a:lnTo>
                    <a:pt x="4676775" y="1219200"/>
                  </a:lnTo>
                  <a:lnTo>
                    <a:pt x="4667250" y="1200150"/>
                  </a:lnTo>
                  <a:lnTo>
                    <a:pt x="4638675" y="1181100"/>
                  </a:lnTo>
                  <a:lnTo>
                    <a:pt x="4629150" y="1162050"/>
                  </a:lnTo>
                  <a:lnTo>
                    <a:pt x="4600575" y="1143000"/>
                  </a:lnTo>
                  <a:lnTo>
                    <a:pt x="4581525" y="1123950"/>
                  </a:lnTo>
                  <a:lnTo>
                    <a:pt x="4562475" y="1104900"/>
                  </a:lnTo>
                  <a:lnTo>
                    <a:pt x="4543425" y="1085850"/>
                  </a:lnTo>
                  <a:lnTo>
                    <a:pt x="4524375" y="1066800"/>
                  </a:lnTo>
                  <a:lnTo>
                    <a:pt x="4505325" y="1047750"/>
                  </a:lnTo>
                  <a:lnTo>
                    <a:pt x="4486275" y="1028700"/>
                  </a:lnTo>
                  <a:lnTo>
                    <a:pt x="4467225" y="1009650"/>
                  </a:lnTo>
                  <a:lnTo>
                    <a:pt x="4448175" y="990600"/>
                  </a:lnTo>
                  <a:lnTo>
                    <a:pt x="4429125" y="971550"/>
                  </a:lnTo>
                  <a:lnTo>
                    <a:pt x="4410075" y="952500"/>
                  </a:lnTo>
                  <a:lnTo>
                    <a:pt x="4391025" y="933450"/>
                  </a:lnTo>
                  <a:lnTo>
                    <a:pt x="4371975" y="914400"/>
                  </a:lnTo>
                  <a:lnTo>
                    <a:pt x="4352925" y="895350"/>
                  </a:lnTo>
                  <a:lnTo>
                    <a:pt x="4333875" y="876300"/>
                  </a:lnTo>
                  <a:lnTo>
                    <a:pt x="4324350" y="857250"/>
                  </a:lnTo>
                  <a:lnTo>
                    <a:pt x="4295775" y="838200"/>
                  </a:lnTo>
                  <a:lnTo>
                    <a:pt x="4276725" y="819150"/>
                  </a:lnTo>
                  <a:lnTo>
                    <a:pt x="4267200" y="800100"/>
                  </a:lnTo>
                  <a:lnTo>
                    <a:pt x="4238625" y="781050"/>
                  </a:lnTo>
                  <a:lnTo>
                    <a:pt x="4219575" y="762000"/>
                  </a:lnTo>
                  <a:lnTo>
                    <a:pt x="4200525" y="742950"/>
                  </a:lnTo>
                  <a:lnTo>
                    <a:pt x="4181475" y="723900"/>
                  </a:lnTo>
                  <a:lnTo>
                    <a:pt x="4171950" y="704850"/>
                  </a:lnTo>
                  <a:lnTo>
                    <a:pt x="4143375" y="685800"/>
                  </a:lnTo>
                  <a:lnTo>
                    <a:pt x="4124325" y="666750"/>
                  </a:lnTo>
                  <a:lnTo>
                    <a:pt x="4105275" y="647700"/>
                  </a:lnTo>
                  <a:lnTo>
                    <a:pt x="4086225" y="628650"/>
                  </a:lnTo>
                  <a:lnTo>
                    <a:pt x="4067175" y="609600"/>
                  </a:lnTo>
                  <a:lnTo>
                    <a:pt x="4048125" y="590550"/>
                  </a:lnTo>
                  <a:lnTo>
                    <a:pt x="4029075" y="571500"/>
                  </a:lnTo>
                  <a:lnTo>
                    <a:pt x="4010025" y="552450"/>
                  </a:lnTo>
                  <a:lnTo>
                    <a:pt x="3990975" y="533400"/>
                  </a:lnTo>
                  <a:lnTo>
                    <a:pt x="3971925" y="514350"/>
                  </a:lnTo>
                  <a:lnTo>
                    <a:pt x="3952875" y="495300"/>
                  </a:lnTo>
                  <a:lnTo>
                    <a:pt x="3933825" y="476250"/>
                  </a:lnTo>
                  <a:lnTo>
                    <a:pt x="3914775" y="457200"/>
                  </a:lnTo>
                  <a:lnTo>
                    <a:pt x="3895725" y="438150"/>
                  </a:lnTo>
                  <a:lnTo>
                    <a:pt x="3867150" y="419100"/>
                  </a:lnTo>
                  <a:lnTo>
                    <a:pt x="3848100" y="400050"/>
                  </a:lnTo>
                  <a:lnTo>
                    <a:pt x="3810000" y="381000"/>
                  </a:lnTo>
                  <a:lnTo>
                    <a:pt x="3781425" y="361950"/>
                  </a:lnTo>
                  <a:lnTo>
                    <a:pt x="3743325" y="342900"/>
                  </a:lnTo>
                  <a:lnTo>
                    <a:pt x="3705225" y="323850"/>
                  </a:lnTo>
                  <a:lnTo>
                    <a:pt x="3629025" y="304800"/>
                  </a:lnTo>
                  <a:lnTo>
                    <a:pt x="3524250" y="285750"/>
                  </a:lnTo>
                  <a:lnTo>
                    <a:pt x="3514725" y="276225"/>
                  </a:lnTo>
                  <a:lnTo>
                    <a:pt x="3495675" y="276225"/>
                  </a:lnTo>
                  <a:lnTo>
                    <a:pt x="3476625" y="276225"/>
                  </a:lnTo>
                  <a:lnTo>
                    <a:pt x="3457575" y="276225"/>
                  </a:lnTo>
                  <a:lnTo>
                    <a:pt x="3438525" y="285750"/>
                  </a:lnTo>
                  <a:lnTo>
                    <a:pt x="3438525" y="285750"/>
                  </a:lnTo>
                  <a:lnTo>
                    <a:pt x="3295650" y="304800"/>
                  </a:lnTo>
                  <a:lnTo>
                    <a:pt x="3238500" y="323850"/>
                  </a:lnTo>
                  <a:lnTo>
                    <a:pt x="3200400" y="342900"/>
                  </a:lnTo>
                  <a:lnTo>
                    <a:pt x="3152775" y="361950"/>
                  </a:lnTo>
                  <a:lnTo>
                    <a:pt x="3124200" y="381000"/>
                  </a:lnTo>
                  <a:lnTo>
                    <a:pt x="3095625" y="400050"/>
                  </a:lnTo>
                  <a:lnTo>
                    <a:pt x="3067050" y="419100"/>
                  </a:lnTo>
                  <a:lnTo>
                    <a:pt x="3048000" y="438150"/>
                  </a:lnTo>
                  <a:lnTo>
                    <a:pt x="3028950" y="457200"/>
                  </a:lnTo>
                  <a:lnTo>
                    <a:pt x="3009900" y="476250"/>
                  </a:lnTo>
                  <a:lnTo>
                    <a:pt x="2990850" y="495300"/>
                  </a:lnTo>
                  <a:lnTo>
                    <a:pt x="2971800" y="514350"/>
                  </a:lnTo>
                  <a:lnTo>
                    <a:pt x="2943225" y="533400"/>
                  </a:lnTo>
                  <a:lnTo>
                    <a:pt x="2924175" y="552450"/>
                  </a:lnTo>
                  <a:lnTo>
                    <a:pt x="2914650" y="571500"/>
                  </a:lnTo>
                  <a:lnTo>
                    <a:pt x="2895600" y="590550"/>
                  </a:lnTo>
                  <a:lnTo>
                    <a:pt x="2876550" y="609600"/>
                  </a:lnTo>
                  <a:lnTo>
                    <a:pt x="2857500" y="628650"/>
                  </a:lnTo>
                  <a:lnTo>
                    <a:pt x="2838450" y="647700"/>
                  </a:lnTo>
                  <a:lnTo>
                    <a:pt x="2819400" y="666750"/>
                  </a:lnTo>
                  <a:lnTo>
                    <a:pt x="2790825" y="685800"/>
                  </a:lnTo>
                  <a:lnTo>
                    <a:pt x="2771775" y="704850"/>
                  </a:lnTo>
                  <a:lnTo>
                    <a:pt x="2752725" y="723900"/>
                  </a:lnTo>
                  <a:lnTo>
                    <a:pt x="2743200" y="742950"/>
                  </a:lnTo>
                  <a:lnTo>
                    <a:pt x="2724150" y="762000"/>
                  </a:lnTo>
                  <a:lnTo>
                    <a:pt x="2705100" y="781050"/>
                  </a:lnTo>
                  <a:lnTo>
                    <a:pt x="2686050" y="800100"/>
                  </a:lnTo>
                  <a:lnTo>
                    <a:pt x="2667000" y="819150"/>
                  </a:lnTo>
                  <a:lnTo>
                    <a:pt x="2638425" y="838200"/>
                  </a:lnTo>
                  <a:lnTo>
                    <a:pt x="2619375" y="857250"/>
                  </a:lnTo>
                  <a:lnTo>
                    <a:pt x="2600325" y="876300"/>
                  </a:lnTo>
                  <a:lnTo>
                    <a:pt x="2590800" y="895350"/>
                  </a:lnTo>
                  <a:lnTo>
                    <a:pt x="2571750" y="914400"/>
                  </a:lnTo>
                  <a:lnTo>
                    <a:pt x="2552700" y="933450"/>
                  </a:lnTo>
                  <a:lnTo>
                    <a:pt x="2533650" y="952500"/>
                  </a:lnTo>
                  <a:lnTo>
                    <a:pt x="2514600" y="971550"/>
                  </a:lnTo>
                  <a:lnTo>
                    <a:pt x="2486025" y="990600"/>
                  </a:lnTo>
                  <a:lnTo>
                    <a:pt x="2466975" y="1009650"/>
                  </a:lnTo>
                  <a:lnTo>
                    <a:pt x="2457450" y="1028700"/>
                  </a:lnTo>
                  <a:lnTo>
                    <a:pt x="2428875" y="1047750"/>
                  </a:lnTo>
                  <a:lnTo>
                    <a:pt x="2409825" y="1066800"/>
                  </a:lnTo>
                  <a:lnTo>
                    <a:pt x="2400300" y="1085850"/>
                  </a:lnTo>
                  <a:lnTo>
                    <a:pt x="2381250" y="1104900"/>
                  </a:lnTo>
                  <a:lnTo>
                    <a:pt x="2362200" y="1123950"/>
                  </a:lnTo>
                  <a:lnTo>
                    <a:pt x="2333625" y="1143000"/>
                  </a:lnTo>
                  <a:lnTo>
                    <a:pt x="2314575" y="1162050"/>
                  </a:lnTo>
                  <a:lnTo>
                    <a:pt x="2305050" y="1181100"/>
                  </a:lnTo>
                  <a:lnTo>
                    <a:pt x="2286000" y="1200150"/>
                  </a:lnTo>
                  <a:lnTo>
                    <a:pt x="2266950" y="1219200"/>
                  </a:lnTo>
                  <a:lnTo>
                    <a:pt x="2247900" y="1238250"/>
                  </a:lnTo>
                  <a:lnTo>
                    <a:pt x="2228850" y="1257300"/>
                  </a:lnTo>
                  <a:lnTo>
                    <a:pt x="2209800" y="1276350"/>
                  </a:lnTo>
                  <a:lnTo>
                    <a:pt x="2190750" y="1295400"/>
                  </a:lnTo>
                  <a:lnTo>
                    <a:pt x="2162175" y="1314450"/>
                  </a:lnTo>
                  <a:lnTo>
                    <a:pt x="2152650" y="1333500"/>
                  </a:lnTo>
                  <a:lnTo>
                    <a:pt x="2133600" y="1352550"/>
                  </a:lnTo>
                  <a:lnTo>
                    <a:pt x="2105025" y="1371600"/>
                  </a:lnTo>
                  <a:lnTo>
                    <a:pt x="2095500" y="1390650"/>
                  </a:lnTo>
                  <a:lnTo>
                    <a:pt x="2076450" y="1409700"/>
                  </a:lnTo>
                  <a:lnTo>
                    <a:pt x="2057400" y="1428750"/>
                  </a:lnTo>
                  <a:lnTo>
                    <a:pt x="2038350" y="1447800"/>
                  </a:lnTo>
                  <a:lnTo>
                    <a:pt x="2009775" y="1466850"/>
                  </a:lnTo>
                  <a:lnTo>
                    <a:pt x="2000250" y="1485900"/>
                  </a:lnTo>
                  <a:lnTo>
                    <a:pt x="1981200" y="1504950"/>
                  </a:lnTo>
                  <a:lnTo>
                    <a:pt x="1962150" y="1524000"/>
                  </a:lnTo>
                  <a:lnTo>
                    <a:pt x="1943100" y="1543050"/>
                  </a:lnTo>
                  <a:lnTo>
                    <a:pt x="1924050" y="1562100"/>
                  </a:lnTo>
                  <a:lnTo>
                    <a:pt x="1905000" y="1581150"/>
                  </a:lnTo>
                  <a:lnTo>
                    <a:pt x="1885950" y="1600200"/>
                  </a:lnTo>
                  <a:lnTo>
                    <a:pt x="1857375" y="1619250"/>
                  </a:lnTo>
                  <a:lnTo>
                    <a:pt x="1847850" y="1638300"/>
                  </a:lnTo>
                  <a:lnTo>
                    <a:pt x="1828800" y="1657350"/>
                  </a:lnTo>
                  <a:lnTo>
                    <a:pt x="1809750" y="1676400"/>
                  </a:lnTo>
                  <a:lnTo>
                    <a:pt x="1790700" y="1695450"/>
                  </a:lnTo>
                  <a:lnTo>
                    <a:pt x="1771650" y="1714500"/>
                  </a:lnTo>
                  <a:lnTo>
                    <a:pt x="1752600" y="1733550"/>
                  </a:lnTo>
                  <a:lnTo>
                    <a:pt x="1733550" y="1752600"/>
                  </a:lnTo>
                  <a:lnTo>
                    <a:pt x="1714500" y="1771650"/>
                  </a:lnTo>
                  <a:lnTo>
                    <a:pt x="1695450" y="1790700"/>
                  </a:lnTo>
                  <a:lnTo>
                    <a:pt x="1676400" y="1809750"/>
                  </a:lnTo>
                  <a:lnTo>
                    <a:pt x="1657350" y="1828800"/>
                  </a:lnTo>
                  <a:lnTo>
                    <a:pt x="1638300" y="1847850"/>
                  </a:lnTo>
                  <a:lnTo>
                    <a:pt x="1619250" y="1866900"/>
                  </a:lnTo>
                  <a:lnTo>
                    <a:pt x="1600200" y="1885950"/>
                  </a:lnTo>
                  <a:lnTo>
                    <a:pt x="1581150" y="1905000"/>
                  </a:lnTo>
                  <a:lnTo>
                    <a:pt x="1562100" y="1924050"/>
                  </a:lnTo>
                  <a:lnTo>
                    <a:pt x="1543050" y="1943100"/>
                  </a:lnTo>
                  <a:lnTo>
                    <a:pt x="1524000" y="1962150"/>
                  </a:lnTo>
                  <a:lnTo>
                    <a:pt x="1504950" y="1981200"/>
                  </a:lnTo>
                  <a:lnTo>
                    <a:pt x="1485900" y="2000250"/>
                  </a:lnTo>
                  <a:lnTo>
                    <a:pt x="1466850" y="2019300"/>
                  </a:lnTo>
                  <a:lnTo>
                    <a:pt x="1447800" y="2038350"/>
                  </a:lnTo>
                  <a:lnTo>
                    <a:pt x="1428750" y="2057400"/>
                  </a:lnTo>
                  <a:lnTo>
                    <a:pt x="1409700" y="2076450"/>
                  </a:lnTo>
                  <a:lnTo>
                    <a:pt x="1390650" y="2095500"/>
                  </a:lnTo>
                  <a:lnTo>
                    <a:pt x="1371600" y="2114550"/>
                  </a:lnTo>
                  <a:lnTo>
                    <a:pt x="1352550" y="2133600"/>
                  </a:lnTo>
                  <a:lnTo>
                    <a:pt x="1333500" y="2152650"/>
                  </a:lnTo>
                  <a:lnTo>
                    <a:pt x="1314450" y="2171700"/>
                  </a:lnTo>
                  <a:lnTo>
                    <a:pt x="1295400" y="2190750"/>
                  </a:lnTo>
                  <a:lnTo>
                    <a:pt x="1276350" y="2209800"/>
                  </a:lnTo>
                  <a:lnTo>
                    <a:pt x="1257300" y="2228850"/>
                  </a:lnTo>
                  <a:lnTo>
                    <a:pt x="1238250" y="2247900"/>
                  </a:lnTo>
                  <a:lnTo>
                    <a:pt x="1219200" y="2266950"/>
                  </a:lnTo>
                  <a:lnTo>
                    <a:pt x="1200150" y="2286000"/>
                  </a:lnTo>
                  <a:lnTo>
                    <a:pt x="1181100" y="2305050"/>
                  </a:lnTo>
                  <a:lnTo>
                    <a:pt x="1162050" y="2324100"/>
                  </a:lnTo>
                  <a:lnTo>
                    <a:pt x="1143000" y="2343150"/>
                  </a:lnTo>
                  <a:lnTo>
                    <a:pt x="1123950" y="2362200"/>
                  </a:lnTo>
                  <a:lnTo>
                    <a:pt x="1104900" y="2381250"/>
                  </a:lnTo>
                  <a:lnTo>
                    <a:pt x="1085850" y="2400300"/>
                  </a:lnTo>
                  <a:lnTo>
                    <a:pt x="1066800" y="2419350"/>
                  </a:lnTo>
                  <a:lnTo>
                    <a:pt x="1047750" y="2438400"/>
                  </a:lnTo>
                  <a:lnTo>
                    <a:pt x="1028700" y="2457450"/>
                  </a:lnTo>
                  <a:lnTo>
                    <a:pt x="1009650" y="2476500"/>
                  </a:lnTo>
                  <a:lnTo>
                    <a:pt x="990600" y="2495550"/>
                  </a:lnTo>
                  <a:lnTo>
                    <a:pt x="971550" y="2514600"/>
                  </a:lnTo>
                  <a:lnTo>
                    <a:pt x="952500" y="2533650"/>
                  </a:lnTo>
                  <a:lnTo>
                    <a:pt x="933450" y="2552700"/>
                  </a:lnTo>
                  <a:lnTo>
                    <a:pt x="923925" y="2571750"/>
                  </a:lnTo>
                  <a:lnTo>
                    <a:pt x="904875" y="2590800"/>
                  </a:lnTo>
                  <a:lnTo>
                    <a:pt x="885825" y="2609850"/>
                  </a:lnTo>
                  <a:lnTo>
                    <a:pt x="866775" y="2628900"/>
                  </a:lnTo>
                  <a:lnTo>
                    <a:pt x="847725" y="2647950"/>
                  </a:lnTo>
                  <a:lnTo>
                    <a:pt x="828675" y="2667000"/>
                  </a:lnTo>
                  <a:lnTo>
                    <a:pt x="800100" y="2686050"/>
                  </a:lnTo>
                  <a:lnTo>
                    <a:pt x="781050" y="2705100"/>
                  </a:lnTo>
                  <a:lnTo>
                    <a:pt x="771525" y="2724150"/>
                  </a:lnTo>
                  <a:lnTo>
                    <a:pt x="752475" y="2743200"/>
                  </a:lnTo>
                  <a:lnTo>
                    <a:pt x="733425" y="2762250"/>
                  </a:lnTo>
                  <a:lnTo>
                    <a:pt x="714375" y="2781300"/>
                  </a:lnTo>
                  <a:lnTo>
                    <a:pt x="695325" y="2800350"/>
                  </a:lnTo>
                  <a:lnTo>
                    <a:pt x="676275" y="2819400"/>
                  </a:lnTo>
                  <a:lnTo>
                    <a:pt x="657225" y="2838450"/>
                  </a:lnTo>
                  <a:lnTo>
                    <a:pt x="638175" y="2857500"/>
                  </a:lnTo>
                  <a:lnTo>
                    <a:pt x="619125" y="2876550"/>
                  </a:lnTo>
                  <a:lnTo>
                    <a:pt x="600075" y="2895600"/>
                  </a:lnTo>
                  <a:lnTo>
                    <a:pt x="581025" y="2914650"/>
                  </a:lnTo>
                  <a:lnTo>
                    <a:pt x="561975" y="2933700"/>
                  </a:lnTo>
                  <a:lnTo>
                    <a:pt x="542925" y="2952750"/>
                  </a:lnTo>
                  <a:lnTo>
                    <a:pt x="523875" y="2971800"/>
                  </a:lnTo>
                  <a:lnTo>
                    <a:pt x="504825" y="2990850"/>
                  </a:lnTo>
                  <a:lnTo>
                    <a:pt x="485775" y="3009900"/>
                  </a:lnTo>
                  <a:lnTo>
                    <a:pt x="466725" y="3028950"/>
                  </a:lnTo>
                  <a:lnTo>
                    <a:pt x="438150" y="3048000"/>
                  </a:lnTo>
                  <a:lnTo>
                    <a:pt x="428625" y="30670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eco-sparkle-white"/>
            <p:cNvSpPr/>
            <p:nvPr/>
          </p:nvSpPr>
          <p:spPr>
            <a:xfrm>
              <a:off x="27212925" y="12296775"/>
              <a:ext cx="1295400" cy="1333500"/>
            </a:xfrm>
            <a:custGeom>
              <a:avLst/>
              <a:gdLst/>
              <a:ahLst/>
              <a:cxnLst/>
              <a:rect l="l" t="t" r="r" b="b"/>
              <a:pathLst>
                <a:path w="1295400" h="1333500">
                  <a:moveTo>
                    <a:pt x="1295400" y="666750"/>
                  </a:moveTo>
                  <a:lnTo>
                    <a:pt x="1295400" y="666750"/>
                  </a:lnTo>
                  <a:lnTo>
                    <a:pt x="1276350" y="666750"/>
                  </a:lnTo>
                  <a:lnTo>
                    <a:pt x="1257300" y="676275"/>
                  </a:lnTo>
                  <a:lnTo>
                    <a:pt x="1238250" y="685800"/>
                  </a:lnTo>
                  <a:lnTo>
                    <a:pt x="1200150" y="695325"/>
                  </a:lnTo>
                  <a:lnTo>
                    <a:pt x="1162050" y="714375"/>
                  </a:lnTo>
                  <a:lnTo>
                    <a:pt x="1123950" y="733425"/>
                  </a:lnTo>
                  <a:lnTo>
                    <a:pt x="1076325" y="762000"/>
                  </a:lnTo>
                  <a:lnTo>
                    <a:pt x="1038225" y="800100"/>
                  </a:lnTo>
                  <a:lnTo>
                    <a:pt x="990600" y="828675"/>
                  </a:lnTo>
                  <a:lnTo>
                    <a:pt x="942975" y="876300"/>
                  </a:lnTo>
                  <a:lnTo>
                    <a:pt x="895350" y="923925"/>
                  </a:lnTo>
                  <a:lnTo>
                    <a:pt x="847725" y="962025"/>
                  </a:lnTo>
                  <a:lnTo>
                    <a:pt x="809625" y="1019175"/>
                  </a:lnTo>
                  <a:lnTo>
                    <a:pt x="771525" y="1066800"/>
                  </a:lnTo>
                  <a:lnTo>
                    <a:pt x="742950" y="1114425"/>
                  </a:lnTo>
                  <a:lnTo>
                    <a:pt x="714375" y="1162050"/>
                  </a:lnTo>
                  <a:lnTo>
                    <a:pt x="695325" y="1200150"/>
                  </a:lnTo>
                  <a:lnTo>
                    <a:pt x="676275" y="1238250"/>
                  </a:lnTo>
                  <a:lnTo>
                    <a:pt x="666750" y="1276350"/>
                  </a:lnTo>
                  <a:lnTo>
                    <a:pt x="657225" y="1295400"/>
                  </a:lnTo>
                  <a:lnTo>
                    <a:pt x="647700" y="1314450"/>
                  </a:lnTo>
                  <a:lnTo>
                    <a:pt x="647700" y="1333500"/>
                  </a:lnTo>
                  <a:lnTo>
                    <a:pt x="647700" y="1333500"/>
                  </a:lnTo>
                  <a:lnTo>
                    <a:pt x="647700" y="1333500"/>
                  </a:lnTo>
                  <a:lnTo>
                    <a:pt x="647700" y="1314450"/>
                  </a:lnTo>
                  <a:lnTo>
                    <a:pt x="638175" y="1295400"/>
                  </a:lnTo>
                  <a:lnTo>
                    <a:pt x="628650" y="1276350"/>
                  </a:lnTo>
                  <a:lnTo>
                    <a:pt x="619125" y="1238250"/>
                  </a:lnTo>
                  <a:lnTo>
                    <a:pt x="600075" y="1200150"/>
                  </a:lnTo>
                  <a:lnTo>
                    <a:pt x="581025" y="1162050"/>
                  </a:lnTo>
                  <a:lnTo>
                    <a:pt x="552450" y="1114425"/>
                  </a:lnTo>
                  <a:lnTo>
                    <a:pt x="523875" y="1066800"/>
                  </a:lnTo>
                  <a:lnTo>
                    <a:pt x="485775" y="1019175"/>
                  </a:lnTo>
                  <a:lnTo>
                    <a:pt x="447675" y="962025"/>
                  </a:lnTo>
                  <a:lnTo>
                    <a:pt x="400050" y="923925"/>
                  </a:lnTo>
                  <a:lnTo>
                    <a:pt x="352425" y="876300"/>
                  </a:lnTo>
                  <a:lnTo>
                    <a:pt x="304800" y="828675"/>
                  </a:lnTo>
                  <a:lnTo>
                    <a:pt x="257175" y="800100"/>
                  </a:lnTo>
                  <a:lnTo>
                    <a:pt x="219075" y="762000"/>
                  </a:lnTo>
                  <a:lnTo>
                    <a:pt x="171450" y="733425"/>
                  </a:lnTo>
                  <a:lnTo>
                    <a:pt x="133350" y="714375"/>
                  </a:lnTo>
                  <a:lnTo>
                    <a:pt x="95250" y="695325"/>
                  </a:lnTo>
                  <a:lnTo>
                    <a:pt x="57150" y="685800"/>
                  </a:lnTo>
                  <a:lnTo>
                    <a:pt x="38100" y="676275"/>
                  </a:lnTo>
                  <a:lnTo>
                    <a:pt x="19050" y="666750"/>
                  </a:lnTo>
                  <a:lnTo>
                    <a:pt x="0" y="666750"/>
                  </a:lnTo>
                  <a:lnTo>
                    <a:pt x="0" y="666750"/>
                  </a:lnTo>
                  <a:lnTo>
                    <a:pt x="0" y="666750"/>
                  </a:lnTo>
                  <a:lnTo>
                    <a:pt x="19050" y="666750"/>
                  </a:lnTo>
                  <a:lnTo>
                    <a:pt x="38100" y="657225"/>
                  </a:lnTo>
                  <a:lnTo>
                    <a:pt x="57150" y="647700"/>
                  </a:lnTo>
                  <a:lnTo>
                    <a:pt x="95250" y="638175"/>
                  </a:lnTo>
                  <a:lnTo>
                    <a:pt x="133350" y="619125"/>
                  </a:lnTo>
                  <a:lnTo>
                    <a:pt x="171450" y="600075"/>
                  </a:lnTo>
                  <a:lnTo>
                    <a:pt x="219075" y="571500"/>
                  </a:lnTo>
                  <a:lnTo>
                    <a:pt x="257175" y="533400"/>
                  </a:lnTo>
                  <a:lnTo>
                    <a:pt x="304800" y="504825"/>
                  </a:lnTo>
                  <a:lnTo>
                    <a:pt x="352425" y="457200"/>
                  </a:lnTo>
                  <a:lnTo>
                    <a:pt x="400050" y="409575"/>
                  </a:lnTo>
                  <a:lnTo>
                    <a:pt x="447675" y="371475"/>
                  </a:lnTo>
                  <a:lnTo>
                    <a:pt x="485775" y="314325"/>
                  </a:lnTo>
                  <a:lnTo>
                    <a:pt x="523875" y="266700"/>
                  </a:lnTo>
                  <a:lnTo>
                    <a:pt x="552450" y="219075"/>
                  </a:lnTo>
                  <a:lnTo>
                    <a:pt x="581025" y="171450"/>
                  </a:lnTo>
                  <a:lnTo>
                    <a:pt x="600075" y="133350"/>
                  </a:lnTo>
                  <a:lnTo>
                    <a:pt x="619125" y="95250"/>
                  </a:lnTo>
                  <a:lnTo>
                    <a:pt x="628650" y="57150"/>
                  </a:lnTo>
                  <a:lnTo>
                    <a:pt x="638175" y="38100"/>
                  </a:lnTo>
                  <a:lnTo>
                    <a:pt x="647700" y="19050"/>
                  </a:lnTo>
                  <a:lnTo>
                    <a:pt x="647700" y="0"/>
                  </a:lnTo>
                  <a:lnTo>
                    <a:pt x="647700" y="0"/>
                  </a:lnTo>
                  <a:lnTo>
                    <a:pt x="647700" y="0"/>
                  </a:lnTo>
                  <a:lnTo>
                    <a:pt x="647700" y="19050"/>
                  </a:lnTo>
                  <a:lnTo>
                    <a:pt x="657225" y="38100"/>
                  </a:lnTo>
                  <a:lnTo>
                    <a:pt x="666750" y="57150"/>
                  </a:lnTo>
                  <a:lnTo>
                    <a:pt x="676275" y="95250"/>
                  </a:lnTo>
                  <a:lnTo>
                    <a:pt x="695325" y="133350"/>
                  </a:lnTo>
                  <a:lnTo>
                    <a:pt x="714375" y="171450"/>
                  </a:lnTo>
                  <a:lnTo>
                    <a:pt x="742950" y="219075"/>
                  </a:lnTo>
                  <a:lnTo>
                    <a:pt x="771525" y="266700"/>
                  </a:lnTo>
                  <a:lnTo>
                    <a:pt x="809625" y="314325"/>
                  </a:lnTo>
                  <a:lnTo>
                    <a:pt x="847725" y="371475"/>
                  </a:lnTo>
                  <a:lnTo>
                    <a:pt x="895350" y="409575"/>
                  </a:lnTo>
                  <a:lnTo>
                    <a:pt x="942975" y="457200"/>
                  </a:lnTo>
                  <a:lnTo>
                    <a:pt x="990600" y="504825"/>
                  </a:lnTo>
                  <a:lnTo>
                    <a:pt x="1038225" y="533400"/>
                  </a:lnTo>
                  <a:lnTo>
                    <a:pt x="1076325" y="571500"/>
                  </a:lnTo>
                  <a:lnTo>
                    <a:pt x="1123950" y="600075"/>
                  </a:lnTo>
                  <a:lnTo>
                    <a:pt x="1162050" y="619125"/>
                  </a:lnTo>
                  <a:lnTo>
                    <a:pt x="1200150" y="638175"/>
                  </a:lnTo>
                  <a:lnTo>
                    <a:pt x="1238250" y="647700"/>
                  </a:lnTo>
                  <a:lnTo>
                    <a:pt x="1257300" y="657225"/>
                  </a:lnTo>
                  <a:lnTo>
                    <a:pt x="1276350" y="666750"/>
                  </a:lnTo>
                  <a:lnTo>
                    <a:pt x="1295400" y="666750"/>
                  </a:lnTo>
                  <a:close/>
                </a:path>
              </a:pathLst>
            </a:custGeom>
            <a:solidFill>
              <a:srgbClr val="F2F1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title-block"/>
          <p:cNvGrpSpPr/>
          <p:nvPr/>
        </p:nvGrpSpPr>
        <p:grpSpPr>
          <a:xfrm>
            <a:off x="1066800" y="3171825"/>
            <a:ext cx="3810000" cy="4257675"/>
            <a:chOff x="1066800" y="3171825"/>
            <a:chExt cx="3810000" cy="4257675"/>
          </a:xfrm>
        </p:grpSpPr>
        <p:sp>
          <p:nvSpPr>
            <p:cNvPr id="11" name="deco-sparkle-blue"/>
            <p:cNvSpPr/>
            <p:nvPr/>
          </p:nvSpPr>
          <p:spPr>
            <a:xfrm>
              <a:off x="1247775" y="6096000"/>
              <a:ext cx="1314450" cy="1333500"/>
            </a:xfrm>
            <a:custGeom>
              <a:avLst/>
              <a:gdLst/>
              <a:ahLst/>
              <a:cxnLst/>
              <a:rect l="l" t="t" r="r" b="b"/>
              <a:pathLst>
                <a:path w="1314450" h="1333500">
                  <a:moveTo>
                    <a:pt x="1314450" y="666750"/>
                  </a:moveTo>
                  <a:lnTo>
                    <a:pt x="1314450" y="666750"/>
                  </a:lnTo>
                  <a:lnTo>
                    <a:pt x="1295400" y="666750"/>
                  </a:lnTo>
                  <a:lnTo>
                    <a:pt x="1276350" y="676275"/>
                  </a:lnTo>
                  <a:lnTo>
                    <a:pt x="1257300" y="685800"/>
                  </a:lnTo>
                  <a:lnTo>
                    <a:pt x="1219200" y="695325"/>
                  </a:lnTo>
                  <a:lnTo>
                    <a:pt x="1181100" y="714375"/>
                  </a:lnTo>
                  <a:lnTo>
                    <a:pt x="1143000" y="733425"/>
                  </a:lnTo>
                  <a:lnTo>
                    <a:pt x="1095375" y="762000"/>
                  </a:lnTo>
                  <a:lnTo>
                    <a:pt x="1047750" y="800100"/>
                  </a:lnTo>
                  <a:lnTo>
                    <a:pt x="1000125" y="828675"/>
                  </a:lnTo>
                  <a:lnTo>
                    <a:pt x="952500" y="876300"/>
                  </a:lnTo>
                  <a:lnTo>
                    <a:pt x="904875" y="923925"/>
                  </a:lnTo>
                  <a:lnTo>
                    <a:pt x="857250" y="962025"/>
                  </a:lnTo>
                  <a:lnTo>
                    <a:pt x="819150" y="1019175"/>
                  </a:lnTo>
                  <a:lnTo>
                    <a:pt x="781050" y="1066800"/>
                  </a:lnTo>
                  <a:lnTo>
                    <a:pt x="752475" y="1114425"/>
                  </a:lnTo>
                  <a:lnTo>
                    <a:pt x="723900" y="1162050"/>
                  </a:lnTo>
                  <a:lnTo>
                    <a:pt x="704850" y="1200150"/>
                  </a:lnTo>
                  <a:lnTo>
                    <a:pt x="685800" y="1238250"/>
                  </a:lnTo>
                  <a:lnTo>
                    <a:pt x="676275" y="1276350"/>
                  </a:lnTo>
                  <a:lnTo>
                    <a:pt x="666750" y="1295400"/>
                  </a:lnTo>
                  <a:lnTo>
                    <a:pt x="657225" y="1314450"/>
                  </a:lnTo>
                  <a:lnTo>
                    <a:pt x="657225" y="1333500"/>
                  </a:lnTo>
                  <a:lnTo>
                    <a:pt x="657225" y="1333500"/>
                  </a:lnTo>
                  <a:lnTo>
                    <a:pt x="657225" y="1333500"/>
                  </a:lnTo>
                  <a:lnTo>
                    <a:pt x="657225" y="1314450"/>
                  </a:lnTo>
                  <a:lnTo>
                    <a:pt x="647700" y="1295400"/>
                  </a:lnTo>
                  <a:lnTo>
                    <a:pt x="638175" y="1276350"/>
                  </a:lnTo>
                  <a:lnTo>
                    <a:pt x="628650" y="1238250"/>
                  </a:lnTo>
                  <a:lnTo>
                    <a:pt x="609600" y="1200150"/>
                  </a:lnTo>
                  <a:lnTo>
                    <a:pt x="590550" y="1162050"/>
                  </a:lnTo>
                  <a:lnTo>
                    <a:pt x="561975" y="1114425"/>
                  </a:lnTo>
                  <a:lnTo>
                    <a:pt x="533400" y="1066800"/>
                  </a:lnTo>
                  <a:lnTo>
                    <a:pt x="495300" y="1019175"/>
                  </a:lnTo>
                  <a:lnTo>
                    <a:pt x="457200" y="962025"/>
                  </a:lnTo>
                  <a:lnTo>
                    <a:pt x="409575" y="923925"/>
                  </a:lnTo>
                  <a:lnTo>
                    <a:pt x="361950" y="876300"/>
                  </a:lnTo>
                  <a:lnTo>
                    <a:pt x="314325" y="828675"/>
                  </a:lnTo>
                  <a:lnTo>
                    <a:pt x="266700" y="800100"/>
                  </a:lnTo>
                  <a:lnTo>
                    <a:pt x="219075" y="762000"/>
                  </a:lnTo>
                  <a:lnTo>
                    <a:pt x="171450" y="733425"/>
                  </a:lnTo>
                  <a:lnTo>
                    <a:pt x="133350" y="714375"/>
                  </a:lnTo>
                  <a:lnTo>
                    <a:pt x="95250" y="695325"/>
                  </a:lnTo>
                  <a:lnTo>
                    <a:pt x="57150" y="685800"/>
                  </a:lnTo>
                  <a:lnTo>
                    <a:pt x="38100" y="676275"/>
                  </a:lnTo>
                  <a:lnTo>
                    <a:pt x="19050" y="666750"/>
                  </a:lnTo>
                  <a:lnTo>
                    <a:pt x="0" y="666750"/>
                  </a:lnTo>
                  <a:lnTo>
                    <a:pt x="0" y="666750"/>
                  </a:lnTo>
                  <a:lnTo>
                    <a:pt x="0" y="666750"/>
                  </a:lnTo>
                  <a:lnTo>
                    <a:pt x="19050" y="666750"/>
                  </a:lnTo>
                  <a:lnTo>
                    <a:pt x="38100" y="657225"/>
                  </a:lnTo>
                  <a:lnTo>
                    <a:pt x="57150" y="647700"/>
                  </a:lnTo>
                  <a:lnTo>
                    <a:pt x="95250" y="638175"/>
                  </a:lnTo>
                  <a:lnTo>
                    <a:pt x="133350" y="619125"/>
                  </a:lnTo>
                  <a:lnTo>
                    <a:pt x="171450" y="600075"/>
                  </a:lnTo>
                  <a:lnTo>
                    <a:pt x="219075" y="571500"/>
                  </a:lnTo>
                  <a:lnTo>
                    <a:pt x="266700" y="533400"/>
                  </a:lnTo>
                  <a:lnTo>
                    <a:pt x="314325" y="504825"/>
                  </a:lnTo>
                  <a:lnTo>
                    <a:pt x="361950" y="457200"/>
                  </a:lnTo>
                  <a:lnTo>
                    <a:pt x="409575" y="409575"/>
                  </a:lnTo>
                  <a:lnTo>
                    <a:pt x="457200" y="371475"/>
                  </a:lnTo>
                  <a:lnTo>
                    <a:pt x="495300" y="314325"/>
                  </a:lnTo>
                  <a:lnTo>
                    <a:pt x="533400" y="266700"/>
                  </a:lnTo>
                  <a:lnTo>
                    <a:pt x="561975" y="219075"/>
                  </a:lnTo>
                  <a:lnTo>
                    <a:pt x="590550" y="171450"/>
                  </a:lnTo>
                  <a:lnTo>
                    <a:pt x="609600" y="133350"/>
                  </a:lnTo>
                  <a:lnTo>
                    <a:pt x="628650" y="95250"/>
                  </a:lnTo>
                  <a:lnTo>
                    <a:pt x="638175" y="57150"/>
                  </a:lnTo>
                  <a:lnTo>
                    <a:pt x="647700" y="38100"/>
                  </a:lnTo>
                  <a:lnTo>
                    <a:pt x="657225" y="19050"/>
                  </a:lnTo>
                  <a:lnTo>
                    <a:pt x="657225" y="0"/>
                  </a:lnTo>
                  <a:lnTo>
                    <a:pt x="657225" y="0"/>
                  </a:lnTo>
                  <a:lnTo>
                    <a:pt x="657225" y="0"/>
                  </a:lnTo>
                  <a:lnTo>
                    <a:pt x="657225" y="19050"/>
                  </a:lnTo>
                  <a:lnTo>
                    <a:pt x="666750" y="38100"/>
                  </a:lnTo>
                  <a:lnTo>
                    <a:pt x="676275" y="57150"/>
                  </a:lnTo>
                  <a:lnTo>
                    <a:pt x="685800" y="95250"/>
                  </a:lnTo>
                  <a:lnTo>
                    <a:pt x="704850" y="133350"/>
                  </a:lnTo>
                  <a:lnTo>
                    <a:pt x="723900" y="171450"/>
                  </a:lnTo>
                  <a:lnTo>
                    <a:pt x="752475" y="219075"/>
                  </a:lnTo>
                  <a:lnTo>
                    <a:pt x="781050" y="266700"/>
                  </a:lnTo>
                  <a:lnTo>
                    <a:pt x="819150" y="314325"/>
                  </a:lnTo>
                  <a:lnTo>
                    <a:pt x="857250" y="371475"/>
                  </a:lnTo>
                  <a:lnTo>
                    <a:pt x="904875" y="409575"/>
                  </a:lnTo>
                  <a:lnTo>
                    <a:pt x="952500" y="457200"/>
                  </a:lnTo>
                  <a:lnTo>
                    <a:pt x="1000125" y="504825"/>
                  </a:lnTo>
                  <a:lnTo>
                    <a:pt x="1047750" y="533400"/>
                  </a:lnTo>
                  <a:lnTo>
                    <a:pt x="1095375" y="571500"/>
                  </a:lnTo>
                  <a:lnTo>
                    <a:pt x="1143000" y="600075"/>
                  </a:lnTo>
                  <a:lnTo>
                    <a:pt x="1181100" y="619125"/>
                  </a:lnTo>
                  <a:lnTo>
                    <a:pt x="1219200" y="638175"/>
                  </a:lnTo>
                  <a:lnTo>
                    <a:pt x="1257300" y="647700"/>
                  </a:lnTo>
                  <a:lnTo>
                    <a:pt x="1276350" y="657225"/>
                  </a:lnTo>
                  <a:lnTo>
                    <a:pt x="1295400" y="666750"/>
                  </a:lnTo>
                  <a:lnTo>
                    <a:pt x="1314450" y="666750"/>
                  </a:lnTo>
                  <a:close/>
                </a:path>
              </a:pathLst>
            </a:custGeom>
            <a:gradFill rotWithShape="1">
              <a:gsLst>
                <a:gs pos="0">
                  <a:srgbClr val="4179D0"/>
                </a:gs>
                <a:gs pos="100000">
                  <a:srgbClr val="6999EE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itle-mulu"/>
            <p:cNvSpPr txBox="1"/>
            <p:nvPr/>
          </p:nvSpPr>
          <p:spPr>
            <a:xfrm>
              <a:off x="1066800" y="3171825"/>
              <a:ext cx="3810000" cy="1952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365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</a:p>
          </p:txBody>
        </p:sp>
      </p:grpSp>
      <p:grpSp>
        <p:nvGrpSpPr>
          <p:cNvPr id="18" name="agenda-item-01"/>
          <p:cNvGrpSpPr/>
          <p:nvPr/>
        </p:nvGrpSpPr>
        <p:grpSpPr>
          <a:xfrm>
            <a:off x="8115300" y="4572000"/>
            <a:ext cx="14373225" cy="2266950"/>
            <a:chOff x="8115300" y="4572000"/>
            <a:chExt cx="14373225" cy="2266950"/>
          </a:xfrm>
        </p:grpSpPr>
        <p:sp>
          <p:nvSpPr>
            <p:cNvPr id="13" name="rule-01"/>
            <p:cNvSpPr/>
            <p:nvPr/>
          </p:nvSpPr>
          <p:spPr>
            <a:xfrm>
              <a:off x="8115300" y="6696075"/>
              <a:ext cx="14373225" cy="142875"/>
            </a:xfrm>
            <a:prstGeom prst="rect">
              <a:avLst/>
            </a:prstGeom>
            <a:solidFill>
              <a:srgbClr val="B3C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tem-01"/>
            <p:cNvSpPr txBox="1"/>
            <p:nvPr/>
          </p:nvSpPr>
          <p:spPr>
            <a:xfrm>
              <a:off x="8210550" y="4572000"/>
              <a:ext cx="11239500" cy="1428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900" b="1" i="0" spc="-262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 研究背景与目标</a:t>
              </a:r>
            </a:p>
          </p:txBody>
        </p:sp>
      </p:grpSp>
      <p:grpSp>
        <p:nvGrpSpPr>
          <p:cNvPr id="21" name="agenda-item-02"/>
          <p:cNvGrpSpPr/>
          <p:nvPr/>
        </p:nvGrpSpPr>
        <p:grpSpPr>
          <a:xfrm>
            <a:off x="8115300" y="7724775"/>
            <a:ext cx="14373225" cy="2209800"/>
            <a:chOff x="8115300" y="7724775"/>
            <a:chExt cx="14373225" cy="2209800"/>
          </a:xfrm>
        </p:grpSpPr>
        <p:sp>
          <p:nvSpPr>
            <p:cNvPr id="15" name="rule-02"/>
            <p:cNvSpPr/>
            <p:nvPr/>
          </p:nvSpPr>
          <p:spPr>
            <a:xfrm>
              <a:off x="8115300" y="9791700"/>
              <a:ext cx="14373225" cy="142875"/>
            </a:xfrm>
            <a:prstGeom prst="rect">
              <a:avLst/>
            </a:prstGeom>
            <a:solidFill>
              <a:srgbClr val="B3C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tem-02"/>
            <p:cNvSpPr txBox="1"/>
            <p:nvPr/>
          </p:nvSpPr>
          <p:spPr>
            <a:xfrm>
              <a:off x="8210550" y="7724775"/>
              <a:ext cx="13811250" cy="1428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900" b="1" i="0" spc="-262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 核心发现与数据分析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