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354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354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"/>
          <p:cNvSpPr/>
          <p:nvPr/>
        </p:nvSpPr>
        <p:spPr>
          <a:xfrm>
            <a:off x="0" y="0"/>
            <a:ext cx="30470475" cy="171354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anner-main"/>
          <p:cNvSpPr/>
          <p:nvPr/>
        </p:nvSpPr>
        <p:spPr>
          <a:xfrm>
            <a:off x="0" y="0"/>
            <a:ext cx="30470475" cy="17135475"/>
          </a:xfrm>
          <a:custGeom>
            <a:avLst/>
            <a:gdLst/>
            <a:ahLst/>
            <a:cxnLst/>
            <a:rect l="l" t="t" r="r" b="b"/>
            <a:pathLst>
              <a:path w="30470475" h="17135475">
                <a:moveTo>
                  <a:pt x="0" y="0"/>
                </a:moveTo>
                <a:lnTo>
                  <a:pt x="866775" y="0"/>
                </a:lnTo>
                <a:lnTo>
                  <a:pt x="866775" y="0"/>
                </a:lnTo>
                <a:lnTo>
                  <a:pt x="4059555" y="3192780"/>
                </a:lnTo>
                <a:lnTo>
                  <a:pt x="4124325" y="3248025"/>
                </a:lnTo>
                <a:lnTo>
                  <a:pt x="4196715" y="3292792"/>
                </a:lnTo>
                <a:lnTo>
                  <a:pt x="4275772" y="3325178"/>
                </a:lnTo>
                <a:lnTo>
                  <a:pt x="4358640" y="3345180"/>
                </a:lnTo>
                <a:lnTo>
                  <a:pt x="4443412" y="3351848"/>
                </a:lnTo>
                <a:lnTo>
                  <a:pt x="4528185" y="3345180"/>
                </a:lnTo>
                <a:lnTo>
                  <a:pt x="4611052" y="3325178"/>
                </a:lnTo>
                <a:lnTo>
                  <a:pt x="4690110" y="3292792"/>
                </a:lnTo>
                <a:lnTo>
                  <a:pt x="4762500" y="3248025"/>
                </a:lnTo>
                <a:lnTo>
                  <a:pt x="4827270" y="3192780"/>
                </a:lnTo>
                <a:lnTo>
                  <a:pt x="8020050" y="0"/>
                </a:lnTo>
                <a:lnTo>
                  <a:pt x="11639550" y="0"/>
                </a:lnTo>
                <a:lnTo>
                  <a:pt x="11639550" y="0"/>
                </a:lnTo>
                <a:lnTo>
                  <a:pt x="14851380" y="3211830"/>
                </a:lnTo>
                <a:lnTo>
                  <a:pt x="14916150" y="3267075"/>
                </a:lnTo>
                <a:lnTo>
                  <a:pt x="14988540" y="3311842"/>
                </a:lnTo>
                <a:lnTo>
                  <a:pt x="15067598" y="3344228"/>
                </a:lnTo>
                <a:lnTo>
                  <a:pt x="15150465" y="3364230"/>
                </a:lnTo>
                <a:lnTo>
                  <a:pt x="15235238" y="3370898"/>
                </a:lnTo>
                <a:lnTo>
                  <a:pt x="15320010" y="3364230"/>
                </a:lnTo>
                <a:lnTo>
                  <a:pt x="15402878" y="3344228"/>
                </a:lnTo>
                <a:lnTo>
                  <a:pt x="15481935" y="3311842"/>
                </a:lnTo>
                <a:lnTo>
                  <a:pt x="15554325" y="3267075"/>
                </a:lnTo>
                <a:lnTo>
                  <a:pt x="15619095" y="3211830"/>
                </a:lnTo>
                <a:lnTo>
                  <a:pt x="18830925" y="0"/>
                </a:lnTo>
                <a:lnTo>
                  <a:pt x="21364575" y="0"/>
                </a:lnTo>
                <a:lnTo>
                  <a:pt x="21364575" y="0"/>
                </a:lnTo>
                <a:lnTo>
                  <a:pt x="24504968" y="3140392"/>
                </a:lnTo>
                <a:lnTo>
                  <a:pt x="24569738" y="3195638"/>
                </a:lnTo>
                <a:lnTo>
                  <a:pt x="24642128" y="3240405"/>
                </a:lnTo>
                <a:lnTo>
                  <a:pt x="24721185" y="3272790"/>
                </a:lnTo>
                <a:lnTo>
                  <a:pt x="24804052" y="3292792"/>
                </a:lnTo>
                <a:lnTo>
                  <a:pt x="24888825" y="3299460"/>
                </a:lnTo>
                <a:lnTo>
                  <a:pt x="24973598" y="3292792"/>
                </a:lnTo>
                <a:lnTo>
                  <a:pt x="25056465" y="3272790"/>
                </a:lnTo>
                <a:lnTo>
                  <a:pt x="25135522" y="3240405"/>
                </a:lnTo>
                <a:lnTo>
                  <a:pt x="25207912" y="3195638"/>
                </a:lnTo>
                <a:lnTo>
                  <a:pt x="25272682" y="3140392"/>
                </a:lnTo>
                <a:lnTo>
                  <a:pt x="28413075" y="0"/>
                </a:lnTo>
                <a:lnTo>
                  <a:pt x="30470475" y="0"/>
                </a:lnTo>
                <a:lnTo>
                  <a:pt x="30470475" y="5638800"/>
                </a:lnTo>
                <a:lnTo>
                  <a:pt x="18907125" y="17135475"/>
                </a:lnTo>
                <a:lnTo>
                  <a:pt x="11563350" y="17135475"/>
                </a:lnTo>
                <a:lnTo>
                  <a:pt x="0" y="5638800"/>
                </a:lnTo>
                <a:close/>
              </a:path>
            </a:pathLst>
          </a:custGeom>
          <a:gradFill rotWithShape="1">
            <a:gsLst>
              <a:gs pos="0">
                <a:srgbClr val="00BAF5"/>
              </a:gs>
              <a:gs pos="100000">
                <a:srgbClr val="498D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anner-inner-v"/>
          <p:cNvSpPr/>
          <p:nvPr/>
        </p:nvSpPr>
        <p:spPr>
          <a:xfrm>
            <a:off x="12192000" y="95250"/>
            <a:ext cx="6153150" cy="2977515"/>
          </a:xfrm>
          <a:custGeom>
            <a:avLst/>
            <a:gdLst/>
            <a:ahLst/>
            <a:cxnLst/>
            <a:rect l="l" t="t" r="r" b="b"/>
            <a:pathLst>
              <a:path w="6153150" h="2977515">
                <a:moveTo>
                  <a:pt x="0" y="0"/>
                </a:moveTo>
                <a:lnTo>
                  <a:pt x="2907982" y="2907982"/>
                </a:lnTo>
                <a:lnTo>
                  <a:pt x="2936558" y="2932748"/>
                </a:lnTo>
                <a:lnTo>
                  <a:pt x="2968942" y="2951798"/>
                </a:lnTo>
                <a:lnTo>
                  <a:pt x="3003232" y="2966085"/>
                </a:lnTo>
                <a:lnTo>
                  <a:pt x="3039428" y="2974658"/>
                </a:lnTo>
                <a:lnTo>
                  <a:pt x="3076575" y="2977515"/>
                </a:lnTo>
                <a:lnTo>
                  <a:pt x="3113722" y="2974658"/>
                </a:lnTo>
                <a:lnTo>
                  <a:pt x="3149918" y="2966085"/>
                </a:lnTo>
                <a:lnTo>
                  <a:pt x="3184208" y="2951798"/>
                </a:lnTo>
                <a:lnTo>
                  <a:pt x="3216592" y="2932748"/>
                </a:lnTo>
                <a:lnTo>
                  <a:pt x="3245168" y="2907982"/>
                </a:lnTo>
                <a:lnTo>
                  <a:pt x="6153150" y="0"/>
                </a:lnTo>
                <a:close/>
              </a:path>
            </a:pathLst>
          </a:custGeom>
          <a:solidFill>
            <a:srgbClr val="488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-diamond-left"/>
          <p:cNvSpPr/>
          <p:nvPr/>
        </p:nvSpPr>
        <p:spPr>
          <a:xfrm>
            <a:off x="0" y="9858375"/>
            <a:ext cx="3543300" cy="6229350"/>
          </a:xfrm>
          <a:custGeom>
            <a:avLst/>
            <a:gdLst/>
            <a:ahLst/>
            <a:cxnLst/>
            <a:rect l="l" t="t" r="r" b="b"/>
            <a:pathLst>
              <a:path w="3543300" h="6229350">
                <a:moveTo>
                  <a:pt x="428625" y="0"/>
                </a:moveTo>
                <a:lnTo>
                  <a:pt x="3543300" y="3114675"/>
                </a:lnTo>
                <a:lnTo>
                  <a:pt x="428625" y="6229350"/>
                </a:lnTo>
                <a:lnTo>
                  <a:pt x="0" y="5800725"/>
                </a:lnTo>
                <a:lnTo>
                  <a:pt x="0" y="428625"/>
                </a:lnTo>
                <a:close/>
              </a:path>
            </a:pathLst>
          </a:custGeom>
          <a:gradFill rotWithShape="1">
            <a:gsLst>
              <a:gs pos="0">
                <a:srgbClr val="4A8FF5"/>
              </a:gs>
              <a:gs pos="100000">
                <a:srgbClr val="00BAF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-tri-bl"/>
          <p:cNvSpPr/>
          <p:nvPr/>
        </p:nvSpPr>
        <p:spPr>
          <a:xfrm>
            <a:off x="1362075" y="14077950"/>
            <a:ext cx="6096000" cy="3057525"/>
          </a:xfrm>
          <a:custGeom>
            <a:avLst/>
            <a:gdLst/>
            <a:ahLst/>
            <a:cxnLst/>
            <a:rect l="l" t="t" r="r" b="b"/>
            <a:pathLst>
              <a:path w="6096000" h="3057525">
                <a:moveTo>
                  <a:pt x="3038475" y="0"/>
                </a:moveTo>
                <a:lnTo>
                  <a:pt x="6096000" y="3057525"/>
                </a:lnTo>
                <a:lnTo>
                  <a:pt x="0" y="3057525"/>
                </a:lnTo>
                <a:close/>
              </a:path>
            </a:pathLst>
          </a:custGeom>
          <a:solidFill>
            <a:srgbClr val="488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co-tri-br"/>
          <p:cNvSpPr/>
          <p:nvPr/>
        </p:nvSpPr>
        <p:spPr>
          <a:xfrm>
            <a:off x="21850350" y="14077950"/>
            <a:ext cx="6096000" cy="3057525"/>
          </a:xfrm>
          <a:custGeom>
            <a:avLst/>
            <a:gdLst/>
            <a:ahLst/>
            <a:cxnLst/>
            <a:rect l="l" t="t" r="r" b="b"/>
            <a:pathLst>
              <a:path w="6096000" h="3057525">
                <a:moveTo>
                  <a:pt x="3048000" y="0"/>
                </a:moveTo>
                <a:lnTo>
                  <a:pt x="6096000" y="3057525"/>
                </a:lnTo>
                <a:lnTo>
                  <a:pt x="0" y="3057525"/>
                </a:lnTo>
                <a:close/>
              </a:path>
            </a:pathLst>
          </a:custGeom>
          <a:solidFill>
            <a:srgbClr val="488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r-light"/>
          <p:cNvSpPr/>
          <p:nvPr/>
        </p:nvSpPr>
        <p:spPr>
          <a:xfrm>
            <a:off x="9191625" y="3895725"/>
            <a:ext cx="1238250" cy="1238250"/>
          </a:xfrm>
          <a:custGeom>
            <a:avLst/>
            <a:gdLst/>
            <a:ahLst/>
            <a:cxnLst/>
            <a:rect l="l" t="t" r="r" b="b"/>
            <a:pathLst>
              <a:path w="1238250" h="1238250">
                <a:moveTo>
                  <a:pt x="1238250" y="619125"/>
                </a:moveTo>
                <a:lnTo>
                  <a:pt x="1106805" y="661987"/>
                </a:lnTo>
                <a:lnTo>
                  <a:pt x="1045845" y="694373"/>
                </a:lnTo>
                <a:lnTo>
                  <a:pt x="1002983" y="721995"/>
                </a:lnTo>
                <a:lnTo>
                  <a:pt x="968693" y="745807"/>
                </a:lnTo>
                <a:lnTo>
                  <a:pt x="939165" y="768667"/>
                </a:lnTo>
                <a:lnTo>
                  <a:pt x="914400" y="789623"/>
                </a:lnTo>
                <a:lnTo>
                  <a:pt x="890587" y="809625"/>
                </a:lnTo>
                <a:lnTo>
                  <a:pt x="869633" y="829627"/>
                </a:lnTo>
                <a:lnTo>
                  <a:pt x="848677" y="848677"/>
                </a:lnTo>
                <a:lnTo>
                  <a:pt x="829627" y="869633"/>
                </a:lnTo>
                <a:lnTo>
                  <a:pt x="809625" y="890587"/>
                </a:lnTo>
                <a:lnTo>
                  <a:pt x="789623" y="914400"/>
                </a:lnTo>
                <a:lnTo>
                  <a:pt x="768667" y="939165"/>
                </a:lnTo>
                <a:lnTo>
                  <a:pt x="745807" y="968693"/>
                </a:lnTo>
                <a:lnTo>
                  <a:pt x="721995" y="1002983"/>
                </a:lnTo>
                <a:lnTo>
                  <a:pt x="694373" y="1045845"/>
                </a:lnTo>
                <a:lnTo>
                  <a:pt x="661987" y="1106805"/>
                </a:lnTo>
                <a:lnTo>
                  <a:pt x="619125" y="1238250"/>
                </a:lnTo>
                <a:lnTo>
                  <a:pt x="576263" y="1106805"/>
                </a:lnTo>
                <a:lnTo>
                  <a:pt x="543877" y="1045845"/>
                </a:lnTo>
                <a:lnTo>
                  <a:pt x="516255" y="1002983"/>
                </a:lnTo>
                <a:lnTo>
                  <a:pt x="492443" y="968693"/>
                </a:lnTo>
                <a:lnTo>
                  <a:pt x="469583" y="939165"/>
                </a:lnTo>
                <a:lnTo>
                  <a:pt x="448627" y="914400"/>
                </a:lnTo>
                <a:lnTo>
                  <a:pt x="428625" y="890587"/>
                </a:lnTo>
                <a:lnTo>
                  <a:pt x="408623" y="869633"/>
                </a:lnTo>
                <a:lnTo>
                  <a:pt x="389573" y="848677"/>
                </a:lnTo>
                <a:lnTo>
                  <a:pt x="368617" y="829627"/>
                </a:lnTo>
                <a:lnTo>
                  <a:pt x="347663" y="809625"/>
                </a:lnTo>
                <a:lnTo>
                  <a:pt x="323850" y="789623"/>
                </a:lnTo>
                <a:lnTo>
                  <a:pt x="299085" y="768667"/>
                </a:lnTo>
                <a:lnTo>
                  <a:pt x="269557" y="745807"/>
                </a:lnTo>
                <a:lnTo>
                  <a:pt x="235267" y="721995"/>
                </a:lnTo>
                <a:lnTo>
                  <a:pt x="192405" y="694373"/>
                </a:lnTo>
                <a:lnTo>
                  <a:pt x="131445" y="661987"/>
                </a:lnTo>
                <a:lnTo>
                  <a:pt x="0" y="619125"/>
                </a:lnTo>
                <a:lnTo>
                  <a:pt x="131445" y="576263"/>
                </a:lnTo>
                <a:lnTo>
                  <a:pt x="192405" y="543877"/>
                </a:lnTo>
                <a:lnTo>
                  <a:pt x="235267" y="516255"/>
                </a:lnTo>
                <a:lnTo>
                  <a:pt x="269557" y="492443"/>
                </a:lnTo>
                <a:lnTo>
                  <a:pt x="299085" y="469583"/>
                </a:lnTo>
                <a:lnTo>
                  <a:pt x="323850" y="448627"/>
                </a:lnTo>
                <a:lnTo>
                  <a:pt x="347663" y="428625"/>
                </a:lnTo>
                <a:lnTo>
                  <a:pt x="368617" y="408623"/>
                </a:lnTo>
                <a:lnTo>
                  <a:pt x="389573" y="389573"/>
                </a:lnTo>
                <a:lnTo>
                  <a:pt x="408623" y="368617"/>
                </a:lnTo>
                <a:lnTo>
                  <a:pt x="428625" y="347663"/>
                </a:lnTo>
                <a:lnTo>
                  <a:pt x="448627" y="323850"/>
                </a:lnTo>
                <a:lnTo>
                  <a:pt x="469583" y="299085"/>
                </a:lnTo>
                <a:lnTo>
                  <a:pt x="492443" y="269557"/>
                </a:lnTo>
                <a:lnTo>
                  <a:pt x="516255" y="235267"/>
                </a:lnTo>
                <a:lnTo>
                  <a:pt x="543877" y="192405"/>
                </a:lnTo>
                <a:lnTo>
                  <a:pt x="576263" y="131445"/>
                </a:lnTo>
                <a:lnTo>
                  <a:pt x="619125" y="0"/>
                </a:lnTo>
                <a:lnTo>
                  <a:pt x="661987" y="131445"/>
                </a:lnTo>
                <a:lnTo>
                  <a:pt x="694373" y="192405"/>
                </a:lnTo>
                <a:lnTo>
                  <a:pt x="721995" y="235267"/>
                </a:lnTo>
                <a:lnTo>
                  <a:pt x="745807" y="269557"/>
                </a:lnTo>
                <a:lnTo>
                  <a:pt x="768667" y="299085"/>
                </a:lnTo>
                <a:lnTo>
                  <a:pt x="789623" y="323850"/>
                </a:lnTo>
                <a:lnTo>
                  <a:pt x="809625" y="347663"/>
                </a:lnTo>
                <a:lnTo>
                  <a:pt x="829627" y="368617"/>
                </a:lnTo>
                <a:lnTo>
                  <a:pt x="848677" y="389573"/>
                </a:lnTo>
                <a:lnTo>
                  <a:pt x="869633" y="408623"/>
                </a:lnTo>
                <a:lnTo>
                  <a:pt x="890587" y="428625"/>
                </a:lnTo>
                <a:lnTo>
                  <a:pt x="914400" y="448627"/>
                </a:lnTo>
                <a:lnTo>
                  <a:pt x="939165" y="469583"/>
                </a:lnTo>
                <a:lnTo>
                  <a:pt x="968693" y="492443"/>
                </a:lnTo>
                <a:lnTo>
                  <a:pt x="1002983" y="516255"/>
                </a:lnTo>
                <a:lnTo>
                  <a:pt x="1045845" y="543877"/>
                </a:lnTo>
                <a:lnTo>
                  <a:pt x="1106805" y="576263"/>
                </a:lnTo>
                <a:close/>
              </a:path>
            </a:pathLst>
          </a:custGeom>
          <a:solidFill>
            <a:srgbClr val="E9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r-dark-1"/>
          <p:cNvSpPr/>
          <p:nvPr/>
        </p:nvSpPr>
        <p:spPr>
          <a:xfrm>
            <a:off x="26765250" y="11144250"/>
            <a:ext cx="1238250" cy="1238250"/>
          </a:xfrm>
          <a:custGeom>
            <a:avLst/>
            <a:gdLst/>
            <a:ahLst/>
            <a:cxnLst/>
            <a:rect l="l" t="t" r="r" b="b"/>
            <a:pathLst>
              <a:path w="1238250" h="1238250">
                <a:moveTo>
                  <a:pt x="1238250" y="619125"/>
                </a:moveTo>
                <a:lnTo>
                  <a:pt x="1106805" y="661988"/>
                </a:lnTo>
                <a:lnTo>
                  <a:pt x="1045845" y="694372"/>
                </a:lnTo>
                <a:lnTo>
                  <a:pt x="1002982" y="721995"/>
                </a:lnTo>
                <a:lnTo>
                  <a:pt x="968692" y="745808"/>
                </a:lnTo>
                <a:lnTo>
                  <a:pt x="939165" y="768668"/>
                </a:lnTo>
                <a:lnTo>
                  <a:pt x="914400" y="789622"/>
                </a:lnTo>
                <a:lnTo>
                  <a:pt x="890588" y="809625"/>
                </a:lnTo>
                <a:lnTo>
                  <a:pt x="869632" y="829628"/>
                </a:lnTo>
                <a:lnTo>
                  <a:pt x="848678" y="848678"/>
                </a:lnTo>
                <a:lnTo>
                  <a:pt x="829628" y="869632"/>
                </a:lnTo>
                <a:lnTo>
                  <a:pt x="809625" y="890588"/>
                </a:lnTo>
                <a:lnTo>
                  <a:pt x="789622" y="914400"/>
                </a:lnTo>
                <a:lnTo>
                  <a:pt x="768668" y="939165"/>
                </a:lnTo>
                <a:lnTo>
                  <a:pt x="745808" y="968692"/>
                </a:lnTo>
                <a:lnTo>
                  <a:pt x="721995" y="1002982"/>
                </a:lnTo>
                <a:lnTo>
                  <a:pt x="694372" y="1045845"/>
                </a:lnTo>
                <a:lnTo>
                  <a:pt x="661988" y="1106805"/>
                </a:lnTo>
                <a:lnTo>
                  <a:pt x="619125" y="1238250"/>
                </a:lnTo>
                <a:lnTo>
                  <a:pt x="576262" y="1106805"/>
                </a:lnTo>
                <a:lnTo>
                  <a:pt x="543878" y="1045845"/>
                </a:lnTo>
                <a:lnTo>
                  <a:pt x="516255" y="1002982"/>
                </a:lnTo>
                <a:lnTo>
                  <a:pt x="492442" y="968692"/>
                </a:lnTo>
                <a:lnTo>
                  <a:pt x="469582" y="939165"/>
                </a:lnTo>
                <a:lnTo>
                  <a:pt x="448628" y="914400"/>
                </a:lnTo>
                <a:lnTo>
                  <a:pt x="428625" y="890588"/>
                </a:lnTo>
                <a:lnTo>
                  <a:pt x="408622" y="869632"/>
                </a:lnTo>
                <a:lnTo>
                  <a:pt x="389572" y="848678"/>
                </a:lnTo>
                <a:lnTo>
                  <a:pt x="368618" y="829628"/>
                </a:lnTo>
                <a:lnTo>
                  <a:pt x="347662" y="809625"/>
                </a:lnTo>
                <a:lnTo>
                  <a:pt x="323850" y="789622"/>
                </a:lnTo>
                <a:lnTo>
                  <a:pt x="299085" y="768668"/>
                </a:lnTo>
                <a:lnTo>
                  <a:pt x="269558" y="745808"/>
                </a:lnTo>
                <a:lnTo>
                  <a:pt x="235268" y="721995"/>
                </a:lnTo>
                <a:lnTo>
                  <a:pt x="192405" y="694372"/>
                </a:lnTo>
                <a:lnTo>
                  <a:pt x="131445" y="661988"/>
                </a:lnTo>
                <a:lnTo>
                  <a:pt x="0" y="619125"/>
                </a:lnTo>
                <a:lnTo>
                  <a:pt x="131445" y="576262"/>
                </a:lnTo>
                <a:lnTo>
                  <a:pt x="192405" y="543878"/>
                </a:lnTo>
                <a:lnTo>
                  <a:pt x="235268" y="516255"/>
                </a:lnTo>
                <a:lnTo>
                  <a:pt x="269558" y="492442"/>
                </a:lnTo>
                <a:lnTo>
                  <a:pt x="299085" y="469582"/>
                </a:lnTo>
                <a:lnTo>
                  <a:pt x="323850" y="448628"/>
                </a:lnTo>
                <a:lnTo>
                  <a:pt x="347662" y="428625"/>
                </a:lnTo>
                <a:lnTo>
                  <a:pt x="368618" y="408622"/>
                </a:lnTo>
                <a:lnTo>
                  <a:pt x="389572" y="389572"/>
                </a:lnTo>
                <a:lnTo>
                  <a:pt x="408622" y="368618"/>
                </a:lnTo>
                <a:lnTo>
                  <a:pt x="428625" y="347662"/>
                </a:lnTo>
                <a:lnTo>
                  <a:pt x="448628" y="323850"/>
                </a:lnTo>
                <a:lnTo>
                  <a:pt x="469582" y="299085"/>
                </a:lnTo>
                <a:lnTo>
                  <a:pt x="492442" y="269558"/>
                </a:lnTo>
                <a:lnTo>
                  <a:pt x="516255" y="235268"/>
                </a:lnTo>
                <a:lnTo>
                  <a:pt x="543878" y="192405"/>
                </a:lnTo>
                <a:lnTo>
                  <a:pt x="576262" y="131445"/>
                </a:lnTo>
                <a:lnTo>
                  <a:pt x="619125" y="0"/>
                </a:lnTo>
                <a:lnTo>
                  <a:pt x="661988" y="131445"/>
                </a:lnTo>
                <a:lnTo>
                  <a:pt x="694372" y="192405"/>
                </a:lnTo>
                <a:lnTo>
                  <a:pt x="721995" y="235268"/>
                </a:lnTo>
                <a:lnTo>
                  <a:pt x="745808" y="269558"/>
                </a:lnTo>
                <a:lnTo>
                  <a:pt x="768668" y="299085"/>
                </a:lnTo>
                <a:lnTo>
                  <a:pt x="789622" y="323850"/>
                </a:lnTo>
                <a:lnTo>
                  <a:pt x="809625" y="347662"/>
                </a:lnTo>
                <a:lnTo>
                  <a:pt x="829628" y="368618"/>
                </a:lnTo>
                <a:lnTo>
                  <a:pt x="848678" y="389572"/>
                </a:lnTo>
                <a:lnTo>
                  <a:pt x="869632" y="408622"/>
                </a:lnTo>
                <a:lnTo>
                  <a:pt x="890588" y="428625"/>
                </a:lnTo>
                <a:lnTo>
                  <a:pt x="914400" y="448628"/>
                </a:lnTo>
                <a:lnTo>
                  <a:pt x="939165" y="469582"/>
                </a:lnTo>
                <a:lnTo>
                  <a:pt x="968692" y="492442"/>
                </a:lnTo>
                <a:lnTo>
                  <a:pt x="1002982" y="516255"/>
                </a:lnTo>
                <a:lnTo>
                  <a:pt x="1045845" y="543878"/>
                </a:lnTo>
                <a:lnTo>
                  <a:pt x="1106805" y="576262"/>
                </a:lnTo>
                <a:close/>
              </a:path>
            </a:pathLst>
          </a:custGeom>
          <a:solidFill>
            <a:srgbClr val="4B8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r-dark-2"/>
          <p:cNvSpPr/>
          <p:nvPr/>
        </p:nvSpPr>
        <p:spPr>
          <a:xfrm>
            <a:off x="28041600" y="13877925"/>
            <a:ext cx="1238250" cy="1238250"/>
          </a:xfrm>
          <a:custGeom>
            <a:avLst/>
            <a:gdLst/>
            <a:ahLst/>
            <a:cxnLst/>
            <a:rect l="l" t="t" r="r" b="b"/>
            <a:pathLst>
              <a:path w="1238250" h="1238250">
                <a:moveTo>
                  <a:pt x="1238250" y="619125"/>
                </a:moveTo>
                <a:lnTo>
                  <a:pt x="1106805" y="661987"/>
                </a:lnTo>
                <a:lnTo>
                  <a:pt x="1045845" y="694373"/>
                </a:lnTo>
                <a:lnTo>
                  <a:pt x="1002982" y="721995"/>
                </a:lnTo>
                <a:lnTo>
                  <a:pt x="968692" y="745807"/>
                </a:lnTo>
                <a:lnTo>
                  <a:pt x="939165" y="768667"/>
                </a:lnTo>
                <a:lnTo>
                  <a:pt x="914400" y="789623"/>
                </a:lnTo>
                <a:lnTo>
                  <a:pt x="890588" y="809625"/>
                </a:lnTo>
                <a:lnTo>
                  <a:pt x="869632" y="829627"/>
                </a:lnTo>
                <a:lnTo>
                  <a:pt x="848678" y="848677"/>
                </a:lnTo>
                <a:lnTo>
                  <a:pt x="829628" y="869633"/>
                </a:lnTo>
                <a:lnTo>
                  <a:pt x="809625" y="890587"/>
                </a:lnTo>
                <a:lnTo>
                  <a:pt x="789622" y="914400"/>
                </a:lnTo>
                <a:lnTo>
                  <a:pt x="768668" y="939165"/>
                </a:lnTo>
                <a:lnTo>
                  <a:pt x="745808" y="968693"/>
                </a:lnTo>
                <a:lnTo>
                  <a:pt x="721995" y="1002983"/>
                </a:lnTo>
                <a:lnTo>
                  <a:pt x="694372" y="1045845"/>
                </a:lnTo>
                <a:lnTo>
                  <a:pt x="661988" y="1106805"/>
                </a:lnTo>
                <a:lnTo>
                  <a:pt x="619125" y="1238250"/>
                </a:lnTo>
                <a:lnTo>
                  <a:pt x="576262" y="1106805"/>
                </a:lnTo>
                <a:lnTo>
                  <a:pt x="543878" y="1045845"/>
                </a:lnTo>
                <a:lnTo>
                  <a:pt x="516255" y="1002983"/>
                </a:lnTo>
                <a:lnTo>
                  <a:pt x="492442" y="968693"/>
                </a:lnTo>
                <a:lnTo>
                  <a:pt x="469582" y="939165"/>
                </a:lnTo>
                <a:lnTo>
                  <a:pt x="448628" y="914400"/>
                </a:lnTo>
                <a:lnTo>
                  <a:pt x="428625" y="890587"/>
                </a:lnTo>
                <a:lnTo>
                  <a:pt x="408622" y="869633"/>
                </a:lnTo>
                <a:lnTo>
                  <a:pt x="389572" y="848677"/>
                </a:lnTo>
                <a:lnTo>
                  <a:pt x="368618" y="829627"/>
                </a:lnTo>
                <a:lnTo>
                  <a:pt x="347662" y="809625"/>
                </a:lnTo>
                <a:lnTo>
                  <a:pt x="323850" y="789623"/>
                </a:lnTo>
                <a:lnTo>
                  <a:pt x="299085" y="768667"/>
                </a:lnTo>
                <a:lnTo>
                  <a:pt x="269558" y="745807"/>
                </a:lnTo>
                <a:lnTo>
                  <a:pt x="235268" y="721995"/>
                </a:lnTo>
                <a:lnTo>
                  <a:pt x="192405" y="694373"/>
                </a:lnTo>
                <a:lnTo>
                  <a:pt x="131445" y="661987"/>
                </a:lnTo>
                <a:lnTo>
                  <a:pt x="0" y="619125"/>
                </a:lnTo>
                <a:lnTo>
                  <a:pt x="131445" y="576263"/>
                </a:lnTo>
                <a:lnTo>
                  <a:pt x="192405" y="543877"/>
                </a:lnTo>
                <a:lnTo>
                  <a:pt x="235268" y="516255"/>
                </a:lnTo>
                <a:lnTo>
                  <a:pt x="269558" y="492443"/>
                </a:lnTo>
                <a:lnTo>
                  <a:pt x="299085" y="469583"/>
                </a:lnTo>
                <a:lnTo>
                  <a:pt x="323850" y="448627"/>
                </a:lnTo>
                <a:lnTo>
                  <a:pt x="347662" y="428625"/>
                </a:lnTo>
                <a:lnTo>
                  <a:pt x="368618" y="408623"/>
                </a:lnTo>
                <a:lnTo>
                  <a:pt x="389572" y="389573"/>
                </a:lnTo>
                <a:lnTo>
                  <a:pt x="408622" y="368617"/>
                </a:lnTo>
                <a:lnTo>
                  <a:pt x="428625" y="347663"/>
                </a:lnTo>
                <a:lnTo>
                  <a:pt x="448628" y="323850"/>
                </a:lnTo>
                <a:lnTo>
                  <a:pt x="469582" y="299085"/>
                </a:lnTo>
                <a:lnTo>
                  <a:pt x="492442" y="269557"/>
                </a:lnTo>
                <a:lnTo>
                  <a:pt x="516255" y="235267"/>
                </a:lnTo>
                <a:lnTo>
                  <a:pt x="543878" y="192405"/>
                </a:lnTo>
                <a:lnTo>
                  <a:pt x="576262" y="131445"/>
                </a:lnTo>
                <a:lnTo>
                  <a:pt x="619125" y="0"/>
                </a:lnTo>
                <a:lnTo>
                  <a:pt x="661988" y="131445"/>
                </a:lnTo>
                <a:lnTo>
                  <a:pt x="694372" y="192405"/>
                </a:lnTo>
                <a:lnTo>
                  <a:pt x="721995" y="235267"/>
                </a:lnTo>
                <a:lnTo>
                  <a:pt x="745808" y="269557"/>
                </a:lnTo>
                <a:lnTo>
                  <a:pt x="768668" y="299085"/>
                </a:lnTo>
                <a:lnTo>
                  <a:pt x="789622" y="323850"/>
                </a:lnTo>
                <a:lnTo>
                  <a:pt x="809625" y="347663"/>
                </a:lnTo>
                <a:lnTo>
                  <a:pt x="829628" y="368617"/>
                </a:lnTo>
                <a:lnTo>
                  <a:pt x="848678" y="389573"/>
                </a:lnTo>
                <a:lnTo>
                  <a:pt x="869632" y="408623"/>
                </a:lnTo>
                <a:lnTo>
                  <a:pt x="890588" y="428625"/>
                </a:lnTo>
                <a:lnTo>
                  <a:pt x="914400" y="448627"/>
                </a:lnTo>
                <a:lnTo>
                  <a:pt x="939165" y="469583"/>
                </a:lnTo>
                <a:lnTo>
                  <a:pt x="968692" y="492443"/>
                </a:lnTo>
                <a:lnTo>
                  <a:pt x="1002982" y="516255"/>
                </a:lnTo>
                <a:lnTo>
                  <a:pt x="1045845" y="543877"/>
                </a:lnTo>
                <a:lnTo>
                  <a:pt x="1106805" y="576263"/>
                </a:lnTo>
                <a:close/>
              </a:path>
            </a:pathLst>
          </a:custGeom>
          <a:solidFill>
            <a:srgbClr val="4B8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xt-01"/>
          <p:cNvSpPr txBox="1"/>
          <p:nvPr/>
        </p:nvSpPr>
        <p:spPr>
          <a:xfrm>
            <a:off x="12820650" y="3219450"/>
            <a:ext cx="4476750" cy="5810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5050" b="1" i="0" spc="4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txt-title"/>
          <p:cNvSpPr txBox="1"/>
          <p:nvPr/>
        </p:nvSpPr>
        <p:spPr>
          <a:xfrm>
            <a:off x="10048875" y="8896350"/>
            <a:ext cx="10039350" cy="2000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9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研究背景与目标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