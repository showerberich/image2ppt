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5" name="page-02"/>
          <p:cNvGrpSpPr/>
          <p:nvPr/>
        </p:nvGrpSpPr>
        <p:grpSpPr>
          <a:xfrm>
            <a:off x="0" y="0"/>
            <a:ext cx="30470475" cy="17145000"/>
            <a:chOff x="0" y="0"/>
            <a:chExt cx="30470475" cy="17145000"/>
          </a:xfrm>
        </p:grpSpPr>
        <p:sp>
          <p:nvSpPr>
            <p:cNvPr id="3" name="bg"/>
            <p:cNvSpPr/>
            <p:nvPr/>
          </p:nvSpPr>
          <p:spPr>
            <a:xfrm>
              <a:off x="0" y="0"/>
              <a:ext cx="30470475" cy="17145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blue-main"/>
            <p:cNvSpPr/>
            <p:nvPr/>
          </p:nvSpPr>
          <p:spPr>
            <a:xfrm>
              <a:off x="85725" y="0"/>
              <a:ext cx="30384750" cy="17145000"/>
            </a:xfrm>
            <a:custGeom>
              <a:avLst/>
              <a:gdLst/>
              <a:ahLst/>
              <a:cxnLst/>
              <a:rect l="l" t="t" r="r" b="b"/>
              <a:pathLst>
                <a:path w="30384750" h="17145000">
                  <a:moveTo>
                    <a:pt x="0" y="0"/>
                  </a:moveTo>
                  <a:lnTo>
                    <a:pt x="866775" y="95250"/>
                  </a:lnTo>
                  <a:lnTo>
                    <a:pt x="3876675" y="3105150"/>
                  </a:lnTo>
                  <a:lnTo>
                    <a:pt x="4257675" y="3276600"/>
                  </a:lnTo>
                  <a:lnTo>
                    <a:pt x="4581525" y="3238500"/>
                  </a:lnTo>
                  <a:lnTo>
                    <a:pt x="4924425" y="3028950"/>
                  </a:lnTo>
                  <a:lnTo>
                    <a:pt x="7896225" y="85725"/>
                  </a:lnTo>
                  <a:lnTo>
                    <a:pt x="11591925" y="76200"/>
                  </a:lnTo>
                  <a:lnTo>
                    <a:pt x="14658975" y="3105150"/>
                  </a:lnTo>
                  <a:lnTo>
                    <a:pt x="14849475" y="3228975"/>
                  </a:lnTo>
                  <a:lnTo>
                    <a:pt x="15135225" y="3295650"/>
                  </a:lnTo>
                  <a:lnTo>
                    <a:pt x="15459075" y="3238500"/>
                  </a:lnTo>
                  <a:lnTo>
                    <a:pt x="15649575" y="3124200"/>
                  </a:lnTo>
                  <a:lnTo>
                    <a:pt x="18735675" y="76200"/>
                  </a:lnTo>
                  <a:lnTo>
                    <a:pt x="21326475" y="85725"/>
                  </a:lnTo>
                  <a:lnTo>
                    <a:pt x="24260175" y="3009900"/>
                  </a:lnTo>
                  <a:lnTo>
                    <a:pt x="24469725" y="3152775"/>
                  </a:lnTo>
                  <a:lnTo>
                    <a:pt x="24831675" y="3238500"/>
                  </a:lnTo>
                  <a:lnTo>
                    <a:pt x="25003125" y="3200400"/>
                  </a:lnTo>
                  <a:lnTo>
                    <a:pt x="25269825" y="3067050"/>
                  </a:lnTo>
                  <a:lnTo>
                    <a:pt x="28279725" y="85725"/>
                  </a:lnTo>
                  <a:lnTo>
                    <a:pt x="30279975" y="0"/>
                  </a:lnTo>
                  <a:lnTo>
                    <a:pt x="30384750" y="114300"/>
                  </a:lnTo>
                  <a:lnTo>
                    <a:pt x="30384750" y="5638800"/>
                  </a:lnTo>
                  <a:lnTo>
                    <a:pt x="18926175" y="17059275"/>
                  </a:lnTo>
                  <a:lnTo>
                    <a:pt x="11477625" y="17145000"/>
                  </a:lnTo>
                  <a:lnTo>
                    <a:pt x="9525" y="5734050"/>
                  </a:lnTo>
                  <a:close/>
                </a:path>
              </a:pathLst>
            </a:custGeom>
            <a:gradFill rotWithShape="1">
              <a:gsLst>
                <a:gs pos="0">
                  <a:srgbClr val="02B9F5"/>
                </a:gs>
                <a:gs pos="100000">
                  <a:srgbClr val="468FF5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blue-left-diamond"/>
            <p:cNvSpPr/>
            <p:nvPr/>
          </p:nvSpPr>
          <p:spPr>
            <a:xfrm>
              <a:off x="0" y="9848850"/>
              <a:ext cx="3514725" cy="6191250"/>
            </a:xfrm>
            <a:custGeom>
              <a:avLst/>
              <a:gdLst/>
              <a:ahLst/>
              <a:cxnLst/>
              <a:rect l="l" t="t" r="r" b="b"/>
              <a:pathLst>
                <a:path w="3514725" h="6191250">
                  <a:moveTo>
                    <a:pt x="428625" y="0"/>
                  </a:moveTo>
                  <a:lnTo>
                    <a:pt x="533400" y="57150"/>
                  </a:lnTo>
                  <a:lnTo>
                    <a:pt x="3467100" y="3009900"/>
                  </a:lnTo>
                  <a:lnTo>
                    <a:pt x="3514725" y="3124200"/>
                  </a:lnTo>
                  <a:lnTo>
                    <a:pt x="533400" y="6134100"/>
                  </a:lnTo>
                  <a:lnTo>
                    <a:pt x="400050" y="6191250"/>
                  </a:lnTo>
                  <a:lnTo>
                    <a:pt x="0" y="5867400"/>
                  </a:lnTo>
                  <a:lnTo>
                    <a:pt x="0" y="342900"/>
                  </a:lnTo>
                  <a:close/>
                </a:path>
              </a:pathLst>
            </a:custGeom>
            <a:gradFill rotWithShape="1">
              <a:gsLst>
                <a:gs pos="0">
                  <a:srgbClr val="5194F1"/>
                </a:gs>
                <a:gs pos="100000">
                  <a:srgbClr val="0ABBF4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blue-top-chevron"/>
            <p:cNvSpPr/>
            <p:nvPr/>
          </p:nvSpPr>
          <p:spPr>
            <a:xfrm>
              <a:off x="12201525" y="0"/>
              <a:ext cx="6153150" cy="2914650"/>
            </a:xfrm>
            <a:custGeom>
              <a:avLst/>
              <a:gdLst/>
              <a:ahLst/>
              <a:cxnLst/>
              <a:rect l="l" t="t" r="r" b="b"/>
              <a:pathLst>
                <a:path w="6153150" h="2914650">
                  <a:moveTo>
                    <a:pt x="0" y="0"/>
                  </a:moveTo>
                  <a:lnTo>
                    <a:pt x="6153150" y="85725"/>
                  </a:lnTo>
                  <a:lnTo>
                    <a:pt x="3552825" y="2705100"/>
                  </a:lnTo>
                  <a:lnTo>
                    <a:pt x="3267075" y="2876550"/>
                  </a:lnTo>
                  <a:lnTo>
                    <a:pt x="3019425" y="2914650"/>
                  </a:lnTo>
                  <a:lnTo>
                    <a:pt x="2638425" y="2743200"/>
                  </a:lnTo>
                  <a:close/>
                </a:path>
              </a:pathLst>
            </a:custGeom>
            <a:gradFill rotWithShape="1">
              <a:gsLst>
                <a:gs pos="0">
                  <a:srgbClr val="5493F1"/>
                </a:gs>
                <a:gs pos="100000">
                  <a:srgbClr val="498DF4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blue-br-mound"/>
            <p:cNvSpPr/>
            <p:nvPr/>
          </p:nvSpPr>
          <p:spPr>
            <a:xfrm>
              <a:off x="21945600" y="14363700"/>
              <a:ext cx="5934075" cy="2781300"/>
            </a:xfrm>
            <a:custGeom>
              <a:avLst/>
              <a:gdLst/>
              <a:ahLst/>
              <a:cxnLst/>
              <a:rect l="l" t="t" r="r" b="b"/>
              <a:pathLst>
                <a:path w="5934075" h="2781300">
                  <a:moveTo>
                    <a:pt x="2886075" y="0"/>
                  </a:moveTo>
                  <a:lnTo>
                    <a:pt x="3162300" y="28575"/>
                  </a:lnTo>
                  <a:lnTo>
                    <a:pt x="3371850" y="152400"/>
                  </a:lnTo>
                  <a:lnTo>
                    <a:pt x="5934075" y="2781300"/>
                  </a:lnTo>
                  <a:lnTo>
                    <a:pt x="0" y="2781300"/>
                  </a:lnTo>
                  <a:lnTo>
                    <a:pt x="2533650" y="171450"/>
                  </a:lnTo>
                  <a:close/>
                </a:path>
              </a:pathLst>
            </a:custGeom>
            <a:gradFill rotWithShape="1">
              <a:gsLst>
                <a:gs pos="0">
                  <a:srgbClr val="488CF4"/>
                </a:gs>
                <a:gs pos="100000">
                  <a:srgbClr val="488CF3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blue-bl-mound"/>
            <p:cNvSpPr/>
            <p:nvPr/>
          </p:nvSpPr>
          <p:spPr>
            <a:xfrm>
              <a:off x="1447800" y="14363700"/>
              <a:ext cx="5934075" cy="2781300"/>
            </a:xfrm>
            <a:custGeom>
              <a:avLst/>
              <a:gdLst/>
              <a:ahLst/>
              <a:cxnLst/>
              <a:rect l="l" t="t" r="r" b="b"/>
              <a:pathLst>
                <a:path w="5934075" h="2781300">
                  <a:moveTo>
                    <a:pt x="2886075" y="0"/>
                  </a:moveTo>
                  <a:lnTo>
                    <a:pt x="3162300" y="28575"/>
                  </a:lnTo>
                  <a:lnTo>
                    <a:pt x="3371850" y="152400"/>
                  </a:lnTo>
                  <a:lnTo>
                    <a:pt x="5934075" y="2781300"/>
                  </a:lnTo>
                  <a:lnTo>
                    <a:pt x="0" y="2781300"/>
                  </a:lnTo>
                  <a:lnTo>
                    <a:pt x="2552700" y="152400"/>
                  </a:lnTo>
                  <a:close/>
                </a:path>
              </a:pathLst>
            </a:custGeom>
            <a:gradFill rotWithShape="1">
              <a:gsLst>
                <a:gs pos="0">
                  <a:srgbClr val="488DF4"/>
                </a:gs>
                <a:gs pos="100000">
                  <a:srgbClr val="498CF2"/>
                </a:gs>
              </a:gsLst>
              <a:lin scaled="0" ang="162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num-02"/>
            <p:cNvSpPr txBox="1"/>
            <p:nvPr/>
          </p:nvSpPr>
          <p:spPr>
            <a:xfrm>
              <a:off x="12639675" y="4038600"/>
              <a:ext cx="4762500" cy="4476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74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10" name="subtitle"/>
            <p:cNvSpPr txBox="1"/>
            <p:nvPr/>
          </p:nvSpPr>
          <p:spPr>
            <a:xfrm>
              <a:off x="9212961" y="8801100"/>
              <a:ext cx="11768328" cy="2286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99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核心发现与数据分析</a:t>
              </a:r>
            </a:p>
          </p:txBody>
        </p:sp>
        <p:sp>
          <p:nvSpPr>
            <p:cNvPr id="11" name="star-white"/>
            <p:cNvSpPr/>
            <p:nvPr/>
          </p:nvSpPr>
          <p:spPr>
            <a:xfrm>
              <a:off x="9220200" y="3924300"/>
              <a:ext cx="1200150" cy="1200150"/>
            </a:xfrm>
            <a:custGeom>
              <a:avLst/>
              <a:gdLst/>
              <a:ahLst/>
              <a:cxnLst/>
              <a:rect l="l" t="t" r="r" b="b"/>
              <a:pathLst>
                <a:path w="1200150" h="1200150">
                  <a:moveTo>
                    <a:pt x="1200150" y="600075"/>
                  </a:moveTo>
                  <a:lnTo>
                    <a:pt x="1109662" y="629602"/>
                  </a:lnTo>
                  <a:lnTo>
                    <a:pt x="1026795" y="666750"/>
                  </a:lnTo>
                  <a:lnTo>
                    <a:pt x="949642" y="709612"/>
                  </a:lnTo>
                  <a:lnTo>
                    <a:pt x="879158" y="759142"/>
                  </a:lnTo>
                  <a:lnTo>
                    <a:pt x="816292" y="816292"/>
                  </a:lnTo>
                  <a:lnTo>
                    <a:pt x="759142" y="879158"/>
                  </a:lnTo>
                  <a:lnTo>
                    <a:pt x="709612" y="949642"/>
                  </a:lnTo>
                  <a:lnTo>
                    <a:pt x="666750" y="1026795"/>
                  </a:lnTo>
                  <a:lnTo>
                    <a:pt x="629602" y="1109662"/>
                  </a:lnTo>
                  <a:lnTo>
                    <a:pt x="600075" y="1200150"/>
                  </a:lnTo>
                  <a:lnTo>
                    <a:pt x="570548" y="1109662"/>
                  </a:lnTo>
                  <a:lnTo>
                    <a:pt x="533400" y="1026795"/>
                  </a:lnTo>
                  <a:lnTo>
                    <a:pt x="490538" y="949642"/>
                  </a:lnTo>
                  <a:lnTo>
                    <a:pt x="441008" y="879158"/>
                  </a:lnTo>
                  <a:lnTo>
                    <a:pt x="383858" y="816292"/>
                  </a:lnTo>
                  <a:lnTo>
                    <a:pt x="320992" y="759142"/>
                  </a:lnTo>
                  <a:lnTo>
                    <a:pt x="250508" y="709612"/>
                  </a:lnTo>
                  <a:lnTo>
                    <a:pt x="173355" y="666750"/>
                  </a:lnTo>
                  <a:lnTo>
                    <a:pt x="90488" y="629602"/>
                  </a:lnTo>
                  <a:lnTo>
                    <a:pt x="0" y="600075"/>
                  </a:lnTo>
                  <a:lnTo>
                    <a:pt x="90488" y="570548"/>
                  </a:lnTo>
                  <a:lnTo>
                    <a:pt x="173355" y="533400"/>
                  </a:lnTo>
                  <a:lnTo>
                    <a:pt x="250508" y="490538"/>
                  </a:lnTo>
                  <a:lnTo>
                    <a:pt x="320992" y="441008"/>
                  </a:lnTo>
                  <a:lnTo>
                    <a:pt x="383858" y="383858"/>
                  </a:lnTo>
                  <a:lnTo>
                    <a:pt x="441008" y="320992"/>
                  </a:lnTo>
                  <a:lnTo>
                    <a:pt x="490538" y="250508"/>
                  </a:lnTo>
                  <a:lnTo>
                    <a:pt x="533400" y="173355"/>
                  </a:lnTo>
                  <a:lnTo>
                    <a:pt x="570548" y="90488"/>
                  </a:lnTo>
                  <a:lnTo>
                    <a:pt x="600075" y="0"/>
                  </a:lnTo>
                  <a:lnTo>
                    <a:pt x="629602" y="90488"/>
                  </a:lnTo>
                  <a:lnTo>
                    <a:pt x="666750" y="173355"/>
                  </a:lnTo>
                  <a:lnTo>
                    <a:pt x="709612" y="250508"/>
                  </a:lnTo>
                  <a:lnTo>
                    <a:pt x="759142" y="320992"/>
                  </a:lnTo>
                  <a:lnTo>
                    <a:pt x="816292" y="383858"/>
                  </a:lnTo>
                  <a:lnTo>
                    <a:pt x="879158" y="441008"/>
                  </a:lnTo>
                  <a:lnTo>
                    <a:pt x="949642" y="490538"/>
                  </a:lnTo>
                  <a:lnTo>
                    <a:pt x="1026795" y="533400"/>
                  </a:lnTo>
                  <a:lnTo>
                    <a:pt x="1109662" y="5705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ar-blue-1"/>
            <p:cNvSpPr/>
            <p:nvPr/>
          </p:nvSpPr>
          <p:spPr>
            <a:xfrm>
              <a:off x="26765250" y="11153775"/>
              <a:ext cx="1257300" cy="1257300"/>
            </a:xfrm>
            <a:custGeom>
              <a:avLst/>
              <a:gdLst/>
              <a:ahLst/>
              <a:cxnLst/>
              <a:rect l="l" t="t" r="r" b="b"/>
              <a:pathLst>
                <a:path w="1257300" h="1257300">
                  <a:moveTo>
                    <a:pt x="1257300" y="628650"/>
                  </a:moveTo>
                  <a:lnTo>
                    <a:pt x="1159192" y="656273"/>
                  </a:lnTo>
                  <a:lnTo>
                    <a:pt x="1069658" y="692467"/>
                  </a:lnTo>
                  <a:lnTo>
                    <a:pt x="986790" y="735330"/>
                  </a:lnTo>
                  <a:lnTo>
                    <a:pt x="912495" y="786765"/>
                  </a:lnTo>
                  <a:lnTo>
                    <a:pt x="845820" y="845820"/>
                  </a:lnTo>
                  <a:lnTo>
                    <a:pt x="786765" y="912495"/>
                  </a:lnTo>
                  <a:lnTo>
                    <a:pt x="735330" y="986790"/>
                  </a:lnTo>
                  <a:lnTo>
                    <a:pt x="692468" y="1069657"/>
                  </a:lnTo>
                  <a:lnTo>
                    <a:pt x="656272" y="1159193"/>
                  </a:lnTo>
                  <a:lnTo>
                    <a:pt x="628650" y="1257300"/>
                  </a:lnTo>
                  <a:lnTo>
                    <a:pt x="601028" y="1159193"/>
                  </a:lnTo>
                  <a:lnTo>
                    <a:pt x="564832" y="1069657"/>
                  </a:lnTo>
                  <a:lnTo>
                    <a:pt x="521970" y="986790"/>
                  </a:lnTo>
                  <a:lnTo>
                    <a:pt x="470535" y="912495"/>
                  </a:lnTo>
                  <a:lnTo>
                    <a:pt x="411480" y="845820"/>
                  </a:lnTo>
                  <a:lnTo>
                    <a:pt x="344805" y="786765"/>
                  </a:lnTo>
                  <a:lnTo>
                    <a:pt x="270510" y="735330"/>
                  </a:lnTo>
                  <a:lnTo>
                    <a:pt x="187642" y="692467"/>
                  </a:lnTo>
                  <a:lnTo>
                    <a:pt x="98108" y="656273"/>
                  </a:lnTo>
                  <a:lnTo>
                    <a:pt x="0" y="628650"/>
                  </a:lnTo>
                  <a:lnTo>
                    <a:pt x="98108" y="601027"/>
                  </a:lnTo>
                  <a:lnTo>
                    <a:pt x="187642" y="564833"/>
                  </a:lnTo>
                  <a:lnTo>
                    <a:pt x="270510" y="521970"/>
                  </a:lnTo>
                  <a:lnTo>
                    <a:pt x="344805" y="470535"/>
                  </a:lnTo>
                  <a:lnTo>
                    <a:pt x="411480" y="411480"/>
                  </a:lnTo>
                  <a:lnTo>
                    <a:pt x="470535" y="344805"/>
                  </a:lnTo>
                  <a:lnTo>
                    <a:pt x="521970" y="270510"/>
                  </a:lnTo>
                  <a:lnTo>
                    <a:pt x="564832" y="187643"/>
                  </a:lnTo>
                  <a:lnTo>
                    <a:pt x="601028" y="98107"/>
                  </a:lnTo>
                  <a:lnTo>
                    <a:pt x="628650" y="0"/>
                  </a:lnTo>
                  <a:lnTo>
                    <a:pt x="656272" y="98107"/>
                  </a:lnTo>
                  <a:lnTo>
                    <a:pt x="692468" y="187643"/>
                  </a:lnTo>
                  <a:lnTo>
                    <a:pt x="735330" y="270510"/>
                  </a:lnTo>
                  <a:lnTo>
                    <a:pt x="786765" y="344805"/>
                  </a:lnTo>
                  <a:lnTo>
                    <a:pt x="845820" y="411480"/>
                  </a:lnTo>
                  <a:lnTo>
                    <a:pt x="912495" y="470535"/>
                  </a:lnTo>
                  <a:lnTo>
                    <a:pt x="986790" y="521970"/>
                  </a:lnTo>
                  <a:lnTo>
                    <a:pt x="1069658" y="564833"/>
                  </a:lnTo>
                  <a:lnTo>
                    <a:pt x="1159192" y="601027"/>
                  </a:lnTo>
                  <a:close/>
                </a:path>
              </a:pathLst>
            </a:custGeom>
            <a:solidFill>
              <a:srgbClr val="4B83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star-blue-2"/>
            <p:cNvSpPr/>
            <p:nvPr/>
          </p:nvSpPr>
          <p:spPr>
            <a:xfrm>
              <a:off x="28136850" y="13906500"/>
              <a:ext cx="1257300" cy="1257300"/>
            </a:xfrm>
            <a:custGeom>
              <a:avLst/>
              <a:gdLst/>
              <a:ahLst/>
              <a:cxnLst/>
              <a:rect l="l" t="t" r="r" b="b"/>
              <a:pathLst>
                <a:path w="1257300" h="1257300">
                  <a:moveTo>
                    <a:pt x="1257300" y="628650"/>
                  </a:moveTo>
                  <a:lnTo>
                    <a:pt x="1159192" y="656272"/>
                  </a:lnTo>
                  <a:lnTo>
                    <a:pt x="1069658" y="692468"/>
                  </a:lnTo>
                  <a:lnTo>
                    <a:pt x="986790" y="735330"/>
                  </a:lnTo>
                  <a:lnTo>
                    <a:pt x="912495" y="786765"/>
                  </a:lnTo>
                  <a:lnTo>
                    <a:pt x="845820" y="845820"/>
                  </a:lnTo>
                  <a:lnTo>
                    <a:pt x="786765" y="912495"/>
                  </a:lnTo>
                  <a:lnTo>
                    <a:pt x="735330" y="986790"/>
                  </a:lnTo>
                  <a:lnTo>
                    <a:pt x="692468" y="1069658"/>
                  </a:lnTo>
                  <a:lnTo>
                    <a:pt x="656272" y="1159192"/>
                  </a:lnTo>
                  <a:lnTo>
                    <a:pt x="628650" y="1257300"/>
                  </a:lnTo>
                  <a:lnTo>
                    <a:pt x="601028" y="1159192"/>
                  </a:lnTo>
                  <a:lnTo>
                    <a:pt x="564832" y="1069658"/>
                  </a:lnTo>
                  <a:lnTo>
                    <a:pt x="521970" y="986790"/>
                  </a:lnTo>
                  <a:lnTo>
                    <a:pt x="470535" y="912495"/>
                  </a:lnTo>
                  <a:lnTo>
                    <a:pt x="411480" y="845820"/>
                  </a:lnTo>
                  <a:lnTo>
                    <a:pt x="344805" y="786765"/>
                  </a:lnTo>
                  <a:lnTo>
                    <a:pt x="270510" y="735330"/>
                  </a:lnTo>
                  <a:lnTo>
                    <a:pt x="187642" y="692468"/>
                  </a:lnTo>
                  <a:lnTo>
                    <a:pt x="98108" y="656272"/>
                  </a:lnTo>
                  <a:lnTo>
                    <a:pt x="0" y="628650"/>
                  </a:lnTo>
                  <a:lnTo>
                    <a:pt x="98108" y="601028"/>
                  </a:lnTo>
                  <a:lnTo>
                    <a:pt x="187642" y="564832"/>
                  </a:lnTo>
                  <a:lnTo>
                    <a:pt x="270510" y="521970"/>
                  </a:lnTo>
                  <a:lnTo>
                    <a:pt x="344805" y="470535"/>
                  </a:lnTo>
                  <a:lnTo>
                    <a:pt x="411480" y="411480"/>
                  </a:lnTo>
                  <a:lnTo>
                    <a:pt x="470535" y="344805"/>
                  </a:lnTo>
                  <a:lnTo>
                    <a:pt x="521970" y="270510"/>
                  </a:lnTo>
                  <a:lnTo>
                    <a:pt x="564832" y="187642"/>
                  </a:lnTo>
                  <a:lnTo>
                    <a:pt x="601028" y="98108"/>
                  </a:lnTo>
                  <a:lnTo>
                    <a:pt x="628650" y="0"/>
                  </a:lnTo>
                  <a:lnTo>
                    <a:pt x="656272" y="98108"/>
                  </a:lnTo>
                  <a:lnTo>
                    <a:pt x="692468" y="187642"/>
                  </a:lnTo>
                  <a:lnTo>
                    <a:pt x="735330" y="270510"/>
                  </a:lnTo>
                  <a:lnTo>
                    <a:pt x="786765" y="344805"/>
                  </a:lnTo>
                  <a:lnTo>
                    <a:pt x="845820" y="411480"/>
                  </a:lnTo>
                  <a:lnTo>
                    <a:pt x="912495" y="470535"/>
                  </a:lnTo>
                  <a:lnTo>
                    <a:pt x="986790" y="521970"/>
                  </a:lnTo>
                  <a:lnTo>
                    <a:pt x="1069658" y="564832"/>
                  </a:lnTo>
                  <a:lnTo>
                    <a:pt x="1159192" y="601028"/>
                  </a:lnTo>
                  <a:close/>
                </a:path>
              </a:pathLst>
            </a:custGeom>
            <a:solidFill>
              <a:srgbClr val="4B83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