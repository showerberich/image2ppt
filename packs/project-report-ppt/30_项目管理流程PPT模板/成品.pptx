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frame"/>
          <p:cNvSpPr/>
          <p:nvPr/>
        </p:nvSpPr>
        <p:spPr>
          <a:xfrm>
            <a:off x="114300" y="133350"/>
            <a:ext cx="30480000" cy="17106900"/>
          </a:xfrm>
          <a:prstGeom prst="rect">
            <a:avLst/>
          </a:prstGeom>
          <a:noFill/>
          <a:ln w="190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1800225" y="1200150"/>
            <a:ext cx="16202025" cy="1381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012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IT 行业的 PMBOK 项目管理落地执行</a:t>
            </a:r>
          </a:p>
        </p:txBody>
      </p:sp>
      <p:sp>
        <p:nvSpPr>
          <p:cNvPr id="5" name="title-underline"/>
          <p:cNvSpPr/>
          <p:nvPr/>
        </p:nvSpPr>
        <p:spPr>
          <a:xfrm>
            <a:off x="9486900" y="2381250"/>
            <a:ext cx="3457575" cy="152400"/>
          </a:xfrm>
          <a:prstGeom prst="rect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-1"/>
          <p:cNvSpPr/>
          <p:nvPr/>
        </p:nvSpPr>
        <p:spPr>
          <a:xfrm>
            <a:off x="1666875" y="2952750"/>
            <a:ext cx="533400" cy="533400"/>
          </a:xfrm>
          <a:prstGeom prst="ellipse">
            <a:avLst/>
          </a:prstGeom>
          <a:solidFill>
            <a:srgbClr val="408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-2"/>
          <p:cNvSpPr/>
          <p:nvPr/>
        </p:nvSpPr>
        <p:spPr>
          <a:xfrm>
            <a:off x="1666875" y="5638800"/>
            <a:ext cx="533400" cy="533400"/>
          </a:xfrm>
          <a:prstGeom prst="ellipse">
            <a:avLst/>
          </a:prstGeom>
          <a:solidFill>
            <a:srgbClr val="FBC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ullet-3"/>
          <p:cNvSpPr/>
          <p:nvPr/>
        </p:nvSpPr>
        <p:spPr>
          <a:xfrm>
            <a:off x="1666875" y="8334375"/>
            <a:ext cx="533400" cy="533400"/>
          </a:xfrm>
          <a:prstGeom prst="ellipse">
            <a:avLst/>
          </a:prstGeom>
          <a:solidFill>
            <a:srgbClr val="34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llet-4"/>
          <p:cNvSpPr/>
          <p:nvPr/>
        </p:nvSpPr>
        <p:spPr>
          <a:xfrm>
            <a:off x="1666875" y="11029950"/>
            <a:ext cx="533400" cy="533400"/>
          </a:xfrm>
          <a:prstGeom prst="ellipse">
            <a:avLst/>
          </a:prstGeom>
          <a:solidFill>
            <a:srgbClr val="444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-5"/>
          <p:cNvSpPr/>
          <p:nvPr/>
        </p:nvSpPr>
        <p:spPr>
          <a:xfrm>
            <a:off x="1666875" y="13716000"/>
            <a:ext cx="533400" cy="533400"/>
          </a:xfrm>
          <a:prstGeom prst="ellipse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1"/>
          <p:cNvSpPr txBox="1"/>
          <p:nvPr/>
        </p:nvSpPr>
        <p:spPr>
          <a:xfrm>
            <a:off x="2524125" y="2819400"/>
            <a:ext cx="192405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1. 启动</a:t>
            </a:r>
          </a:p>
        </p:txBody>
      </p:sp>
      <p:sp>
        <p:nvSpPr>
          <p:cNvPr id="12" name="b1l1"/>
          <p:cNvSpPr txBox="1"/>
          <p:nvPr/>
        </p:nvSpPr>
        <p:spPr>
          <a:xfrm>
            <a:off x="2514600" y="3629025"/>
            <a:ext cx="520065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明确项目目标：做什么系统 /</a:t>
            </a:r>
          </a:p>
        </p:txBody>
      </p:sp>
      <p:sp>
        <p:nvSpPr>
          <p:cNvPr id="13" name="b1l2"/>
          <p:cNvSpPr txBox="1"/>
          <p:nvPr/>
        </p:nvSpPr>
        <p:spPr>
          <a:xfrm>
            <a:off x="2495550" y="4200525"/>
            <a:ext cx="451485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功能、解决什么业务问题</a:t>
            </a:r>
          </a:p>
        </p:txBody>
      </p:sp>
      <p:sp>
        <p:nvSpPr>
          <p:cNvPr id="14" name="b1l3"/>
          <p:cNvSpPr txBox="1"/>
          <p:nvPr/>
        </p:nvSpPr>
        <p:spPr>
          <a:xfrm>
            <a:off x="2495550" y="4772025"/>
            <a:ext cx="49053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立项、审批、任命项目经理</a:t>
            </a:r>
          </a:p>
        </p:txBody>
      </p:sp>
      <p:sp>
        <p:nvSpPr>
          <p:cNvPr id="15" name="h2"/>
          <p:cNvSpPr txBox="1"/>
          <p:nvPr/>
        </p:nvSpPr>
        <p:spPr>
          <a:xfrm>
            <a:off x="2505075" y="5514975"/>
            <a:ext cx="192405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2. 规划</a:t>
            </a:r>
          </a:p>
        </p:txBody>
      </p:sp>
      <p:sp>
        <p:nvSpPr>
          <p:cNvPr id="16" name="b2l1"/>
          <p:cNvSpPr txBox="1"/>
          <p:nvPr/>
        </p:nvSpPr>
        <p:spPr>
          <a:xfrm>
            <a:off x="2495550" y="6324600"/>
            <a:ext cx="45243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需求文档、PRD、用户故</a:t>
            </a:r>
          </a:p>
        </p:txBody>
      </p:sp>
      <p:sp>
        <p:nvSpPr>
          <p:cNvPr id="17" name="b2l2"/>
          <p:cNvSpPr txBox="1"/>
          <p:nvPr/>
        </p:nvSpPr>
        <p:spPr>
          <a:xfrm>
            <a:off x="2495550" y="6896100"/>
            <a:ext cx="175260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事、原型</a:t>
            </a:r>
          </a:p>
        </p:txBody>
      </p:sp>
      <p:sp>
        <p:nvSpPr>
          <p:cNvPr id="18" name="b2l3"/>
          <p:cNvSpPr txBox="1"/>
          <p:nvPr/>
        </p:nvSpPr>
        <p:spPr>
          <a:xfrm>
            <a:off x="2495550" y="7486650"/>
            <a:ext cx="41814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迭代计划、Sprint 排期</a:t>
            </a:r>
          </a:p>
        </p:txBody>
      </p:sp>
      <p:sp>
        <p:nvSpPr>
          <p:cNvPr id="19" name="h3"/>
          <p:cNvSpPr txBox="1"/>
          <p:nvPr/>
        </p:nvSpPr>
        <p:spPr>
          <a:xfrm>
            <a:off x="2514600" y="8201025"/>
            <a:ext cx="192405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3. 执行</a:t>
            </a:r>
          </a:p>
        </p:txBody>
      </p:sp>
      <p:sp>
        <p:nvSpPr>
          <p:cNvPr id="20" name="b3l1"/>
          <p:cNvSpPr txBox="1"/>
          <p:nvPr/>
        </p:nvSpPr>
        <p:spPr>
          <a:xfrm>
            <a:off x="2505075" y="9010650"/>
            <a:ext cx="332422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编码、联调、自测</a:t>
            </a:r>
          </a:p>
        </p:txBody>
      </p:sp>
      <p:sp>
        <p:nvSpPr>
          <p:cNvPr id="21" name="b3l2"/>
          <p:cNvSpPr txBox="1"/>
          <p:nvPr/>
        </p:nvSpPr>
        <p:spPr>
          <a:xfrm>
            <a:off x="2505075" y="9582150"/>
            <a:ext cx="451485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任务分配、进度同步、冲</a:t>
            </a:r>
          </a:p>
        </p:txBody>
      </p:sp>
      <p:sp>
        <p:nvSpPr>
          <p:cNvPr id="22" name="b3l3"/>
          <p:cNvSpPr txBox="1"/>
          <p:nvPr/>
        </p:nvSpPr>
        <p:spPr>
          <a:xfrm>
            <a:off x="2505075" y="10153650"/>
            <a:ext cx="135255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突解决</a:t>
            </a:r>
          </a:p>
        </p:txBody>
      </p:sp>
      <p:sp>
        <p:nvSpPr>
          <p:cNvPr id="23" name="h4"/>
          <p:cNvSpPr txBox="1"/>
          <p:nvPr/>
        </p:nvSpPr>
        <p:spPr>
          <a:xfrm>
            <a:off x="2486025" y="10896600"/>
            <a:ext cx="192405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4. 监控</a:t>
            </a:r>
          </a:p>
        </p:txBody>
      </p:sp>
      <p:sp>
        <p:nvSpPr>
          <p:cNvPr id="24" name="b4l1"/>
          <p:cNvSpPr txBox="1"/>
          <p:nvPr/>
        </p:nvSpPr>
        <p:spPr>
          <a:xfrm>
            <a:off x="2495550" y="11706225"/>
            <a:ext cx="451485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燃尽图、看板、延期预警</a:t>
            </a:r>
          </a:p>
        </p:txBody>
      </p:sp>
      <p:sp>
        <p:nvSpPr>
          <p:cNvPr id="25" name="b4l2"/>
          <p:cNvSpPr txBox="1"/>
          <p:nvPr/>
        </p:nvSpPr>
        <p:spPr>
          <a:xfrm>
            <a:off x="2495550" y="12277725"/>
            <a:ext cx="49053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拒绝不合理需求、需求变更</a:t>
            </a:r>
          </a:p>
        </p:txBody>
      </p:sp>
      <p:sp>
        <p:nvSpPr>
          <p:cNvPr id="26" name="b4l3"/>
          <p:cNvSpPr txBox="1"/>
          <p:nvPr/>
        </p:nvSpPr>
        <p:spPr>
          <a:xfrm>
            <a:off x="2495550" y="12849225"/>
            <a:ext cx="96202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7" name="h5"/>
          <p:cNvSpPr txBox="1"/>
          <p:nvPr/>
        </p:nvSpPr>
        <p:spPr>
          <a:xfrm>
            <a:off x="2524125" y="13592175"/>
            <a:ext cx="192405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5. 收尾</a:t>
            </a:r>
          </a:p>
        </p:txBody>
      </p:sp>
      <p:sp>
        <p:nvSpPr>
          <p:cNvPr id="28" name="b5l1"/>
          <p:cNvSpPr txBox="1"/>
          <p:nvPr/>
        </p:nvSpPr>
        <p:spPr>
          <a:xfrm>
            <a:off x="2495550" y="14401800"/>
            <a:ext cx="49053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上线发布、验收、交付文档</a:t>
            </a:r>
          </a:p>
        </p:txBody>
      </p:sp>
      <p:sp>
        <p:nvSpPr>
          <p:cNvPr id="29" name="b5l2"/>
          <p:cNvSpPr txBox="1"/>
          <p:nvPr/>
        </p:nvSpPr>
        <p:spPr>
          <a:xfrm>
            <a:off x="2495550" y="14973300"/>
            <a:ext cx="37242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运维交接、上线复盘</a:t>
            </a:r>
          </a:p>
        </p:txBody>
      </p:sp>
      <p:sp>
        <p:nvSpPr>
          <p:cNvPr id="30" name="b5l3"/>
          <p:cNvSpPr txBox="1"/>
          <p:nvPr/>
        </p:nvSpPr>
        <p:spPr>
          <a:xfrm>
            <a:off x="2495550" y="15544800"/>
            <a:ext cx="3724275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经验教训、技术沉淀</a:t>
            </a:r>
          </a:p>
        </p:txBody>
      </p:sp>
      <p:sp>
        <p:nvSpPr>
          <p:cNvPr id="31" name="stem-1"/>
          <p:cNvSpPr/>
          <p:nvPr/>
        </p:nvSpPr>
        <p:spPr>
          <a:xfrm>
            <a:off x="9153525" y="9429750"/>
            <a:ext cx="419100" cy="417195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em-2"/>
          <p:cNvSpPr/>
          <p:nvPr/>
        </p:nvSpPr>
        <p:spPr>
          <a:xfrm>
            <a:off x="13496925" y="8515350"/>
            <a:ext cx="419100" cy="508635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m-3"/>
          <p:cNvSpPr/>
          <p:nvPr/>
        </p:nvSpPr>
        <p:spPr>
          <a:xfrm>
            <a:off x="17840325" y="7524750"/>
            <a:ext cx="419100" cy="607695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m-4"/>
          <p:cNvSpPr/>
          <p:nvPr/>
        </p:nvSpPr>
        <p:spPr>
          <a:xfrm>
            <a:off x="22145625" y="6610350"/>
            <a:ext cx="419100" cy="699135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em-5"/>
          <p:cNvSpPr/>
          <p:nvPr/>
        </p:nvSpPr>
        <p:spPr>
          <a:xfrm>
            <a:off x="26489025" y="5543550"/>
            <a:ext cx="419100" cy="805815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3" name="stage-1"/>
          <p:cNvGrpSpPr/>
          <p:nvPr/>
        </p:nvGrpSpPr>
        <p:grpSpPr>
          <a:xfrm>
            <a:off x="6924675" y="6600825"/>
            <a:ext cx="3448050" cy="4800600"/>
            <a:chOff x="6924675" y="6600825"/>
            <a:chExt cx="3448050" cy="4800600"/>
          </a:xfrm>
        </p:grpSpPr>
        <p:sp>
          <p:nvSpPr>
            <p:cNvPr id="36" name="stage-1-body"/>
            <p:cNvSpPr/>
            <p:nvPr/>
          </p:nvSpPr>
          <p:spPr>
            <a:xfrm>
              <a:off x="6924675" y="6600825"/>
              <a:ext cx="3448050" cy="4800600"/>
            </a:xfrm>
            <a:custGeom>
              <a:avLst/>
              <a:gdLst/>
              <a:ahLst/>
              <a:cxnLst/>
              <a:rect l="l" t="t" r="r" b="b"/>
              <a:pathLst>
                <a:path w="3448050" h="4800600">
                  <a:moveTo>
                    <a:pt x="2047875" y="0"/>
                  </a:moveTo>
                  <a:lnTo>
                    <a:pt x="1914525" y="28575"/>
                  </a:lnTo>
                  <a:lnTo>
                    <a:pt x="1800225" y="57150"/>
                  </a:lnTo>
                  <a:lnTo>
                    <a:pt x="1714500" y="85725"/>
                  </a:lnTo>
                  <a:lnTo>
                    <a:pt x="1628775" y="114300"/>
                  </a:lnTo>
                  <a:lnTo>
                    <a:pt x="1552575" y="142875"/>
                  </a:lnTo>
                  <a:lnTo>
                    <a:pt x="1485900" y="171450"/>
                  </a:lnTo>
                  <a:lnTo>
                    <a:pt x="1428750" y="200025"/>
                  </a:lnTo>
                  <a:lnTo>
                    <a:pt x="1371600" y="228600"/>
                  </a:lnTo>
                  <a:lnTo>
                    <a:pt x="1304925" y="257175"/>
                  </a:lnTo>
                  <a:lnTo>
                    <a:pt x="1257300" y="285750"/>
                  </a:lnTo>
                  <a:lnTo>
                    <a:pt x="1209675" y="314325"/>
                  </a:lnTo>
                  <a:lnTo>
                    <a:pt x="1171575" y="342900"/>
                  </a:lnTo>
                  <a:lnTo>
                    <a:pt x="1123950" y="371475"/>
                  </a:lnTo>
                  <a:lnTo>
                    <a:pt x="1085850" y="400050"/>
                  </a:lnTo>
                  <a:lnTo>
                    <a:pt x="1038225" y="428625"/>
                  </a:lnTo>
                  <a:lnTo>
                    <a:pt x="1000125" y="457200"/>
                  </a:lnTo>
                  <a:lnTo>
                    <a:pt x="962025" y="485775"/>
                  </a:lnTo>
                  <a:lnTo>
                    <a:pt x="923925" y="514350"/>
                  </a:lnTo>
                  <a:lnTo>
                    <a:pt x="895350" y="542925"/>
                  </a:lnTo>
                  <a:lnTo>
                    <a:pt x="866775" y="571500"/>
                  </a:lnTo>
                  <a:lnTo>
                    <a:pt x="828675" y="600075"/>
                  </a:lnTo>
                  <a:lnTo>
                    <a:pt x="800100" y="628650"/>
                  </a:lnTo>
                  <a:lnTo>
                    <a:pt x="771525" y="657225"/>
                  </a:lnTo>
                  <a:lnTo>
                    <a:pt x="742950" y="685800"/>
                  </a:lnTo>
                  <a:lnTo>
                    <a:pt x="714375" y="714375"/>
                  </a:lnTo>
                  <a:lnTo>
                    <a:pt x="685800" y="742950"/>
                  </a:lnTo>
                  <a:lnTo>
                    <a:pt x="657225" y="771525"/>
                  </a:lnTo>
                  <a:lnTo>
                    <a:pt x="638175" y="800100"/>
                  </a:lnTo>
                  <a:lnTo>
                    <a:pt x="609600" y="828675"/>
                  </a:lnTo>
                  <a:lnTo>
                    <a:pt x="581025" y="857250"/>
                  </a:lnTo>
                  <a:lnTo>
                    <a:pt x="561975" y="885825"/>
                  </a:lnTo>
                  <a:lnTo>
                    <a:pt x="533400" y="914400"/>
                  </a:lnTo>
                  <a:lnTo>
                    <a:pt x="514350" y="942975"/>
                  </a:lnTo>
                  <a:lnTo>
                    <a:pt x="495300" y="971550"/>
                  </a:lnTo>
                  <a:lnTo>
                    <a:pt x="466725" y="1000125"/>
                  </a:lnTo>
                  <a:lnTo>
                    <a:pt x="447675" y="1028700"/>
                  </a:lnTo>
                  <a:lnTo>
                    <a:pt x="428625" y="1057275"/>
                  </a:lnTo>
                  <a:lnTo>
                    <a:pt x="409575" y="1085850"/>
                  </a:lnTo>
                  <a:lnTo>
                    <a:pt x="390525" y="1114425"/>
                  </a:lnTo>
                  <a:lnTo>
                    <a:pt x="381000" y="1143000"/>
                  </a:lnTo>
                  <a:lnTo>
                    <a:pt x="352425" y="1171575"/>
                  </a:lnTo>
                  <a:lnTo>
                    <a:pt x="342900" y="1200150"/>
                  </a:lnTo>
                  <a:lnTo>
                    <a:pt x="323850" y="1228725"/>
                  </a:lnTo>
                  <a:lnTo>
                    <a:pt x="304800" y="1257300"/>
                  </a:lnTo>
                  <a:lnTo>
                    <a:pt x="295275" y="1285875"/>
                  </a:lnTo>
                  <a:lnTo>
                    <a:pt x="276225" y="1314450"/>
                  </a:lnTo>
                  <a:lnTo>
                    <a:pt x="257175" y="1343025"/>
                  </a:lnTo>
                  <a:lnTo>
                    <a:pt x="247650" y="1371600"/>
                  </a:lnTo>
                  <a:lnTo>
                    <a:pt x="238125" y="1400175"/>
                  </a:lnTo>
                  <a:lnTo>
                    <a:pt x="219075" y="1428750"/>
                  </a:lnTo>
                  <a:lnTo>
                    <a:pt x="209550" y="1457325"/>
                  </a:lnTo>
                  <a:lnTo>
                    <a:pt x="200025" y="1485900"/>
                  </a:lnTo>
                  <a:lnTo>
                    <a:pt x="180975" y="1514475"/>
                  </a:lnTo>
                  <a:lnTo>
                    <a:pt x="171450" y="1543050"/>
                  </a:lnTo>
                  <a:lnTo>
                    <a:pt x="161925" y="1571625"/>
                  </a:lnTo>
                  <a:lnTo>
                    <a:pt x="152400" y="1600200"/>
                  </a:lnTo>
                  <a:lnTo>
                    <a:pt x="142875" y="1628775"/>
                  </a:lnTo>
                  <a:lnTo>
                    <a:pt x="133350" y="1657350"/>
                  </a:lnTo>
                  <a:lnTo>
                    <a:pt x="123825" y="1685925"/>
                  </a:lnTo>
                  <a:lnTo>
                    <a:pt x="114300" y="1714500"/>
                  </a:lnTo>
                  <a:lnTo>
                    <a:pt x="104775" y="1743075"/>
                  </a:lnTo>
                  <a:lnTo>
                    <a:pt x="95250" y="1771650"/>
                  </a:lnTo>
                  <a:lnTo>
                    <a:pt x="85725" y="1800225"/>
                  </a:lnTo>
                  <a:lnTo>
                    <a:pt x="85725" y="1828800"/>
                  </a:lnTo>
                  <a:lnTo>
                    <a:pt x="76200" y="1857375"/>
                  </a:lnTo>
                  <a:lnTo>
                    <a:pt x="66675" y="1885950"/>
                  </a:lnTo>
                  <a:lnTo>
                    <a:pt x="57150" y="1914525"/>
                  </a:lnTo>
                  <a:lnTo>
                    <a:pt x="57150" y="1943100"/>
                  </a:lnTo>
                  <a:lnTo>
                    <a:pt x="47625" y="1971675"/>
                  </a:lnTo>
                  <a:lnTo>
                    <a:pt x="47625" y="2000250"/>
                  </a:lnTo>
                  <a:lnTo>
                    <a:pt x="38100" y="2028825"/>
                  </a:lnTo>
                  <a:lnTo>
                    <a:pt x="38100" y="2057400"/>
                  </a:lnTo>
                  <a:lnTo>
                    <a:pt x="28575" y="2085975"/>
                  </a:lnTo>
                  <a:lnTo>
                    <a:pt x="28575" y="2114550"/>
                  </a:lnTo>
                  <a:lnTo>
                    <a:pt x="19050" y="2143125"/>
                  </a:lnTo>
                  <a:lnTo>
                    <a:pt x="19050" y="2171700"/>
                  </a:lnTo>
                  <a:lnTo>
                    <a:pt x="9525" y="2200275"/>
                  </a:lnTo>
                  <a:lnTo>
                    <a:pt x="9525" y="2228850"/>
                  </a:lnTo>
                  <a:lnTo>
                    <a:pt x="9525" y="2257425"/>
                  </a:lnTo>
                  <a:lnTo>
                    <a:pt x="9525" y="2286000"/>
                  </a:lnTo>
                  <a:lnTo>
                    <a:pt x="9525" y="2314575"/>
                  </a:lnTo>
                  <a:lnTo>
                    <a:pt x="9525" y="2343150"/>
                  </a:lnTo>
                  <a:lnTo>
                    <a:pt x="0" y="2371725"/>
                  </a:lnTo>
                  <a:lnTo>
                    <a:pt x="0" y="2400300"/>
                  </a:lnTo>
                  <a:lnTo>
                    <a:pt x="0" y="2428875"/>
                  </a:lnTo>
                  <a:lnTo>
                    <a:pt x="0" y="2457450"/>
                  </a:lnTo>
                  <a:lnTo>
                    <a:pt x="0" y="2486025"/>
                  </a:lnTo>
                  <a:lnTo>
                    <a:pt x="0" y="2514600"/>
                  </a:lnTo>
                  <a:lnTo>
                    <a:pt x="9525" y="2543175"/>
                  </a:lnTo>
                  <a:lnTo>
                    <a:pt x="9525" y="2571750"/>
                  </a:lnTo>
                  <a:lnTo>
                    <a:pt x="9525" y="2600325"/>
                  </a:lnTo>
                  <a:lnTo>
                    <a:pt x="9525" y="2628900"/>
                  </a:lnTo>
                  <a:lnTo>
                    <a:pt x="9525" y="2657475"/>
                  </a:lnTo>
                  <a:lnTo>
                    <a:pt x="9525" y="2686050"/>
                  </a:lnTo>
                  <a:lnTo>
                    <a:pt x="19050" y="2714625"/>
                  </a:lnTo>
                  <a:lnTo>
                    <a:pt x="19050" y="2743200"/>
                  </a:lnTo>
                  <a:lnTo>
                    <a:pt x="19050" y="2771775"/>
                  </a:lnTo>
                  <a:lnTo>
                    <a:pt x="28575" y="2800350"/>
                  </a:lnTo>
                  <a:lnTo>
                    <a:pt x="28575" y="2828925"/>
                  </a:lnTo>
                  <a:lnTo>
                    <a:pt x="38100" y="2857500"/>
                  </a:lnTo>
                  <a:lnTo>
                    <a:pt x="38100" y="2886075"/>
                  </a:lnTo>
                  <a:lnTo>
                    <a:pt x="47625" y="2914650"/>
                  </a:lnTo>
                  <a:lnTo>
                    <a:pt x="47625" y="2943225"/>
                  </a:lnTo>
                  <a:lnTo>
                    <a:pt x="57150" y="2971800"/>
                  </a:lnTo>
                  <a:lnTo>
                    <a:pt x="66675" y="3000375"/>
                  </a:lnTo>
                  <a:lnTo>
                    <a:pt x="66675" y="3028950"/>
                  </a:lnTo>
                  <a:lnTo>
                    <a:pt x="76200" y="3057525"/>
                  </a:lnTo>
                  <a:lnTo>
                    <a:pt x="85725" y="3086100"/>
                  </a:lnTo>
                  <a:lnTo>
                    <a:pt x="95250" y="3114675"/>
                  </a:lnTo>
                  <a:lnTo>
                    <a:pt x="95250" y="3143250"/>
                  </a:lnTo>
                  <a:lnTo>
                    <a:pt x="104775" y="3171825"/>
                  </a:lnTo>
                  <a:lnTo>
                    <a:pt x="114300" y="3200400"/>
                  </a:lnTo>
                  <a:lnTo>
                    <a:pt x="123825" y="3228975"/>
                  </a:lnTo>
                  <a:lnTo>
                    <a:pt x="133350" y="3257550"/>
                  </a:lnTo>
                  <a:lnTo>
                    <a:pt x="142875" y="3286125"/>
                  </a:lnTo>
                  <a:lnTo>
                    <a:pt x="152400" y="3314700"/>
                  </a:lnTo>
                  <a:lnTo>
                    <a:pt x="171450" y="3343275"/>
                  </a:lnTo>
                  <a:lnTo>
                    <a:pt x="180975" y="3371850"/>
                  </a:lnTo>
                  <a:lnTo>
                    <a:pt x="190500" y="3400425"/>
                  </a:lnTo>
                  <a:lnTo>
                    <a:pt x="200025" y="3429000"/>
                  </a:lnTo>
                  <a:lnTo>
                    <a:pt x="209550" y="3457575"/>
                  </a:lnTo>
                  <a:lnTo>
                    <a:pt x="228600" y="3486150"/>
                  </a:lnTo>
                  <a:lnTo>
                    <a:pt x="238125" y="3514725"/>
                  </a:lnTo>
                  <a:lnTo>
                    <a:pt x="247650" y="3543300"/>
                  </a:lnTo>
                  <a:lnTo>
                    <a:pt x="266700" y="3571875"/>
                  </a:lnTo>
                  <a:lnTo>
                    <a:pt x="276225" y="3600450"/>
                  </a:lnTo>
                  <a:lnTo>
                    <a:pt x="295275" y="3629025"/>
                  </a:lnTo>
                  <a:lnTo>
                    <a:pt x="314325" y="3657600"/>
                  </a:lnTo>
                  <a:lnTo>
                    <a:pt x="323850" y="3686175"/>
                  </a:lnTo>
                  <a:lnTo>
                    <a:pt x="342900" y="3714750"/>
                  </a:lnTo>
                  <a:lnTo>
                    <a:pt x="361950" y="3743325"/>
                  </a:lnTo>
                  <a:lnTo>
                    <a:pt x="381000" y="3771900"/>
                  </a:lnTo>
                  <a:lnTo>
                    <a:pt x="400050" y="3800475"/>
                  </a:lnTo>
                  <a:lnTo>
                    <a:pt x="419100" y="3829050"/>
                  </a:lnTo>
                  <a:lnTo>
                    <a:pt x="438150" y="3857625"/>
                  </a:lnTo>
                  <a:lnTo>
                    <a:pt x="457200" y="3886200"/>
                  </a:lnTo>
                  <a:lnTo>
                    <a:pt x="476250" y="3914775"/>
                  </a:lnTo>
                  <a:lnTo>
                    <a:pt x="495300" y="3943350"/>
                  </a:lnTo>
                  <a:lnTo>
                    <a:pt x="514350" y="3971925"/>
                  </a:lnTo>
                  <a:lnTo>
                    <a:pt x="542925" y="4000500"/>
                  </a:lnTo>
                  <a:lnTo>
                    <a:pt x="561975" y="4029075"/>
                  </a:lnTo>
                  <a:lnTo>
                    <a:pt x="581025" y="4057650"/>
                  </a:lnTo>
                  <a:lnTo>
                    <a:pt x="609600" y="4086225"/>
                  </a:lnTo>
                  <a:lnTo>
                    <a:pt x="638175" y="4114800"/>
                  </a:lnTo>
                  <a:lnTo>
                    <a:pt x="666750" y="4143375"/>
                  </a:lnTo>
                  <a:lnTo>
                    <a:pt x="695325" y="4171950"/>
                  </a:lnTo>
                  <a:lnTo>
                    <a:pt x="714375" y="4200525"/>
                  </a:lnTo>
                  <a:lnTo>
                    <a:pt x="742950" y="4229100"/>
                  </a:lnTo>
                  <a:lnTo>
                    <a:pt x="771525" y="4257675"/>
                  </a:lnTo>
                  <a:lnTo>
                    <a:pt x="800100" y="4286250"/>
                  </a:lnTo>
                  <a:lnTo>
                    <a:pt x="838200" y="4314825"/>
                  </a:lnTo>
                  <a:lnTo>
                    <a:pt x="866775" y="4343400"/>
                  </a:lnTo>
                  <a:lnTo>
                    <a:pt x="904875" y="4371975"/>
                  </a:lnTo>
                  <a:lnTo>
                    <a:pt x="933450" y="4400550"/>
                  </a:lnTo>
                  <a:lnTo>
                    <a:pt x="971550" y="4429125"/>
                  </a:lnTo>
                  <a:lnTo>
                    <a:pt x="1009650" y="4457700"/>
                  </a:lnTo>
                  <a:lnTo>
                    <a:pt x="1047750" y="4486275"/>
                  </a:lnTo>
                  <a:lnTo>
                    <a:pt x="1095375" y="4514850"/>
                  </a:lnTo>
                  <a:lnTo>
                    <a:pt x="1133475" y="4543425"/>
                  </a:lnTo>
                  <a:lnTo>
                    <a:pt x="1181100" y="4572000"/>
                  </a:lnTo>
                  <a:lnTo>
                    <a:pt x="1228725" y="4600575"/>
                  </a:lnTo>
                  <a:lnTo>
                    <a:pt x="1276350" y="4629150"/>
                  </a:lnTo>
                  <a:lnTo>
                    <a:pt x="1323975" y="4657725"/>
                  </a:lnTo>
                  <a:lnTo>
                    <a:pt x="1381125" y="4686300"/>
                  </a:lnTo>
                  <a:lnTo>
                    <a:pt x="1447800" y="4714875"/>
                  </a:lnTo>
                  <a:lnTo>
                    <a:pt x="1504950" y="4743450"/>
                  </a:lnTo>
                  <a:lnTo>
                    <a:pt x="1571625" y="4772025"/>
                  </a:lnTo>
                  <a:lnTo>
                    <a:pt x="1647825" y="4800600"/>
                  </a:lnTo>
                  <a:lnTo>
                    <a:pt x="3333750" y="4800600"/>
                  </a:lnTo>
                  <a:lnTo>
                    <a:pt x="3409950" y="4772025"/>
                  </a:lnTo>
                  <a:lnTo>
                    <a:pt x="3429000" y="4743450"/>
                  </a:lnTo>
                  <a:lnTo>
                    <a:pt x="3448050" y="4714875"/>
                  </a:lnTo>
                  <a:lnTo>
                    <a:pt x="3438525" y="4686300"/>
                  </a:lnTo>
                  <a:lnTo>
                    <a:pt x="3438525" y="4657725"/>
                  </a:lnTo>
                  <a:lnTo>
                    <a:pt x="3438525" y="4629150"/>
                  </a:lnTo>
                  <a:lnTo>
                    <a:pt x="3438525" y="4600575"/>
                  </a:lnTo>
                  <a:lnTo>
                    <a:pt x="3438525" y="4572000"/>
                  </a:lnTo>
                  <a:lnTo>
                    <a:pt x="3438525" y="4543425"/>
                  </a:lnTo>
                  <a:lnTo>
                    <a:pt x="3438525" y="4514850"/>
                  </a:lnTo>
                  <a:lnTo>
                    <a:pt x="3438525" y="4486275"/>
                  </a:lnTo>
                  <a:lnTo>
                    <a:pt x="3438525" y="4457700"/>
                  </a:lnTo>
                  <a:lnTo>
                    <a:pt x="3438525" y="4429125"/>
                  </a:lnTo>
                  <a:lnTo>
                    <a:pt x="3438525" y="4400550"/>
                  </a:lnTo>
                  <a:lnTo>
                    <a:pt x="3448050" y="4371975"/>
                  </a:lnTo>
                  <a:lnTo>
                    <a:pt x="3448050" y="4343400"/>
                  </a:lnTo>
                  <a:lnTo>
                    <a:pt x="3448050" y="4314825"/>
                  </a:lnTo>
                  <a:lnTo>
                    <a:pt x="3448050" y="4286250"/>
                  </a:lnTo>
                  <a:lnTo>
                    <a:pt x="3448050" y="4257675"/>
                  </a:lnTo>
                  <a:lnTo>
                    <a:pt x="3448050" y="4229100"/>
                  </a:lnTo>
                  <a:lnTo>
                    <a:pt x="3448050" y="4200525"/>
                  </a:lnTo>
                  <a:lnTo>
                    <a:pt x="3448050" y="4171950"/>
                  </a:lnTo>
                  <a:lnTo>
                    <a:pt x="3448050" y="4143375"/>
                  </a:lnTo>
                  <a:lnTo>
                    <a:pt x="3448050" y="4114800"/>
                  </a:lnTo>
                  <a:lnTo>
                    <a:pt x="3448050" y="4086225"/>
                  </a:lnTo>
                  <a:lnTo>
                    <a:pt x="3448050" y="4057650"/>
                  </a:lnTo>
                  <a:lnTo>
                    <a:pt x="3448050" y="4029075"/>
                  </a:lnTo>
                  <a:lnTo>
                    <a:pt x="3448050" y="4000500"/>
                  </a:lnTo>
                  <a:lnTo>
                    <a:pt x="3448050" y="3971925"/>
                  </a:lnTo>
                  <a:lnTo>
                    <a:pt x="3448050" y="3943350"/>
                  </a:lnTo>
                  <a:lnTo>
                    <a:pt x="3448050" y="3914775"/>
                  </a:lnTo>
                  <a:lnTo>
                    <a:pt x="3448050" y="3886200"/>
                  </a:lnTo>
                  <a:lnTo>
                    <a:pt x="3448050" y="3857625"/>
                  </a:lnTo>
                  <a:lnTo>
                    <a:pt x="3448050" y="3829050"/>
                  </a:lnTo>
                  <a:lnTo>
                    <a:pt x="3448050" y="3800475"/>
                  </a:lnTo>
                  <a:lnTo>
                    <a:pt x="3448050" y="3771900"/>
                  </a:lnTo>
                  <a:lnTo>
                    <a:pt x="3448050" y="3743325"/>
                  </a:lnTo>
                  <a:lnTo>
                    <a:pt x="3448050" y="3714750"/>
                  </a:lnTo>
                  <a:lnTo>
                    <a:pt x="3448050" y="3686175"/>
                  </a:lnTo>
                  <a:lnTo>
                    <a:pt x="3448050" y="3657600"/>
                  </a:lnTo>
                  <a:lnTo>
                    <a:pt x="3448050" y="3629025"/>
                  </a:lnTo>
                  <a:lnTo>
                    <a:pt x="3448050" y="3600450"/>
                  </a:lnTo>
                  <a:lnTo>
                    <a:pt x="3448050" y="3571875"/>
                  </a:lnTo>
                  <a:lnTo>
                    <a:pt x="3448050" y="3543300"/>
                  </a:lnTo>
                  <a:lnTo>
                    <a:pt x="3448050" y="3514725"/>
                  </a:lnTo>
                  <a:lnTo>
                    <a:pt x="3448050" y="3486150"/>
                  </a:lnTo>
                  <a:lnTo>
                    <a:pt x="3448050" y="3457575"/>
                  </a:lnTo>
                  <a:lnTo>
                    <a:pt x="3448050" y="3429000"/>
                  </a:lnTo>
                  <a:lnTo>
                    <a:pt x="3448050" y="3400425"/>
                  </a:lnTo>
                  <a:lnTo>
                    <a:pt x="3448050" y="3371850"/>
                  </a:lnTo>
                  <a:lnTo>
                    <a:pt x="3448050" y="3343275"/>
                  </a:lnTo>
                  <a:lnTo>
                    <a:pt x="3448050" y="3314700"/>
                  </a:lnTo>
                  <a:lnTo>
                    <a:pt x="3448050" y="3286125"/>
                  </a:lnTo>
                  <a:lnTo>
                    <a:pt x="3448050" y="3257550"/>
                  </a:lnTo>
                  <a:lnTo>
                    <a:pt x="3448050" y="3228975"/>
                  </a:lnTo>
                  <a:lnTo>
                    <a:pt x="3448050" y="3200400"/>
                  </a:lnTo>
                  <a:lnTo>
                    <a:pt x="3448050" y="3171825"/>
                  </a:lnTo>
                  <a:lnTo>
                    <a:pt x="3448050" y="3143250"/>
                  </a:lnTo>
                  <a:lnTo>
                    <a:pt x="3448050" y="3114675"/>
                  </a:lnTo>
                  <a:lnTo>
                    <a:pt x="3448050" y="3086100"/>
                  </a:lnTo>
                  <a:lnTo>
                    <a:pt x="3448050" y="3057525"/>
                  </a:lnTo>
                  <a:lnTo>
                    <a:pt x="3448050" y="3028950"/>
                  </a:lnTo>
                  <a:lnTo>
                    <a:pt x="3448050" y="3000375"/>
                  </a:lnTo>
                  <a:lnTo>
                    <a:pt x="3448050" y="2971800"/>
                  </a:lnTo>
                  <a:lnTo>
                    <a:pt x="3448050" y="2943225"/>
                  </a:lnTo>
                  <a:lnTo>
                    <a:pt x="3448050" y="2914650"/>
                  </a:lnTo>
                  <a:lnTo>
                    <a:pt x="3448050" y="2886075"/>
                  </a:lnTo>
                  <a:lnTo>
                    <a:pt x="3448050" y="2857500"/>
                  </a:lnTo>
                  <a:lnTo>
                    <a:pt x="3448050" y="2828925"/>
                  </a:lnTo>
                  <a:lnTo>
                    <a:pt x="3448050" y="2800350"/>
                  </a:lnTo>
                  <a:lnTo>
                    <a:pt x="3448050" y="2771775"/>
                  </a:lnTo>
                  <a:lnTo>
                    <a:pt x="3448050" y="2743200"/>
                  </a:lnTo>
                  <a:lnTo>
                    <a:pt x="3448050" y="2714625"/>
                  </a:lnTo>
                  <a:lnTo>
                    <a:pt x="3448050" y="2686050"/>
                  </a:lnTo>
                  <a:lnTo>
                    <a:pt x="3448050" y="2657475"/>
                  </a:lnTo>
                  <a:lnTo>
                    <a:pt x="3448050" y="2628900"/>
                  </a:lnTo>
                  <a:lnTo>
                    <a:pt x="3448050" y="2600325"/>
                  </a:lnTo>
                  <a:lnTo>
                    <a:pt x="3448050" y="2571750"/>
                  </a:lnTo>
                  <a:lnTo>
                    <a:pt x="3448050" y="2543175"/>
                  </a:lnTo>
                  <a:lnTo>
                    <a:pt x="3448050" y="2514600"/>
                  </a:lnTo>
                  <a:lnTo>
                    <a:pt x="3448050" y="2486025"/>
                  </a:lnTo>
                  <a:lnTo>
                    <a:pt x="3448050" y="2457450"/>
                  </a:lnTo>
                  <a:lnTo>
                    <a:pt x="3448050" y="2428875"/>
                  </a:lnTo>
                  <a:lnTo>
                    <a:pt x="3448050" y="2400300"/>
                  </a:lnTo>
                  <a:lnTo>
                    <a:pt x="3448050" y="2371725"/>
                  </a:lnTo>
                  <a:lnTo>
                    <a:pt x="3448050" y="2343150"/>
                  </a:lnTo>
                  <a:lnTo>
                    <a:pt x="3448050" y="2314575"/>
                  </a:lnTo>
                  <a:lnTo>
                    <a:pt x="3448050" y="2286000"/>
                  </a:lnTo>
                  <a:lnTo>
                    <a:pt x="3448050" y="2257425"/>
                  </a:lnTo>
                  <a:lnTo>
                    <a:pt x="3448050" y="2228850"/>
                  </a:lnTo>
                  <a:lnTo>
                    <a:pt x="3448050" y="2200275"/>
                  </a:lnTo>
                  <a:lnTo>
                    <a:pt x="3448050" y="2171700"/>
                  </a:lnTo>
                  <a:lnTo>
                    <a:pt x="3448050" y="2143125"/>
                  </a:lnTo>
                  <a:lnTo>
                    <a:pt x="3448050" y="2114550"/>
                  </a:lnTo>
                  <a:lnTo>
                    <a:pt x="3448050" y="2085975"/>
                  </a:lnTo>
                  <a:lnTo>
                    <a:pt x="3448050" y="2057400"/>
                  </a:lnTo>
                  <a:lnTo>
                    <a:pt x="3448050" y="2028825"/>
                  </a:lnTo>
                  <a:lnTo>
                    <a:pt x="3448050" y="2000250"/>
                  </a:lnTo>
                  <a:lnTo>
                    <a:pt x="3448050" y="1971675"/>
                  </a:lnTo>
                  <a:lnTo>
                    <a:pt x="3448050" y="1943100"/>
                  </a:lnTo>
                  <a:lnTo>
                    <a:pt x="3448050" y="1914525"/>
                  </a:lnTo>
                  <a:lnTo>
                    <a:pt x="3448050" y="1885950"/>
                  </a:lnTo>
                  <a:lnTo>
                    <a:pt x="3448050" y="1857375"/>
                  </a:lnTo>
                  <a:lnTo>
                    <a:pt x="3448050" y="1828800"/>
                  </a:lnTo>
                  <a:lnTo>
                    <a:pt x="3448050" y="1800225"/>
                  </a:lnTo>
                  <a:lnTo>
                    <a:pt x="3448050" y="1771650"/>
                  </a:lnTo>
                  <a:lnTo>
                    <a:pt x="3448050" y="1743075"/>
                  </a:lnTo>
                  <a:lnTo>
                    <a:pt x="3448050" y="1714500"/>
                  </a:lnTo>
                  <a:lnTo>
                    <a:pt x="3448050" y="1685925"/>
                  </a:lnTo>
                  <a:lnTo>
                    <a:pt x="3448050" y="1657350"/>
                  </a:lnTo>
                  <a:lnTo>
                    <a:pt x="3448050" y="1628775"/>
                  </a:lnTo>
                  <a:lnTo>
                    <a:pt x="3448050" y="1600200"/>
                  </a:lnTo>
                  <a:lnTo>
                    <a:pt x="3448050" y="1571625"/>
                  </a:lnTo>
                  <a:lnTo>
                    <a:pt x="3448050" y="1543050"/>
                  </a:lnTo>
                  <a:lnTo>
                    <a:pt x="3448050" y="1514475"/>
                  </a:lnTo>
                  <a:lnTo>
                    <a:pt x="3448050" y="1485900"/>
                  </a:lnTo>
                  <a:lnTo>
                    <a:pt x="3448050" y="1457325"/>
                  </a:lnTo>
                  <a:lnTo>
                    <a:pt x="3448050" y="1428750"/>
                  </a:lnTo>
                  <a:lnTo>
                    <a:pt x="3448050" y="1400175"/>
                  </a:lnTo>
                  <a:lnTo>
                    <a:pt x="3448050" y="1371600"/>
                  </a:lnTo>
                  <a:lnTo>
                    <a:pt x="3448050" y="1343025"/>
                  </a:lnTo>
                  <a:lnTo>
                    <a:pt x="3448050" y="1314450"/>
                  </a:lnTo>
                  <a:lnTo>
                    <a:pt x="3448050" y="1285875"/>
                  </a:lnTo>
                  <a:lnTo>
                    <a:pt x="3448050" y="1257300"/>
                  </a:lnTo>
                  <a:lnTo>
                    <a:pt x="3448050" y="1228725"/>
                  </a:lnTo>
                  <a:lnTo>
                    <a:pt x="3448050" y="1200150"/>
                  </a:lnTo>
                  <a:lnTo>
                    <a:pt x="3448050" y="1171575"/>
                  </a:lnTo>
                  <a:lnTo>
                    <a:pt x="3448050" y="1143000"/>
                  </a:lnTo>
                  <a:lnTo>
                    <a:pt x="3448050" y="1114425"/>
                  </a:lnTo>
                  <a:lnTo>
                    <a:pt x="3448050" y="1085850"/>
                  </a:lnTo>
                  <a:lnTo>
                    <a:pt x="3448050" y="1057275"/>
                  </a:lnTo>
                  <a:lnTo>
                    <a:pt x="3448050" y="1028700"/>
                  </a:lnTo>
                  <a:lnTo>
                    <a:pt x="3448050" y="1000125"/>
                  </a:lnTo>
                  <a:lnTo>
                    <a:pt x="3448050" y="971550"/>
                  </a:lnTo>
                  <a:lnTo>
                    <a:pt x="3448050" y="942975"/>
                  </a:lnTo>
                  <a:lnTo>
                    <a:pt x="3448050" y="914400"/>
                  </a:lnTo>
                  <a:lnTo>
                    <a:pt x="3448050" y="885825"/>
                  </a:lnTo>
                  <a:lnTo>
                    <a:pt x="3448050" y="857250"/>
                  </a:lnTo>
                  <a:lnTo>
                    <a:pt x="3448050" y="828675"/>
                  </a:lnTo>
                  <a:lnTo>
                    <a:pt x="3448050" y="800100"/>
                  </a:lnTo>
                  <a:lnTo>
                    <a:pt x="3448050" y="771525"/>
                  </a:lnTo>
                  <a:lnTo>
                    <a:pt x="3448050" y="742950"/>
                  </a:lnTo>
                  <a:lnTo>
                    <a:pt x="3448050" y="714375"/>
                  </a:lnTo>
                  <a:lnTo>
                    <a:pt x="3448050" y="685800"/>
                  </a:lnTo>
                  <a:lnTo>
                    <a:pt x="3448050" y="657225"/>
                  </a:lnTo>
                  <a:lnTo>
                    <a:pt x="3448050" y="628650"/>
                  </a:lnTo>
                  <a:lnTo>
                    <a:pt x="3448050" y="600075"/>
                  </a:lnTo>
                  <a:lnTo>
                    <a:pt x="3448050" y="571500"/>
                  </a:lnTo>
                  <a:lnTo>
                    <a:pt x="3448050" y="542925"/>
                  </a:lnTo>
                  <a:lnTo>
                    <a:pt x="3448050" y="514350"/>
                  </a:lnTo>
                  <a:lnTo>
                    <a:pt x="3448050" y="485775"/>
                  </a:lnTo>
                  <a:lnTo>
                    <a:pt x="3448050" y="457200"/>
                  </a:lnTo>
                  <a:lnTo>
                    <a:pt x="3448050" y="428625"/>
                  </a:lnTo>
                  <a:lnTo>
                    <a:pt x="3448050" y="400050"/>
                  </a:lnTo>
                  <a:lnTo>
                    <a:pt x="3448050" y="371475"/>
                  </a:lnTo>
                  <a:lnTo>
                    <a:pt x="3448050" y="342900"/>
                  </a:lnTo>
                  <a:lnTo>
                    <a:pt x="3448050" y="314325"/>
                  </a:lnTo>
                  <a:lnTo>
                    <a:pt x="3448050" y="285750"/>
                  </a:lnTo>
                  <a:lnTo>
                    <a:pt x="3448050" y="257175"/>
                  </a:lnTo>
                  <a:lnTo>
                    <a:pt x="3448050" y="228600"/>
                  </a:lnTo>
                  <a:lnTo>
                    <a:pt x="3448050" y="200025"/>
                  </a:lnTo>
                  <a:lnTo>
                    <a:pt x="3448050" y="171450"/>
                  </a:lnTo>
                  <a:lnTo>
                    <a:pt x="3419475" y="142875"/>
                  </a:lnTo>
                  <a:lnTo>
                    <a:pt x="3352800" y="114300"/>
                  </a:lnTo>
                  <a:lnTo>
                    <a:pt x="3276600" y="85725"/>
                  </a:lnTo>
                  <a:lnTo>
                    <a:pt x="3171825" y="57150"/>
                  </a:lnTo>
                  <a:lnTo>
                    <a:pt x="3067050" y="28575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E5E5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age-1-crescent"/>
            <p:cNvSpPr/>
            <p:nvPr/>
          </p:nvSpPr>
          <p:spPr>
            <a:xfrm>
              <a:off x="8848725" y="7286625"/>
              <a:ext cx="1524000" cy="3543300"/>
            </a:xfrm>
            <a:custGeom>
              <a:avLst/>
              <a:gdLst/>
              <a:ahLst/>
              <a:cxnLst/>
              <a:rect l="l" t="t" r="r" b="b"/>
              <a:pathLst>
                <a:path w="1524000" h="3543300">
                  <a:moveTo>
                    <a:pt x="742950" y="0"/>
                  </a:moveTo>
                  <a:lnTo>
                    <a:pt x="704850" y="28575"/>
                  </a:lnTo>
                  <a:lnTo>
                    <a:pt x="685800" y="57150"/>
                  </a:lnTo>
                  <a:lnTo>
                    <a:pt x="657225" y="85725"/>
                  </a:lnTo>
                  <a:lnTo>
                    <a:pt x="628650" y="114300"/>
                  </a:lnTo>
                  <a:lnTo>
                    <a:pt x="600075" y="142875"/>
                  </a:lnTo>
                  <a:lnTo>
                    <a:pt x="581025" y="171450"/>
                  </a:lnTo>
                  <a:lnTo>
                    <a:pt x="561975" y="200025"/>
                  </a:lnTo>
                  <a:lnTo>
                    <a:pt x="533400" y="228600"/>
                  </a:lnTo>
                  <a:lnTo>
                    <a:pt x="514350" y="257175"/>
                  </a:lnTo>
                  <a:lnTo>
                    <a:pt x="495300" y="285750"/>
                  </a:lnTo>
                  <a:lnTo>
                    <a:pt x="466725" y="314325"/>
                  </a:lnTo>
                  <a:lnTo>
                    <a:pt x="447675" y="342900"/>
                  </a:lnTo>
                  <a:lnTo>
                    <a:pt x="428625" y="371475"/>
                  </a:lnTo>
                  <a:lnTo>
                    <a:pt x="409575" y="400050"/>
                  </a:lnTo>
                  <a:lnTo>
                    <a:pt x="390525" y="428625"/>
                  </a:lnTo>
                  <a:lnTo>
                    <a:pt x="371475" y="457200"/>
                  </a:lnTo>
                  <a:lnTo>
                    <a:pt x="361950" y="485775"/>
                  </a:lnTo>
                  <a:lnTo>
                    <a:pt x="342900" y="514350"/>
                  </a:lnTo>
                  <a:lnTo>
                    <a:pt x="323850" y="542925"/>
                  </a:lnTo>
                  <a:lnTo>
                    <a:pt x="314325" y="571500"/>
                  </a:lnTo>
                  <a:lnTo>
                    <a:pt x="295275" y="600075"/>
                  </a:lnTo>
                  <a:lnTo>
                    <a:pt x="276225" y="628650"/>
                  </a:lnTo>
                  <a:lnTo>
                    <a:pt x="266700" y="657225"/>
                  </a:lnTo>
                  <a:lnTo>
                    <a:pt x="257175" y="685800"/>
                  </a:lnTo>
                  <a:lnTo>
                    <a:pt x="238125" y="714375"/>
                  </a:lnTo>
                  <a:lnTo>
                    <a:pt x="219075" y="742950"/>
                  </a:lnTo>
                  <a:lnTo>
                    <a:pt x="209550" y="771525"/>
                  </a:lnTo>
                  <a:lnTo>
                    <a:pt x="200025" y="800100"/>
                  </a:lnTo>
                  <a:lnTo>
                    <a:pt x="190500" y="828675"/>
                  </a:lnTo>
                  <a:lnTo>
                    <a:pt x="180975" y="857250"/>
                  </a:lnTo>
                  <a:lnTo>
                    <a:pt x="161925" y="885825"/>
                  </a:lnTo>
                  <a:lnTo>
                    <a:pt x="152400" y="914400"/>
                  </a:lnTo>
                  <a:lnTo>
                    <a:pt x="142875" y="942975"/>
                  </a:lnTo>
                  <a:lnTo>
                    <a:pt x="133350" y="971550"/>
                  </a:lnTo>
                  <a:lnTo>
                    <a:pt x="123825" y="1000125"/>
                  </a:lnTo>
                  <a:lnTo>
                    <a:pt x="114300" y="1028700"/>
                  </a:lnTo>
                  <a:lnTo>
                    <a:pt x="104775" y="1057275"/>
                  </a:lnTo>
                  <a:lnTo>
                    <a:pt x="95250" y="1085850"/>
                  </a:lnTo>
                  <a:lnTo>
                    <a:pt x="95250" y="1114425"/>
                  </a:lnTo>
                  <a:lnTo>
                    <a:pt x="85725" y="1143000"/>
                  </a:lnTo>
                  <a:lnTo>
                    <a:pt x="76200" y="1171575"/>
                  </a:lnTo>
                  <a:lnTo>
                    <a:pt x="66675" y="1200150"/>
                  </a:lnTo>
                  <a:lnTo>
                    <a:pt x="66675" y="1228725"/>
                  </a:lnTo>
                  <a:lnTo>
                    <a:pt x="57150" y="1257300"/>
                  </a:lnTo>
                  <a:lnTo>
                    <a:pt x="47625" y="1285875"/>
                  </a:lnTo>
                  <a:lnTo>
                    <a:pt x="47625" y="1314450"/>
                  </a:lnTo>
                  <a:lnTo>
                    <a:pt x="47625" y="1343025"/>
                  </a:lnTo>
                  <a:lnTo>
                    <a:pt x="38100" y="1371600"/>
                  </a:lnTo>
                  <a:lnTo>
                    <a:pt x="28575" y="1400175"/>
                  </a:lnTo>
                  <a:lnTo>
                    <a:pt x="28575" y="1428750"/>
                  </a:lnTo>
                  <a:lnTo>
                    <a:pt x="28575" y="1457325"/>
                  </a:lnTo>
                  <a:lnTo>
                    <a:pt x="19050" y="1485900"/>
                  </a:lnTo>
                  <a:lnTo>
                    <a:pt x="19050" y="1514475"/>
                  </a:lnTo>
                  <a:lnTo>
                    <a:pt x="19050" y="1543050"/>
                  </a:lnTo>
                  <a:lnTo>
                    <a:pt x="9525" y="1571625"/>
                  </a:lnTo>
                  <a:lnTo>
                    <a:pt x="9525" y="1600200"/>
                  </a:lnTo>
                  <a:lnTo>
                    <a:pt x="9525" y="1628775"/>
                  </a:lnTo>
                  <a:lnTo>
                    <a:pt x="9525" y="1657350"/>
                  </a:lnTo>
                  <a:lnTo>
                    <a:pt x="9525" y="1685925"/>
                  </a:lnTo>
                  <a:lnTo>
                    <a:pt x="9525" y="1714500"/>
                  </a:lnTo>
                  <a:lnTo>
                    <a:pt x="0" y="1743075"/>
                  </a:lnTo>
                  <a:lnTo>
                    <a:pt x="9525" y="1771650"/>
                  </a:lnTo>
                  <a:lnTo>
                    <a:pt x="0" y="1800225"/>
                  </a:lnTo>
                  <a:lnTo>
                    <a:pt x="0" y="1828800"/>
                  </a:lnTo>
                  <a:lnTo>
                    <a:pt x="9525" y="1857375"/>
                  </a:lnTo>
                  <a:lnTo>
                    <a:pt x="9525" y="1885950"/>
                  </a:lnTo>
                  <a:lnTo>
                    <a:pt x="9525" y="1914525"/>
                  </a:lnTo>
                  <a:lnTo>
                    <a:pt x="9525" y="1943100"/>
                  </a:lnTo>
                  <a:lnTo>
                    <a:pt x="9525" y="1971675"/>
                  </a:lnTo>
                  <a:lnTo>
                    <a:pt x="19050" y="2000250"/>
                  </a:lnTo>
                  <a:lnTo>
                    <a:pt x="19050" y="2028825"/>
                  </a:lnTo>
                  <a:lnTo>
                    <a:pt x="19050" y="2057400"/>
                  </a:lnTo>
                  <a:lnTo>
                    <a:pt x="28575" y="2085975"/>
                  </a:lnTo>
                  <a:lnTo>
                    <a:pt x="28575" y="2114550"/>
                  </a:lnTo>
                  <a:lnTo>
                    <a:pt x="28575" y="2143125"/>
                  </a:lnTo>
                  <a:lnTo>
                    <a:pt x="38100" y="2171700"/>
                  </a:lnTo>
                  <a:lnTo>
                    <a:pt x="38100" y="2200275"/>
                  </a:lnTo>
                  <a:lnTo>
                    <a:pt x="47625" y="2228850"/>
                  </a:lnTo>
                  <a:lnTo>
                    <a:pt x="47625" y="2257425"/>
                  </a:lnTo>
                  <a:lnTo>
                    <a:pt x="57150" y="2286000"/>
                  </a:lnTo>
                  <a:lnTo>
                    <a:pt x="66675" y="2314575"/>
                  </a:lnTo>
                  <a:lnTo>
                    <a:pt x="66675" y="2343150"/>
                  </a:lnTo>
                  <a:lnTo>
                    <a:pt x="76200" y="2371725"/>
                  </a:lnTo>
                  <a:lnTo>
                    <a:pt x="85725" y="2400300"/>
                  </a:lnTo>
                  <a:lnTo>
                    <a:pt x="95250" y="2428875"/>
                  </a:lnTo>
                  <a:lnTo>
                    <a:pt x="104775" y="2457450"/>
                  </a:lnTo>
                  <a:lnTo>
                    <a:pt x="104775" y="2486025"/>
                  </a:lnTo>
                  <a:lnTo>
                    <a:pt x="114300" y="2514600"/>
                  </a:lnTo>
                  <a:lnTo>
                    <a:pt x="123825" y="2543175"/>
                  </a:lnTo>
                  <a:lnTo>
                    <a:pt x="133350" y="2571750"/>
                  </a:lnTo>
                  <a:lnTo>
                    <a:pt x="142875" y="2600325"/>
                  </a:lnTo>
                  <a:lnTo>
                    <a:pt x="152400" y="2628900"/>
                  </a:lnTo>
                  <a:lnTo>
                    <a:pt x="171450" y="2657475"/>
                  </a:lnTo>
                  <a:lnTo>
                    <a:pt x="180975" y="2686050"/>
                  </a:lnTo>
                  <a:lnTo>
                    <a:pt x="190500" y="2714625"/>
                  </a:lnTo>
                  <a:lnTo>
                    <a:pt x="200025" y="2743200"/>
                  </a:lnTo>
                  <a:lnTo>
                    <a:pt x="219075" y="2771775"/>
                  </a:lnTo>
                  <a:lnTo>
                    <a:pt x="228600" y="2800350"/>
                  </a:lnTo>
                  <a:lnTo>
                    <a:pt x="238125" y="2828925"/>
                  </a:lnTo>
                  <a:lnTo>
                    <a:pt x="257175" y="2857500"/>
                  </a:lnTo>
                  <a:lnTo>
                    <a:pt x="266700" y="2886075"/>
                  </a:lnTo>
                  <a:lnTo>
                    <a:pt x="285750" y="2914650"/>
                  </a:lnTo>
                  <a:lnTo>
                    <a:pt x="295275" y="2943225"/>
                  </a:lnTo>
                  <a:lnTo>
                    <a:pt x="314325" y="2971800"/>
                  </a:lnTo>
                  <a:lnTo>
                    <a:pt x="333375" y="3000375"/>
                  </a:lnTo>
                  <a:lnTo>
                    <a:pt x="342900" y="3028950"/>
                  </a:lnTo>
                  <a:lnTo>
                    <a:pt x="361950" y="3057525"/>
                  </a:lnTo>
                  <a:lnTo>
                    <a:pt x="381000" y="3086100"/>
                  </a:lnTo>
                  <a:lnTo>
                    <a:pt x="400050" y="3114675"/>
                  </a:lnTo>
                  <a:lnTo>
                    <a:pt x="419100" y="3143250"/>
                  </a:lnTo>
                  <a:lnTo>
                    <a:pt x="438150" y="3171825"/>
                  </a:lnTo>
                  <a:lnTo>
                    <a:pt x="457200" y="3200400"/>
                  </a:lnTo>
                  <a:lnTo>
                    <a:pt x="476250" y="3228975"/>
                  </a:lnTo>
                  <a:lnTo>
                    <a:pt x="495300" y="3257550"/>
                  </a:lnTo>
                  <a:lnTo>
                    <a:pt x="523875" y="3286125"/>
                  </a:lnTo>
                  <a:lnTo>
                    <a:pt x="542925" y="3314700"/>
                  </a:lnTo>
                  <a:lnTo>
                    <a:pt x="561975" y="3343275"/>
                  </a:lnTo>
                  <a:lnTo>
                    <a:pt x="590550" y="3371850"/>
                  </a:lnTo>
                  <a:lnTo>
                    <a:pt x="609600" y="3400425"/>
                  </a:lnTo>
                  <a:lnTo>
                    <a:pt x="638175" y="3429000"/>
                  </a:lnTo>
                  <a:lnTo>
                    <a:pt x="666750" y="3457575"/>
                  </a:lnTo>
                  <a:lnTo>
                    <a:pt x="685800" y="3486150"/>
                  </a:lnTo>
                  <a:lnTo>
                    <a:pt x="714375" y="3514725"/>
                  </a:lnTo>
                  <a:lnTo>
                    <a:pt x="742950" y="3543300"/>
                  </a:lnTo>
                  <a:lnTo>
                    <a:pt x="1524000" y="3543300"/>
                  </a:lnTo>
                  <a:lnTo>
                    <a:pt x="1524000" y="3514725"/>
                  </a:lnTo>
                  <a:lnTo>
                    <a:pt x="1524000" y="3486150"/>
                  </a:lnTo>
                  <a:lnTo>
                    <a:pt x="1524000" y="3457575"/>
                  </a:lnTo>
                  <a:lnTo>
                    <a:pt x="1524000" y="3429000"/>
                  </a:lnTo>
                  <a:lnTo>
                    <a:pt x="1524000" y="3400425"/>
                  </a:lnTo>
                  <a:lnTo>
                    <a:pt x="1524000" y="3371850"/>
                  </a:lnTo>
                  <a:lnTo>
                    <a:pt x="1524000" y="3343275"/>
                  </a:lnTo>
                  <a:lnTo>
                    <a:pt x="1524000" y="3314700"/>
                  </a:lnTo>
                  <a:lnTo>
                    <a:pt x="1524000" y="3286125"/>
                  </a:lnTo>
                  <a:lnTo>
                    <a:pt x="1524000" y="3257550"/>
                  </a:lnTo>
                  <a:lnTo>
                    <a:pt x="1524000" y="3228975"/>
                  </a:lnTo>
                  <a:lnTo>
                    <a:pt x="1524000" y="3200400"/>
                  </a:lnTo>
                  <a:lnTo>
                    <a:pt x="1524000" y="3171825"/>
                  </a:lnTo>
                  <a:lnTo>
                    <a:pt x="1524000" y="3143250"/>
                  </a:lnTo>
                  <a:lnTo>
                    <a:pt x="1524000" y="3114675"/>
                  </a:lnTo>
                  <a:lnTo>
                    <a:pt x="1524000" y="3086100"/>
                  </a:lnTo>
                  <a:lnTo>
                    <a:pt x="1524000" y="3057525"/>
                  </a:lnTo>
                  <a:lnTo>
                    <a:pt x="1524000" y="3028950"/>
                  </a:lnTo>
                  <a:lnTo>
                    <a:pt x="1524000" y="3000375"/>
                  </a:lnTo>
                  <a:lnTo>
                    <a:pt x="1524000" y="2971800"/>
                  </a:lnTo>
                  <a:lnTo>
                    <a:pt x="1524000" y="2943225"/>
                  </a:lnTo>
                  <a:lnTo>
                    <a:pt x="1524000" y="2914650"/>
                  </a:lnTo>
                  <a:lnTo>
                    <a:pt x="1524000" y="2886075"/>
                  </a:lnTo>
                  <a:lnTo>
                    <a:pt x="1524000" y="2857500"/>
                  </a:lnTo>
                  <a:lnTo>
                    <a:pt x="1524000" y="2828925"/>
                  </a:lnTo>
                  <a:lnTo>
                    <a:pt x="1524000" y="2800350"/>
                  </a:lnTo>
                  <a:lnTo>
                    <a:pt x="1524000" y="2771775"/>
                  </a:lnTo>
                  <a:lnTo>
                    <a:pt x="1524000" y="2743200"/>
                  </a:lnTo>
                  <a:lnTo>
                    <a:pt x="1524000" y="2714625"/>
                  </a:lnTo>
                  <a:lnTo>
                    <a:pt x="1524000" y="2686050"/>
                  </a:lnTo>
                  <a:lnTo>
                    <a:pt x="1524000" y="2657475"/>
                  </a:lnTo>
                  <a:lnTo>
                    <a:pt x="1524000" y="2628900"/>
                  </a:lnTo>
                  <a:lnTo>
                    <a:pt x="1524000" y="2600325"/>
                  </a:lnTo>
                  <a:lnTo>
                    <a:pt x="1524000" y="2571750"/>
                  </a:lnTo>
                  <a:lnTo>
                    <a:pt x="1524000" y="2543175"/>
                  </a:lnTo>
                  <a:lnTo>
                    <a:pt x="1524000" y="2514600"/>
                  </a:lnTo>
                  <a:lnTo>
                    <a:pt x="1524000" y="2486025"/>
                  </a:lnTo>
                  <a:lnTo>
                    <a:pt x="1524000" y="2457450"/>
                  </a:lnTo>
                  <a:lnTo>
                    <a:pt x="1524000" y="2428875"/>
                  </a:lnTo>
                  <a:lnTo>
                    <a:pt x="1524000" y="2400300"/>
                  </a:lnTo>
                  <a:lnTo>
                    <a:pt x="1524000" y="2371725"/>
                  </a:lnTo>
                  <a:lnTo>
                    <a:pt x="1524000" y="2343150"/>
                  </a:lnTo>
                  <a:lnTo>
                    <a:pt x="1524000" y="2314575"/>
                  </a:lnTo>
                  <a:lnTo>
                    <a:pt x="1524000" y="2286000"/>
                  </a:lnTo>
                  <a:lnTo>
                    <a:pt x="1524000" y="2257425"/>
                  </a:lnTo>
                  <a:lnTo>
                    <a:pt x="1524000" y="2228850"/>
                  </a:lnTo>
                  <a:lnTo>
                    <a:pt x="1524000" y="2200275"/>
                  </a:lnTo>
                  <a:lnTo>
                    <a:pt x="1524000" y="2171700"/>
                  </a:lnTo>
                  <a:lnTo>
                    <a:pt x="1524000" y="2143125"/>
                  </a:lnTo>
                  <a:lnTo>
                    <a:pt x="1524000" y="2114550"/>
                  </a:lnTo>
                  <a:lnTo>
                    <a:pt x="1524000" y="2085975"/>
                  </a:lnTo>
                  <a:lnTo>
                    <a:pt x="1524000" y="2057400"/>
                  </a:lnTo>
                  <a:lnTo>
                    <a:pt x="1524000" y="2028825"/>
                  </a:lnTo>
                  <a:lnTo>
                    <a:pt x="1524000" y="2000250"/>
                  </a:lnTo>
                  <a:lnTo>
                    <a:pt x="1524000" y="1971675"/>
                  </a:lnTo>
                  <a:lnTo>
                    <a:pt x="1524000" y="1943100"/>
                  </a:lnTo>
                  <a:lnTo>
                    <a:pt x="1524000" y="1914525"/>
                  </a:lnTo>
                  <a:lnTo>
                    <a:pt x="1524000" y="1885950"/>
                  </a:lnTo>
                  <a:lnTo>
                    <a:pt x="1524000" y="1857375"/>
                  </a:lnTo>
                  <a:lnTo>
                    <a:pt x="1524000" y="1828800"/>
                  </a:lnTo>
                  <a:lnTo>
                    <a:pt x="1524000" y="1800225"/>
                  </a:lnTo>
                  <a:lnTo>
                    <a:pt x="1524000" y="1771650"/>
                  </a:lnTo>
                  <a:lnTo>
                    <a:pt x="1524000" y="1743075"/>
                  </a:lnTo>
                  <a:lnTo>
                    <a:pt x="1524000" y="1714500"/>
                  </a:lnTo>
                  <a:lnTo>
                    <a:pt x="1524000" y="1685925"/>
                  </a:lnTo>
                  <a:lnTo>
                    <a:pt x="1524000" y="1657350"/>
                  </a:lnTo>
                  <a:lnTo>
                    <a:pt x="1524000" y="1628775"/>
                  </a:lnTo>
                  <a:lnTo>
                    <a:pt x="1524000" y="1600200"/>
                  </a:lnTo>
                  <a:lnTo>
                    <a:pt x="1524000" y="1571625"/>
                  </a:lnTo>
                  <a:lnTo>
                    <a:pt x="1524000" y="1543050"/>
                  </a:lnTo>
                  <a:lnTo>
                    <a:pt x="1524000" y="1514475"/>
                  </a:lnTo>
                  <a:lnTo>
                    <a:pt x="1524000" y="1485900"/>
                  </a:lnTo>
                  <a:lnTo>
                    <a:pt x="1524000" y="1457325"/>
                  </a:lnTo>
                  <a:lnTo>
                    <a:pt x="1524000" y="1428750"/>
                  </a:lnTo>
                  <a:lnTo>
                    <a:pt x="1524000" y="1400175"/>
                  </a:lnTo>
                  <a:lnTo>
                    <a:pt x="1524000" y="1371600"/>
                  </a:lnTo>
                  <a:lnTo>
                    <a:pt x="1524000" y="1343025"/>
                  </a:lnTo>
                  <a:lnTo>
                    <a:pt x="1524000" y="1314450"/>
                  </a:lnTo>
                  <a:lnTo>
                    <a:pt x="1524000" y="1285875"/>
                  </a:lnTo>
                  <a:lnTo>
                    <a:pt x="1524000" y="1257300"/>
                  </a:lnTo>
                  <a:lnTo>
                    <a:pt x="1524000" y="1228725"/>
                  </a:lnTo>
                  <a:lnTo>
                    <a:pt x="1524000" y="1200150"/>
                  </a:lnTo>
                  <a:lnTo>
                    <a:pt x="1524000" y="1171575"/>
                  </a:lnTo>
                  <a:lnTo>
                    <a:pt x="1524000" y="1143000"/>
                  </a:lnTo>
                  <a:lnTo>
                    <a:pt x="1524000" y="1114425"/>
                  </a:lnTo>
                  <a:lnTo>
                    <a:pt x="1524000" y="1085850"/>
                  </a:lnTo>
                  <a:lnTo>
                    <a:pt x="1524000" y="1057275"/>
                  </a:lnTo>
                  <a:lnTo>
                    <a:pt x="1524000" y="1028700"/>
                  </a:lnTo>
                  <a:lnTo>
                    <a:pt x="1524000" y="1000125"/>
                  </a:lnTo>
                  <a:lnTo>
                    <a:pt x="1524000" y="971550"/>
                  </a:lnTo>
                  <a:lnTo>
                    <a:pt x="1524000" y="942975"/>
                  </a:lnTo>
                  <a:lnTo>
                    <a:pt x="1524000" y="914400"/>
                  </a:lnTo>
                  <a:lnTo>
                    <a:pt x="1524000" y="885825"/>
                  </a:lnTo>
                  <a:lnTo>
                    <a:pt x="1524000" y="857250"/>
                  </a:lnTo>
                  <a:lnTo>
                    <a:pt x="1524000" y="828675"/>
                  </a:lnTo>
                  <a:lnTo>
                    <a:pt x="1524000" y="800100"/>
                  </a:lnTo>
                  <a:lnTo>
                    <a:pt x="1524000" y="771525"/>
                  </a:lnTo>
                  <a:lnTo>
                    <a:pt x="1524000" y="742950"/>
                  </a:lnTo>
                  <a:lnTo>
                    <a:pt x="1524000" y="714375"/>
                  </a:lnTo>
                  <a:lnTo>
                    <a:pt x="1524000" y="685800"/>
                  </a:lnTo>
                  <a:lnTo>
                    <a:pt x="1524000" y="657225"/>
                  </a:lnTo>
                  <a:lnTo>
                    <a:pt x="1524000" y="628650"/>
                  </a:lnTo>
                  <a:lnTo>
                    <a:pt x="1524000" y="600075"/>
                  </a:lnTo>
                  <a:lnTo>
                    <a:pt x="1524000" y="571500"/>
                  </a:lnTo>
                  <a:lnTo>
                    <a:pt x="1524000" y="542925"/>
                  </a:lnTo>
                  <a:lnTo>
                    <a:pt x="1524000" y="514350"/>
                  </a:lnTo>
                  <a:lnTo>
                    <a:pt x="1524000" y="485775"/>
                  </a:lnTo>
                  <a:lnTo>
                    <a:pt x="1524000" y="457200"/>
                  </a:lnTo>
                  <a:lnTo>
                    <a:pt x="1524000" y="428625"/>
                  </a:lnTo>
                  <a:lnTo>
                    <a:pt x="1524000" y="400050"/>
                  </a:lnTo>
                  <a:lnTo>
                    <a:pt x="1524000" y="371475"/>
                  </a:lnTo>
                  <a:lnTo>
                    <a:pt x="1524000" y="342900"/>
                  </a:lnTo>
                  <a:lnTo>
                    <a:pt x="1524000" y="314325"/>
                  </a:lnTo>
                  <a:lnTo>
                    <a:pt x="1524000" y="285750"/>
                  </a:lnTo>
                  <a:lnTo>
                    <a:pt x="1524000" y="257175"/>
                  </a:lnTo>
                  <a:lnTo>
                    <a:pt x="1524000" y="228600"/>
                  </a:lnTo>
                  <a:lnTo>
                    <a:pt x="1524000" y="200025"/>
                  </a:lnTo>
                  <a:lnTo>
                    <a:pt x="1524000" y="171450"/>
                  </a:lnTo>
                  <a:lnTo>
                    <a:pt x="1524000" y="142875"/>
                  </a:lnTo>
                  <a:lnTo>
                    <a:pt x="1524000" y="114300"/>
                  </a:lnTo>
                  <a:lnTo>
                    <a:pt x="1524000" y="85725"/>
                  </a:lnTo>
                  <a:lnTo>
                    <a:pt x="1524000" y="57150"/>
                  </a:lnTo>
                  <a:lnTo>
                    <a:pt x="1524000" y="28575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4087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" name="stage-2"/>
          <p:cNvGrpSpPr/>
          <p:nvPr/>
        </p:nvGrpSpPr>
        <p:grpSpPr>
          <a:xfrm>
            <a:off x="11277600" y="5686425"/>
            <a:ext cx="3438525" cy="4800600"/>
            <a:chOff x="11277600" y="5686425"/>
            <a:chExt cx="3438525" cy="4800600"/>
          </a:xfrm>
        </p:grpSpPr>
        <p:sp>
          <p:nvSpPr>
            <p:cNvPr id="38" name="stage-2-body"/>
            <p:cNvSpPr/>
            <p:nvPr/>
          </p:nvSpPr>
          <p:spPr>
            <a:xfrm>
              <a:off x="11277600" y="5686425"/>
              <a:ext cx="3438525" cy="4800600"/>
            </a:xfrm>
            <a:custGeom>
              <a:avLst/>
              <a:gdLst/>
              <a:ahLst/>
              <a:cxnLst/>
              <a:rect l="l" t="t" r="r" b="b"/>
              <a:pathLst>
                <a:path w="3438525" h="4800600">
                  <a:moveTo>
                    <a:pt x="1971675" y="0"/>
                  </a:moveTo>
                  <a:lnTo>
                    <a:pt x="1847850" y="28575"/>
                  </a:lnTo>
                  <a:lnTo>
                    <a:pt x="1752600" y="57150"/>
                  </a:lnTo>
                  <a:lnTo>
                    <a:pt x="1666875" y="85725"/>
                  </a:lnTo>
                  <a:lnTo>
                    <a:pt x="1590675" y="114300"/>
                  </a:lnTo>
                  <a:lnTo>
                    <a:pt x="1524000" y="142875"/>
                  </a:lnTo>
                  <a:lnTo>
                    <a:pt x="1457325" y="171450"/>
                  </a:lnTo>
                  <a:lnTo>
                    <a:pt x="1390650" y="200025"/>
                  </a:lnTo>
                  <a:lnTo>
                    <a:pt x="1333500" y="228600"/>
                  </a:lnTo>
                  <a:lnTo>
                    <a:pt x="1276350" y="257175"/>
                  </a:lnTo>
                  <a:lnTo>
                    <a:pt x="1238250" y="285750"/>
                  </a:lnTo>
                  <a:lnTo>
                    <a:pt x="1190625" y="314325"/>
                  </a:lnTo>
                  <a:lnTo>
                    <a:pt x="1143000" y="342900"/>
                  </a:lnTo>
                  <a:lnTo>
                    <a:pt x="1095375" y="371475"/>
                  </a:lnTo>
                  <a:lnTo>
                    <a:pt x="1057275" y="400050"/>
                  </a:lnTo>
                  <a:lnTo>
                    <a:pt x="1019175" y="428625"/>
                  </a:lnTo>
                  <a:lnTo>
                    <a:pt x="981075" y="457200"/>
                  </a:lnTo>
                  <a:lnTo>
                    <a:pt x="942975" y="485775"/>
                  </a:lnTo>
                  <a:lnTo>
                    <a:pt x="904875" y="514350"/>
                  </a:lnTo>
                  <a:lnTo>
                    <a:pt x="876300" y="542925"/>
                  </a:lnTo>
                  <a:lnTo>
                    <a:pt x="838200" y="571500"/>
                  </a:lnTo>
                  <a:lnTo>
                    <a:pt x="809625" y="600075"/>
                  </a:lnTo>
                  <a:lnTo>
                    <a:pt x="781050" y="628650"/>
                  </a:lnTo>
                  <a:lnTo>
                    <a:pt x="742950" y="657225"/>
                  </a:lnTo>
                  <a:lnTo>
                    <a:pt x="714375" y="685800"/>
                  </a:lnTo>
                  <a:lnTo>
                    <a:pt x="685800" y="714375"/>
                  </a:lnTo>
                  <a:lnTo>
                    <a:pt x="666750" y="742950"/>
                  </a:lnTo>
                  <a:lnTo>
                    <a:pt x="638175" y="771525"/>
                  </a:lnTo>
                  <a:lnTo>
                    <a:pt x="609600" y="800100"/>
                  </a:lnTo>
                  <a:lnTo>
                    <a:pt x="590550" y="828675"/>
                  </a:lnTo>
                  <a:lnTo>
                    <a:pt x="561975" y="857250"/>
                  </a:lnTo>
                  <a:lnTo>
                    <a:pt x="533400" y="885825"/>
                  </a:lnTo>
                  <a:lnTo>
                    <a:pt x="523875" y="914400"/>
                  </a:lnTo>
                  <a:lnTo>
                    <a:pt x="495300" y="942975"/>
                  </a:lnTo>
                  <a:lnTo>
                    <a:pt x="476250" y="971550"/>
                  </a:lnTo>
                  <a:lnTo>
                    <a:pt x="457200" y="1000125"/>
                  </a:lnTo>
                  <a:lnTo>
                    <a:pt x="438150" y="1028700"/>
                  </a:lnTo>
                  <a:lnTo>
                    <a:pt x="419100" y="1057275"/>
                  </a:lnTo>
                  <a:lnTo>
                    <a:pt x="400050" y="1085850"/>
                  </a:lnTo>
                  <a:lnTo>
                    <a:pt x="381000" y="1114425"/>
                  </a:lnTo>
                  <a:lnTo>
                    <a:pt x="361950" y="1143000"/>
                  </a:lnTo>
                  <a:lnTo>
                    <a:pt x="342900" y="1171575"/>
                  </a:lnTo>
                  <a:lnTo>
                    <a:pt x="323850" y="1200150"/>
                  </a:lnTo>
                  <a:lnTo>
                    <a:pt x="304800" y="1228725"/>
                  </a:lnTo>
                  <a:lnTo>
                    <a:pt x="295275" y="1257300"/>
                  </a:lnTo>
                  <a:lnTo>
                    <a:pt x="276225" y="1285875"/>
                  </a:lnTo>
                  <a:lnTo>
                    <a:pt x="266700" y="1314450"/>
                  </a:lnTo>
                  <a:lnTo>
                    <a:pt x="247650" y="1343025"/>
                  </a:lnTo>
                  <a:lnTo>
                    <a:pt x="238125" y="1371600"/>
                  </a:lnTo>
                  <a:lnTo>
                    <a:pt x="219075" y="1400175"/>
                  </a:lnTo>
                  <a:lnTo>
                    <a:pt x="209550" y="1428750"/>
                  </a:lnTo>
                  <a:lnTo>
                    <a:pt x="200025" y="1457325"/>
                  </a:lnTo>
                  <a:lnTo>
                    <a:pt x="190500" y="1485900"/>
                  </a:lnTo>
                  <a:lnTo>
                    <a:pt x="171450" y="1514475"/>
                  </a:lnTo>
                  <a:lnTo>
                    <a:pt x="161925" y="1543050"/>
                  </a:lnTo>
                  <a:lnTo>
                    <a:pt x="152400" y="1571625"/>
                  </a:lnTo>
                  <a:lnTo>
                    <a:pt x="142875" y="1600200"/>
                  </a:lnTo>
                  <a:lnTo>
                    <a:pt x="133350" y="1628775"/>
                  </a:lnTo>
                  <a:lnTo>
                    <a:pt x="123825" y="1657350"/>
                  </a:lnTo>
                  <a:lnTo>
                    <a:pt x="114300" y="1685925"/>
                  </a:lnTo>
                  <a:lnTo>
                    <a:pt x="104775" y="1714500"/>
                  </a:lnTo>
                  <a:lnTo>
                    <a:pt x="95250" y="1743075"/>
                  </a:lnTo>
                  <a:lnTo>
                    <a:pt x="95250" y="1771650"/>
                  </a:lnTo>
                  <a:lnTo>
                    <a:pt x="85725" y="1800225"/>
                  </a:lnTo>
                  <a:lnTo>
                    <a:pt x="76200" y="1828800"/>
                  </a:lnTo>
                  <a:lnTo>
                    <a:pt x="66675" y="1857375"/>
                  </a:lnTo>
                  <a:lnTo>
                    <a:pt x="57150" y="1885950"/>
                  </a:lnTo>
                  <a:lnTo>
                    <a:pt x="57150" y="1914525"/>
                  </a:lnTo>
                  <a:lnTo>
                    <a:pt x="47625" y="1943100"/>
                  </a:lnTo>
                  <a:lnTo>
                    <a:pt x="38100" y="1971675"/>
                  </a:lnTo>
                  <a:lnTo>
                    <a:pt x="38100" y="2000250"/>
                  </a:lnTo>
                  <a:lnTo>
                    <a:pt x="28575" y="2028825"/>
                  </a:lnTo>
                  <a:lnTo>
                    <a:pt x="28575" y="2057400"/>
                  </a:lnTo>
                  <a:lnTo>
                    <a:pt x="19050" y="2085975"/>
                  </a:lnTo>
                  <a:lnTo>
                    <a:pt x="19050" y="2114550"/>
                  </a:lnTo>
                  <a:lnTo>
                    <a:pt x="19050" y="2143125"/>
                  </a:lnTo>
                  <a:lnTo>
                    <a:pt x="9525" y="2171700"/>
                  </a:lnTo>
                  <a:lnTo>
                    <a:pt x="9525" y="2200275"/>
                  </a:lnTo>
                  <a:lnTo>
                    <a:pt x="9525" y="2228850"/>
                  </a:lnTo>
                  <a:lnTo>
                    <a:pt x="9525" y="2257425"/>
                  </a:lnTo>
                  <a:lnTo>
                    <a:pt x="0" y="2286000"/>
                  </a:lnTo>
                  <a:lnTo>
                    <a:pt x="0" y="2314575"/>
                  </a:lnTo>
                  <a:lnTo>
                    <a:pt x="0" y="2343150"/>
                  </a:lnTo>
                  <a:lnTo>
                    <a:pt x="0" y="2371725"/>
                  </a:lnTo>
                  <a:lnTo>
                    <a:pt x="0" y="2400300"/>
                  </a:lnTo>
                  <a:lnTo>
                    <a:pt x="0" y="2428875"/>
                  </a:lnTo>
                  <a:lnTo>
                    <a:pt x="0" y="2457450"/>
                  </a:lnTo>
                  <a:lnTo>
                    <a:pt x="0" y="2486025"/>
                  </a:lnTo>
                  <a:lnTo>
                    <a:pt x="0" y="2514600"/>
                  </a:lnTo>
                  <a:lnTo>
                    <a:pt x="0" y="2543175"/>
                  </a:lnTo>
                  <a:lnTo>
                    <a:pt x="0" y="2571750"/>
                  </a:lnTo>
                  <a:lnTo>
                    <a:pt x="0" y="2600325"/>
                  </a:lnTo>
                  <a:lnTo>
                    <a:pt x="9525" y="2628900"/>
                  </a:lnTo>
                  <a:lnTo>
                    <a:pt x="9525" y="2657475"/>
                  </a:lnTo>
                  <a:lnTo>
                    <a:pt x="9525" y="2686050"/>
                  </a:lnTo>
                  <a:lnTo>
                    <a:pt x="9525" y="2714625"/>
                  </a:lnTo>
                  <a:lnTo>
                    <a:pt x="19050" y="2743200"/>
                  </a:lnTo>
                  <a:lnTo>
                    <a:pt x="19050" y="2771775"/>
                  </a:lnTo>
                  <a:lnTo>
                    <a:pt x="28575" y="2800350"/>
                  </a:lnTo>
                  <a:lnTo>
                    <a:pt x="28575" y="2828925"/>
                  </a:lnTo>
                  <a:lnTo>
                    <a:pt x="38100" y="2857500"/>
                  </a:lnTo>
                  <a:lnTo>
                    <a:pt x="38100" y="2886075"/>
                  </a:lnTo>
                  <a:lnTo>
                    <a:pt x="47625" y="2914650"/>
                  </a:lnTo>
                  <a:lnTo>
                    <a:pt x="47625" y="2943225"/>
                  </a:lnTo>
                  <a:lnTo>
                    <a:pt x="57150" y="2971800"/>
                  </a:lnTo>
                  <a:lnTo>
                    <a:pt x="66675" y="3000375"/>
                  </a:lnTo>
                  <a:lnTo>
                    <a:pt x="66675" y="3028950"/>
                  </a:lnTo>
                  <a:lnTo>
                    <a:pt x="76200" y="3057525"/>
                  </a:lnTo>
                  <a:lnTo>
                    <a:pt x="85725" y="3086100"/>
                  </a:lnTo>
                  <a:lnTo>
                    <a:pt x="95250" y="3114675"/>
                  </a:lnTo>
                  <a:lnTo>
                    <a:pt x="95250" y="3143250"/>
                  </a:lnTo>
                  <a:lnTo>
                    <a:pt x="114300" y="3171825"/>
                  </a:lnTo>
                  <a:lnTo>
                    <a:pt x="114300" y="3200400"/>
                  </a:lnTo>
                  <a:lnTo>
                    <a:pt x="123825" y="3228975"/>
                  </a:lnTo>
                  <a:lnTo>
                    <a:pt x="133350" y="3257550"/>
                  </a:lnTo>
                  <a:lnTo>
                    <a:pt x="152400" y="3286125"/>
                  </a:lnTo>
                  <a:lnTo>
                    <a:pt x="161925" y="3314700"/>
                  </a:lnTo>
                  <a:lnTo>
                    <a:pt x="171450" y="3343275"/>
                  </a:lnTo>
                  <a:lnTo>
                    <a:pt x="180975" y="3371850"/>
                  </a:lnTo>
                  <a:lnTo>
                    <a:pt x="190500" y="3400425"/>
                  </a:lnTo>
                  <a:lnTo>
                    <a:pt x="209550" y="3429000"/>
                  </a:lnTo>
                  <a:lnTo>
                    <a:pt x="219075" y="3457575"/>
                  </a:lnTo>
                  <a:lnTo>
                    <a:pt x="228600" y="3486150"/>
                  </a:lnTo>
                  <a:lnTo>
                    <a:pt x="247650" y="3514725"/>
                  </a:lnTo>
                  <a:lnTo>
                    <a:pt x="257175" y="3543300"/>
                  </a:lnTo>
                  <a:lnTo>
                    <a:pt x="276225" y="3571875"/>
                  </a:lnTo>
                  <a:lnTo>
                    <a:pt x="285750" y="3600450"/>
                  </a:lnTo>
                  <a:lnTo>
                    <a:pt x="304800" y="3629025"/>
                  </a:lnTo>
                  <a:lnTo>
                    <a:pt x="314325" y="3657600"/>
                  </a:lnTo>
                  <a:lnTo>
                    <a:pt x="333375" y="3686175"/>
                  </a:lnTo>
                  <a:lnTo>
                    <a:pt x="352425" y="3714750"/>
                  </a:lnTo>
                  <a:lnTo>
                    <a:pt x="371475" y="3743325"/>
                  </a:lnTo>
                  <a:lnTo>
                    <a:pt x="381000" y="3771900"/>
                  </a:lnTo>
                  <a:lnTo>
                    <a:pt x="400050" y="3800475"/>
                  </a:lnTo>
                  <a:lnTo>
                    <a:pt x="419100" y="3829050"/>
                  </a:lnTo>
                  <a:lnTo>
                    <a:pt x="447675" y="3857625"/>
                  </a:lnTo>
                  <a:lnTo>
                    <a:pt x="457200" y="3886200"/>
                  </a:lnTo>
                  <a:lnTo>
                    <a:pt x="485775" y="3914775"/>
                  </a:lnTo>
                  <a:lnTo>
                    <a:pt x="504825" y="3943350"/>
                  </a:lnTo>
                  <a:lnTo>
                    <a:pt x="533400" y="3971925"/>
                  </a:lnTo>
                  <a:lnTo>
                    <a:pt x="552450" y="4000500"/>
                  </a:lnTo>
                  <a:lnTo>
                    <a:pt x="571500" y="4029075"/>
                  </a:lnTo>
                  <a:lnTo>
                    <a:pt x="600075" y="4057650"/>
                  </a:lnTo>
                  <a:lnTo>
                    <a:pt x="619125" y="4086225"/>
                  </a:lnTo>
                  <a:lnTo>
                    <a:pt x="647700" y="4114800"/>
                  </a:lnTo>
                  <a:lnTo>
                    <a:pt x="676275" y="4143375"/>
                  </a:lnTo>
                  <a:lnTo>
                    <a:pt x="704850" y="4171950"/>
                  </a:lnTo>
                  <a:lnTo>
                    <a:pt x="733425" y="4200525"/>
                  </a:lnTo>
                  <a:lnTo>
                    <a:pt x="762000" y="4229100"/>
                  </a:lnTo>
                  <a:lnTo>
                    <a:pt x="790575" y="4257675"/>
                  </a:lnTo>
                  <a:lnTo>
                    <a:pt x="819150" y="4286250"/>
                  </a:lnTo>
                  <a:lnTo>
                    <a:pt x="857250" y="4314825"/>
                  </a:lnTo>
                  <a:lnTo>
                    <a:pt x="885825" y="4343400"/>
                  </a:lnTo>
                  <a:lnTo>
                    <a:pt x="914400" y="4371975"/>
                  </a:lnTo>
                  <a:lnTo>
                    <a:pt x="952500" y="4400550"/>
                  </a:lnTo>
                  <a:lnTo>
                    <a:pt x="990600" y="4429125"/>
                  </a:lnTo>
                  <a:lnTo>
                    <a:pt x="1028700" y="4457700"/>
                  </a:lnTo>
                  <a:lnTo>
                    <a:pt x="1066800" y="4486275"/>
                  </a:lnTo>
                  <a:lnTo>
                    <a:pt x="1114425" y="4514850"/>
                  </a:lnTo>
                  <a:lnTo>
                    <a:pt x="1152525" y="4543425"/>
                  </a:lnTo>
                  <a:lnTo>
                    <a:pt x="1200150" y="4572000"/>
                  </a:lnTo>
                  <a:lnTo>
                    <a:pt x="1247775" y="4600575"/>
                  </a:lnTo>
                  <a:lnTo>
                    <a:pt x="1304925" y="4629150"/>
                  </a:lnTo>
                  <a:lnTo>
                    <a:pt x="1362075" y="4657725"/>
                  </a:lnTo>
                  <a:lnTo>
                    <a:pt x="1419225" y="4686300"/>
                  </a:lnTo>
                  <a:lnTo>
                    <a:pt x="1476375" y="4714875"/>
                  </a:lnTo>
                  <a:lnTo>
                    <a:pt x="1543050" y="4743450"/>
                  </a:lnTo>
                  <a:lnTo>
                    <a:pt x="1619250" y="4772025"/>
                  </a:lnTo>
                  <a:lnTo>
                    <a:pt x="1695450" y="4800600"/>
                  </a:lnTo>
                  <a:lnTo>
                    <a:pt x="3257550" y="4800600"/>
                  </a:lnTo>
                  <a:lnTo>
                    <a:pt x="3352800" y="4772025"/>
                  </a:lnTo>
                  <a:lnTo>
                    <a:pt x="3390900" y="4743450"/>
                  </a:lnTo>
                  <a:lnTo>
                    <a:pt x="3429000" y="4714875"/>
                  </a:lnTo>
                  <a:lnTo>
                    <a:pt x="3429000" y="4686300"/>
                  </a:lnTo>
                  <a:lnTo>
                    <a:pt x="3429000" y="4657725"/>
                  </a:lnTo>
                  <a:lnTo>
                    <a:pt x="3429000" y="4629150"/>
                  </a:lnTo>
                  <a:lnTo>
                    <a:pt x="3429000" y="4600575"/>
                  </a:lnTo>
                  <a:lnTo>
                    <a:pt x="3429000" y="4572000"/>
                  </a:lnTo>
                  <a:lnTo>
                    <a:pt x="3429000" y="4543425"/>
                  </a:lnTo>
                  <a:lnTo>
                    <a:pt x="3429000" y="4514850"/>
                  </a:lnTo>
                  <a:lnTo>
                    <a:pt x="3429000" y="4486275"/>
                  </a:lnTo>
                  <a:lnTo>
                    <a:pt x="3429000" y="4457700"/>
                  </a:lnTo>
                  <a:lnTo>
                    <a:pt x="3429000" y="4429125"/>
                  </a:lnTo>
                  <a:lnTo>
                    <a:pt x="3429000" y="4400550"/>
                  </a:lnTo>
                  <a:lnTo>
                    <a:pt x="3429000" y="4371975"/>
                  </a:lnTo>
                  <a:lnTo>
                    <a:pt x="3429000" y="4343400"/>
                  </a:lnTo>
                  <a:lnTo>
                    <a:pt x="3429000" y="4314825"/>
                  </a:lnTo>
                  <a:lnTo>
                    <a:pt x="3429000" y="4286250"/>
                  </a:lnTo>
                  <a:lnTo>
                    <a:pt x="3429000" y="4257675"/>
                  </a:lnTo>
                  <a:lnTo>
                    <a:pt x="3429000" y="4229100"/>
                  </a:lnTo>
                  <a:lnTo>
                    <a:pt x="3429000" y="4200525"/>
                  </a:lnTo>
                  <a:lnTo>
                    <a:pt x="3429000" y="4171950"/>
                  </a:lnTo>
                  <a:lnTo>
                    <a:pt x="3429000" y="4143375"/>
                  </a:lnTo>
                  <a:lnTo>
                    <a:pt x="3429000" y="4114800"/>
                  </a:lnTo>
                  <a:lnTo>
                    <a:pt x="3429000" y="4086225"/>
                  </a:lnTo>
                  <a:lnTo>
                    <a:pt x="3429000" y="4057650"/>
                  </a:lnTo>
                  <a:lnTo>
                    <a:pt x="3429000" y="4029075"/>
                  </a:lnTo>
                  <a:lnTo>
                    <a:pt x="3429000" y="4000500"/>
                  </a:lnTo>
                  <a:lnTo>
                    <a:pt x="3429000" y="3971925"/>
                  </a:lnTo>
                  <a:lnTo>
                    <a:pt x="3429000" y="3943350"/>
                  </a:lnTo>
                  <a:lnTo>
                    <a:pt x="3429000" y="3914775"/>
                  </a:lnTo>
                  <a:lnTo>
                    <a:pt x="3429000" y="3886200"/>
                  </a:lnTo>
                  <a:lnTo>
                    <a:pt x="3429000" y="3857625"/>
                  </a:lnTo>
                  <a:lnTo>
                    <a:pt x="3429000" y="3829050"/>
                  </a:lnTo>
                  <a:lnTo>
                    <a:pt x="3429000" y="3800475"/>
                  </a:lnTo>
                  <a:lnTo>
                    <a:pt x="3429000" y="3771900"/>
                  </a:lnTo>
                  <a:lnTo>
                    <a:pt x="3429000" y="3743325"/>
                  </a:lnTo>
                  <a:lnTo>
                    <a:pt x="3429000" y="3714750"/>
                  </a:lnTo>
                  <a:lnTo>
                    <a:pt x="3429000" y="3686175"/>
                  </a:lnTo>
                  <a:lnTo>
                    <a:pt x="3429000" y="3657600"/>
                  </a:lnTo>
                  <a:lnTo>
                    <a:pt x="3429000" y="3629025"/>
                  </a:lnTo>
                  <a:lnTo>
                    <a:pt x="3429000" y="3600450"/>
                  </a:lnTo>
                  <a:lnTo>
                    <a:pt x="3429000" y="3571875"/>
                  </a:lnTo>
                  <a:lnTo>
                    <a:pt x="3429000" y="3543300"/>
                  </a:lnTo>
                  <a:lnTo>
                    <a:pt x="3429000" y="3514725"/>
                  </a:lnTo>
                  <a:lnTo>
                    <a:pt x="3429000" y="3486150"/>
                  </a:lnTo>
                  <a:lnTo>
                    <a:pt x="3429000" y="3457575"/>
                  </a:lnTo>
                  <a:lnTo>
                    <a:pt x="3429000" y="3429000"/>
                  </a:lnTo>
                  <a:lnTo>
                    <a:pt x="3429000" y="3400425"/>
                  </a:lnTo>
                  <a:lnTo>
                    <a:pt x="3429000" y="3371850"/>
                  </a:lnTo>
                  <a:lnTo>
                    <a:pt x="3429000" y="3343275"/>
                  </a:lnTo>
                  <a:lnTo>
                    <a:pt x="3429000" y="3314700"/>
                  </a:lnTo>
                  <a:lnTo>
                    <a:pt x="3429000" y="3286125"/>
                  </a:lnTo>
                  <a:lnTo>
                    <a:pt x="3429000" y="3257550"/>
                  </a:lnTo>
                  <a:lnTo>
                    <a:pt x="3429000" y="3228975"/>
                  </a:lnTo>
                  <a:lnTo>
                    <a:pt x="3429000" y="3200400"/>
                  </a:lnTo>
                  <a:lnTo>
                    <a:pt x="3429000" y="3171825"/>
                  </a:lnTo>
                  <a:lnTo>
                    <a:pt x="3429000" y="3143250"/>
                  </a:lnTo>
                  <a:lnTo>
                    <a:pt x="3429000" y="3114675"/>
                  </a:lnTo>
                  <a:lnTo>
                    <a:pt x="3429000" y="3086100"/>
                  </a:lnTo>
                  <a:lnTo>
                    <a:pt x="3429000" y="3057525"/>
                  </a:lnTo>
                  <a:lnTo>
                    <a:pt x="3429000" y="3028950"/>
                  </a:lnTo>
                  <a:lnTo>
                    <a:pt x="3429000" y="3000375"/>
                  </a:lnTo>
                  <a:lnTo>
                    <a:pt x="3429000" y="2971800"/>
                  </a:lnTo>
                  <a:lnTo>
                    <a:pt x="3429000" y="2943225"/>
                  </a:lnTo>
                  <a:lnTo>
                    <a:pt x="3429000" y="2914650"/>
                  </a:lnTo>
                  <a:lnTo>
                    <a:pt x="3429000" y="2886075"/>
                  </a:lnTo>
                  <a:lnTo>
                    <a:pt x="3429000" y="2857500"/>
                  </a:lnTo>
                  <a:lnTo>
                    <a:pt x="3429000" y="2828925"/>
                  </a:lnTo>
                  <a:lnTo>
                    <a:pt x="3429000" y="2800350"/>
                  </a:lnTo>
                  <a:lnTo>
                    <a:pt x="3429000" y="2771775"/>
                  </a:lnTo>
                  <a:lnTo>
                    <a:pt x="3429000" y="2743200"/>
                  </a:lnTo>
                  <a:lnTo>
                    <a:pt x="3429000" y="2714625"/>
                  </a:lnTo>
                  <a:lnTo>
                    <a:pt x="3429000" y="2686050"/>
                  </a:lnTo>
                  <a:lnTo>
                    <a:pt x="3429000" y="2657475"/>
                  </a:lnTo>
                  <a:lnTo>
                    <a:pt x="3429000" y="2628900"/>
                  </a:lnTo>
                  <a:lnTo>
                    <a:pt x="3429000" y="2600325"/>
                  </a:lnTo>
                  <a:lnTo>
                    <a:pt x="3429000" y="2571750"/>
                  </a:lnTo>
                  <a:lnTo>
                    <a:pt x="3429000" y="2543175"/>
                  </a:lnTo>
                  <a:lnTo>
                    <a:pt x="3429000" y="2514600"/>
                  </a:lnTo>
                  <a:lnTo>
                    <a:pt x="3438525" y="2486025"/>
                  </a:lnTo>
                  <a:lnTo>
                    <a:pt x="3429000" y="2457450"/>
                  </a:lnTo>
                  <a:lnTo>
                    <a:pt x="3429000" y="2428875"/>
                  </a:lnTo>
                  <a:lnTo>
                    <a:pt x="3438525" y="2400300"/>
                  </a:lnTo>
                  <a:lnTo>
                    <a:pt x="3429000" y="2371725"/>
                  </a:lnTo>
                  <a:lnTo>
                    <a:pt x="3429000" y="2343150"/>
                  </a:lnTo>
                  <a:lnTo>
                    <a:pt x="3429000" y="2314575"/>
                  </a:lnTo>
                  <a:lnTo>
                    <a:pt x="3429000" y="2286000"/>
                  </a:lnTo>
                  <a:lnTo>
                    <a:pt x="3429000" y="2257425"/>
                  </a:lnTo>
                  <a:lnTo>
                    <a:pt x="3429000" y="2228850"/>
                  </a:lnTo>
                  <a:lnTo>
                    <a:pt x="3429000" y="2200275"/>
                  </a:lnTo>
                  <a:lnTo>
                    <a:pt x="3429000" y="2171700"/>
                  </a:lnTo>
                  <a:lnTo>
                    <a:pt x="3429000" y="2143125"/>
                  </a:lnTo>
                  <a:lnTo>
                    <a:pt x="3429000" y="2114550"/>
                  </a:lnTo>
                  <a:lnTo>
                    <a:pt x="3429000" y="2085975"/>
                  </a:lnTo>
                  <a:lnTo>
                    <a:pt x="3429000" y="2057400"/>
                  </a:lnTo>
                  <a:lnTo>
                    <a:pt x="3429000" y="2028825"/>
                  </a:lnTo>
                  <a:lnTo>
                    <a:pt x="3429000" y="2000250"/>
                  </a:lnTo>
                  <a:lnTo>
                    <a:pt x="3429000" y="1971675"/>
                  </a:lnTo>
                  <a:lnTo>
                    <a:pt x="3429000" y="1943100"/>
                  </a:lnTo>
                  <a:lnTo>
                    <a:pt x="3429000" y="1914525"/>
                  </a:lnTo>
                  <a:lnTo>
                    <a:pt x="3438525" y="1885950"/>
                  </a:lnTo>
                  <a:lnTo>
                    <a:pt x="3438525" y="1857375"/>
                  </a:lnTo>
                  <a:lnTo>
                    <a:pt x="3438525" y="1828800"/>
                  </a:lnTo>
                  <a:lnTo>
                    <a:pt x="3438525" y="1800225"/>
                  </a:lnTo>
                  <a:lnTo>
                    <a:pt x="3438525" y="1771650"/>
                  </a:lnTo>
                  <a:lnTo>
                    <a:pt x="3438525" y="1743075"/>
                  </a:lnTo>
                  <a:lnTo>
                    <a:pt x="3438525" y="1714500"/>
                  </a:lnTo>
                  <a:lnTo>
                    <a:pt x="3438525" y="1685925"/>
                  </a:lnTo>
                  <a:lnTo>
                    <a:pt x="3438525" y="1657350"/>
                  </a:lnTo>
                  <a:lnTo>
                    <a:pt x="3438525" y="1628775"/>
                  </a:lnTo>
                  <a:lnTo>
                    <a:pt x="3438525" y="1600200"/>
                  </a:lnTo>
                  <a:lnTo>
                    <a:pt x="3438525" y="1571625"/>
                  </a:lnTo>
                  <a:lnTo>
                    <a:pt x="3438525" y="1543050"/>
                  </a:lnTo>
                  <a:lnTo>
                    <a:pt x="3438525" y="1514475"/>
                  </a:lnTo>
                  <a:lnTo>
                    <a:pt x="3438525" y="1485900"/>
                  </a:lnTo>
                  <a:lnTo>
                    <a:pt x="3438525" y="1457325"/>
                  </a:lnTo>
                  <a:lnTo>
                    <a:pt x="3438525" y="1428750"/>
                  </a:lnTo>
                  <a:lnTo>
                    <a:pt x="3438525" y="1400175"/>
                  </a:lnTo>
                  <a:lnTo>
                    <a:pt x="3438525" y="1371600"/>
                  </a:lnTo>
                  <a:lnTo>
                    <a:pt x="3438525" y="1343025"/>
                  </a:lnTo>
                  <a:lnTo>
                    <a:pt x="3438525" y="1314450"/>
                  </a:lnTo>
                  <a:lnTo>
                    <a:pt x="3438525" y="1285875"/>
                  </a:lnTo>
                  <a:lnTo>
                    <a:pt x="3438525" y="1257300"/>
                  </a:lnTo>
                  <a:lnTo>
                    <a:pt x="3438525" y="1228725"/>
                  </a:lnTo>
                  <a:lnTo>
                    <a:pt x="3438525" y="1200150"/>
                  </a:lnTo>
                  <a:lnTo>
                    <a:pt x="3438525" y="1171575"/>
                  </a:lnTo>
                  <a:lnTo>
                    <a:pt x="3438525" y="1143000"/>
                  </a:lnTo>
                  <a:lnTo>
                    <a:pt x="3438525" y="1114425"/>
                  </a:lnTo>
                  <a:lnTo>
                    <a:pt x="3438525" y="1085850"/>
                  </a:lnTo>
                  <a:lnTo>
                    <a:pt x="3438525" y="1057275"/>
                  </a:lnTo>
                  <a:lnTo>
                    <a:pt x="3438525" y="1028700"/>
                  </a:lnTo>
                  <a:lnTo>
                    <a:pt x="3438525" y="1000125"/>
                  </a:lnTo>
                  <a:lnTo>
                    <a:pt x="3438525" y="971550"/>
                  </a:lnTo>
                  <a:lnTo>
                    <a:pt x="3438525" y="942975"/>
                  </a:lnTo>
                  <a:lnTo>
                    <a:pt x="3438525" y="914400"/>
                  </a:lnTo>
                  <a:lnTo>
                    <a:pt x="3438525" y="885825"/>
                  </a:lnTo>
                  <a:lnTo>
                    <a:pt x="3438525" y="857250"/>
                  </a:lnTo>
                  <a:lnTo>
                    <a:pt x="3438525" y="828675"/>
                  </a:lnTo>
                  <a:lnTo>
                    <a:pt x="3438525" y="800100"/>
                  </a:lnTo>
                  <a:lnTo>
                    <a:pt x="3438525" y="771525"/>
                  </a:lnTo>
                  <a:lnTo>
                    <a:pt x="3438525" y="742950"/>
                  </a:lnTo>
                  <a:lnTo>
                    <a:pt x="3438525" y="714375"/>
                  </a:lnTo>
                  <a:lnTo>
                    <a:pt x="3438525" y="685800"/>
                  </a:lnTo>
                  <a:lnTo>
                    <a:pt x="3438525" y="657225"/>
                  </a:lnTo>
                  <a:lnTo>
                    <a:pt x="3438525" y="628650"/>
                  </a:lnTo>
                  <a:lnTo>
                    <a:pt x="3438525" y="600075"/>
                  </a:lnTo>
                  <a:lnTo>
                    <a:pt x="3438525" y="571500"/>
                  </a:lnTo>
                  <a:lnTo>
                    <a:pt x="3438525" y="542925"/>
                  </a:lnTo>
                  <a:lnTo>
                    <a:pt x="3438525" y="514350"/>
                  </a:lnTo>
                  <a:lnTo>
                    <a:pt x="3438525" y="485775"/>
                  </a:lnTo>
                  <a:lnTo>
                    <a:pt x="3438525" y="457200"/>
                  </a:lnTo>
                  <a:lnTo>
                    <a:pt x="3438525" y="428625"/>
                  </a:lnTo>
                  <a:lnTo>
                    <a:pt x="3438525" y="400050"/>
                  </a:lnTo>
                  <a:lnTo>
                    <a:pt x="3438525" y="371475"/>
                  </a:lnTo>
                  <a:lnTo>
                    <a:pt x="3438525" y="342900"/>
                  </a:lnTo>
                  <a:lnTo>
                    <a:pt x="3438525" y="314325"/>
                  </a:lnTo>
                  <a:lnTo>
                    <a:pt x="3438525" y="285750"/>
                  </a:lnTo>
                  <a:lnTo>
                    <a:pt x="3438525" y="257175"/>
                  </a:lnTo>
                  <a:lnTo>
                    <a:pt x="3438525" y="228600"/>
                  </a:lnTo>
                  <a:lnTo>
                    <a:pt x="3438525" y="200025"/>
                  </a:lnTo>
                  <a:lnTo>
                    <a:pt x="3438525" y="171450"/>
                  </a:lnTo>
                  <a:lnTo>
                    <a:pt x="3362325" y="142875"/>
                  </a:lnTo>
                  <a:lnTo>
                    <a:pt x="3381375" y="114300"/>
                  </a:lnTo>
                  <a:lnTo>
                    <a:pt x="3314700" y="85725"/>
                  </a:lnTo>
                  <a:lnTo>
                    <a:pt x="3228975" y="57150"/>
                  </a:lnTo>
                  <a:lnTo>
                    <a:pt x="3124200" y="28575"/>
                  </a:lnTo>
                  <a:lnTo>
                    <a:pt x="3000375" y="0"/>
                  </a:lnTo>
                  <a:close/>
                </a:path>
              </a:pathLst>
            </a:custGeom>
            <a:solidFill>
              <a:srgbClr val="E5E5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age-2-crescent"/>
            <p:cNvSpPr/>
            <p:nvPr/>
          </p:nvSpPr>
          <p:spPr>
            <a:xfrm>
              <a:off x="13201650" y="6372225"/>
              <a:ext cx="1514475" cy="3514725"/>
            </a:xfrm>
            <a:custGeom>
              <a:avLst/>
              <a:gdLst/>
              <a:ahLst/>
              <a:cxnLst/>
              <a:rect l="l" t="t" r="r" b="b"/>
              <a:pathLst>
                <a:path w="1514475" h="3514725">
                  <a:moveTo>
                    <a:pt x="723900" y="0"/>
                  </a:moveTo>
                  <a:lnTo>
                    <a:pt x="695325" y="28575"/>
                  </a:lnTo>
                  <a:lnTo>
                    <a:pt x="666750" y="57150"/>
                  </a:lnTo>
                  <a:lnTo>
                    <a:pt x="638175" y="85725"/>
                  </a:lnTo>
                  <a:lnTo>
                    <a:pt x="619125" y="114300"/>
                  </a:lnTo>
                  <a:lnTo>
                    <a:pt x="590550" y="142875"/>
                  </a:lnTo>
                  <a:lnTo>
                    <a:pt x="571500" y="171450"/>
                  </a:lnTo>
                  <a:lnTo>
                    <a:pt x="552450" y="200025"/>
                  </a:lnTo>
                  <a:lnTo>
                    <a:pt x="523875" y="228600"/>
                  </a:lnTo>
                  <a:lnTo>
                    <a:pt x="504825" y="257175"/>
                  </a:lnTo>
                  <a:lnTo>
                    <a:pt x="485775" y="285750"/>
                  </a:lnTo>
                  <a:lnTo>
                    <a:pt x="457200" y="314325"/>
                  </a:lnTo>
                  <a:lnTo>
                    <a:pt x="438150" y="342900"/>
                  </a:lnTo>
                  <a:lnTo>
                    <a:pt x="419100" y="371475"/>
                  </a:lnTo>
                  <a:lnTo>
                    <a:pt x="400050" y="400050"/>
                  </a:lnTo>
                  <a:lnTo>
                    <a:pt x="381000" y="428625"/>
                  </a:lnTo>
                  <a:lnTo>
                    <a:pt x="371475" y="457200"/>
                  </a:lnTo>
                  <a:lnTo>
                    <a:pt x="352425" y="485775"/>
                  </a:lnTo>
                  <a:lnTo>
                    <a:pt x="333375" y="514350"/>
                  </a:lnTo>
                  <a:lnTo>
                    <a:pt x="314325" y="542925"/>
                  </a:lnTo>
                  <a:lnTo>
                    <a:pt x="304800" y="571500"/>
                  </a:lnTo>
                  <a:lnTo>
                    <a:pt x="285750" y="600075"/>
                  </a:lnTo>
                  <a:lnTo>
                    <a:pt x="276225" y="628650"/>
                  </a:lnTo>
                  <a:lnTo>
                    <a:pt x="257175" y="657225"/>
                  </a:lnTo>
                  <a:lnTo>
                    <a:pt x="247650" y="685800"/>
                  </a:lnTo>
                  <a:lnTo>
                    <a:pt x="228600" y="714375"/>
                  </a:lnTo>
                  <a:lnTo>
                    <a:pt x="219075" y="742950"/>
                  </a:lnTo>
                  <a:lnTo>
                    <a:pt x="200025" y="771525"/>
                  </a:lnTo>
                  <a:lnTo>
                    <a:pt x="190500" y="800100"/>
                  </a:lnTo>
                  <a:lnTo>
                    <a:pt x="180975" y="828675"/>
                  </a:lnTo>
                  <a:lnTo>
                    <a:pt x="171450" y="857250"/>
                  </a:lnTo>
                  <a:lnTo>
                    <a:pt x="161925" y="885825"/>
                  </a:lnTo>
                  <a:lnTo>
                    <a:pt x="152400" y="914400"/>
                  </a:lnTo>
                  <a:lnTo>
                    <a:pt x="142875" y="942975"/>
                  </a:lnTo>
                  <a:lnTo>
                    <a:pt x="133350" y="971550"/>
                  </a:lnTo>
                  <a:lnTo>
                    <a:pt x="123825" y="1000125"/>
                  </a:lnTo>
                  <a:lnTo>
                    <a:pt x="114300" y="1028700"/>
                  </a:lnTo>
                  <a:lnTo>
                    <a:pt x="104775" y="1057275"/>
                  </a:lnTo>
                  <a:lnTo>
                    <a:pt x="95250" y="1085850"/>
                  </a:lnTo>
                  <a:lnTo>
                    <a:pt x="85725" y="1114425"/>
                  </a:lnTo>
                  <a:lnTo>
                    <a:pt x="85725" y="1143000"/>
                  </a:lnTo>
                  <a:lnTo>
                    <a:pt x="76200" y="1171575"/>
                  </a:lnTo>
                  <a:lnTo>
                    <a:pt x="66675" y="1200150"/>
                  </a:lnTo>
                  <a:lnTo>
                    <a:pt x="57150" y="1228725"/>
                  </a:lnTo>
                  <a:lnTo>
                    <a:pt x="57150" y="1257300"/>
                  </a:lnTo>
                  <a:lnTo>
                    <a:pt x="47625" y="1285875"/>
                  </a:lnTo>
                  <a:lnTo>
                    <a:pt x="38100" y="1314450"/>
                  </a:lnTo>
                  <a:lnTo>
                    <a:pt x="38100" y="1343025"/>
                  </a:lnTo>
                  <a:lnTo>
                    <a:pt x="28575" y="1371600"/>
                  </a:lnTo>
                  <a:lnTo>
                    <a:pt x="28575" y="1400175"/>
                  </a:lnTo>
                  <a:lnTo>
                    <a:pt x="28575" y="1428750"/>
                  </a:lnTo>
                  <a:lnTo>
                    <a:pt x="19050" y="1457325"/>
                  </a:lnTo>
                  <a:lnTo>
                    <a:pt x="19050" y="1485900"/>
                  </a:lnTo>
                  <a:lnTo>
                    <a:pt x="19050" y="1514475"/>
                  </a:lnTo>
                  <a:lnTo>
                    <a:pt x="9525" y="1543050"/>
                  </a:lnTo>
                  <a:lnTo>
                    <a:pt x="9525" y="1571625"/>
                  </a:lnTo>
                  <a:lnTo>
                    <a:pt x="9525" y="1600200"/>
                  </a:lnTo>
                  <a:lnTo>
                    <a:pt x="9525" y="1628775"/>
                  </a:lnTo>
                  <a:lnTo>
                    <a:pt x="0" y="1657350"/>
                  </a:lnTo>
                  <a:lnTo>
                    <a:pt x="0" y="1685925"/>
                  </a:lnTo>
                  <a:lnTo>
                    <a:pt x="0" y="1714500"/>
                  </a:lnTo>
                  <a:lnTo>
                    <a:pt x="0" y="1743075"/>
                  </a:lnTo>
                  <a:lnTo>
                    <a:pt x="0" y="1771650"/>
                  </a:lnTo>
                  <a:lnTo>
                    <a:pt x="0" y="1800225"/>
                  </a:lnTo>
                  <a:lnTo>
                    <a:pt x="9525" y="1828800"/>
                  </a:lnTo>
                  <a:lnTo>
                    <a:pt x="9525" y="1857375"/>
                  </a:lnTo>
                  <a:lnTo>
                    <a:pt x="9525" y="1885950"/>
                  </a:lnTo>
                  <a:lnTo>
                    <a:pt x="9525" y="1914525"/>
                  </a:lnTo>
                  <a:lnTo>
                    <a:pt x="9525" y="1943100"/>
                  </a:lnTo>
                  <a:lnTo>
                    <a:pt x="9525" y="1971675"/>
                  </a:lnTo>
                  <a:lnTo>
                    <a:pt x="19050" y="2000250"/>
                  </a:lnTo>
                  <a:lnTo>
                    <a:pt x="19050" y="2028825"/>
                  </a:lnTo>
                  <a:lnTo>
                    <a:pt x="19050" y="2057400"/>
                  </a:lnTo>
                  <a:lnTo>
                    <a:pt x="28575" y="2085975"/>
                  </a:lnTo>
                  <a:lnTo>
                    <a:pt x="28575" y="2114550"/>
                  </a:lnTo>
                  <a:lnTo>
                    <a:pt x="38100" y="2143125"/>
                  </a:lnTo>
                  <a:lnTo>
                    <a:pt x="38100" y="2171700"/>
                  </a:lnTo>
                  <a:lnTo>
                    <a:pt x="47625" y="2200275"/>
                  </a:lnTo>
                  <a:lnTo>
                    <a:pt x="47625" y="2228850"/>
                  </a:lnTo>
                  <a:lnTo>
                    <a:pt x="57150" y="2257425"/>
                  </a:lnTo>
                  <a:lnTo>
                    <a:pt x="57150" y="2286000"/>
                  </a:lnTo>
                  <a:lnTo>
                    <a:pt x="66675" y="2314575"/>
                  </a:lnTo>
                  <a:lnTo>
                    <a:pt x="76200" y="2343150"/>
                  </a:lnTo>
                  <a:lnTo>
                    <a:pt x="85725" y="2371725"/>
                  </a:lnTo>
                  <a:lnTo>
                    <a:pt x="85725" y="2400300"/>
                  </a:lnTo>
                  <a:lnTo>
                    <a:pt x="95250" y="2428875"/>
                  </a:lnTo>
                  <a:lnTo>
                    <a:pt x="104775" y="2457450"/>
                  </a:lnTo>
                  <a:lnTo>
                    <a:pt x="114300" y="2486025"/>
                  </a:lnTo>
                  <a:lnTo>
                    <a:pt x="123825" y="2514600"/>
                  </a:lnTo>
                  <a:lnTo>
                    <a:pt x="133350" y="2543175"/>
                  </a:lnTo>
                  <a:lnTo>
                    <a:pt x="142875" y="2571750"/>
                  </a:lnTo>
                  <a:lnTo>
                    <a:pt x="152400" y="2600325"/>
                  </a:lnTo>
                  <a:lnTo>
                    <a:pt x="161925" y="2628900"/>
                  </a:lnTo>
                  <a:lnTo>
                    <a:pt x="171450" y="2657475"/>
                  </a:lnTo>
                  <a:lnTo>
                    <a:pt x="190500" y="2686050"/>
                  </a:lnTo>
                  <a:lnTo>
                    <a:pt x="200025" y="2714625"/>
                  </a:lnTo>
                  <a:lnTo>
                    <a:pt x="209550" y="2743200"/>
                  </a:lnTo>
                  <a:lnTo>
                    <a:pt x="219075" y="2771775"/>
                  </a:lnTo>
                  <a:lnTo>
                    <a:pt x="228600" y="2800350"/>
                  </a:lnTo>
                  <a:lnTo>
                    <a:pt x="247650" y="2828925"/>
                  </a:lnTo>
                  <a:lnTo>
                    <a:pt x="266700" y="2857500"/>
                  </a:lnTo>
                  <a:lnTo>
                    <a:pt x="276225" y="2886075"/>
                  </a:lnTo>
                  <a:lnTo>
                    <a:pt x="295275" y="2914650"/>
                  </a:lnTo>
                  <a:lnTo>
                    <a:pt x="304800" y="2943225"/>
                  </a:lnTo>
                  <a:lnTo>
                    <a:pt x="323850" y="2971800"/>
                  </a:lnTo>
                  <a:lnTo>
                    <a:pt x="342900" y="3000375"/>
                  </a:lnTo>
                  <a:lnTo>
                    <a:pt x="352425" y="3028950"/>
                  </a:lnTo>
                  <a:lnTo>
                    <a:pt x="371475" y="3057525"/>
                  </a:lnTo>
                  <a:lnTo>
                    <a:pt x="390525" y="3086100"/>
                  </a:lnTo>
                  <a:lnTo>
                    <a:pt x="409575" y="3114675"/>
                  </a:lnTo>
                  <a:lnTo>
                    <a:pt x="428625" y="3143250"/>
                  </a:lnTo>
                  <a:lnTo>
                    <a:pt x="447675" y="3171825"/>
                  </a:lnTo>
                  <a:lnTo>
                    <a:pt x="466725" y="3200400"/>
                  </a:lnTo>
                  <a:lnTo>
                    <a:pt x="485775" y="3228975"/>
                  </a:lnTo>
                  <a:lnTo>
                    <a:pt x="514350" y="3257550"/>
                  </a:lnTo>
                  <a:lnTo>
                    <a:pt x="533400" y="3286125"/>
                  </a:lnTo>
                  <a:lnTo>
                    <a:pt x="552450" y="3314700"/>
                  </a:lnTo>
                  <a:lnTo>
                    <a:pt x="581025" y="3343275"/>
                  </a:lnTo>
                  <a:lnTo>
                    <a:pt x="600075" y="3371850"/>
                  </a:lnTo>
                  <a:lnTo>
                    <a:pt x="628650" y="3400425"/>
                  </a:lnTo>
                  <a:lnTo>
                    <a:pt x="657225" y="3429000"/>
                  </a:lnTo>
                  <a:lnTo>
                    <a:pt x="676275" y="3457575"/>
                  </a:lnTo>
                  <a:lnTo>
                    <a:pt x="704850" y="3486150"/>
                  </a:lnTo>
                  <a:lnTo>
                    <a:pt x="733425" y="3514725"/>
                  </a:lnTo>
                  <a:lnTo>
                    <a:pt x="1504950" y="3514725"/>
                  </a:lnTo>
                  <a:lnTo>
                    <a:pt x="1504950" y="3486150"/>
                  </a:lnTo>
                  <a:lnTo>
                    <a:pt x="1504950" y="3457575"/>
                  </a:lnTo>
                  <a:lnTo>
                    <a:pt x="1504950" y="3429000"/>
                  </a:lnTo>
                  <a:lnTo>
                    <a:pt x="1504950" y="3400425"/>
                  </a:lnTo>
                  <a:lnTo>
                    <a:pt x="1504950" y="3371850"/>
                  </a:lnTo>
                  <a:lnTo>
                    <a:pt x="1504950" y="3343275"/>
                  </a:lnTo>
                  <a:lnTo>
                    <a:pt x="1504950" y="3314700"/>
                  </a:lnTo>
                  <a:lnTo>
                    <a:pt x="1504950" y="3286125"/>
                  </a:lnTo>
                  <a:lnTo>
                    <a:pt x="1504950" y="3257550"/>
                  </a:lnTo>
                  <a:lnTo>
                    <a:pt x="1504950" y="3228975"/>
                  </a:lnTo>
                  <a:lnTo>
                    <a:pt x="1504950" y="3200400"/>
                  </a:lnTo>
                  <a:lnTo>
                    <a:pt x="1504950" y="3171825"/>
                  </a:lnTo>
                  <a:lnTo>
                    <a:pt x="1504950" y="3143250"/>
                  </a:lnTo>
                  <a:lnTo>
                    <a:pt x="1504950" y="3114675"/>
                  </a:lnTo>
                  <a:lnTo>
                    <a:pt x="1504950" y="3086100"/>
                  </a:lnTo>
                  <a:lnTo>
                    <a:pt x="1504950" y="3057525"/>
                  </a:lnTo>
                  <a:lnTo>
                    <a:pt x="1504950" y="3028950"/>
                  </a:lnTo>
                  <a:lnTo>
                    <a:pt x="1504950" y="3000375"/>
                  </a:lnTo>
                  <a:lnTo>
                    <a:pt x="1504950" y="2971800"/>
                  </a:lnTo>
                  <a:lnTo>
                    <a:pt x="1504950" y="2943225"/>
                  </a:lnTo>
                  <a:lnTo>
                    <a:pt x="1504950" y="2914650"/>
                  </a:lnTo>
                  <a:lnTo>
                    <a:pt x="1504950" y="2886075"/>
                  </a:lnTo>
                  <a:lnTo>
                    <a:pt x="1504950" y="2857500"/>
                  </a:lnTo>
                  <a:lnTo>
                    <a:pt x="1504950" y="2828925"/>
                  </a:lnTo>
                  <a:lnTo>
                    <a:pt x="1504950" y="2800350"/>
                  </a:lnTo>
                  <a:lnTo>
                    <a:pt x="1504950" y="2771775"/>
                  </a:lnTo>
                  <a:lnTo>
                    <a:pt x="1504950" y="2743200"/>
                  </a:lnTo>
                  <a:lnTo>
                    <a:pt x="1504950" y="2714625"/>
                  </a:lnTo>
                  <a:lnTo>
                    <a:pt x="1504950" y="2686050"/>
                  </a:lnTo>
                  <a:lnTo>
                    <a:pt x="1504950" y="2657475"/>
                  </a:lnTo>
                  <a:lnTo>
                    <a:pt x="1504950" y="2628900"/>
                  </a:lnTo>
                  <a:lnTo>
                    <a:pt x="1504950" y="2600325"/>
                  </a:lnTo>
                  <a:lnTo>
                    <a:pt x="1504950" y="2571750"/>
                  </a:lnTo>
                  <a:lnTo>
                    <a:pt x="1504950" y="2543175"/>
                  </a:lnTo>
                  <a:lnTo>
                    <a:pt x="1504950" y="2514600"/>
                  </a:lnTo>
                  <a:lnTo>
                    <a:pt x="1504950" y="2486025"/>
                  </a:lnTo>
                  <a:lnTo>
                    <a:pt x="1504950" y="2457450"/>
                  </a:lnTo>
                  <a:lnTo>
                    <a:pt x="1504950" y="2428875"/>
                  </a:lnTo>
                  <a:lnTo>
                    <a:pt x="1504950" y="2400300"/>
                  </a:lnTo>
                  <a:lnTo>
                    <a:pt x="1504950" y="2371725"/>
                  </a:lnTo>
                  <a:lnTo>
                    <a:pt x="1504950" y="2343150"/>
                  </a:lnTo>
                  <a:lnTo>
                    <a:pt x="1504950" y="2314575"/>
                  </a:lnTo>
                  <a:lnTo>
                    <a:pt x="1504950" y="2286000"/>
                  </a:lnTo>
                  <a:lnTo>
                    <a:pt x="1504950" y="2257425"/>
                  </a:lnTo>
                  <a:lnTo>
                    <a:pt x="1504950" y="2228850"/>
                  </a:lnTo>
                  <a:lnTo>
                    <a:pt x="1504950" y="2200275"/>
                  </a:lnTo>
                  <a:lnTo>
                    <a:pt x="1504950" y="2171700"/>
                  </a:lnTo>
                  <a:lnTo>
                    <a:pt x="1504950" y="2143125"/>
                  </a:lnTo>
                  <a:lnTo>
                    <a:pt x="1504950" y="2114550"/>
                  </a:lnTo>
                  <a:lnTo>
                    <a:pt x="1504950" y="2085975"/>
                  </a:lnTo>
                  <a:lnTo>
                    <a:pt x="1504950" y="2057400"/>
                  </a:lnTo>
                  <a:lnTo>
                    <a:pt x="1504950" y="2028825"/>
                  </a:lnTo>
                  <a:lnTo>
                    <a:pt x="1504950" y="2000250"/>
                  </a:lnTo>
                  <a:lnTo>
                    <a:pt x="1504950" y="1971675"/>
                  </a:lnTo>
                  <a:lnTo>
                    <a:pt x="1504950" y="1943100"/>
                  </a:lnTo>
                  <a:lnTo>
                    <a:pt x="1504950" y="1914525"/>
                  </a:lnTo>
                  <a:lnTo>
                    <a:pt x="1504950" y="1885950"/>
                  </a:lnTo>
                  <a:lnTo>
                    <a:pt x="1504950" y="1857375"/>
                  </a:lnTo>
                  <a:lnTo>
                    <a:pt x="1504950" y="1828800"/>
                  </a:lnTo>
                  <a:lnTo>
                    <a:pt x="1514475" y="1800225"/>
                  </a:lnTo>
                  <a:lnTo>
                    <a:pt x="1504950" y="1771650"/>
                  </a:lnTo>
                  <a:lnTo>
                    <a:pt x="1504950" y="1743075"/>
                  </a:lnTo>
                  <a:lnTo>
                    <a:pt x="1514475" y="1714500"/>
                  </a:lnTo>
                  <a:lnTo>
                    <a:pt x="1504950" y="1685925"/>
                  </a:lnTo>
                  <a:lnTo>
                    <a:pt x="1504950" y="1657350"/>
                  </a:lnTo>
                  <a:lnTo>
                    <a:pt x="1504950" y="1628775"/>
                  </a:lnTo>
                  <a:lnTo>
                    <a:pt x="1504950" y="1600200"/>
                  </a:lnTo>
                  <a:lnTo>
                    <a:pt x="1504950" y="1571625"/>
                  </a:lnTo>
                  <a:lnTo>
                    <a:pt x="1504950" y="1543050"/>
                  </a:lnTo>
                  <a:lnTo>
                    <a:pt x="1504950" y="1514475"/>
                  </a:lnTo>
                  <a:lnTo>
                    <a:pt x="1504950" y="1485900"/>
                  </a:lnTo>
                  <a:lnTo>
                    <a:pt x="1504950" y="1457325"/>
                  </a:lnTo>
                  <a:lnTo>
                    <a:pt x="1504950" y="1428750"/>
                  </a:lnTo>
                  <a:lnTo>
                    <a:pt x="1504950" y="1400175"/>
                  </a:lnTo>
                  <a:lnTo>
                    <a:pt x="1504950" y="1371600"/>
                  </a:lnTo>
                  <a:lnTo>
                    <a:pt x="1504950" y="1343025"/>
                  </a:lnTo>
                  <a:lnTo>
                    <a:pt x="1504950" y="1314450"/>
                  </a:lnTo>
                  <a:lnTo>
                    <a:pt x="1504950" y="1285875"/>
                  </a:lnTo>
                  <a:lnTo>
                    <a:pt x="1504950" y="1257300"/>
                  </a:lnTo>
                  <a:lnTo>
                    <a:pt x="1504950" y="1228725"/>
                  </a:lnTo>
                  <a:lnTo>
                    <a:pt x="1514475" y="1200150"/>
                  </a:lnTo>
                  <a:lnTo>
                    <a:pt x="1514475" y="1171575"/>
                  </a:lnTo>
                  <a:lnTo>
                    <a:pt x="1514475" y="1143000"/>
                  </a:lnTo>
                  <a:lnTo>
                    <a:pt x="1514475" y="1114425"/>
                  </a:lnTo>
                  <a:lnTo>
                    <a:pt x="1514475" y="1085850"/>
                  </a:lnTo>
                  <a:lnTo>
                    <a:pt x="1514475" y="1057275"/>
                  </a:lnTo>
                  <a:lnTo>
                    <a:pt x="1514475" y="1028700"/>
                  </a:lnTo>
                  <a:lnTo>
                    <a:pt x="1514475" y="1000125"/>
                  </a:lnTo>
                  <a:lnTo>
                    <a:pt x="1514475" y="971550"/>
                  </a:lnTo>
                  <a:lnTo>
                    <a:pt x="1514475" y="942975"/>
                  </a:lnTo>
                  <a:lnTo>
                    <a:pt x="1514475" y="914400"/>
                  </a:lnTo>
                  <a:lnTo>
                    <a:pt x="1514475" y="885825"/>
                  </a:lnTo>
                  <a:lnTo>
                    <a:pt x="1514475" y="857250"/>
                  </a:lnTo>
                  <a:lnTo>
                    <a:pt x="1514475" y="828675"/>
                  </a:lnTo>
                  <a:lnTo>
                    <a:pt x="1514475" y="800100"/>
                  </a:lnTo>
                  <a:lnTo>
                    <a:pt x="1514475" y="771525"/>
                  </a:lnTo>
                  <a:lnTo>
                    <a:pt x="1514475" y="742950"/>
                  </a:lnTo>
                  <a:lnTo>
                    <a:pt x="1514475" y="714375"/>
                  </a:lnTo>
                  <a:lnTo>
                    <a:pt x="1514475" y="685800"/>
                  </a:lnTo>
                  <a:lnTo>
                    <a:pt x="1514475" y="657225"/>
                  </a:lnTo>
                  <a:lnTo>
                    <a:pt x="1514475" y="628650"/>
                  </a:lnTo>
                  <a:lnTo>
                    <a:pt x="1514475" y="600075"/>
                  </a:lnTo>
                  <a:lnTo>
                    <a:pt x="1514475" y="571500"/>
                  </a:lnTo>
                  <a:lnTo>
                    <a:pt x="1514475" y="542925"/>
                  </a:lnTo>
                  <a:lnTo>
                    <a:pt x="1514475" y="514350"/>
                  </a:lnTo>
                  <a:lnTo>
                    <a:pt x="1514475" y="485775"/>
                  </a:lnTo>
                  <a:lnTo>
                    <a:pt x="1514475" y="457200"/>
                  </a:lnTo>
                  <a:lnTo>
                    <a:pt x="1514475" y="428625"/>
                  </a:lnTo>
                  <a:lnTo>
                    <a:pt x="1514475" y="400050"/>
                  </a:lnTo>
                  <a:lnTo>
                    <a:pt x="1514475" y="371475"/>
                  </a:lnTo>
                  <a:lnTo>
                    <a:pt x="1514475" y="342900"/>
                  </a:lnTo>
                  <a:lnTo>
                    <a:pt x="1514475" y="314325"/>
                  </a:lnTo>
                  <a:lnTo>
                    <a:pt x="1514475" y="285750"/>
                  </a:lnTo>
                  <a:lnTo>
                    <a:pt x="1514475" y="257175"/>
                  </a:lnTo>
                  <a:lnTo>
                    <a:pt x="1514475" y="228600"/>
                  </a:lnTo>
                  <a:lnTo>
                    <a:pt x="1514475" y="200025"/>
                  </a:lnTo>
                  <a:lnTo>
                    <a:pt x="1514475" y="171450"/>
                  </a:lnTo>
                  <a:lnTo>
                    <a:pt x="1514475" y="142875"/>
                  </a:lnTo>
                  <a:lnTo>
                    <a:pt x="1514475" y="114300"/>
                  </a:lnTo>
                  <a:lnTo>
                    <a:pt x="1514475" y="85725"/>
                  </a:lnTo>
                  <a:lnTo>
                    <a:pt x="1514475" y="57150"/>
                  </a:lnTo>
                  <a:lnTo>
                    <a:pt x="1514475" y="28575"/>
                  </a:lnTo>
                  <a:lnTo>
                    <a:pt x="1514475" y="0"/>
                  </a:lnTo>
                  <a:close/>
                </a:path>
              </a:pathLst>
            </a:custGeom>
            <a:solidFill>
              <a:srgbClr val="FBC0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stage-3"/>
          <p:cNvGrpSpPr/>
          <p:nvPr/>
        </p:nvGrpSpPr>
        <p:grpSpPr>
          <a:xfrm>
            <a:off x="15621000" y="4695825"/>
            <a:ext cx="3438525" cy="4800600"/>
            <a:chOff x="15621000" y="4695825"/>
            <a:chExt cx="3438525" cy="4800600"/>
          </a:xfrm>
        </p:grpSpPr>
        <p:sp>
          <p:nvSpPr>
            <p:cNvPr id="40" name="stage-3-body"/>
            <p:cNvSpPr/>
            <p:nvPr/>
          </p:nvSpPr>
          <p:spPr>
            <a:xfrm>
              <a:off x="15621000" y="4695825"/>
              <a:ext cx="3438525" cy="4800600"/>
            </a:xfrm>
            <a:custGeom>
              <a:avLst/>
              <a:gdLst/>
              <a:ahLst/>
              <a:cxnLst/>
              <a:rect l="l" t="t" r="r" b="b"/>
              <a:pathLst>
                <a:path w="3438525" h="4800600">
                  <a:moveTo>
                    <a:pt x="2057400" y="0"/>
                  </a:moveTo>
                  <a:lnTo>
                    <a:pt x="1905000" y="28575"/>
                  </a:lnTo>
                  <a:lnTo>
                    <a:pt x="1809750" y="57150"/>
                  </a:lnTo>
                  <a:lnTo>
                    <a:pt x="1724025" y="85725"/>
                  </a:lnTo>
                  <a:lnTo>
                    <a:pt x="1628775" y="114300"/>
                  </a:lnTo>
                  <a:lnTo>
                    <a:pt x="1562100" y="142875"/>
                  </a:lnTo>
                  <a:lnTo>
                    <a:pt x="1485900" y="171450"/>
                  </a:lnTo>
                  <a:lnTo>
                    <a:pt x="1428750" y="200025"/>
                  </a:lnTo>
                  <a:lnTo>
                    <a:pt x="1371600" y="228600"/>
                  </a:lnTo>
                  <a:lnTo>
                    <a:pt x="1314450" y="257175"/>
                  </a:lnTo>
                  <a:lnTo>
                    <a:pt x="1266825" y="285750"/>
                  </a:lnTo>
                  <a:lnTo>
                    <a:pt x="1219200" y="314325"/>
                  </a:lnTo>
                  <a:lnTo>
                    <a:pt x="1171575" y="342900"/>
                  </a:lnTo>
                  <a:lnTo>
                    <a:pt x="1123950" y="371475"/>
                  </a:lnTo>
                  <a:lnTo>
                    <a:pt x="1076325" y="400050"/>
                  </a:lnTo>
                  <a:lnTo>
                    <a:pt x="1038225" y="428625"/>
                  </a:lnTo>
                  <a:lnTo>
                    <a:pt x="1000125" y="457200"/>
                  </a:lnTo>
                  <a:lnTo>
                    <a:pt x="962025" y="485775"/>
                  </a:lnTo>
                  <a:lnTo>
                    <a:pt x="923925" y="514350"/>
                  </a:lnTo>
                  <a:lnTo>
                    <a:pt x="895350" y="542925"/>
                  </a:lnTo>
                  <a:lnTo>
                    <a:pt x="857250" y="571500"/>
                  </a:lnTo>
                  <a:lnTo>
                    <a:pt x="828675" y="600075"/>
                  </a:lnTo>
                  <a:lnTo>
                    <a:pt x="800100" y="628650"/>
                  </a:lnTo>
                  <a:lnTo>
                    <a:pt x="762000" y="657225"/>
                  </a:lnTo>
                  <a:lnTo>
                    <a:pt x="742950" y="685800"/>
                  </a:lnTo>
                  <a:lnTo>
                    <a:pt x="704850" y="714375"/>
                  </a:lnTo>
                  <a:lnTo>
                    <a:pt x="685800" y="742950"/>
                  </a:lnTo>
                  <a:lnTo>
                    <a:pt x="657225" y="771525"/>
                  </a:lnTo>
                  <a:lnTo>
                    <a:pt x="628650" y="800100"/>
                  </a:lnTo>
                  <a:lnTo>
                    <a:pt x="600075" y="828675"/>
                  </a:lnTo>
                  <a:lnTo>
                    <a:pt x="581025" y="857250"/>
                  </a:lnTo>
                  <a:lnTo>
                    <a:pt x="552450" y="885825"/>
                  </a:lnTo>
                  <a:lnTo>
                    <a:pt x="533400" y="914400"/>
                  </a:lnTo>
                  <a:lnTo>
                    <a:pt x="504825" y="942975"/>
                  </a:lnTo>
                  <a:lnTo>
                    <a:pt x="485775" y="971550"/>
                  </a:lnTo>
                  <a:lnTo>
                    <a:pt x="466725" y="1000125"/>
                  </a:lnTo>
                  <a:lnTo>
                    <a:pt x="447675" y="1028700"/>
                  </a:lnTo>
                  <a:lnTo>
                    <a:pt x="428625" y="1057275"/>
                  </a:lnTo>
                  <a:lnTo>
                    <a:pt x="409575" y="1085850"/>
                  </a:lnTo>
                  <a:lnTo>
                    <a:pt x="390525" y="1114425"/>
                  </a:lnTo>
                  <a:lnTo>
                    <a:pt x="371475" y="1143000"/>
                  </a:lnTo>
                  <a:lnTo>
                    <a:pt x="352425" y="1171575"/>
                  </a:lnTo>
                  <a:lnTo>
                    <a:pt x="333375" y="1200150"/>
                  </a:lnTo>
                  <a:lnTo>
                    <a:pt x="323850" y="1228725"/>
                  </a:lnTo>
                  <a:lnTo>
                    <a:pt x="304800" y="1257300"/>
                  </a:lnTo>
                  <a:lnTo>
                    <a:pt x="285750" y="1285875"/>
                  </a:lnTo>
                  <a:lnTo>
                    <a:pt x="276225" y="1314450"/>
                  </a:lnTo>
                  <a:lnTo>
                    <a:pt x="257175" y="1343025"/>
                  </a:lnTo>
                  <a:lnTo>
                    <a:pt x="247650" y="1371600"/>
                  </a:lnTo>
                  <a:lnTo>
                    <a:pt x="228600" y="1400175"/>
                  </a:lnTo>
                  <a:lnTo>
                    <a:pt x="219075" y="1428750"/>
                  </a:lnTo>
                  <a:lnTo>
                    <a:pt x="209550" y="1457325"/>
                  </a:lnTo>
                  <a:lnTo>
                    <a:pt x="190500" y="1485900"/>
                  </a:lnTo>
                  <a:lnTo>
                    <a:pt x="180975" y="1514475"/>
                  </a:lnTo>
                  <a:lnTo>
                    <a:pt x="171450" y="1543050"/>
                  </a:lnTo>
                  <a:lnTo>
                    <a:pt x="161925" y="1571625"/>
                  </a:lnTo>
                  <a:lnTo>
                    <a:pt x="152400" y="1600200"/>
                  </a:lnTo>
                  <a:lnTo>
                    <a:pt x="142875" y="1628775"/>
                  </a:lnTo>
                  <a:lnTo>
                    <a:pt x="133350" y="1657350"/>
                  </a:lnTo>
                  <a:lnTo>
                    <a:pt x="123825" y="1685925"/>
                  </a:lnTo>
                  <a:lnTo>
                    <a:pt x="114300" y="1714500"/>
                  </a:lnTo>
                  <a:lnTo>
                    <a:pt x="104775" y="1743075"/>
                  </a:lnTo>
                  <a:lnTo>
                    <a:pt x="95250" y="1771650"/>
                  </a:lnTo>
                  <a:lnTo>
                    <a:pt x="85725" y="1800225"/>
                  </a:lnTo>
                  <a:lnTo>
                    <a:pt x="76200" y="1828800"/>
                  </a:lnTo>
                  <a:lnTo>
                    <a:pt x="66675" y="1857375"/>
                  </a:lnTo>
                  <a:lnTo>
                    <a:pt x="66675" y="1885950"/>
                  </a:lnTo>
                  <a:lnTo>
                    <a:pt x="57150" y="1914525"/>
                  </a:lnTo>
                  <a:lnTo>
                    <a:pt x="47625" y="1943100"/>
                  </a:lnTo>
                  <a:lnTo>
                    <a:pt x="47625" y="1971675"/>
                  </a:lnTo>
                  <a:lnTo>
                    <a:pt x="38100" y="2000250"/>
                  </a:lnTo>
                  <a:lnTo>
                    <a:pt x="38100" y="2028825"/>
                  </a:lnTo>
                  <a:lnTo>
                    <a:pt x="28575" y="2057400"/>
                  </a:lnTo>
                  <a:lnTo>
                    <a:pt x="19050" y="2085975"/>
                  </a:lnTo>
                  <a:lnTo>
                    <a:pt x="19050" y="2114550"/>
                  </a:lnTo>
                  <a:lnTo>
                    <a:pt x="19050" y="2143125"/>
                  </a:lnTo>
                  <a:lnTo>
                    <a:pt x="9525" y="2171700"/>
                  </a:lnTo>
                  <a:lnTo>
                    <a:pt x="9525" y="2200275"/>
                  </a:lnTo>
                  <a:lnTo>
                    <a:pt x="9525" y="2228850"/>
                  </a:lnTo>
                  <a:lnTo>
                    <a:pt x="0" y="2257425"/>
                  </a:lnTo>
                  <a:lnTo>
                    <a:pt x="0" y="2286000"/>
                  </a:lnTo>
                  <a:lnTo>
                    <a:pt x="0" y="2314575"/>
                  </a:lnTo>
                  <a:lnTo>
                    <a:pt x="0" y="2343150"/>
                  </a:lnTo>
                  <a:lnTo>
                    <a:pt x="0" y="2371725"/>
                  </a:lnTo>
                  <a:lnTo>
                    <a:pt x="0" y="2400300"/>
                  </a:lnTo>
                  <a:lnTo>
                    <a:pt x="0" y="2428875"/>
                  </a:lnTo>
                  <a:lnTo>
                    <a:pt x="0" y="2457450"/>
                  </a:lnTo>
                  <a:lnTo>
                    <a:pt x="0" y="2486025"/>
                  </a:lnTo>
                  <a:lnTo>
                    <a:pt x="0" y="2514600"/>
                  </a:lnTo>
                  <a:lnTo>
                    <a:pt x="0" y="2543175"/>
                  </a:lnTo>
                  <a:lnTo>
                    <a:pt x="0" y="2571750"/>
                  </a:lnTo>
                  <a:lnTo>
                    <a:pt x="0" y="2600325"/>
                  </a:lnTo>
                  <a:lnTo>
                    <a:pt x="0" y="2628900"/>
                  </a:lnTo>
                  <a:lnTo>
                    <a:pt x="9525" y="2657475"/>
                  </a:lnTo>
                  <a:lnTo>
                    <a:pt x="9525" y="2686050"/>
                  </a:lnTo>
                  <a:lnTo>
                    <a:pt x="9525" y="2714625"/>
                  </a:lnTo>
                  <a:lnTo>
                    <a:pt x="9525" y="2743200"/>
                  </a:lnTo>
                  <a:lnTo>
                    <a:pt x="19050" y="2771775"/>
                  </a:lnTo>
                  <a:lnTo>
                    <a:pt x="19050" y="2800350"/>
                  </a:lnTo>
                  <a:lnTo>
                    <a:pt x="28575" y="2828925"/>
                  </a:lnTo>
                  <a:lnTo>
                    <a:pt x="28575" y="2857500"/>
                  </a:lnTo>
                  <a:lnTo>
                    <a:pt x="38100" y="2886075"/>
                  </a:lnTo>
                  <a:lnTo>
                    <a:pt x="38100" y="2914650"/>
                  </a:lnTo>
                  <a:lnTo>
                    <a:pt x="47625" y="2943225"/>
                  </a:lnTo>
                  <a:lnTo>
                    <a:pt x="47625" y="2971800"/>
                  </a:lnTo>
                  <a:lnTo>
                    <a:pt x="57150" y="3000375"/>
                  </a:lnTo>
                  <a:lnTo>
                    <a:pt x="66675" y="3028950"/>
                  </a:lnTo>
                  <a:lnTo>
                    <a:pt x="66675" y="3057525"/>
                  </a:lnTo>
                  <a:lnTo>
                    <a:pt x="76200" y="3086100"/>
                  </a:lnTo>
                  <a:lnTo>
                    <a:pt x="85725" y="3114675"/>
                  </a:lnTo>
                  <a:lnTo>
                    <a:pt x="95250" y="3143250"/>
                  </a:lnTo>
                  <a:lnTo>
                    <a:pt x="104775" y="3171825"/>
                  </a:lnTo>
                  <a:lnTo>
                    <a:pt x="114300" y="3200400"/>
                  </a:lnTo>
                  <a:lnTo>
                    <a:pt x="123825" y="3228975"/>
                  </a:lnTo>
                  <a:lnTo>
                    <a:pt x="133350" y="3257550"/>
                  </a:lnTo>
                  <a:lnTo>
                    <a:pt x="142875" y="3286125"/>
                  </a:lnTo>
                  <a:lnTo>
                    <a:pt x="152400" y="3314700"/>
                  </a:lnTo>
                  <a:lnTo>
                    <a:pt x="161925" y="3343275"/>
                  </a:lnTo>
                  <a:lnTo>
                    <a:pt x="171450" y="3371850"/>
                  </a:lnTo>
                  <a:lnTo>
                    <a:pt x="180975" y="3400425"/>
                  </a:lnTo>
                  <a:lnTo>
                    <a:pt x="190500" y="3429000"/>
                  </a:lnTo>
                  <a:lnTo>
                    <a:pt x="209550" y="3457575"/>
                  </a:lnTo>
                  <a:lnTo>
                    <a:pt x="219075" y="3486150"/>
                  </a:lnTo>
                  <a:lnTo>
                    <a:pt x="228600" y="3514725"/>
                  </a:lnTo>
                  <a:lnTo>
                    <a:pt x="247650" y="3543300"/>
                  </a:lnTo>
                  <a:lnTo>
                    <a:pt x="257175" y="3571875"/>
                  </a:lnTo>
                  <a:lnTo>
                    <a:pt x="276225" y="3600450"/>
                  </a:lnTo>
                  <a:lnTo>
                    <a:pt x="295275" y="3629025"/>
                  </a:lnTo>
                  <a:lnTo>
                    <a:pt x="304800" y="3657600"/>
                  </a:lnTo>
                  <a:lnTo>
                    <a:pt x="323850" y="3686175"/>
                  </a:lnTo>
                  <a:lnTo>
                    <a:pt x="333375" y="3714750"/>
                  </a:lnTo>
                  <a:lnTo>
                    <a:pt x="352425" y="3743325"/>
                  </a:lnTo>
                  <a:lnTo>
                    <a:pt x="371475" y="3771900"/>
                  </a:lnTo>
                  <a:lnTo>
                    <a:pt x="390525" y="3800475"/>
                  </a:lnTo>
                  <a:lnTo>
                    <a:pt x="409575" y="3829050"/>
                  </a:lnTo>
                  <a:lnTo>
                    <a:pt x="428625" y="3857625"/>
                  </a:lnTo>
                  <a:lnTo>
                    <a:pt x="447675" y="3886200"/>
                  </a:lnTo>
                  <a:lnTo>
                    <a:pt x="466725" y="3914775"/>
                  </a:lnTo>
                  <a:lnTo>
                    <a:pt x="485775" y="3943350"/>
                  </a:lnTo>
                  <a:lnTo>
                    <a:pt x="504825" y="3971925"/>
                  </a:lnTo>
                  <a:lnTo>
                    <a:pt x="533400" y="4000500"/>
                  </a:lnTo>
                  <a:lnTo>
                    <a:pt x="552450" y="4029075"/>
                  </a:lnTo>
                  <a:lnTo>
                    <a:pt x="581025" y="4057650"/>
                  </a:lnTo>
                  <a:lnTo>
                    <a:pt x="600075" y="4086225"/>
                  </a:lnTo>
                  <a:lnTo>
                    <a:pt x="628650" y="4114800"/>
                  </a:lnTo>
                  <a:lnTo>
                    <a:pt x="657225" y="4143375"/>
                  </a:lnTo>
                  <a:lnTo>
                    <a:pt x="685800" y="4171950"/>
                  </a:lnTo>
                  <a:lnTo>
                    <a:pt x="704850" y="4200525"/>
                  </a:lnTo>
                  <a:lnTo>
                    <a:pt x="733425" y="4229100"/>
                  </a:lnTo>
                  <a:lnTo>
                    <a:pt x="762000" y="4257675"/>
                  </a:lnTo>
                  <a:lnTo>
                    <a:pt x="790575" y="4286250"/>
                  </a:lnTo>
                  <a:lnTo>
                    <a:pt x="828675" y="4314825"/>
                  </a:lnTo>
                  <a:lnTo>
                    <a:pt x="857250" y="4343400"/>
                  </a:lnTo>
                  <a:lnTo>
                    <a:pt x="895350" y="4371975"/>
                  </a:lnTo>
                  <a:lnTo>
                    <a:pt x="923925" y="4400550"/>
                  </a:lnTo>
                  <a:lnTo>
                    <a:pt x="962025" y="4429125"/>
                  </a:lnTo>
                  <a:lnTo>
                    <a:pt x="1000125" y="4457700"/>
                  </a:lnTo>
                  <a:lnTo>
                    <a:pt x="1038225" y="4486275"/>
                  </a:lnTo>
                  <a:lnTo>
                    <a:pt x="1085850" y="4514850"/>
                  </a:lnTo>
                  <a:lnTo>
                    <a:pt x="1123950" y="4543425"/>
                  </a:lnTo>
                  <a:lnTo>
                    <a:pt x="1171575" y="4572000"/>
                  </a:lnTo>
                  <a:lnTo>
                    <a:pt x="1219200" y="4600575"/>
                  </a:lnTo>
                  <a:lnTo>
                    <a:pt x="1266825" y="4629150"/>
                  </a:lnTo>
                  <a:lnTo>
                    <a:pt x="1314450" y="4657725"/>
                  </a:lnTo>
                  <a:lnTo>
                    <a:pt x="1371600" y="4686300"/>
                  </a:lnTo>
                  <a:lnTo>
                    <a:pt x="1438275" y="4714875"/>
                  </a:lnTo>
                  <a:lnTo>
                    <a:pt x="1495425" y="4743450"/>
                  </a:lnTo>
                  <a:lnTo>
                    <a:pt x="1562100" y="4772025"/>
                  </a:lnTo>
                  <a:lnTo>
                    <a:pt x="1638300" y="4800600"/>
                  </a:lnTo>
                  <a:lnTo>
                    <a:pt x="3333750" y="4800600"/>
                  </a:lnTo>
                  <a:lnTo>
                    <a:pt x="3409950" y="4772025"/>
                  </a:lnTo>
                  <a:lnTo>
                    <a:pt x="3438525" y="4743450"/>
                  </a:lnTo>
                  <a:lnTo>
                    <a:pt x="3438525" y="4714875"/>
                  </a:lnTo>
                  <a:lnTo>
                    <a:pt x="3438525" y="4686300"/>
                  </a:lnTo>
                  <a:lnTo>
                    <a:pt x="3438525" y="4657725"/>
                  </a:lnTo>
                  <a:lnTo>
                    <a:pt x="3438525" y="4629150"/>
                  </a:lnTo>
                  <a:lnTo>
                    <a:pt x="3438525" y="4600575"/>
                  </a:lnTo>
                  <a:lnTo>
                    <a:pt x="3438525" y="4572000"/>
                  </a:lnTo>
                  <a:lnTo>
                    <a:pt x="3438525" y="4543425"/>
                  </a:lnTo>
                  <a:lnTo>
                    <a:pt x="3438525" y="4514850"/>
                  </a:lnTo>
                  <a:lnTo>
                    <a:pt x="3438525" y="4486275"/>
                  </a:lnTo>
                  <a:lnTo>
                    <a:pt x="3438525" y="4457700"/>
                  </a:lnTo>
                  <a:lnTo>
                    <a:pt x="3438525" y="4429125"/>
                  </a:lnTo>
                  <a:lnTo>
                    <a:pt x="3438525" y="4400550"/>
                  </a:lnTo>
                  <a:lnTo>
                    <a:pt x="3438525" y="4371975"/>
                  </a:lnTo>
                  <a:lnTo>
                    <a:pt x="3438525" y="4343400"/>
                  </a:lnTo>
                  <a:lnTo>
                    <a:pt x="3438525" y="4314825"/>
                  </a:lnTo>
                  <a:lnTo>
                    <a:pt x="3438525" y="4286250"/>
                  </a:lnTo>
                  <a:lnTo>
                    <a:pt x="3438525" y="4257675"/>
                  </a:lnTo>
                  <a:lnTo>
                    <a:pt x="3438525" y="4229100"/>
                  </a:lnTo>
                  <a:lnTo>
                    <a:pt x="3438525" y="4200525"/>
                  </a:lnTo>
                  <a:lnTo>
                    <a:pt x="3438525" y="4171950"/>
                  </a:lnTo>
                  <a:lnTo>
                    <a:pt x="3438525" y="4143375"/>
                  </a:lnTo>
                  <a:lnTo>
                    <a:pt x="3438525" y="4114800"/>
                  </a:lnTo>
                  <a:lnTo>
                    <a:pt x="3438525" y="4086225"/>
                  </a:lnTo>
                  <a:lnTo>
                    <a:pt x="3438525" y="4057650"/>
                  </a:lnTo>
                  <a:lnTo>
                    <a:pt x="3438525" y="4029075"/>
                  </a:lnTo>
                  <a:lnTo>
                    <a:pt x="3438525" y="4000500"/>
                  </a:lnTo>
                  <a:lnTo>
                    <a:pt x="3438525" y="3971925"/>
                  </a:lnTo>
                  <a:lnTo>
                    <a:pt x="3438525" y="3943350"/>
                  </a:lnTo>
                  <a:lnTo>
                    <a:pt x="3438525" y="3914775"/>
                  </a:lnTo>
                  <a:lnTo>
                    <a:pt x="3438525" y="3886200"/>
                  </a:lnTo>
                  <a:lnTo>
                    <a:pt x="3438525" y="3857625"/>
                  </a:lnTo>
                  <a:lnTo>
                    <a:pt x="3438525" y="3829050"/>
                  </a:lnTo>
                  <a:lnTo>
                    <a:pt x="3438525" y="3800475"/>
                  </a:lnTo>
                  <a:lnTo>
                    <a:pt x="3438525" y="3771900"/>
                  </a:lnTo>
                  <a:lnTo>
                    <a:pt x="3438525" y="3743325"/>
                  </a:lnTo>
                  <a:lnTo>
                    <a:pt x="3438525" y="3714750"/>
                  </a:lnTo>
                  <a:lnTo>
                    <a:pt x="3438525" y="3686175"/>
                  </a:lnTo>
                  <a:lnTo>
                    <a:pt x="3438525" y="3657600"/>
                  </a:lnTo>
                  <a:lnTo>
                    <a:pt x="3438525" y="3629025"/>
                  </a:lnTo>
                  <a:lnTo>
                    <a:pt x="3438525" y="3600450"/>
                  </a:lnTo>
                  <a:lnTo>
                    <a:pt x="3438525" y="3571875"/>
                  </a:lnTo>
                  <a:lnTo>
                    <a:pt x="3438525" y="3543300"/>
                  </a:lnTo>
                  <a:lnTo>
                    <a:pt x="3438525" y="3514725"/>
                  </a:lnTo>
                  <a:lnTo>
                    <a:pt x="3438525" y="3486150"/>
                  </a:lnTo>
                  <a:lnTo>
                    <a:pt x="3438525" y="3457575"/>
                  </a:lnTo>
                  <a:lnTo>
                    <a:pt x="3438525" y="3429000"/>
                  </a:lnTo>
                  <a:lnTo>
                    <a:pt x="3438525" y="3400425"/>
                  </a:lnTo>
                  <a:lnTo>
                    <a:pt x="3438525" y="3371850"/>
                  </a:lnTo>
                  <a:lnTo>
                    <a:pt x="3438525" y="3343275"/>
                  </a:lnTo>
                  <a:lnTo>
                    <a:pt x="3438525" y="3314700"/>
                  </a:lnTo>
                  <a:lnTo>
                    <a:pt x="3438525" y="3286125"/>
                  </a:lnTo>
                  <a:lnTo>
                    <a:pt x="3438525" y="3257550"/>
                  </a:lnTo>
                  <a:lnTo>
                    <a:pt x="3438525" y="3228975"/>
                  </a:lnTo>
                  <a:lnTo>
                    <a:pt x="3438525" y="3200400"/>
                  </a:lnTo>
                  <a:lnTo>
                    <a:pt x="3438525" y="3171825"/>
                  </a:lnTo>
                  <a:lnTo>
                    <a:pt x="3438525" y="3143250"/>
                  </a:lnTo>
                  <a:lnTo>
                    <a:pt x="3438525" y="3114675"/>
                  </a:lnTo>
                  <a:lnTo>
                    <a:pt x="3438525" y="3086100"/>
                  </a:lnTo>
                  <a:lnTo>
                    <a:pt x="3438525" y="3057525"/>
                  </a:lnTo>
                  <a:lnTo>
                    <a:pt x="3438525" y="3028950"/>
                  </a:lnTo>
                  <a:lnTo>
                    <a:pt x="3438525" y="3000375"/>
                  </a:lnTo>
                  <a:lnTo>
                    <a:pt x="3438525" y="2971800"/>
                  </a:lnTo>
                  <a:lnTo>
                    <a:pt x="3438525" y="2943225"/>
                  </a:lnTo>
                  <a:lnTo>
                    <a:pt x="3438525" y="2914650"/>
                  </a:lnTo>
                  <a:lnTo>
                    <a:pt x="3438525" y="2886075"/>
                  </a:lnTo>
                  <a:lnTo>
                    <a:pt x="3438525" y="2857500"/>
                  </a:lnTo>
                  <a:lnTo>
                    <a:pt x="3438525" y="2828925"/>
                  </a:lnTo>
                  <a:lnTo>
                    <a:pt x="3438525" y="2800350"/>
                  </a:lnTo>
                  <a:lnTo>
                    <a:pt x="3438525" y="2771775"/>
                  </a:lnTo>
                  <a:lnTo>
                    <a:pt x="3438525" y="2743200"/>
                  </a:lnTo>
                  <a:lnTo>
                    <a:pt x="3438525" y="2714625"/>
                  </a:lnTo>
                  <a:lnTo>
                    <a:pt x="3438525" y="2686050"/>
                  </a:lnTo>
                  <a:lnTo>
                    <a:pt x="3438525" y="2657475"/>
                  </a:lnTo>
                  <a:lnTo>
                    <a:pt x="3438525" y="2628900"/>
                  </a:lnTo>
                  <a:lnTo>
                    <a:pt x="3438525" y="2600325"/>
                  </a:lnTo>
                  <a:lnTo>
                    <a:pt x="3438525" y="2571750"/>
                  </a:lnTo>
                  <a:lnTo>
                    <a:pt x="3438525" y="2543175"/>
                  </a:lnTo>
                  <a:lnTo>
                    <a:pt x="3438525" y="2514600"/>
                  </a:lnTo>
                  <a:lnTo>
                    <a:pt x="3438525" y="2486025"/>
                  </a:lnTo>
                  <a:lnTo>
                    <a:pt x="3438525" y="2457450"/>
                  </a:lnTo>
                  <a:lnTo>
                    <a:pt x="3438525" y="2428875"/>
                  </a:lnTo>
                  <a:lnTo>
                    <a:pt x="3438525" y="2400300"/>
                  </a:lnTo>
                  <a:lnTo>
                    <a:pt x="3438525" y="2371725"/>
                  </a:lnTo>
                  <a:lnTo>
                    <a:pt x="3438525" y="2343150"/>
                  </a:lnTo>
                  <a:lnTo>
                    <a:pt x="3438525" y="2314575"/>
                  </a:lnTo>
                  <a:lnTo>
                    <a:pt x="3438525" y="2286000"/>
                  </a:lnTo>
                  <a:lnTo>
                    <a:pt x="3438525" y="2257425"/>
                  </a:lnTo>
                  <a:lnTo>
                    <a:pt x="3438525" y="2228850"/>
                  </a:lnTo>
                  <a:lnTo>
                    <a:pt x="3438525" y="2200275"/>
                  </a:lnTo>
                  <a:lnTo>
                    <a:pt x="3438525" y="2171700"/>
                  </a:lnTo>
                  <a:lnTo>
                    <a:pt x="3438525" y="2143125"/>
                  </a:lnTo>
                  <a:lnTo>
                    <a:pt x="3438525" y="2114550"/>
                  </a:lnTo>
                  <a:lnTo>
                    <a:pt x="3438525" y="2085975"/>
                  </a:lnTo>
                  <a:lnTo>
                    <a:pt x="3438525" y="2057400"/>
                  </a:lnTo>
                  <a:lnTo>
                    <a:pt x="3438525" y="2028825"/>
                  </a:lnTo>
                  <a:lnTo>
                    <a:pt x="3438525" y="2000250"/>
                  </a:lnTo>
                  <a:lnTo>
                    <a:pt x="3438525" y="1971675"/>
                  </a:lnTo>
                  <a:lnTo>
                    <a:pt x="3438525" y="1943100"/>
                  </a:lnTo>
                  <a:lnTo>
                    <a:pt x="3438525" y="1914525"/>
                  </a:lnTo>
                  <a:lnTo>
                    <a:pt x="3438525" y="1885950"/>
                  </a:lnTo>
                  <a:lnTo>
                    <a:pt x="3438525" y="1857375"/>
                  </a:lnTo>
                  <a:lnTo>
                    <a:pt x="3438525" y="1828800"/>
                  </a:lnTo>
                  <a:lnTo>
                    <a:pt x="3438525" y="1800225"/>
                  </a:lnTo>
                  <a:lnTo>
                    <a:pt x="3438525" y="1771650"/>
                  </a:lnTo>
                  <a:lnTo>
                    <a:pt x="3438525" y="1743075"/>
                  </a:lnTo>
                  <a:lnTo>
                    <a:pt x="3438525" y="1714500"/>
                  </a:lnTo>
                  <a:lnTo>
                    <a:pt x="3438525" y="1685925"/>
                  </a:lnTo>
                  <a:lnTo>
                    <a:pt x="3438525" y="1657350"/>
                  </a:lnTo>
                  <a:lnTo>
                    <a:pt x="3438525" y="1628775"/>
                  </a:lnTo>
                  <a:lnTo>
                    <a:pt x="3438525" y="1600200"/>
                  </a:lnTo>
                  <a:lnTo>
                    <a:pt x="3438525" y="1571625"/>
                  </a:lnTo>
                  <a:lnTo>
                    <a:pt x="3438525" y="1543050"/>
                  </a:lnTo>
                  <a:lnTo>
                    <a:pt x="3438525" y="1514475"/>
                  </a:lnTo>
                  <a:lnTo>
                    <a:pt x="3438525" y="1485900"/>
                  </a:lnTo>
                  <a:lnTo>
                    <a:pt x="3438525" y="1457325"/>
                  </a:lnTo>
                  <a:lnTo>
                    <a:pt x="3438525" y="1428750"/>
                  </a:lnTo>
                  <a:lnTo>
                    <a:pt x="3438525" y="1400175"/>
                  </a:lnTo>
                  <a:lnTo>
                    <a:pt x="3438525" y="1371600"/>
                  </a:lnTo>
                  <a:lnTo>
                    <a:pt x="3438525" y="1343025"/>
                  </a:lnTo>
                  <a:lnTo>
                    <a:pt x="3438525" y="1314450"/>
                  </a:lnTo>
                  <a:lnTo>
                    <a:pt x="3438525" y="1285875"/>
                  </a:lnTo>
                  <a:lnTo>
                    <a:pt x="3438525" y="1257300"/>
                  </a:lnTo>
                  <a:lnTo>
                    <a:pt x="3438525" y="1228725"/>
                  </a:lnTo>
                  <a:lnTo>
                    <a:pt x="3438525" y="1200150"/>
                  </a:lnTo>
                  <a:lnTo>
                    <a:pt x="3438525" y="1171575"/>
                  </a:lnTo>
                  <a:lnTo>
                    <a:pt x="3438525" y="1143000"/>
                  </a:lnTo>
                  <a:lnTo>
                    <a:pt x="3438525" y="1114425"/>
                  </a:lnTo>
                  <a:lnTo>
                    <a:pt x="3438525" y="1085850"/>
                  </a:lnTo>
                  <a:lnTo>
                    <a:pt x="3438525" y="1057275"/>
                  </a:lnTo>
                  <a:lnTo>
                    <a:pt x="3438525" y="1028700"/>
                  </a:lnTo>
                  <a:lnTo>
                    <a:pt x="3438525" y="1000125"/>
                  </a:lnTo>
                  <a:lnTo>
                    <a:pt x="3438525" y="971550"/>
                  </a:lnTo>
                  <a:lnTo>
                    <a:pt x="3438525" y="942975"/>
                  </a:lnTo>
                  <a:lnTo>
                    <a:pt x="3438525" y="914400"/>
                  </a:lnTo>
                  <a:lnTo>
                    <a:pt x="3438525" y="885825"/>
                  </a:lnTo>
                  <a:lnTo>
                    <a:pt x="3438525" y="857250"/>
                  </a:lnTo>
                  <a:lnTo>
                    <a:pt x="3438525" y="828675"/>
                  </a:lnTo>
                  <a:lnTo>
                    <a:pt x="3438525" y="800100"/>
                  </a:lnTo>
                  <a:lnTo>
                    <a:pt x="3438525" y="771525"/>
                  </a:lnTo>
                  <a:lnTo>
                    <a:pt x="3438525" y="742950"/>
                  </a:lnTo>
                  <a:lnTo>
                    <a:pt x="3438525" y="714375"/>
                  </a:lnTo>
                  <a:lnTo>
                    <a:pt x="3438525" y="685800"/>
                  </a:lnTo>
                  <a:lnTo>
                    <a:pt x="3438525" y="657225"/>
                  </a:lnTo>
                  <a:lnTo>
                    <a:pt x="3438525" y="628650"/>
                  </a:lnTo>
                  <a:lnTo>
                    <a:pt x="3438525" y="600075"/>
                  </a:lnTo>
                  <a:lnTo>
                    <a:pt x="3438525" y="571500"/>
                  </a:lnTo>
                  <a:lnTo>
                    <a:pt x="3438525" y="542925"/>
                  </a:lnTo>
                  <a:lnTo>
                    <a:pt x="3438525" y="514350"/>
                  </a:lnTo>
                  <a:lnTo>
                    <a:pt x="3438525" y="485775"/>
                  </a:lnTo>
                  <a:lnTo>
                    <a:pt x="3438525" y="457200"/>
                  </a:lnTo>
                  <a:lnTo>
                    <a:pt x="3438525" y="428625"/>
                  </a:lnTo>
                  <a:lnTo>
                    <a:pt x="3438525" y="400050"/>
                  </a:lnTo>
                  <a:lnTo>
                    <a:pt x="3438525" y="371475"/>
                  </a:lnTo>
                  <a:lnTo>
                    <a:pt x="3438525" y="342900"/>
                  </a:lnTo>
                  <a:lnTo>
                    <a:pt x="3438525" y="314325"/>
                  </a:lnTo>
                  <a:lnTo>
                    <a:pt x="3438525" y="285750"/>
                  </a:lnTo>
                  <a:lnTo>
                    <a:pt x="3438525" y="257175"/>
                  </a:lnTo>
                  <a:lnTo>
                    <a:pt x="3438525" y="228600"/>
                  </a:lnTo>
                  <a:lnTo>
                    <a:pt x="3438525" y="200025"/>
                  </a:lnTo>
                  <a:lnTo>
                    <a:pt x="3438525" y="171450"/>
                  </a:lnTo>
                  <a:lnTo>
                    <a:pt x="3400425" y="142875"/>
                  </a:lnTo>
                  <a:lnTo>
                    <a:pt x="3343275" y="114300"/>
                  </a:lnTo>
                  <a:lnTo>
                    <a:pt x="3267075" y="85725"/>
                  </a:lnTo>
                  <a:lnTo>
                    <a:pt x="3162300" y="57150"/>
                  </a:lnTo>
                  <a:lnTo>
                    <a:pt x="3057525" y="28575"/>
                  </a:lnTo>
                  <a:lnTo>
                    <a:pt x="2914650" y="0"/>
                  </a:lnTo>
                  <a:close/>
                </a:path>
              </a:pathLst>
            </a:custGeom>
            <a:solidFill>
              <a:srgbClr val="E5E5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stage-3-crescent"/>
            <p:cNvSpPr/>
            <p:nvPr/>
          </p:nvSpPr>
          <p:spPr>
            <a:xfrm>
              <a:off x="17545050" y="5381625"/>
              <a:ext cx="1514475" cy="3543300"/>
            </a:xfrm>
            <a:custGeom>
              <a:avLst/>
              <a:gdLst/>
              <a:ahLst/>
              <a:cxnLst/>
              <a:rect l="l" t="t" r="r" b="b"/>
              <a:pathLst>
                <a:path w="1514475" h="3543300">
                  <a:moveTo>
                    <a:pt x="733425" y="0"/>
                  </a:moveTo>
                  <a:lnTo>
                    <a:pt x="704850" y="28575"/>
                  </a:lnTo>
                  <a:lnTo>
                    <a:pt x="676275" y="57150"/>
                  </a:lnTo>
                  <a:lnTo>
                    <a:pt x="647700" y="85725"/>
                  </a:lnTo>
                  <a:lnTo>
                    <a:pt x="628650" y="114300"/>
                  </a:lnTo>
                  <a:lnTo>
                    <a:pt x="600075" y="142875"/>
                  </a:lnTo>
                  <a:lnTo>
                    <a:pt x="581025" y="171450"/>
                  </a:lnTo>
                  <a:lnTo>
                    <a:pt x="552450" y="200025"/>
                  </a:lnTo>
                  <a:lnTo>
                    <a:pt x="533400" y="228600"/>
                  </a:lnTo>
                  <a:lnTo>
                    <a:pt x="504825" y="257175"/>
                  </a:lnTo>
                  <a:lnTo>
                    <a:pt x="485775" y="285750"/>
                  </a:lnTo>
                  <a:lnTo>
                    <a:pt x="466725" y="314325"/>
                  </a:lnTo>
                  <a:lnTo>
                    <a:pt x="447675" y="342900"/>
                  </a:lnTo>
                  <a:lnTo>
                    <a:pt x="428625" y="371475"/>
                  </a:lnTo>
                  <a:lnTo>
                    <a:pt x="409575" y="400050"/>
                  </a:lnTo>
                  <a:lnTo>
                    <a:pt x="390525" y="428625"/>
                  </a:lnTo>
                  <a:lnTo>
                    <a:pt x="371475" y="457200"/>
                  </a:lnTo>
                  <a:lnTo>
                    <a:pt x="352425" y="485775"/>
                  </a:lnTo>
                  <a:lnTo>
                    <a:pt x="333375" y="514350"/>
                  </a:lnTo>
                  <a:lnTo>
                    <a:pt x="323850" y="542925"/>
                  </a:lnTo>
                  <a:lnTo>
                    <a:pt x="304800" y="571500"/>
                  </a:lnTo>
                  <a:lnTo>
                    <a:pt x="285750" y="600075"/>
                  </a:lnTo>
                  <a:lnTo>
                    <a:pt x="276225" y="628650"/>
                  </a:lnTo>
                  <a:lnTo>
                    <a:pt x="257175" y="657225"/>
                  </a:lnTo>
                  <a:lnTo>
                    <a:pt x="247650" y="685800"/>
                  </a:lnTo>
                  <a:lnTo>
                    <a:pt x="228600" y="714375"/>
                  </a:lnTo>
                  <a:lnTo>
                    <a:pt x="219075" y="742950"/>
                  </a:lnTo>
                  <a:lnTo>
                    <a:pt x="200025" y="771525"/>
                  </a:lnTo>
                  <a:lnTo>
                    <a:pt x="190500" y="800100"/>
                  </a:lnTo>
                  <a:lnTo>
                    <a:pt x="180975" y="828675"/>
                  </a:lnTo>
                  <a:lnTo>
                    <a:pt x="171450" y="857250"/>
                  </a:lnTo>
                  <a:lnTo>
                    <a:pt x="161925" y="885825"/>
                  </a:lnTo>
                  <a:lnTo>
                    <a:pt x="152400" y="914400"/>
                  </a:lnTo>
                  <a:lnTo>
                    <a:pt x="133350" y="942975"/>
                  </a:lnTo>
                  <a:lnTo>
                    <a:pt x="123825" y="971550"/>
                  </a:lnTo>
                  <a:lnTo>
                    <a:pt x="114300" y="1000125"/>
                  </a:lnTo>
                  <a:lnTo>
                    <a:pt x="104775" y="1028700"/>
                  </a:lnTo>
                  <a:lnTo>
                    <a:pt x="104775" y="1057275"/>
                  </a:lnTo>
                  <a:lnTo>
                    <a:pt x="95250" y="1085850"/>
                  </a:lnTo>
                  <a:lnTo>
                    <a:pt x="85725" y="1114425"/>
                  </a:lnTo>
                  <a:lnTo>
                    <a:pt x="76200" y="1143000"/>
                  </a:lnTo>
                  <a:lnTo>
                    <a:pt x="66675" y="1171575"/>
                  </a:lnTo>
                  <a:lnTo>
                    <a:pt x="57150" y="1200150"/>
                  </a:lnTo>
                  <a:lnTo>
                    <a:pt x="57150" y="1228725"/>
                  </a:lnTo>
                  <a:lnTo>
                    <a:pt x="47625" y="1257300"/>
                  </a:lnTo>
                  <a:lnTo>
                    <a:pt x="47625" y="1285875"/>
                  </a:lnTo>
                  <a:lnTo>
                    <a:pt x="38100" y="1314450"/>
                  </a:lnTo>
                  <a:lnTo>
                    <a:pt x="38100" y="1343025"/>
                  </a:lnTo>
                  <a:lnTo>
                    <a:pt x="28575" y="1371600"/>
                  </a:lnTo>
                  <a:lnTo>
                    <a:pt x="19050" y="1400175"/>
                  </a:lnTo>
                  <a:lnTo>
                    <a:pt x="19050" y="1428750"/>
                  </a:lnTo>
                  <a:lnTo>
                    <a:pt x="19050" y="1457325"/>
                  </a:lnTo>
                  <a:lnTo>
                    <a:pt x="9525" y="1485900"/>
                  </a:lnTo>
                  <a:lnTo>
                    <a:pt x="9525" y="1514475"/>
                  </a:lnTo>
                  <a:lnTo>
                    <a:pt x="9525" y="1543050"/>
                  </a:lnTo>
                  <a:lnTo>
                    <a:pt x="0" y="1571625"/>
                  </a:lnTo>
                  <a:lnTo>
                    <a:pt x="0" y="1600200"/>
                  </a:lnTo>
                  <a:lnTo>
                    <a:pt x="0" y="1628775"/>
                  </a:lnTo>
                  <a:lnTo>
                    <a:pt x="0" y="1657350"/>
                  </a:lnTo>
                  <a:lnTo>
                    <a:pt x="0" y="1685925"/>
                  </a:lnTo>
                  <a:lnTo>
                    <a:pt x="0" y="1714500"/>
                  </a:lnTo>
                  <a:lnTo>
                    <a:pt x="0" y="1743075"/>
                  </a:lnTo>
                  <a:lnTo>
                    <a:pt x="0" y="1771650"/>
                  </a:lnTo>
                  <a:lnTo>
                    <a:pt x="0" y="1800225"/>
                  </a:lnTo>
                  <a:lnTo>
                    <a:pt x="0" y="1828800"/>
                  </a:lnTo>
                  <a:lnTo>
                    <a:pt x="0" y="1857375"/>
                  </a:lnTo>
                  <a:lnTo>
                    <a:pt x="0" y="1885950"/>
                  </a:lnTo>
                  <a:lnTo>
                    <a:pt x="0" y="1914525"/>
                  </a:lnTo>
                  <a:lnTo>
                    <a:pt x="0" y="1943100"/>
                  </a:lnTo>
                  <a:lnTo>
                    <a:pt x="0" y="1971675"/>
                  </a:lnTo>
                  <a:lnTo>
                    <a:pt x="9525" y="2000250"/>
                  </a:lnTo>
                  <a:lnTo>
                    <a:pt x="9525" y="2028825"/>
                  </a:lnTo>
                  <a:lnTo>
                    <a:pt x="9525" y="2057400"/>
                  </a:lnTo>
                  <a:lnTo>
                    <a:pt x="19050" y="2085975"/>
                  </a:lnTo>
                  <a:lnTo>
                    <a:pt x="19050" y="2114550"/>
                  </a:lnTo>
                  <a:lnTo>
                    <a:pt x="19050" y="2143125"/>
                  </a:lnTo>
                  <a:lnTo>
                    <a:pt x="28575" y="2171700"/>
                  </a:lnTo>
                  <a:lnTo>
                    <a:pt x="38100" y="2200275"/>
                  </a:lnTo>
                  <a:lnTo>
                    <a:pt x="38100" y="2228850"/>
                  </a:lnTo>
                  <a:lnTo>
                    <a:pt x="47625" y="2257425"/>
                  </a:lnTo>
                  <a:lnTo>
                    <a:pt x="47625" y="2286000"/>
                  </a:lnTo>
                  <a:lnTo>
                    <a:pt x="57150" y="2314575"/>
                  </a:lnTo>
                  <a:lnTo>
                    <a:pt x="66675" y="2343150"/>
                  </a:lnTo>
                  <a:lnTo>
                    <a:pt x="66675" y="2371725"/>
                  </a:lnTo>
                  <a:lnTo>
                    <a:pt x="76200" y="2400300"/>
                  </a:lnTo>
                  <a:lnTo>
                    <a:pt x="85725" y="2428875"/>
                  </a:lnTo>
                  <a:lnTo>
                    <a:pt x="95250" y="2457450"/>
                  </a:lnTo>
                  <a:lnTo>
                    <a:pt x="104775" y="2486025"/>
                  </a:lnTo>
                  <a:lnTo>
                    <a:pt x="114300" y="2514600"/>
                  </a:lnTo>
                  <a:lnTo>
                    <a:pt x="114300" y="2543175"/>
                  </a:lnTo>
                  <a:lnTo>
                    <a:pt x="123825" y="2571750"/>
                  </a:lnTo>
                  <a:lnTo>
                    <a:pt x="142875" y="2600325"/>
                  </a:lnTo>
                  <a:lnTo>
                    <a:pt x="152400" y="2628900"/>
                  </a:lnTo>
                  <a:lnTo>
                    <a:pt x="161925" y="2657475"/>
                  </a:lnTo>
                  <a:lnTo>
                    <a:pt x="171450" y="2686050"/>
                  </a:lnTo>
                  <a:lnTo>
                    <a:pt x="180975" y="2714625"/>
                  </a:lnTo>
                  <a:lnTo>
                    <a:pt x="190500" y="2743200"/>
                  </a:lnTo>
                  <a:lnTo>
                    <a:pt x="209550" y="2771775"/>
                  </a:lnTo>
                  <a:lnTo>
                    <a:pt x="219075" y="2800350"/>
                  </a:lnTo>
                  <a:lnTo>
                    <a:pt x="228600" y="2828925"/>
                  </a:lnTo>
                  <a:lnTo>
                    <a:pt x="247650" y="2857500"/>
                  </a:lnTo>
                  <a:lnTo>
                    <a:pt x="257175" y="2886075"/>
                  </a:lnTo>
                  <a:lnTo>
                    <a:pt x="276225" y="2914650"/>
                  </a:lnTo>
                  <a:lnTo>
                    <a:pt x="285750" y="2943225"/>
                  </a:lnTo>
                  <a:lnTo>
                    <a:pt x="304800" y="2971800"/>
                  </a:lnTo>
                  <a:lnTo>
                    <a:pt x="323850" y="3000375"/>
                  </a:lnTo>
                  <a:lnTo>
                    <a:pt x="333375" y="3028950"/>
                  </a:lnTo>
                  <a:lnTo>
                    <a:pt x="352425" y="3057525"/>
                  </a:lnTo>
                  <a:lnTo>
                    <a:pt x="371475" y="3086100"/>
                  </a:lnTo>
                  <a:lnTo>
                    <a:pt x="390525" y="3114675"/>
                  </a:lnTo>
                  <a:lnTo>
                    <a:pt x="409575" y="3143250"/>
                  </a:lnTo>
                  <a:lnTo>
                    <a:pt x="428625" y="3171825"/>
                  </a:lnTo>
                  <a:lnTo>
                    <a:pt x="447675" y="3200400"/>
                  </a:lnTo>
                  <a:lnTo>
                    <a:pt x="466725" y="3228975"/>
                  </a:lnTo>
                  <a:lnTo>
                    <a:pt x="485775" y="3257550"/>
                  </a:lnTo>
                  <a:lnTo>
                    <a:pt x="514350" y="3286125"/>
                  </a:lnTo>
                  <a:lnTo>
                    <a:pt x="533400" y="3314700"/>
                  </a:lnTo>
                  <a:lnTo>
                    <a:pt x="552450" y="3343275"/>
                  </a:lnTo>
                  <a:lnTo>
                    <a:pt x="581025" y="3371850"/>
                  </a:lnTo>
                  <a:lnTo>
                    <a:pt x="600075" y="3400425"/>
                  </a:lnTo>
                  <a:lnTo>
                    <a:pt x="628650" y="3429000"/>
                  </a:lnTo>
                  <a:lnTo>
                    <a:pt x="647700" y="3457575"/>
                  </a:lnTo>
                  <a:lnTo>
                    <a:pt x="676275" y="3486150"/>
                  </a:lnTo>
                  <a:lnTo>
                    <a:pt x="704850" y="3514725"/>
                  </a:lnTo>
                  <a:lnTo>
                    <a:pt x="733425" y="3543300"/>
                  </a:lnTo>
                  <a:lnTo>
                    <a:pt x="1514475" y="3543300"/>
                  </a:lnTo>
                  <a:lnTo>
                    <a:pt x="1514475" y="3514725"/>
                  </a:lnTo>
                  <a:lnTo>
                    <a:pt x="1514475" y="3486150"/>
                  </a:lnTo>
                  <a:lnTo>
                    <a:pt x="1514475" y="3457575"/>
                  </a:lnTo>
                  <a:lnTo>
                    <a:pt x="1514475" y="3429000"/>
                  </a:lnTo>
                  <a:lnTo>
                    <a:pt x="1514475" y="3400425"/>
                  </a:lnTo>
                  <a:lnTo>
                    <a:pt x="1514475" y="3371850"/>
                  </a:lnTo>
                  <a:lnTo>
                    <a:pt x="1514475" y="3343275"/>
                  </a:lnTo>
                  <a:lnTo>
                    <a:pt x="1514475" y="3314700"/>
                  </a:lnTo>
                  <a:lnTo>
                    <a:pt x="1514475" y="3286125"/>
                  </a:lnTo>
                  <a:lnTo>
                    <a:pt x="1514475" y="3257550"/>
                  </a:lnTo>
                  <a:lnTo>
                    <a:pt x="1514475" y="3228975"/>
                  </a:lnTo>
                  <a:lnTo>
                    <a:pt x="1514475" y="3200400"/>
                  </a:lnTo>
                  <a:lnTo>
                    <a:pt x="1514475" y="3171825"/>
                  </a:lnTo>
                  <a:lnTo>
                    <a:pt x="1514475" y="3143250"/>
                  </a:lnTo>
                  <a:lnTo>
                    <a:pt x="1514475" y="3114675"/>
                  </a:lnTo>
                  <a:lnTo>
                    <a:pt x="1514475" y="3086100"/>
                  </a:lnTo>
                  <a:lnTo>
                    <a:pt x="1514475" y="3057525"/>
                  </a:lnTo>
                  <a:lnTo>
                    <a:pt x="1514475" y="3028950"/>
                  </a:lnTo>
                  <a:lnTo>
                    <a:pt x="1514475" y="3000375"/>
                  </a:lnTo>
                  <a:lnTo>
                    <a:pt x="1514475" y="2971800"/>
                  </a:lnTo>
                  <a:lnTo>
                    <a:pt x="1514475" y="2943225"/>
                  </a:lnTo>
                  <a:lnTo>
                    <a:pt x="1514475" y="2914650"/>
                  </a:lnTo>
                  <a:lnTo>
                    <a:pt x="1514475" y="2886075"/>
                  </a:lnTo>
                  <a:lnTo>
                    <a:pt x="1514475" y="2857500"/>
                  </a:lnTo>
                  <a:lnTo>
                    <a:pt x="1514475" y="2828925"/>
                  </a:lnTo>
                  <a:lnTo>
                    <a:pt x="1514475" y="2800350"/>
                  </a:lnTo>
                  <a:lnTo>
                    <a:pt x="1514475" y="2771775"/>
                  </a:lnTo>
                  <a:lnTo>
                    <a:pt x="1514475" y="2743200"/>
                  </a:lnTo>
                  <a:lnTo>
                    <a:pt x="1514475" y="2714625"/>
                  </a:lnTo>
                  <a:lnTo>
                    <a:pt x="1514475" y="2686050"/>
                  </a:lnTo>
                  <a:lnTo>
                    <a:pt x="1514475" y="2657475"/>
                  </a:lnTo>
                  <a:lnTo>
                    <a:pt x="1514475" y="2628900"/>
                  </a:lnTo>
                  <a:lnTo>
                    <a:pt x="1514475" y="2600325"/>
                  </a:lnTo>
                  <a:lnTo>
                    <a:pt x="1514475" y="2571750"/>
                  </a:lnTo>
                  <a:lnTo>
                    <a:pt x="1514475" y="2543175"/>
                  </a:lnTo>
                  <a:lnTo>
                    <a:pt x="1514475" y="2514600"/>
                  </a:lnTo>
                  <a:lnTo>
                    <a:pt x="1514475" y="2486025"/>
                  </a:lnTo>
                  <a:lnTo>
                    <a:pt x="1514475" y="2457450"/>
                  </a:lnTo>
                  <a:lnTo>
                    <a:pt x="1514475" y="2428875"/>
                  </a:lnTo>
                  <a:lnTo>
                    <a:pt x="1514475" y="2400300"/>
                  </a:lnTo>
                  <a:lnTo>
                    <a:pt x="1514475" y="2371725"/>
                  </a:lnTo>
                  <a:lnTo>
                    <a:pt x="1514475" y="2343150"/>
                  </a:lnTo>
                  <a:lnTo>
                    <a:pt x="1514475" y="2314575"/>
                  </a:lnTo>
                  <a:lnTo>
                    <a:pt x="1514475" y="2286000"/>
                  </a:lnTo>
                  <a:lnTo>
                    <a:pt x="1514475" y="2257425"/>
                  </a:lnTo>
                  <a:lnTo>
                    <a:pt x="1514475" y="2228850"/>
                  </a:lnTo>
                  <a:lnTo>
                    <a:pt x="1514475" y="2200275"/>
                  </a:lnTo>
                  <a:lnTo>
                    <a:pt x="1514475" y="2171700"/>
                  </a:lnTo>
                  <a:lnTo>
                    <a:pt x="1514475" y="2143125"/>
                  </a:lnTo>
                  <a:lnTo>
                    <a:pt x="1514475" y="2114550"/>
                  </a:lnTo>
                  <a:lnTo>
                    <a:pt x="1514475" y="2085975"/>
                  </a:lnTo>
                  <a:lnTo>
                    <a:pt x="1514475" y="2057400"/>
                  </a:lnTo>
                  <a:lnTo>
                    <a:pt x="1514475" y="2028825"/>
                  </a:lnTo>
                  <a:lnTo>
                    <a:pt x="1514475" y="2000250"/>
                  </a:lnTo>
                  <a:lnTo>
                    <a:pt x="1514475" y="1971675"/>
                  </a:lnTo>
                  <a:lnTo>
                    <a:pt x="1514475" y="1943100"/>
                  </a:lnTo>
                  <a:lnTo>
                    <a:pt x="1514475" y="1914525"/>
                  </a:lnTo>
                  <a:lnTo>
                    <a:pt x="1514475" y="1885950"/>
                  </a:lnTo>
                  <a:lnTo>
                    <a:pt x="1514475" y="1857375"/>
                  </a:lnTo>
                  <a:lnTo>
                    <a:pt x="1514475" y="1828800"/>
                  </a:lnTo>
                  <a:lnTo>
                    <a:pt x="1514475" y="1800225"/>
                  </a:lnTo>
                  <a:lnTo>
                    <a:pt x="1514475" y="1771650"/>
                  </a:lnTo>
                  <a:lnTo>
                    <a:pt x="1514475" y="1743075"/>
                  </a:lnTo>
                  <a:lnTo>
                    <a:pt x="1514475" y="1714500"/>
                  </a:lnTo>
                  <a:lnTo>
                    <a:pt x="1514475" y="1685925"/>
                  </a:lnTo>
                  <a:lnTo>
                    <a:pt x="1514475" y="1657350"/>
                  </a:lnTo>
                  <a:lnTo>
                    <a:pt x="1514475" y="1628775"/>
                  </a:lnTo>
                  <a:lnTo>
                    <a:pt x="1514475" y="1600200"/>
                  </a:lnTo>
                  <a:lnTo>
                    <a:pt x="1514475" y="1571625"/>
                  </a:lnTo>
                  <a:lnTo>
                    <a:pt x="1514475" y="1543050"/>
                  </a:lnTo>
                  <a:lnTo>
                    <a:pt x="1514475" y="1514475"/>
                  </a:lnTo>
                  <a:lnTo>
                    <a:pt x="1514475" y="1485900"/>
                  </a:lnTo>
                  <a:lnTo>
                    <a:pt x="1514475" y="1457325"/>
                  </a:lnTo>
                  <a:lnTo>
                    <a:pt x="1514475" y="1428750"/>
                  </a:lnTo>
                  <a:lnTo>
                    <a:pt x="1514475" y="1400175"/>
                  </a:lnTo>
                  <a:lnTo>
                    <a:pt x="1514475" y="1371600"/>
                  </a:lnTo>
                  <a:lnTo>
                    <a:pt x="1514475" y="1343025"/>
                  </a:lnTo>
                  <a:lnTo>
                    <a:pt x="1514475" y="1314450"/>
                  </a:lnTo>
                  <a:lnTo>
                    <a:pt x="1514475" y="1285875"/>
                  </a:lnTo>
                  <a:lnTo>
                    <a:pt x="1514475" y="1257300"/>
                  </a:lnTo>
                  <a:lnTo>
                    <a:pt x="1514475" y="1228725"/>
                  </a:lnTo>
                  <a:lnTo>
                    <a:pt x="1514475" y="1200150"/>
                  </a:lnTo>
                  <a:lnTo>
                    <a:pt x="1514475" y="1171575"/>
                  </a:lnTo>
                  <a:lnTo>
                    <a:pt x="1514475" y="1143000"/>
                  </a:lnTo>
                  <a:lnTo>
                    <a:pt x="1514475" y="1114425"/>
                  </a:lnTo>
                  <a:lnTo>
                    <a:pt x="1514475" y="1085850"/>
                  </a:lnTo>
                  <a:lnTo>
                    <a:pt x="1514475" y="1057275"/>
                  </a:lnTo>
                  <a:lnTo>
                    <a:pt x="1514475" y="1028700"/>
                  </a:lnTo>
                  <a:lnTo>
                    <a:pt x="1514475" y="1000125"/>
                  </a:lnTo>
                  <a:lnTo>
                    <a:pt x="1514475" y="971550"/>
                  </a:lnTo>
                  <a:lnTo>
                    <a:pt x="1514475" y="942975"/>
                  </a:lnTo>
                  <a:lnTo>
                    <a:pt x="1514475" y="914400"/>
                  </a:lnTo>
                  <a:lnTo>
                    <a:pt x="1514475" y="885825"/>
                  </a:lnTo>
                  <a:lnTo>
                    <a:pt x="1514475" y="857250"/>
                  </a:lnTo>
                  <a:lnTo>
                    <a:pt x="1514475" y="828675"/>
                  </a:lnTo>
                  <a:lnTo>
                    <a:pt x="1514475" y="800100"/>
                  </a:lnTo>
                  <a:lnTo>
                    <a:pt x="1514475" y="771525"/>
                  </a:lnTo>
                  <a:lnTo>
                    <a:pt x="1514475" y="742950"/>
                  </a:lnTo>
                  <a:lnTo>
                    <a:pt x="1514475" y="714375"/>
                  </a:lnTo>
                  <a:lnTo>
                    <a:pt x="1514475" y="685800"/>
                  </a:lnTo>
                  <a:lnTo>
                    <a:pt x="1514475" y="657225"/>
                  </a:lnTo>
                  <a:lnTo>
                    <a:pt x="1514475" y="628650"/>
                  </a:lnTo>
                  <a:lnTo>
                    <a:pt x="1514475" y="600075"/>
                  </a:lnTo>
                  <a:lnTo>
                    <a:pt x="1514475" y="571500"/>
                  </a:lnTo>
                  <a:lnTo>
                    <a:pt x="1514475" y="542925"/>
                  </a:lnTo>
                  <a:lnTo>
                    <a:pt x="1514475" y="514350"/>
                  </a:lnTo>
                  <a:lnTo>
                    <a:pt x="1514475" y="485775"/>
                  </a:lnTo>
                  <a:lnTo>
                    <a:pt x="1514475" y="457200"/>
                  </a:lnTo>
                  <a:lnTo>
                    <a:pt x="1514475" y="428625"/>
                  </a:lnTo>
                  <a:lnTo>
                    <a:pt x="1514475" y="400050"/>
                  </a:lnTo>
                  <a:lnTo>
                    <a:pt x="1514475" y="371475"/>
                  </a:lnTo>
                  <a:lnTo>
                    <a:pt x="1514475" y="342900"/>
                  </a:lnTo>
                  <a:lnTo>
                    <a:pt x="1514475" y="314325"/>
                  </a:lnTo>
                  <a:lnTo>
                    <a:pt x="1514475" y="285750"/>
                  </a:lnTo>
                  <a:lnTo>
                    <a:pt x="1514475" y="257175"/>
                  </a:lnTo>
                  <a:lnTo>
                    <a:pt x="1514475" y="228600"/>
                  </a:lnTo>
                  <a:lnTo>
                    <a:pt x="1514475" y="200025"/>
                  </a:lnTo>
                  <a:lnTo>
                    <a:pt x="1514475" y="171450"/>
                  </a:lnTo>
                  <a:lnTo>
                    <a:pt x="1514475" y="142875"/>
                  </a:lnTo>
                  <a:lnTo>
                    <a:pt x="1514475" y="114300"/>
                  </a:lnTo>
                  <a:lnTo>
                    <a:pt x="1514475" y="85725"/>
                  </a:lnTo>
                  <a:lnTo>
                    <a:pt x="1514475" y="57150"/>
                  </a:lnTo>
                  <a:lnTo>
                    <a:pt x="1514475" y="28575"/>
                  </a:lnTo>
                  <a:lnTo>
                    <a:pt x="1514475" y="0"/>
                  </a:lnTo>
                  <a:close/>
                </a:path>
              </a:pathLst>
            </a:custGeom>
            <a:solidFill>
              <a:srgbClr val="34AA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" name="stage-4"/>
          <p:cNvGrpSpPr/>
          <p:nvPr/>
        </p:nvGrpSpPr>
        <p:grpSpPr>
          <a:xfrm>
            <a:off x="19945350" y="3752850"/>
            <a:ext cx="3419475" cy="4829175"/>
            <a:chOff x="19945350" y="3752850"/>
            <a:chExt cx="3419475" cy="4829175"/>
          </a:xfrm>
        </p:grpSpPr>
        <p:sp>
          <p:nvSpPr>
            <p:cNvPr id="42" name="stage-4-body"/>
            <p:cNvSpPr/>
            <p:nvPr/>
          </p:nvSpPr>
          <p:spPr>
            <a:xfrm>
              <a:off x="19945350" y="3752850"/>
              <a:ext cx="3419475" cy="4829175"/>
            </a:xfrm>
            <a:custGeom>
              <a:avLst/>
              <a:gdLst/>
              <a:ahLst/>
              <a:cxnLst/>
              <a:rect l="l" t="t" r="r" b="b"/>
              <a:pathLst>
                <a:path w="3419475" h="4829175">
                  <a:moveTo>
                    <a:pt x="1981200" y="0"/>
                  </a:moveTo>
                  <a:lnTo>
                    <a:pt x="1847850" y="28575"/>
                  </a:lnTo>
                  <a:lnTo>
                    <a:pt x="1752600" y="57150"/>
                  </a:lnTo>
                  <a:lnTo>
                    <a:pt x="1657350" y="85725"/>
                  </a:lnTo>
                  <a:lnTo>
                    <a:pt x="1581150" y="114300"/>
                  </a:lnTo>
                  <a:lnTo>
                    <a:pt x="1514475" y="142875"/>
                  </a:lnTo>
                  <a:lnTo>
                    <a:pt x="1447800" y="171450"/>
                  </a:lnTo>
                  <a:lnTo>
                    <a:pt x="1390650" y="200025"/>
                  </a:lnTo>
                  <a:lnTo>
                    <a:pt x="1333500" y="228600"/>
                  </a:lnTo>
                  <a:lnTo>
                    <a:pt x="1276350" y="257175"/>
                  </a:lnTo>
                  <a:lnTo>
                    <a:pt x="1219200" y="285750"/>
                  </a:lnTo>
                  <a:lnTo>
                    <a:pt x="1181100" y="314325"/>
                  </a:lnTo>
                  <a:lnTo>
                    <a:pt x="1133475" y="342900"/>
                  </a:lnTo>
                  <a:lnTo>
                    <a:pt x="1085850" y="371475"/>
                  </a:lnTo>
                  <a:lnTo>
                    <a:pt x="1047750" y="400050"/>
                  </a:lnTo>
                  <a:lnTo>
                    <a:pt x="1009650" y="428625"/>
                  </a:lnTo>
                  <a:lnTo>
                    <a:pt x="971550" y="457200"/>
                  </a:lnTo>
                  <a:lnTo>
                    <a:pt x="933450" y="485775"/>
                  </a:lnTo>
                  <a:lnTo>
                    <a:pt x="895350" y="514350"/>
                  </a:lnTo>
                  <a:lnTo>
                    <a:pt x="857250" y="542925"/>
                  </a:lnTo>
                  <a:lnTo>
                    <a:pt x="828675" y="571500"/>
                  </a:lnTo>
                  <a:lnTo>
                    <a:pt x="800100" y="600075"/>
                  </a:lnTo>
                  <a:lnTo>
                    <a:pt x="771525" y="628650"/>
                  </a:lnTo>
                  <a:lnTo>
                    <a:pt x="733425" y="657225"/>
                  </a:lnTo>
                  <a:lnTo>
                    <a:pt x="704850" y="685800"/>
                  </a:lnTo>
                  <a:lnTo>
                    <a:pt x="676275" y="714375"/>
                  </a:lnTo>
                  <a:lnTo>
                    <a:pt x="647700" y="742950"/>
                  </a:lnTo>
                  <a:lnTo>
                    <a:pt x="628650" y="771525"/>
                  </a:lnTo>
                  <a:lnTo>
                    <a:pt x="600075" y="800100"/>
                  </a:lnTo>
                  <a:lnTo>
                    <a:pt x="581025" y="828675"/>
                  </a:lnTo>
                  <a:lnTo>
                    <a:pt x="552450" y="857250"/>
                  </a:lnTo>
                  <a:lnTo>
                    <a:pt x="533400" y="885825"/>
                  </a:lnTo>
                  <a:lnTo>
                    <a:pt x="504825" y="914400"/>
                  </a:lnTo>
                  <a:lnTo>
                    <a:pt x="485775" y="942975"/>
                  </a:lnTo>
                  <a:lnTo>
                    <a:pt x="466725" y="971550"/>
                  </a:lnTo>
                  <a:lnTo>
                    <a:pt x="438150" y="1000125"/>
                  </a:lnTo>
                  <a:lnTo>
                    <a:pt x="419100" y="1028700"/>
                  </a:lnTo>
                  <a:lnTo>
                    <a:pt x="400050" y="1057275"/>
                  </a:lnTo>
                  <a:lnTo>
                    <a:pt x="381000" y="1085850"/>
                  </a:lnTo>
                  <a:lnTo>
                    <a:pt x="361950" y="1114425"/>
                  </a:lnTo>
                  <a:lnTo>
                    <a:pt x="342900" y="1143000"/>
                  </a:lnTo>
                  <a:lnTo>
                    <a:pt x="333375" y="1171575"/>
                  </a:lnTo>
                  <a:lnTo>
                    <a:pt x="314325" y="1200150"/>
                  </a:lnTo>
                  <a:lnTo>
                    <a:pt x="295275" y="1228725"/>
                  </a:lnTo>
                  <a:lnTo>
                    <a:pt x="285750" y="1257300"/>
                  </a:lnTo>
                  <a:lnTo>
                    <a:pt x="266700" y="1285875"/>
                  </a:lnTo>
                  <a:lnTo>
                    <a:pt x="257175" y="1314450"/>
                  </a:lnTo>
                  <a:lnTo>
                    <a:pt x="238125" y="1343025"/>
                  </a:lnTo>
                  <a:lnTo>
                    <a:pt x="228600" y="1371600"/>
                  </a:lnTo>
                  <a:lnTo>
                    <a:pt x="209550" y="1400175"/>
                  </a:lnTo>
                  <a:lnTo>
                    <a:pt x="200025" y="1428750"/>
                  </a:lnTo>
                  <a:lnTo>
                    <a:pt x="180975" y="1457325"/>
                  </a:lnTo>
                  <a:lnTo>
                    <a:pt x="171450" y="1485900"/>
                  </a:lnTo>
                  <a:lnTo>
                    <a:pt x="161925" y="1514475"/>
                  </a:lnTo>
                  <a:lnTo>
                    <a:pt x="152400" y="1543050"/>
                  </a:lnTo>
                  <a:lnTo>
                    <a:pt x="142875" y="1571625"/>
                  </a:lnTo>
                  <a:lnTo>
                    <a:pt x="123825" y="1600200"/>
                  </a:lnTo>
                  <a:lnTo>
                    <a:pt x="114300" y="1628775"/>
                  </a:lnTo>
                  <a:lnTo>
                    <a:pt x="104775" y="1657350"/>
                  </a:lnTo>
                  <a:lnTo>
                    <a:pt x="95250" y="1685925"/>
                  </a:lnTo>
                  <a:lnTo>
                    <a:pt x="85725" y="1714500"/>
                  </a:lnTo>
                  <a:lnTo>
                    <a:pt x="85725" y="1743075"/>
                  </a:lnTo>
                  <a:lnTo>
                    <a:pt x="76200" y="1771650"/>
                  </a:lnTo>
                  <a:lnTo>
                    <a:pt x="66675" y="1800225"/>
                  </a:lnTo>
                  <a:lnTo>
                    <a:pt x="57150" y="1828800"/>
                  </a:lnTo>
                  <a:lnTo>
                    <a:pt x="47625" y="1857375"/>
                  </a:lnTo>
                  <a:lnTo>
                    <a:pt x="47625" y="1885950"/>
                  </a:lnTo>
                  <a:lnTo>
                    <a:pt x="38100" y="1914525"/>
                  </a:lnTo>
                  <a:lnTo>
                    <a:pt x="28575" y="1943100"/>
                  </a:lnTo>
                  <a:lnTo>
                    <a:pt x="28575" y="1971675"/>
                  </a:lnTo>
                  <a:lnTo>
                    <a:pt x="19050" y="2000250"/>
                  </a:lnTo>
                  <a:lnTo>
                    <a:pt x="19050" y="2028825"/>
                  </a:lnTo>
                  <a:lnTo>
                    <a:pt x="9525" y="2057400"/>
                  </a:lnTo>
                  <a:lnTo>
                    <a:pt x="9525" y="2085975"/>
                  </a:lnTo>
                  <a:lnTo>
                    <a:pt x="0" y="2114550"/>
                  </a:lnTo>
                  <a:lnTo>
                    <a:pt x="0" y="2143125"/>
                  </a:lnTo>
                  <a:lnTo>
                    <a:pt x="0" y="2171700"/>
                  </a:lnTo>
                  <a:lnTo>
                    <a:pt x="0" y="2200275"/>
                  </a:lnTo>
                  <a:lnTo>
                    <a:pt x="0" y="2228850"/>
                  </a:lnTo>
                  <a:lnTo>
                    <a:pt x="0" y="2257425"/>
                  </a:lnTo>
                  <a:lnTo>
                    <a:pt x="0" y="2286000"/>
                  </a:lnTo>
                  <a:lnTo>
                    <a:pt x="0" y="2314575"/>
                  </a:lnTo>
                  <a:lnTo>
                    <a:pt x="0" y="2343150"/>
                  </a:lnTo>
                  <a:lnTo>
                    <a:pt x="0" y="2371725"/>
                  </a:lnTo>
                  <a:lnTo>
                    <a:pt x="0" y="2400300"/>
                  </a:lnTo>
                  <a:lnTo>
                    <a:pt x="0" y="2428875"/>
                  </a:lnTo>
                  <a:lnTo>
                    <a:pt x="0" y="2457450"/>
                  </a:lnTo>
                  <a:lnTo>
                    <a:pt x="0" y="2486025"/>
                  </a:lnTo>
                  <a:lnTo>
                    <a:pt x="0" y="2514600"/>
                  </a:lnTo>
                  <a:lnTo>
                    <a:pt x="0" y="2543175"/>
                  </a:lnTo>
                  <a:lnTo>
                    <a:pt x="0" y="2571750"/>
                  </a:lnTo>
                  <a:lnTo>
                    <a:pt x="0" y="2600325"/>
                  </a:lnTo>
                  <a:lnTo>
                    <a:pt x="0" y="2628900"/>
                  </a:lnTo>
                  <a:lnTo>
                    <a:pt x="0" y="2657475"/>
                  </a:lnTo>
                  <a:lnTo>
                    <a:pt x="0" y="2686050"/>
                  </a:lnTo>
                  <a:lnTo>
                    <a:pt x="0" y="2714625"/>
                  </a:lnTo>
                  <a:lnTo>
                    <a:pt x="0" y="2743200"/>
                  </a:lnTo>
                  <a:lnTo>
                    <a:pt x="0" y="2771775"/>
                  </a:lnTo>
                  <a:lnTo>
                    <a:pt x="9525" y="2800350"/>
                  </a:lnTo>
                  <a:lnTo>
                    <a:pt x="9525" y="2828925"/>
                  </a:lnTo>
                  <a:lnTo>
                    <a:pt x="19050" y="2857500"/>
                  </a:lnTo>
                  <a:lnTo>
                    <a:pt x="19050" y="2886075"/>
                  </a:lnTo>
                  <a:lnTo>
                    <a:pt x="28575" y="2914650"/>
                  </a:lnTo>
                  <a:lnTo>
                    <a:pt x="28575" y="2943225"/>
                  </a:lnTo>
                  <a:lnTo>
                    <a:pt x="38100" y="2971800"/>
                  </a:lnTo>
                  <a:lnTo>
                    <a:pt x="47625" y="3000375"/>
                  </a:lnTo>
                  <a:lnTo>
                    <a:pt x="47625" y="3028950"/>
                  </a:lnTo>
                  <a:lnTo>
                    <a:pt x="57150" y="3057525"/>
                  </a:lnTo>
                  <a:lnTo>
                    <a:pt x="66675" y="3086100"/>
                  </a:lnTo>
                  <a:lnTo>
                    <a:pt x="76200" y="3114675"/>
                  </a:lnTo>
                  <a:lnTo>
                    <a:pt x="76200" y="3143250"/>
                  </a:lnTo>
                  <a:lnTo>
                    <a:pt x="85725" y="3171825"/>
                  </a:lnTo>
                  <a:lnTo>
                    <a:pt x="95250" y="3200400"/>
                  </a:lnTo>
                  <a:lnTo>
                    <a:pt x="104775" y="3228975"/>
                  </a:lnTo>
                  <a:lnTo>
                    <a:pt x="114300" y="3257550"/>
                  </a:lnTo>
                  <a:lnTo>
                    <a:pt x="123825" y="3286125"/>
                  </a:lnTo>
                  <a:lnTo>
                    <a:pt x="142875" y="3314700"/>
                  </a:lnTo>
                  <a:lnTo>
                    <a:pt x="152400" y="3343275"/>
                  </a:lnTo>
                  <a:lnTo>
                    <a:pt x="161925" y="3371850"/>
                  </a:lnTo>
                  <a:lnTo>
                    <a:pt x="171450" y="3400425"/>
                  </a:lnTo>
                  <a:lnTo>
                    <a:pt x="180975" y="3429000"/>
                  </a:lnTo>
                  <a:lnTo>
                    <a:pt x="200025" y="3457575"/>
                  </a:lnTo>
                  <a:lnTo>
                    <a:pt x="209550" y="3486150"/>
                  </a:lnTo>
                  <a:lnTo>
                    <a:pt x="228600" y="3514725"/>
                  </a:lnTo>
                  <a:lnTo>
                    <a:pt x="238125" y="3543300"/>
                  </a:lnTo>
                  <a:lnTo>
                    <a:pt x="257175" y="3571875"/>
                  </a:lnTo>
                  <a:lnTo>
                    <a:pt x="266700" y="3600450"/>
                  </a:lnTo>
                  <a:lnTo>
                    <a:pt x="285750" y="3629025"/>
                  </a:lnTo>
                  <a:lnTo>
                    <a:pt x="295275" y="3657600"/>
                  </a:lnTo>
                  <a:lnTo>
                    <a:pt x="314325" y="3686175"/>
                  </a:lnTo>
                  <a:lnTo>
                    <a:pt x="333375" y="3714750"/>
                  </a:lnTo>
                  <a:lnTo>
                    <a:pt x="342900" y="3743325"/>
                  </a:lnTo>
                  <a:lnTo>
                    <a:pt x="361950" y="3771900"/>
                  </a:lnTo>
                  <a:lnTo>
                    <a:pt x="381000" y="3800475"/>
                  </a:lnTo>
                  <a:lnTo>
                    <a:pt x="400050" y="3829050"/>
                  </a:lnTo>
                  <a:lnTo>
                    <a:pt x="419100" y="3857625"/>
                  </a:lnTo>
                  <a:lnTo>
                    <a:pt x="438150" y="3886200"/>
                  </a:lnTo>
                  <a:lnTo>
                    <a:pt x="466725" y="3914775"/>
                  </a:lnTo>
                  <a:lnTo>
                    <a:pt x="485775" y="3943350"/>
                  </a:lnTo>
                  <a:lnTo>
                    <a:pt x="504825" y="3971925"/>
                  </a:lnTo>
                  <a:lnTo>
                    <a:pt x="523875" y="4000500"/>
                  </a:lnTo>
                  <a:lnTo>
                    <a:pt x="552450" y="4029075"/>
                  </a:lnTo>
                  <a:lnTo>
                    <a:pt x="571500" y="4057650"/>
                  </a:lnTo>
                  <a:lnTo>
                    <a:pt x="600075" y="4086225"/>
                  </a:lnTo>
                  <a:lnTo>
                    <a:pt x="628650" y="4114800"/>
                  </a:lnTo>
                  <a:lnTo>
                    <a:pt x="647700" y="4143375"/>
                  </a:lnTo>
                  <a:lnTo>
                    <a:pt x="676275" y="4171950"/>
                  </a:lnTo>
                  <a:lnTo>
                    <a:pt x="704850" y="4200525"/>
                  </a:lnTo>
                  <a:lnTo>
                    <a:pt x="733425" y="4229100"/>
                  </a:lnTo>
                  <a:lnTo>
                    <a:pt x="762000" y="4257675"/>
                  </a:lnTo>
                  <a:lnTo>
                    <a:pt x="790575" y="4286250"/>
                  </a:lnTo>
                  <a:lnTo>
                    <a:pt x="828675" y="4314825"/>
                  </a:lnTo>
                  <a:lnTo>
                    <a:pt x="857250" y="4343400"/>
                  </a:lnTo>
                  <a:lnTo>
                    <a:pt x="895350" y="4371975"/>
                  </a:lnTo>
                  <a:lnTo>
                    <a:pt x="933450" y="4400550"/>
                  </a:lnTo>
                  <a:lnTo>
                    <a:pt x="962025" y="4429125"/>
                  </a:lnTo>
                  <a:lnTo>
                    <a:pt x="1000125" y="4457700"/>
                  </a:lnTo>
                  <a:lnTo>
                    <a:pt x="1047750" y="4486275"/>
                  </a:lnTo>
                  <a:lnTo>
                    <a:pt x="1085850" y="4514850"/>
                  </a:lnTo>
                  <a:lnTo>
                    <a:pt x="1123950" y="4543425"/>
                  </a:lnTo>
                  <a:lnTo>
                    <a:pt x="1171575" y="4572000"/>
                  </a:lnTo>
                  <a:lnTo>
                    <a:pt x="1219200" y="4600575"/>
                  </a:lnTo>
                  <a:lnTo>
                    <a:pt x="1276350" y="4629150"/>
                  </a:lnTo>
                  <a:lnTo>
                    <a:pt x="1323975" y="4657725"/>
                  </a:lnTo>
                  <a:lnTo>
                    <a:pt x="1381125" y="4686300"/>
                  </a:lnTo>
                  <a:lnTo>
                    <a:pt x="1438275" y="4714875"/>
                  </a:lnTo>
                  <a:lnTo>
                    <a:pt x="1504950" y="4743450"/>
                  </a:lnTo>
                  <a:lnTo>
                    <a:pt x="1571625" y="4772025"/>
                  </a:lnTo>
                  <a:lnTo>
                    <a:pt x="1657350" y="4800600"/>
                  </a:lnTo>
                  <a:lnTo>
                    <a:pt x="1743075" y="4829175"/>
                  </a:lnTo>
                  <a:lnTo>
                    <a:pt x="3190875" y="4829175"/>
                  </a:lnTo>
                  <a:lnTo>
                    <a:pt x="3286125" y="4800600"/>
                  </a:lnTo>
                  <a:lnTo>
                    <a:pt x="3352800" y="4772025"/>
                  </a:lnTo>
                  <a:lnTo>
                    <a:pt x="3362325" y="4743450"/>
                  </a:lnTo>
                  <a:lnTo>
                    <a:pt x="3419475" y="4714875"/>
                  </a:lnTo>
                  <a:lnTo>
                    <a:pt x="3419475" y="4686300"/>
                  </a:lnTo>
                  <a:lnTo>
                    <a:pt x="3419475" y="4657725"/>
                  </a:lnTo>
                  <a:lnTo>
                    <a:pt x="3419475" y="4629150"/>
                  </a:lnTo>
                  <a:lnTo>
                    <a:pt x="3409950" y="4600575"/>
                  </a:lnTo>
                  <a:lnTo>
                    <a:pt x="3409950" y="4572000"/>
                  </a:lnTo>
                  <a:lnTo>
                    <a:pt x="3409950" y="4543425"/>
                  </a:lnTo>
                  <a:lnTo>
                    <a:pt x="3409950" y="4514850"/>
                  </a:lnTo>
                  <a:lnTo>
                    <a:pt x="3409950" y="4486275"/>
                  </a:lnTo>
                  <a:lnTo>
                    <a:pt x="3409950" y="4457700"/>
                  </a:lnTo>
                  <a:lnTo>
                    <a:pt x="3409950" y="4429125"/>
                  </a:lnTo>
                  <a:lnTo>
                    <a:pt x="3409950" y="4400550"/>
                  </a:lnTo>
                  <a:lnTo>
                    <a:pt x="3409950" y="4371975"/>
                  </a:lnTo>
                  <a:lnTo>
                    <a:pt x="3409950" y="4343400"/>
                  </a:lnTo>
                  <a:lnTo>
                    <a:pt x="3419475" y="4314825"/>
                  </a:lnTo>
                  <a:lnTo>
                    <a:pt x="3419475" y="4286250"/>
                  </a:lnTo>
                  <a:lnTo>
                    <a:pt x="3419475" y="4257675"/>
                  </a:lnTo>
                  <a:lnTo>
                    <a:pt x="3409950" y="4229100"/>
                  </a:lnTo>
                  <a:lnTo>
                    <a:pt x="3419475" y="4200525"/>
                  </a:lnTo>
                  <a:lnTo>
                    <a:pt x="3419475" y="4171950"/>
                  </a:lnTo>
                  <a:lnTo>
                    <a:pt x="3419475" y="4143375"/>
                  </a:lnTo>
                  <a:lnTo>
                    <a:pt x="3419475" y="4114800"/>
                  </a:lnTo>
                  <a:lnTo>
                    <a:pt x="3419475" y="4086225"/>
                  </a:lnTo>
                  <a:lnTo>
                    <a:pt x="3419475" y="4057650"/>
                  </a:lnTo>
                  <a:lnTo>
                    <a:pt x="3419475" y="4029075"/>
                  </a:lnTo>
                  <a:lnTo>
                    <a:pt x="3419475" y="4000500"/>
                  </a:lnTo>
                  <a:lnTo>
                    <a:pt x="3419475" y="3971925"/>
                  </a:lnTo>
                  <a:lnTo>
                    <a:pt x="3419475" y="3943350"/>
                  </a:lnTo>
                  <a:lnTo>
                    <a:pt x="3419475" y="3914775"/>
                  </a:lnTo>
                  <a:lnTo>
                    <a:pt x="3419475" y="3886200"/>
                  </a:lnTo>
                  <a:lnTo>
                    <a:pt x="3419475" y="3857625"/>
                  </a:lnTo>
                  <a:lnTo>
                    <a:pt x="3419475" y="3829050"/>
                  </a:lnTo>
                  <a:lnTo>
                    <a:pt x="3419475" y="3800475"/>
                  </a:lnTo>
                  <a:lnTo>
                    <a:pt x="3419475" y="3771900"/>
                  </a:lnTo>
                  <a:lnTo>
                    <a:pt x="3419475" y="3743325"/>
                  </a:lnTo>
                  <a:lnTo>
                    <a:pt x="3419475" y="3714750"/>
                  </a:lnTo>
                  <a:lnTo>
                    <a:pt x="3419475" y="3686175"/>
                  </a:lnTo>
                  <a:lnTo>
                    <a:pt x="3419475" y="3657600"/>
                  </a:lnTo>
                  <a:lnTo>
                    <a:pt x="3419475" y="3629025"/>
                  </a:lnTo>
                  <a:lnTo>
                    <a:pt x="3419475" y="3600450"/>
                  </a:lnTo>
                  <a:lnTo>
                    <a:pt x="3419475" y="3571875"/>
                  </a:lnTo>
                  <a:lnTo>
                    <a:pt x="3419475" y="3543300"/>
                  </a:lnTo>
                  <a:lnTo>
                    <a:pt x="3419475" y="3514725"/>
                  </a:lnTo>
                  <a:lnTo>
                    <a:pt x="3419475" y="3486150"/>
                  </a:lnTo>
                  <a:lnTo>
                    <a:pt x="3419475" y="3457575"/>
                  </a:lnTo>
                  <a:lnTo>
                    <a:pt x="3419475" y="3429000"/>
                  </a:lnTo>
                  <a:lnTo>
                    <a:pt x="3419475" y="3400425"/>
                  </a:lnTo>
                  <a:lnTo>
                    <a:pt x="3419475" y="3371850"/>
                  </a:lnTo>
                  <a:lnTo>
                    <a:pt x="3419475" y="3343275"/>
                  </a:lnTo>
                  <a:lnTo>
                    <a:pt x="3419475" y="3314700"/>
                  </a:lnTo>
                  <a:lnTo>
                    <a:pt x="3419475" y="3286125"/>
                  </a:lnTo>
                  <a:lnTo>
                    <a:pt x="3419475" y="3257550"/>
                  </a:lnTo>
                  <a:lnTo>
                    <a:pt x="3419475" y="3228975"/>
                  </a:lnTo>
                  <a:lnTo>
                    <a:pt x="3419475" y="3200400"/>
                  </a:lnTo>
                  <a:lnTo>
                    <a:pt x="3419475" y="3171825"/>
                  </a:lnTo>
                  <a:lnTo>
                    <a:pt x="3419475" y="3143250"/>
                  </a:lnTo>
                  <a:lnTo>
                    <a:pt x="3419475" y="3114675"/>
                  </a:lnTo>
                  <a:lnTo>
                    <a:pt x="3419475" y="3086100"/>
                  </a:lnTo>
                  <a:lnTo>
                    <a:pt x="3419475" y="3057525"/>
                  </a:lnTo>
                  <a:lnTo>
                    <a:pt x="3419475" y="3028950"/>
                  </a:lnTo>
                  <a:lnTo>
                    <a:pt x="3419475" y="3000375"/>
                  </a:lnTo>
                  <a:lnTo>
                    <a:pt x="3419475" y="2971800"/>
                  </a:lnTo>
                  <a:lnTo>
                    <a:pt x="3419475" y="2943225"/>
                  </a:lnTo>
                  <a:lnTo>
                    <a:pt x="3419475" y="2914650"/>
                  </a:lnTo>
                  <a:lnTo>
                    <a:pt x="3419475" y="2886075"/>
                  </a:lnTo>
                  <a:lnTo>
                    <a:pt x="3419475" y="2857500"/>
                  </a:lnTo>
                  <a:lnTo>
                    <a:pt x="3419475" y="2828925"/>
                  </a:lnTo>
                  <a:lnTo>
                    <a:pt x="3419475" y="2800350"/>
                  </a:lnTo>
                  <a:lnTo>
                    <a:pt x="3419475" y="2771775"/>
                  </a:lnTo>
                  <a:lnTo>
                    <a:pt x="3419475" y="2743200"/>
                  </a:lnTo>
                  <a:lnTo>
                    <a:pt x="3419475" y="2714625"/>
                  </a:lnTo>
                  <a:lnTo>
                    <a:pt x="3419475" y="2686050"/>
                  </a:lnTo>
                  <a:lnTo>
                    <a:pt x="3419475" y="2657475"/>
                  </a:lnTo>
                  <a:lnTo>
                    <a:pt x="3419475" y="2628900"/>
                  </a:lnTo>
                  <a:lnTo>
                    <a:pt x="3419475" y="2600325"/>
                  </a:lnTo>
                  <a:lnTo>
                    <a:pt x="3419475" y="2571750"/>
                  </a:lnTo>
                  <a:lnTo>
                    <a:pt x="3419475" y="2543175"/>
                  </a:lnTo>
                  <a:lnTo>
                    <a:pt x="3419475" y="2514600"/>
                  </a:lnTo>
                  <a:lnTo>
                    <a:pt x="3419475" y="2486025"/>
                  </a:lnTo>
                  <a:lnTo>
                    <a:pt x="3419475" y="2457450"/>
                  </a:lnTo>
                  <a:lnTo>
                    <a:pt x="3419475" y="2428875"/>
                  </a:lnTo>
                  <a:lnTo>
                    <a:pt x="3419475" y="2400300"/>
                  </a:lnTo>
                  <a:lnTo>
                    <a:pt x="3419475" y="2371725"/>
                  </a:lnTo>
                  <a:lnTo>
                    <a:pt x="3419475" y="2343150"/>
                  </a:lnTo>
                  <a:lnTo>
                    <a:pt x="3419475" y="2314575"/>
                  </a:lnTo>
                  <a:lnTo>
                    <a:pt x="3419475" y="2286000"/>
                  </a:lnTo>
                  <a:lnTo>
                    <a:pt x="3419475" y="2257425"/>
                  </a:lnTo>
                  <a:lnTo>
                    <a:pt x="3419475" y="2228850"/>
                  </a:lnTo>
                  <a:lnTo>
                    <a:pt x="3419475" y="2200275"/>
                  </a:lnTo>
                  <a:lnTo>
                    <a:pt x="3419475" y="2171700"/>
                  </a:lnTo>
                  <a:lnTo>
                    <a:pt x="3419475" y="2143125"/>
                  </a:lnTo>
                  <a:lnTo>
                    <a:pt x="3419475" y="2114550"/>
                  </a:lnTo>
                  <a:lnTo>
                    <a:pt x="3419475" y="2085975"/>
                  </a:lnTo>
                  <a:lnTo>
                    <a:pt x="3419475" y="2057400"/>
                  </a:lnTo>
                  <a:lnTo>
                    <a:pt x="3419475" y="2028825"/>
                  </a:lnTo>
                  <a:lnTo>
                    <a:pt x="3419475" y="2000250"/>
                  </a:lnTo>
                  <a:lnTo>
                    <a:pt x="3419475" y="1971675"/>
                  </a:lnTo>
                  <a:lnTo>
                    <a:pt x="3419475" y="1943100"/>
                  </a:lnTo>
                  <a:lnTo>
                    <a:pt x="3419475" y="1914525"/>
                  </a:lnTo>
                  <a:lnTo>
                    <a:pt x="3419475" y="1885950"/>
                  </a:lnTo>
                  <a:lnTo>
                    <a:pt x="3419475" y="1857375"/>
                  </a:lnTo>
                  <a:lnTo>
                    <a:pt x="3419475" y="1828800"/>
                  </a:lnTo>
                  <a:lnTo>
                    <a:pt x="3419475" y="1800225"/>
                  </a:lnTo>
                  <a:lnTo>
                    <a:pt x="3419475" y="1771650"/>
                  </a:lnTo>
                  <a:lnTo>
                    <a:pt x="3419475" y="1743075"/>
                  </a:lnTo>
                  <a:lnTo>
                    <a:pt x="3419475" y="1714500"/>
                  </a:lnTo>
                  <a:lnTo>
                    <a:pt x="3419475" y="1685925"/>
                  </a:lnTo>
                  <a:lnTo>
                    <a:pt x="3419475" y="1657350"/>
                  </a:lnTo>
                  <a:lnTo>
                    <a:pt x="3419475" y="1628775"/>
                  </a:lnTo>
                  <a:lnTo>
                    <a:pt x="3419475" y="1600200"/>
                  </a:lnTo>
                  <a:lnTo>
                    <a:pt x="3419475" y="1571625"/>
                  </a:lnTo>
                  <a:lnTo>
                    <a:pt x="3419475" y="1543050"/>
                  </a:lnTo>
                  <a:lnTo>
                    <a:pt x="3419475" y="1514475"/>
                  </a:lnTo>
                  <a:lnTo>
                    <a:pt x="3419475" y="1485900"/>
                  </a:lnTo>
                  <a:lnTo>
                    <a:pt x="3419475" y="1457325"/>
                  </a:lnTo>
                  <a:lnTo>
                    <a:pt x="3419475" y="1428750"/>
                  </a:lnTo>
                  <a:lnTo>
                    <a:pt x="3419475" y="1400175"/>
                  </a:lnTo>
                  <a:lnTo>
                    <a:pt x="3419475" y="1371600"/>
                  </a:lnTo>
                  <a:lnTo>
                    <a:pt x="3419475" y="1343025"/>
                  </a:lnTo>
                  <a:lnTo>
                    <a:pt x="3419475" y="1314450"/>
                  </a:lnTo>
                  <a:lnTo>
                    <a:pt x="3419475" y="1285875"/>
                  </a:lnTo>
                  <a:lnTo>
                    <a:pt x="3419475" y="1257300"/>
                  </a:lnTo>
                  <a:lnTo>
                    <a:pt x="3419475" y="1228725"/>
                  </a:lnTo>
                  <a:lnTo>
                    <a:pt x="3419475" y="1200150"/>
                  </a:lnTo>
                  <a:lnTo>
                    <a:pt x="3419475" y="1171575"/>
                  </a:lnTo>
                  <a:lnTo>
                    <a:pt x="3419475" y="1143000"/>
                  </a:lnTo>
                  <a:lnTo>
                    <a:pt x="3419475" y="1114425"/>
                  </a:lnTo>
                  <a:lnTo>
                    <a:pt x="3419475" y="1085850"/>
                  </a:lnTo>
                  <a:lnTo>
                    <a:pt x="3419475" y="1057275"/>
                  </a:lnTo>
                  <a:lnTo>
                    <a:pt x="3419475" y="1028700"/>
                  </a:lnTo>
                  <a:lnTo>
                    <a:pt x="3419475" y="1000125"/>
                  </a:lnTo>
                  <a:lnTo>
                    <a:pt x="3419475" y="971550"/>
                  </a:lnTo>
                  <a:lnTo>
                    <a:pt x="3419475" y="942975"/>
                  </a:lnTo>
                  <a:lnTo>
                    <a:pt x="3419475" y="914400"/>
                  </a:lnTo>
                  <a:lnTo>
                    <a:pt x="3419475" y="885825"/>
                  </a:lnTo>
                  <a:lnTo>
                    <a:pt x="3419475" y="857250"/>
                  </a:lnTo>
                  <a:lnTo>
                    <a:pt x="3419475" y="828675"/>
                  </a:lnTo>
                  <a:lnTo>
                    <a:pt x="3419475" y="800100"/>
                  </a:lnTo>
                  <a:lnTo>
                    <a:pt x="3419475" y="771525"/>
                  </a:lnTo>
                  <a:lnTo>
                    <a:pt x="3419475" y="742950"/>
                  </a:lnTo>
                  <a:lnTo>
                    <a:pt x="3419475" y="714375"/>
                  </a:lnTo>
                  <a:lnTo>
                    <a:pt x="3419475" y="685800"/>
                  </a:lnTo>
                  <a:lnTo>
                    <a:pt x="3419475" y="657225"/>
                  </a:lnTo>
                  <a:lnTo>
                    <a:pt x="3419475" y="628650"/>
                  </a:lnTo>
                  <a:lnTo>
                    <a:pt x="3419475" y="600075"/>
                  </a:lnTo>
                  <a:lnTo>
                    <a:pt x="3419475" y="571500"/>
                  </a:lnTo>
                  <a:lnTo>
                    <a:pt x="3419475" y="542925"/>
                  </a:lnTo>
                  <a:lnTo>
                    <a:pt x="3419475" y="514350"/>
                  </a:lnTo>
                  <a:lnTo>
                    <a:pt x="3419475" y="485775"/>
                  </a:lnTo>
                  <a:lnTo>
                    <a:pt x="3419475" y="457200"/>
                  </a:lnTo>
                  <a:lnTo>
                    <a:pt x="3419475" y="428625"/>
                  </a:lnTo>
                  <a:lnTo>
                    <a:pt x="3419475" y="400050"/>
                  </a:lnTo>
                  <a:lnTo>
                    <a:pt x="3419475" y="371475"/>
                  </a:lnTo>
                  <a:lnTo>
                    <a:pt x="3419475" y="342900"/>
                  </a:lnTo>
                  <a:lnTo>
                    <a:pt x="3419475" y="314325"/>
                  </a:lnTo>
                  <a:lnTo>
                    <a:pt x="3419475" y="285750"/>
                  </a:lnTo>
                  <a:lnTo>
                    <a:pt x="3419475" y="257175"/>
                  </a:lnTo>
                  <a:lnTo>
                    <a:pt x="3419475" y="228600"/>
                  </a:lnTo>
                  <a:lnTo>
                    <a:pt x="3419475" y="200025"/>
                  </a:lnTo>
                  <a:lnTo>
                    <a:pt x="3409950" y="171450"/>
                  </a:lnTo>
                  <a:lnTo>
                    <a:pt x="3371850" y="142875"/>
                  </a:lnTo>
                  <a:lnTo>
                    <a:pt x="3343275" y="114300"/>
                  </a:lnTo>
                  <a:lnTo>
                    <a:pt x="3267075" y="85725"/>
                  </a:lnTo>
                  <a:lnTo>
                    <a:pt x="3190875" y="57150"/>
                  </a:lnTo>
                  <a:lnTo>
                    <a:pt x="3076575" y="28575"/>
                  </a:lnTo>
                  <a:lnTo>
                    <a:pt x="2952750" y="0"/>
                  </a:lnTo>
                  <a:close/>
                </a:path>
              </a:pathLst>
            </a:custGeom>
            <a:solidFill>
              <a:srgbClr val="E5E5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age-4-crescent"/>
            <p:cNvSpPr/>
            <p:nvPr/>
          </p:nvSpPr>
          <p:spPr>
            <a:xfrm>
              <a:off x="21850350" y="4438650"/>
              <a:ext cx="1514475" cy="3514725"/>
            </a:xfrm>
            <a:custGeom>
              <a:avLst/>
              <a:gdLst/>
              <a:ahLst/>
              <a:cxnLst/>
              <a:rect l="l" t="t" r="r" b="b"/>
              <a:pathLst>
                <a:path w="1514475" h="3514725">
                  <a:moveTo>
                    <a:pt x="733425" y="0"/>
                  </a:moveTo>
                  <a:lnTo>
                    <a:pt x="704850" y="28575"/>
                  </a:lnTo>
                  <a:lnTo>
                    <a:pt x="676275" y="57150"/>
                  </a:lnTo>
                  <a:lnTo>
                    <a:pt x="647700" y="85725"/>
                  </a:lnTo>
                  <a:lnTo>
                    <a:pt x="628650" y="114300"/>
                  </a:lnTo>
                  <a:lnTo>
                    <a:pt x="600075" y="142875"/>
                  </a:lnTo>
                  <a:lnTo>
                    <a:pt x="581025" y="171450"/>
                  </a:lnTo>
                  <a:lnTo>
                    <a:pt x="552450" y="200025"/>
                  </a:lnTo>
                  <a:lnTo>
                    <a:pt x="533400" y="228600"/>
                  </a:lnTo>
                  <a:lnTo>
                    <a:pt x="495300" y="257175"/>
                  </a:lnTo>
                  <a:lnTo>
                    <a:pt x="485775" y="285750"/>
                  </a:lnTo>
                  <a:lnTo>
                    <a:pt x="466725" y="314325"/>
                  </a:lnTo>
                  <a:lnTo>
                    <a:pt x="447675" y="342900"/>
                  </a:lnTo>
                  <a:lnTo>
                    <a:pt x="428625" y="371475"/>
                  </a:lnTo>
                  <a:lnTo>
                    <a:pt x="409575" y="400050"/>
                  </a:lnTo>
                  <a:lnTo>
                    <a:pt x="390525" y="428625"/>
                  </a:lnTo>
                  <a:lnTo>
                    <a:pt x="371475" y="457200"/>
                  </a:lnTo>
                  <a:lnTo>
                    <a:pt x="352425" y="485775"/>
                  </a:lnTo>
                  <a:lnTo>
                    <a:pt x="333375" y="514350"/>
                  </a:lnTo>
                  <a:lnTo>
                    <a:pt x="323850" y="542925"/>
                  </a:lnTo>
                  <a:lnTo>
                    <a:pt x="304800" y="571500"/>
                  </a:lnTo>
                  <a:lnTo>
                    <a:pt x="295275" y="600075"/>
                  </a:lnTo>
                  <a:lnTo>
                    <a:pt x="276225" y="628650"/>
                  </a:lnTo>
                  <a:lnTo>
                    <a:pt x="266700" y="657225"/>
                  </a:lnTo>
                  <a:lnTo>
                    <a:pt x="247650" y="685800"/>
                  </a:lnTo>
                  <a:lnTo>
                    <a:pt x="238125" y="714375"/>
                  </a:lnTo>
                  <a:lnTo>
                    <a:pt x="219075" y="742950"/>
                  </a:lnTo>
                  <a:lnTo>
                    <a:pt x="209550" y="771525"/>
                  </a:lnTo>
                  <a:lnTo>
                    <a:pt x="200025" y="800100"/>
                  </a:lnTo>
                  <a:lnTo>
                    <a:pt x="190500" y="828675"/>
                  </a:lnTo>
                  <a:lnTo>
                    <a:pt x="171450" y="857250"/>
                  </a:lnTo>
                  <a:lnTo>
                    <a:pt x="161925" y="885825"/>
                  </a:lnTo>
                  <a:lnTo>
                    <a:pt x="152400" y="914400"/>
                  </a:lnTo>
                  <a:lnTo>
                    <a:pt x="142875" y="942975"/>
                  </a:lnTo>
                  <a:lnTo>
                    <a:pt x="133350" y="971550"/>
                  </a:lnTo>
                  <a:lnTo>
                    <a:pt x="123825" y="1000125"/>
                  </a:lnTo>
                  <a:lnTo>
                    <a:pt x="114300" y="1028700"/>
                  </a:lnTo>
                  <a:lnTo>
                    <a:pt x="95250" y="1057275"/>
                  </a:lnTo>
                  <a:lnTo>
                    <a:pt x="95250" y="1085850"/>
                  </a:lnTo>
                  <a:lnTo>
                    <a:pt x="85725" y="1114425"/>
                  </a:lnTo>
                  <a:lnTo>
                    <a:pt x="85725" y="1143000"/>
                  </a:lnTo>
                  <a:lnTo>
                    <a:pt x="76200" y="1171575"/>
                  </a:lnTo>
                  <a:lnTo>
                    <a:pt x="57150" y="1200150"/>
                  </a:lnTo>
                  <a:lnTo>
                    <a:pt x="57150" y="1228725"/>
                  </a:lnTo>
                  <a:lnTo>
                    <a:pt x="57150" y="1257300"/>
                  </a:lnTo>
                  <a:lnTo>
                    <a:pt x="47625" y="1285875"/>
                  </a:lnTo>
                  <a:lnTo>
                    <a:pt x="47625" y="1314450"/>
                  </a:lnTo>
                  <a:lnTo>
                    <a:pt x="38100" y="1343025"/>
                  </a:lnTo>
                  <a:lnTo>
                    <a:pt x="38100" y="1371600"/>
                  </a:lnTo>
                  <a:lnTo>
                    <a:pt x="28575" y="1400175"/>
                  </a:lnTo>
                  <a:lnTo>
                    <a:pt x="28575" y="1428750"/>
                  </a:lnTo>
                  <a:lnTo>
                    <a:pt x="19050" y="1457325"/>
                  </a:lnTo>
                  <a:lnTo>
                    <a:pt x="19050" y="1485900"/>
                  </a:lnTo>
                  <a:lnTo>
                    <a:pt x="19050" y="1514475"/>
                  </a:lnTo>
                  <a:lnTo>
                    <a:pt x="19050" y="1543050"/>
                  </a:lnTo>
                  <a:lnTo>
                    <a:pt x="9525" y="1571625"/>
                  </a:lnTo>
                  <a:lnTo>
                    <a:pt x="0" y="1600200"/>
                  </a:lnTo>
                  <a:lnTo>
                    <a:pt x="0" y="1628775"/>
                  </a:lnTo>
                  <a:lnTo>
                    <a:pt x="9525" y="1657350"/>
                  </a:lnTo>
                  <a:lnTo>
                    <a:pt x="0" y="1685925"/>
                  </a:lnTo>
                  <a:lnTo>
                    <a:pt x="0" y="1714500"/>
                  </a:lnTo>
                  <a:lnTo>
                    <a:pt x="0" y="1743075"/>
                  </a:lnTo>
                  <a:lnTo>
                    <a:pt x="0" y="1771650"/>
                  </a:lnTo>
                  <a:lnTo>
                    <a:pt x="9525" y="1800225"/>
                  </a:lnTo>
                  <a:lnTo>
                    <a:pt x="9525" y="1828800"/>
                  </a:lnTo>
                  <a:lnTo>
                    <a:pt x="9525" y="1857375"/>
                  </a:lnTo>
                  <a:lnTo>
                    <a:pt x="9525" y="1885950"/>
                  </a:lnTo>
                  <a:lnTo>
                    <a:pt x="0" y="1914525"/>
                  </a:lnTo>
                  <a:lnTo>
                    <a:pt x="9525" y="1943100"/>
                  </a:lnTo>
                  <a:lnTo>
                    <a:pt x="19050" y="1971675"/>
                  </a:lnTo>
                  <a:lnTo>
                    <a:pt x="19050" y="2000250"/>
                  </a:lnTo>
                  <a:lnTo>
                    <a:pt x="19050" y="2028825"/>
                  </a:lnTo>
                  <a:lnTo>
                    <a:pt x="19050" y="2057400"/>
                  </a:lnTo>
                  <a:lnTo>
                    <a:pt x="28575" y="2085975"/>
                  </a:lnTo>
                  <a:lnTo>
                    <a:pt x="28575" y="2114550"/>
                  </a:lnTo>
                  <a:lnTo>
                    <a:pt x="38100" y="2143125"/>
                  </a:lnTo>
                  <a:lnTo>
                    <a:pt x="38100" y="2171700"/>
                  </a:lnTo>
                  <a:lnTo>
                    <a:pt x="38100" y="2200275"/>
                  </a:lnTo>
                  <a:lnTo>
                    <a:pt x="47625" y="2228850"/>
                  </a:lnTo>
                  <a:lnTo>
                    <a:pt x="57150" y="2257425"/>
                  </a:lnTo>
                  <a:lnTo>
                    <a:pt x="57150" y="2286000"/>
                  </a:lnTo>
                  <a:lnTo>
                    <a:pt x="66675" y="2314575"/>
                  </a:lnTo>
                  <a:lnTo>
                    <a:pt x="76200" y="2343150"/>
                  </a:lnTo>
                  <a:lnTo>
                    <a:pt x="76200" y="2371725"/>
                  </a:lnTo>
                  <a:lnTo>
                    <a:pt x="85725" y="2400300"/>
                  </a:lnTo>
                  <a:lnTo>
                    <a:pt x="95250" y="2428875"/>
                  </a:lnTo>
                  <a:lnTo>
                    <a:pt x="95250" y="2457450"/>
                  </a:lnTo>
                  <a:lnTo>
                    <a:pt x="114300" y="2486025"/>
                  </a:lnTo>
                  <a:lnTo>
                    <a:pt x="123825" y="2514600"/>
                  </a:lnTo>
                  <a:lnTo>
                    <a:pt x="133350" y="2543175"/>
                  </a:lnTo>
                  <a:lnTo>
                    <a:pt x="142875" y="2571750"/>
                  </a:lnTo>
                  <a:lnTo>
                    <a:pt x="152400" y="2600325"/>
                  </a:lnTo>
                  <a:lnTo>
                    <a:pt x="161925" y="2628900"/>
                  </a:lnTo>
                  <a:lnTo>
                    <a:pt x="171450" y="2657475"/>
                  </a:lnTo>
                  <a:lnTo>
                    <a:pt x="180975" y="2686050"/>
                  </a:lnTo>
                  <a:lnTo>
                    <a:pt x="190500" y="2714625"/>
                  </a:lnTo>
                  <a:lnTo>
                    <a:pt x="209550" y="2743200"/>
                  </a:lnTo>
                  <a:lnTo>
                    <a:pt x="209550" y="2771775"/>
                  </a:lnTo>
                  <a:lnTo>
                    <a:pt x="228600" y="2800350"/>
                  </a:lnTo>
                  <a:lnTo>
                    <a:pt x="247650" y="2828925"/>
                  </a:lnTo>
                  <a:lnTo>
                    <a:pt x="266700" y="2857500"/>
                  </a:lnTo>
                  <a:lnTo>
                    <a:pt x="276225" y="2886075"/>
                  </a:lnTo>
                  <a:lnTo>
                    <a:pt x="285750" y="2914650"/>
                  </a:lnTo>
                  <a:lnTo>
                    <a:pt x="304800" y="2943225"/>
                  </a:lnTo>
                  <a:lnTo>
                    <a:pt x="323850" y="2971800"/>
                  </a:lnTo>
                  <a:lnTo>
                    <a:pt x="333375" y="3000375"/>
                  </a:lnTo>
                  <a:lnTo>
                    <a:pt x="352425" y="3028950"/>
                  </a:lnTo>
                  <a:lnTo>
                    <a:pt x="371475" y="3057525"/>
                  </a:lnTo>
                  <a:lnTo>
                    <a:pt x="390525" y="3086100"/>
                  </a:lnTo>
                  <a:lnTo>
                    <a:pt x="409575" y="3114675"/>
                  </a:lnTo>
                  <a:lnTo>
                    <a:pt x="428625" y="3143250"/>
                  </a:lnTo>
                  <a:lnTo>
                    <a:pt x="447675" y="3171825"/>
                  </a:lnTo>
                  <a:lnTo>
                    <a:pt x="466725" y="3200400"/>
                  </a:lnTo>
                  <a:lnTo>
                    <a:pt x="485775" y="3228975"/>
                  </a:lnTo>
                  <a:lnTo>
                    <a:pt x="504825" y="3257550"/>
                  </a:lnTo>
                  <a:lnTo>
                    <a:pt x="523875" y="3286125"/>
                  </a:lnTo>
                  <a:lnTo>
                    <a:pt x="552450" y="3314700"/>
                  </a:lnTo>
                  <a:lnTo>
                    <a:pt x="571500" y="3343275"/>
                  </a:lnTo>
                  <a:lnTo>
                    <a:pt x="600075" y="3371850"/>
                  </a:lnTo>
                  <a:lnTo>
                    <a:pt x="619125" y="3400425"/>
                  </a:lnTo>
                  <a:lnTo>
                    <a:pt x="647700" y="3429000"/>
                  </a:lnTo>
                  <a:lnTo>
                    <a:pt x="676275" y="3457575"/>
                  </a:lnTo>
                  <a:lnTo>
                    <a:pt x="704850" y="3486150"/>
                  </a:lnTo>
                  <a:lnTo>
                    <a:pt x="733425" y="3514725"/>
                  </a:lnTo>
                  <a:lnTo>
                    <a:pt x="1514475" y="3514725"/>
                  </a:lnTo>
                  <a:lnTo>
                    <a:pt x="1514475" y="3486150"/>
                  </a:lnTo>
                  <a:lnTo>
                    <a:pt x="1514475" y="3457575"/>
                  </a:lnTo>
                  <a:lnTo>
                    <a:pt x="1514475" y="3429000"/>
                  </a:lnTo>
                  <a:lnTo>
                    <a:pt x="1514475" y="3400425"/>
                  </a:lnTo>
                  <a:lnTo>
                    <a:pt x="1514475" y="3371850"/>
                  </a:lnTo>
                  <a:lnTo>
                    <a:pt x="1514475" y="3343275"/>
                  </a:lnTo>
                  <a:lnTo>
                    <a:pt x="1514475" y="3314700"/>
                  </a:lnTo>
                  <a:lnTo>
                    <a:pt x="1514475" y="3286125"/>
                  </a:lnTo>
                  <a:lnTo>
                    <a:pt x="1514475" y="3257550"/>
                  </a:lnTo>
                  <a:lnTo>
                    <a:pt x="1514475" y="3228975"/>
                  </a:lnTo>
                  <a:lnTo>
                    <a:pt x="1514475" y="3200400"/>
                  </a:lnTo>
                  <a:lnTo>
                    <a:pt x="1514475" y="3171825"/>
                  </a:lnTo>
                  <a:lnTo>
                    <a:pt x="1514475" y="3143250"/>
                  </a:lnTo>
                  <a:lnTo>
                    <a:pt x="1514475" y="3114675"/>
                  </a:lnTo>
                  <a:lnTo>
                    <a:pt x="1514475" y="3086100"/>
                  </a:lnTo>
                  <a:lnTo>
                    <a:pt x="1514475" y="3057525"/>
                  </a:lnTo>
                  <a:lnTo>
                    <a:pt x="1514475" y="3028950"/>
                  </a:lnTo>
                  <a:lnTo>
                    <a:pt x="1514475" y="3000375"/>
                  </a:lnTo>
                  <a:lnTo>
                    <a:pt x="1514475" y="2971800"/>
                  </a:lnTo>
                  <a:lnTo>
                    <a:pt x="1514475" y="2943225"/>
                  </a:lnTo>
                  <a:lnTo>
                    <a:pt x="1514475" y="2914650"/>
                  </a:lnTo>
                  <a:lnTo>
                    <a:pt x="1514475" y="2886075"/>
                  </a:lnTo>
                  <a:lnTo>
                    <a:pt x="1514475" y="2857500"/>
                  </a:lnTo>
                  <a:lnTo>
                    <a:pt x="1514475" y="2828925"/>
                  </a:lnTo>
                  <a:lnTo>
                    <a:pt x="1514475" y="2800350"/>
                  </a:lnTo>
                  <a:lnTo>
                    <a:pt x="1514475" y="2771775"/>
                  </a:lnTo>
                  <a:lnTo>
                    <a:pt x="1514475" y="2743200"/>
                  </a:lnTo>
                  <a:lnTo>
                    <a:pt x="1514475" y="2714625"/>
                  </a:lnTo>
                  <a:lnTo>
                    <a:pt x="1514475" y="2686050"/>
                  </a:lnTo>
                  <a:lnTo>
                    <a:pt x="1514475" y="2657475"/>
                  </a:lnTo>
                  <a:lnTo>
                    <a:pt x="1514475" y="2628900"/>
                  </a:lnTo>
                  <a:lnTo>
                    <a:pt x="1514475" y="2600325"/>
                  </a:lnTo>
                  <a:lnTo>
                    <a:pt x="1514475" y="2571750"/>
                  </a:lnTo>
                  <a:lnTo>
                    <a:pt x="1514475" y="2543175"/>
                  </a:lnTo>
                  <a:lnTo>
                    <a:pt x="1514475" y="2514600"/>
                  </a:lnTo>
                  <a:lnTo>
                    <a:pt x="1514475" y="2486025"/>
                  </a:lnTo>
                  <a:lnTo>
                    <a:pt x="1514475" y="2457450"/>
                  </a:lnTo>
                  <a:lnTo>
                    <a:pt x="1514475" y="2428875"/>
                  </a:lnTo>
                  <a:lnTo>
                    <a:pt x="1514475" y="2400300"/>
                  </a:lnTo>
                  <a:lnTo>
                    <a:pt x="1514475" y="2371725"/>
                  </a:lnTo>
                  <a:lnTo>
                    <a:pt x="1514475" y="2343150"/>
                  </a:lnTo>
                  <a:lnTo>
                    <a:pt x="1514475" y="2314575"/>
                  </a:lnTo>
                  <a:lnTo>
                    <a:pt x="1514475" y="2286000"/>
                  </a:lnTo>
                  <a:lnTo>
                    <a:pt x="1514475" y="2257425"/>
                  </a:lnTo>
                  <a:lnTo>
                    <a:pt x="1514475" y="2228850"/>
                  </a:lnTo>
                  <a:lnTo>
                    <a:pt x="1514475" y="2200275"/>
                  </a:lnTo>
                  <a:lnTo>
                    <a:pt x="1514475" y="2171700"/>
                  </a:lnTo>
                  <a:lnTo>
                    <a:pt x="1514475" y="2143125"/>
                  </a:lnTo>
                  <a:lnTo>
                    <a:pt x="1514475" y="2114550"/>
                  </a:lnTo>
                  <a:lnTo>
                    <a:pt x="1514475" y="2085975"/>
                  </a:lnTo>
                  <a:lnTo>
                    <a:pt x="1514475" y="2057400"/>
                  </a:lnTo>
                  <a:lnTo>
                    <a:pt x="1514475" y="2028825"/>
                  </a:lnTo>
                  <a:lnTo>
                    <a:pt x="1514475" y="2000250"/>
                  </a:lnTo>
                  <a:lnTo>
                    <a:pt x="1514475" y="1971675"/>
                  </a:lnTo>
                  <a:lnTo>
                    <a:pt x="1514475" y="1943100"/>
                  </a:lnTo>
                  <a:lnTo>
                    <a:pt x="1514475" y="1914525"/>
                  </a:lnTo>
                  <a:lnTo>
                    <a:pt x="1514475" y="1885950"/>
                  </a:lnTo>
                  <a:lnTo>
                    <a:pt x="1514475" y="1857375"/>
                  </a:lnTo>
                  <a:lnTo>
                    <a:pt x="1514475" y="1828800"/>
                  </a:lnTo>
                  <a:lnTo>
                    <a:pt x="1514475" y="1800225"/>
                  </a:lnTo>
                  <a:lnTo>
                    <a:pt x="1514475" y="1771650"/>
                  </a:lnTo>
                  <a:lnTo>
                    <a:pt x="1514475" y="1743075"/>
                  </a:lnTo>
                  <a:lnTo>
                    <a:pt x="1514475" y="1714500"/>
                  </a:lnTo>
                  <a:lnTo>
                    <a:pt x="1514475" y="1685925"/>
                  </a:lnTo>
                  <a:lnTo>
                    <a:pt x="1514475" y="1657350"/>
                  </a:lnTo>
                  <a:lnTo>
                    <a:pt x="1514475" y="1628775"/>
                  </a:lnTo>
                  <a:lnTo>
                    <a:pt x="1514475" y="1600200"/>
                  </a:lnTo>
                  <a:lnTo>
                    <a:pt x="1514475" y="1571625"/>
                  </a:lnTo>
                  <a:lnTo>
                    <a:pt x="1514475" y="1543050"/>
                  </a:lnTo>
                  <a:lnTo>
                    <a:pt x="1514475" y="1514475"/>
                  </a:lnTo>
                  <a:lnTo>
                    <a:pt x="1514475" y="1485900"/>
                  </a:lnTo>
                  <a:lnTo>
                    <a:pt x="1514475" y="1457325"/>
                  </a:lnTo>
                  <a:lnTo>
                    <a:pt x="1514475" y="1428750"/>
                  </a:lnTo>
                  <a:lnTo>
                    <a:pt x="1514475" y="1400175"/>
                  </a:lnTo>
                  <a:lnTo>
                    <a:pt x="1514475" y="1371600"/>
                  </a:lnTo>
                  <a:lnTo>
                    <a:pt x="1514475" y="1343025"/>
                  </a:lnTo>
                  <a:lnTo>
                    <a:pt x="1514475" y="1314450"/>
                  </a:lnTo>
                  <a:lnTo>
                    <a:pt x="1514475" y="1285875"/>
                  </a:lnTo>
                  <a:lnTo>
                    <a:pt x="1514475" y="1257300"/>
                  </a:lnTo>
                  <a:lnTo>
                    <a:pt x="1514475" y="1228725"/>
                  </a:lnTo>
                  <a:lnTo>
                    <a:pt x="1514475" y="1200150"/>
                  </a:lnTo>
                  <a:lnTo>
                    <a:pt x="1514475" y="1171575"/>
                  </a:lnTo>
                  <a:lnTo>
                    <a:pt x="1514475" y="1143000"/>
                  </a:lnTo>
                  <a:lnTo>
                    <a:pt x="1514475" y="1114425"/>
                  </a:lnTo>
                  <a:lnTo>
                    <a:pt x="1514475" y="1085850"/>
                  </a:lnTo>
                  <a:lnTo>
                    <a:pt x="1514475" y="1057275"/>
                  </a:lnTo>
                  <a:lnTo>
                    <a:pt x="1514475" y="1028700"/>
                  </a:lnTo>
                  <a:lnTo>
                    <a:pt x="1514475" y="1000125"/>
                  </a:lnTo>
                  <a:lnTo>
                    <a:pt x="1514475" y="971550"/>
                  </a:lnTo>
                  <a:lnTo>
                    <a:pt x="1514475" y="942975"/>
                  </a:lnTo>
                  <a:lnTo>
                    <a:pt x="1514475" y="914400"/>
                  </a:lnTo>
                  <a:lnTo>
                    <a:pt x="1514475" y="885825"/>
                  </a:lnTo>
                  <a:lnTo>
                    <a:pt x="1514475" y="857250"/>
                  </a:lnTo>
                  <a:lnTo>
                    <a:pt x="1514475" y="828675"/>
                  </a:lnTo>
                  <a:lnTo>
                    <a:pt x="1514475" y="800100"/>
                  </a:lnTo>
                  <a:lnTo>
                    <a:pt x="1514475" y="771525"/>
                  </a:lnTo>
                  <a:lnTo>
                    <a:pt x="1514475" y="742950"/>
                  </a:lnTo>
                  <a:lnTo>
                    <a:pt x="1514475" y="714375"/>
                  </a:lnTo>
                  <a:lnTo>
                    <a:pt x="1514475" y="685800"/>
                  </a:lnTo>
                  <a:lnTo>
                    <a:pt x="1514475" y="657225"/>
                  </a:lnTo>
                  <a:lnTo>
                    <a:pt x="1514475" y="628650"/>
                  </a:lnTo>
                  <a:lnTo>
                    <a:pt x="1514475" y="600075"/>
                  </a:lnTo>
                  <a:lnTo>
                    <a:pt x="1514475" y="571500"/>
                  </a:lnTo>
                  <a:lnTo>
                    <a:pt x="1514475" y="542925"/>
                  </a:lnTo>
                  <a:lnTo>
                    <a:pt x="1514475" y="514350"/>
                  </a:lnTo>
                  <a:lnTo>
                    <a:pt x="1514475" y="485775"/>
                  </a:lnTo>
                  <a:lnTo>
                    <a:pt x="1514475" y="457200"/>
                  </a:lnTo>
                  <a:lnTo>
                    <a:pt x="1514475" y="428625"/>
                  </a:lnTo>
                  <a:lnTo>
                    <a:pt x="1514475" y="400050"/>
                  </a:lnTo>
                  <a:lnTo>
                    <a:pt x="1514475" y="371475"/>
                  </a:lnTo>
                  <a:lnTo>
                    <a:pt x="1514475" y="342900"/>
                  </a:lnTo>
                  <a:lnTo>
                    <a:pt x="1514475" y="314325"/>
                  </a:lnTo>
                  <a:lnTo>
                    <a:pt x="1514475" y="285750"/>
                  </a:lnTo>
                  <a:lnTo>
                    <a:pt x="1514475" y="257175"/>
                  </a:lnTo>
                  <a:lnTo>
                    <a:pt x="1514475" y="228600"/>
                  </a:lnTo>
                  <a:lnTo>
                    <a:pt x="1514475" y="200025"/>
                  </a:lnTo>
                  <a:lnTo>
                    <a:pt x="1514475" y="171450"/>
                  </a:lnTo>
                  <a:lnTo>
                    <a:pt x="1514475" y="142875"/>
                  </a:lnTo>
                  <a:lnTo>
                    <a:pt x="1514475" y="114300"/>
                  </a:lnTo>
                  <a:lnTo>
                    <a:pt x="1514475" y="85725"/>
                  </a:lnTo>
                  <a:lnTo>
                    <a:pt x="1514475" y="57150"/>
                  </a:lnTo>
                  <a:lnTo>
                    <a:pt x="1514475" y="28575"/>
                  </a:lnTo>
                  <a:lnTo>
                    <a:pt x="1514475" y="0"/>
                  </a:lnTo>
                  <a:close/>
                </a:path>
              </a:pathLst>
            </a:custGeom>
            <a:solidFill>
              <a:srgbClr val="4444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stage-5"/>
          <p:cNvGrpSpPr/>
          <p:nvPr/>
        </p:nvGrpSpPr>
        <p:grpSpPr>
          <a:xfrm>
            <a:off x="24288750" y="2714625"/>
            <a:ext cx="3419475" cy="4800600"/>
            <a:chOff x="24288750" y="2714625"/>
            <a:chExt cx="3419475" cy="4800600"/>
          </a:xfrm>
        </p:grpSpPr>
        <p:sp>
          <p:nvSpPr>
            <p:cNvPr id="44" name="stage-5-body"/>
            <p:cNvSpPr/>
            <p:nvPr/>
          </p:nvSpPr>
          <p:spPr>
            <a:xfrm>
              <a:off x="24288750" y="2714625"/>
              <a:ext cx="3419475" cy="4800600"/>
            </a:xfrm>
            <a:custGeom>
              <a:avLst/>
              <a:gdLst/>
              <a:ahLst/>
              <a:cxnLst/>
              <a:rect l="l" t="t" r="r" b="b"/>
              <a:pathLst>
                <a:path w="3419475" h="4800600">
                  <a:moveTo>
                    <a:pt x="1971675" y="0"/>
                  </a:moveTo>
                  <a:lnTo>
                    <a:pt x="1847850" y="28575"/>
                  </a:lnTo>
                  <a:lnTo>
                    <a:pt x="1743075" y="57150"/>
                  </a:lnTo>
                  <a:lnTo>
                    <a:pt x="1647825" y="85725"/>
                  </a:lnTo>
                  <a:lnTo>
                    <a:pt x="1581150" y="114300"/>
                  </a:lnTo>
                  <a:lnTo>
                    <a:pt x="1504950" y="142875"/>
                  </a:lnTo>
                  <a:lnTo>
                    <a:pt x="1438275" y="171450"/>
                  </a:lnTo>
                  <a:lnTo>
                    <a:pt x="1381125" y="200025"/>
                  </a:lnTo>
                  <a:lnTo>
                    <a:pt x="1323975" y="228600"/>
                  </a:lnTo>
                  <a:lnTo>
                    <a:pt x="1266825" y="257175"/>
                  </a:lnTo>
                  <a:lnTo>
                    <a:pt x="1219200" y="285750"/>
                  </a:lnTo>
                  <a:lnTo>
                    <a:pt x="1171575" y="314325"/>
                  </a:lnTo>
                  <a:lnTo>
                    <a:pt x="1123950" y="342900"/>
                  </a:lnTo>
                  <a:lnTo>
                    <a:pt x="1085850" y="371475"/>
                  </a:lnTo>
                  <a:lnTo>
                    <a:pt x="1038225" y="400050"/>
                  </a:lnTo>
                  <a:lnTo>
                    <a:pt x="1000125" y="428625"/>
                  </a:lnTo>
                  <a:lnTo>
                    <a:pt x="962025" y="457200"/>
                  </a:lnTo>
                  <a:lnTo>
                    <a:pt x="923925" y="485775"/>
                  </a:lnTo>
                  <a:lnTo>
                    <a:pt x="885825" y="514350"/>
                  </a:lnTo>
                  <a:lnTo>
                    <a:pt x="857250" y="542925"/>
                  </a:lnTo>
                  <a:lnTo>
                    <a:pt x="819150" y="571500"/>
                  </a:lnTo>
                  <a:lnTo>
                    <a:pt x="790575" y="600075"/>
                  </a:lnTo>
                  <a:lnTo>
                    <a:pt x="762000" y="628650"/>
                  </a:lnTo>
                  <a:lnTo>
                    <a:pt x="723900" y="657225"/>
                  </a:lnTo>
                  <a:lnTo>
                    <a:pt x="704850" y="685800"/>
                  </a:lnTo>
                  <a:lnTo>
                    <a:pt x="676275" y="714375"/>
                  </a:lnTo>
                  <a:lnTo>
                    <a:pt x="647700" y="742950"/>
                  </a:lnTo>
                  <a:lnTo>
                    <a:pt x="619125" y="771525"/>
                  </a:lnTo>
                  <a:lnTo>
                    <a:pt x="590550" y="800100"/>
                  </a:lnTo>
                  <a:lnTo>
                    <a:pt x="571500" y="828675"/>
                  </a:lnTo>
                  <a:lnTo>
                    <a:pt x="542925" y="857250"/>
                  </a:lnTo>
                  <a:lnTo>
                    <a:pt x="523875" y="885825"/>
                  </a:lnTo>
                  <a:lnTo>
                    <a:pt x="495300" y="914400"/>
                  </a:lnTo>
                  <a:lnTo>
                    <a:pt x="476250" y="942975"/>
                  </a:lnTo>
                  <a:lnTo>
                    <a:pt x="457200" y="971550"/>
                  </a:lnTo>
                  <a:lnTo>
                    <a:pt x="438150" y="1000125"/>
                  </a:lnTo>
                  <a:lnTo>
                    <a:pt x="419100" y="1028700"/>
                  </a:lnTo>
                  <a:lnTo>
                    <a:pt x="400050" y="1057275"/>
                  </a:lnTo>
                  <a:lnTo>
                    <a:pt x="381000" y="1085850"/>
                  </a:lnTo>
                  <a:lnTo>
                    <a:pt x="361950" y="1114425"/>
                  </a:lnTo>
                  <a:lnTo>
                    <a:pt x="342900" y="1143000"/>
                  </a:lnTo>
                  <a:lnTo>
                    <a:pt x="323850" y="1171575"/>
                  </a:lnTo>
                  <a:lnTo>
                    <a:pt x="304800" y="1200150"/>
                  </a:lnTo>
                  <a:lnTo>
                    <a:pt x="295275" y="1228725"/>
                  </a:lnTo>
                  <a:lnTo>
                    <a:pt x="276225" y="1257300"/>
                  </a:lnTo>
                  <a:lnTo>
                    <a:pt x="257175" y="1285875"/>
                  </a:lnTo>
                  <a:lnTo>
                    <a:pt x="247650" y="1314450"/>
                  </a:lnTo>
                  <a:lnTo>
                    <a:pt x="238125" y="1343025"/>
                  </a:lnTo>
                  <a:lnTo>
                    <a:pt x="219075" y="1371600"/>
                  </a:lnTo>
                  <a:lnTo>
                    <a:pt x="200025" y="1400175"/>
                  </a:lnTo>
                  <a:lnTo>
                    <a:pt x="190500" y="1428750"/>
                  </a:lnTo>
                  <a:lnTo>
                    <a:pt x="180975" y="1457325"/>
                  </a:lnTo>
                  <a:lnTo>
                    <a:pt x="171450" y="1485900"/>
                  </a:lnTo>
                  <a:lnTo>
                    <a:pt x="152400" y="1514475"/>
                  </a:lnTo>
                  <a:lnTo>
                    <a:pt x="142875" y="1543050"/>
                  </a:lnTo>
                  <a:lnTo>
                    <a:pt x="133350" y="1571625"/>
                  </a:lnTo>
                  <a:lnTo>
                    <a:pt x="123825" y="1600200"/>
                  </a:lnTo>
                  <a:lnTo>
                    <a:pt x="114300" y="1628775"/>
                  </a:lnTo>
                  <a:lnTo>
                    <a:pt x="104775" y="1657350"/>
                  </a:lnTo>
                  <a:lnTo>
                    <a:pt x="95250" y="1685925"/>
                  </a:lnTo>
                  <a:lnTo>
                    <a:pt x="85725" y="1714500"/>
                  </a:lnTo>
                  <a:lnTo>
                    <a:pt x="76200" y="1743075"/>
                  </a:lnTo>
                  <a:lnTo>
                    <a:pt x="66675" y="1771650"/>
                  </a:lnTo>
                  <a:lnTo>
                    <a:pt x="57150" y="1800225"/>
                  </a:lnTo>
                  <a:lnTo>
                    <a:pt x="57150" y="1828800"/>
                  </a:lnTo>
                  <a:lnTo>
                    <a:pt x="47625" y="1857375"/>
                  </a:lnTo>
                  <a:lnTo>
                    <a:pt x="38100" y="1885950"/>
                  </a:lnTo>
                  <a:lnTo>
                    <a:pt x="28575" y="1914525"/>
                  </a:lnTo>
                  <a:lnTo>
                    <a:pt x="28575" y="1943100"/>
                  </a:lnTo>
                  <a:lnTo>
                    <a:pt x="19050" y="1971675"/>
                  </a:lnTo>
                  <a:lnTo>
                    <a:pt x="19050" y="2000250"/>
                  </a:lnTo>
                  <a:lnTo>
                    <a:pt x="9525" y="2028825"/>
                  </a:lnTo>
                  <a:lnTo>
                    <a:pt x="9525" y="2057400"/>
                  </a:lnTo>
                  <a:lnTo>
                    <a:pt x="0" y="2085975"/>
                  </a:lnTo>
                  <a:lnTo>
                    <a:pt x="0" y="2114550"/>
                  </a:lnTo>
                  <a:lnTo>
                    <a:pt x="0" y="2143125"/>
                  </a:lnTo>
                  <a:lnTo>
                    <a:pt x="0" y="2171700"/>
                  </a:lnTo>
                  <a:lnTo>
                    <a:pt x="0" y="2200275"/>
                  </a:lnTo>
                  <a:lnTo>
                    <a:pt x="0" y="2228850"/>
                  </a:lnTo>
                  <a:lnTo>
                    <a:pt x="0" y="2257425"/>
                  </a:lnTo>
                  <a:lnTo>
                    <a:pt x="0" y="2286000"/>
                  </a:lnTo>
                  <a:lnTo>
                    <a:pt x="0" y="2314575"/>
                  </a:lnTo>
                  <a:lnTo>
                    <a:pt x="0" y="2343150"/>
                  </a:lnTo>
                  <a:lnTo>
                    <a:pt x="0" y="2371725"/>
                  </a:lnTo>
                  <a:lnTo>
                    <a:pt x="0" y="2400300"/>
                  </a:lnTo>
                  <a:lnTo>
                    <a:pt x="0" y="2428875"/>
                  </a:lnTo>
                  <a:lnTo>
                    <a:pt x="0" y="2457450"/>
                  </a:lnTo>
                  <a:lnTo>
                    <a:pt x="0" y="2486025"/>
                  </a:lnTo>
                  <a:lnTo>
                    <a:pt x="0" y="2514600"/>
                  </a:lnTo>
                  <a:lnTo>
                    <a:pt x="0" y="2543175"/>
                  </a:lnTo>
                  <a:lnTo>
                    <a:pt x="0" y="2571750"/>
                  </a:lnTo>
                  <a:lnTo>
                    <a:pt x="0" y="2600325"/>
                  </a:lnTo>
                  <a:lnTo>
                    <a:pt x="0" y="2628900"/>
                  </a:lnTo>
                  <a:lnTo>
                    <a:pt x="0" y="2657475"/>
                  </a:lnTo>
                  <a:lnTo>
                    <a:pt x="0" y="2686050"/>
                  </a:lnTo>
                  <a:lnTo>
                    <a:pt x="0" y="2714625"/>
                  </a:lnTo>
                  <a:lnTo>
                    <a:pt x="0" y="2743200"/>
                  </a:lnTo>
                  <a:lnTo>
                    <a:pt x="0" y="2771775"/>
                  </a:lnTo>
                  <a:lnTo>
                    <a:pt x="0" y="2800350"/>
                  </a:lnTo>
                  <a:lnTo>
                    <a:pt x="9525" y="2828925"/>
                  </a:lnTo>
                  <a:lnTo>
                    <a:pt x="9525" y="2857500"/>
                  </a:lnTo>
                  <a:lnTo>
                    <a:pt x="19050" y="2886075"/>
                  </a:lnTo>
                  <a:lnTo>
                    <a:pt x="19050" y="2914650"/>
                  </a:lnTo>
                  <a:lnTo>
                    <a:pt x="28575" y="2943225"/>
                  </a:lnTo>
                  <a:lnTo>
                    <a:pt x="38100" y="2971800"/>
                  </a:lnTo>
                  <a:lnTo>
                    <a:pt x="38100" y="3000375"/>
                  </a:lnTo>
                  <a:lnTo>
                    <a:pt x="47625" y="3028950"/>
                  </a:lnTo>
                  <a:lnTo>
                    <a:pt x="57150" y="3057525"/>
                  </a:lnTo>
                  <a:lnTo>
                    <a:pt x="66675" y="3086100"/>
                  </a:lnTo>
                  <a:lnTo>
                    <a:pt x="66675" y="3114675"/>
                  </a:lnTo>
                  <a:lnTo>
                    <a:pt x="76200" y="3143250"/>
                  </a:lnTo>
                  <a:lnTo>
                    <a:pt x="85725" y="3171825"/>
                  </a:lnTo>
                  <a:lnTo>
                    <a:pt x="95250" y="3200400"/>
                  </a:lnTo>
                  <a:lnTo>
                    <a:pt x="104775" y="3228975"/>
                  </a:lnTo>
                  <a:lnTo>
                    <a:pt x="114300" y="3257550"/>
                  </a:lnTo>
                  <a:lnTo>
                    <a:pt x="123825" y="3286125"/>
                  </a:lnTo>
                  <a:lnTo>
                    <a:pt x="133350" y="3314700"/>
                  </a:lnTo>
                  <a:lnTo>
                    <a:pt x="142875" y="3343275"/>
                  </a:lnTo>
                  <a:lnTo>
                    <a:pt x="152400" y="3371850"/>
                  </a:lnTo>
                  <a:lnTo>
                    <a:pt x="171450" y="3400425"/>
                  </a:lnTo>
                  <a:lnTo>
                    <a:pt x="180975" y="3429000"/>
                  </a:lnTo>
                  <a:lnTo>
                    <a:pt x="190500" y="3457575"/>
                  </a:lnTo>
                  <a:lnTo>
                    <a:pt x="209550" y="3486150"/>
                  </a:lnTo>
                  <a:lnTo>
                    <a:pt x="219075" y="3514725"/>
                  </a:lnTo>
                  <a:lnTo>
                    <a:pt x="238125" y="3543300"/>
                  </a:lnTo>
                  <a:lnTo>
                    <a:pt x="247650" y="3571875"/>
                  </a:lnTo>
                  <a:lnTo>
                    <a:pt x="257175" y="3600450"/>
                  </a:lnTo>
                  <a:lnTo>
                    <a:pt x="276225" y="3629025"/>
                  </a:lnTo>
                  <a:lnTo>
                    <a:pt x="295275" y="3657600"/>
                  </a:lnTo>
                  <a:lnTo>
                    <a:pt x="314325" y="3686175"/>
                  </a:lnTo>
                  <a:lnTo>
                    <a:pt x="323850" y="3714750"/>
                  </a:lnTo>
                  <a:lnTo>
                    <a:pt x="342900" y="3743325"/>
                  </a:lnTo>
                  <a:lnTo>
                    <a:pt x="361950" y="3771900"/>
                  </a:lnTo>
                  <a:lnTo>
                    <a:pt x="381000" y="3800475"/>
                  </a:lnTo>
                  <a:lnTo>
                    <a:pt x="400050" y="3829050"/>
                  </a:lnTo>
                  <a:lnTo>
                    <a:pt x="419100" y="3857625"/>
                  </a:lnTo>
                  <a:lnTo>
                    <a:pt x="438150" y="3886200"/>
                  </a:lnTo>
                  <a:lnTo>
                    <a:pt x="457200" y="3914775"/>
                  </a:lnTo>
                  <a:lnTo>
                    <a:pt x="476250" y="3943350"/>
                  </a:lnTo>
                  <a:lnTo>
                    <a:pt x="504825" y="3971925"/>
                  </a:lnTo>
                  <a:lnTo>
                    <a:pt x="523875" y="4000500"/>
                  </a:lnTo>
                  <a:lnTo>
                    <a:pt x="542925" y="4029075"/>
                  </a:lnTo>
                  <a:lnTo>
                    <a:pt x="571500" y="4057650"/>
                  </a:lnTo>
                  <a:lnTo>
                    <a:pt x="590550" y="4086225"/>
                  </a:lnTo>
                  <a:lnTo>
                    <a:pt x="619125" y="4114800"/>
                  </a:lnTo>
                  <a:lnTo>
                    <a:pt x="647700" y="4143375"/>
                  </a:lnTo>
                  <a:lnTo>
                    <a:pt x="676275" y="4171950"/>
                  </a:lnTo>
                  <a:lnTo>
                    <a:pt x="704850" y="4200525"/>
                  </a:lnTo>
                  <a:lnTo>
                    <a:pt x="733425" y="4229100"/>
                  </a:lnTo>
                  <a:lnTo>
                    <a:pt x="762000" y="4257675"/>
                  </a:lnTo>
                  <a:lnTo>
                    <a:pt x="790575" y="4286250"/>
                  </a:lnTo>
                  <a:lnTo>
                    <a:pt x="828675" y="4314825"/>
                  </a:lnTo>
                  <a:lnTo>
                    <a:pt x="857250" y="4343400"/>
                  </a:lnTo>
                  <a:lnTo>
                    <a:pt x="885825" y="4371975"/>
                  </a:lnTo>
                  <a:lnTo>
                    <a:pt x="923925" y="4400550"/>
                  </a:lnTo>
                  <a:lnTo>
                    <a:pt x="962025" y="4429125"/>
                  </a:lnTo>
                  <a:lnTo>
                    <a:pt x="1000125" y="4457700"/>
                  </a:lnTo>
                  <a:lnTo>
                    <a:pt x="1038225" y="4486275"/>
                  </a:lnTo>
                  <a:lnTo>
                    <a:pt x="1076325" y="4514850"/>
                  </a:lnTo>
                  <a:lnTo>
                    <a:pt x="1123950" y="4543425"/>
                  </a:lnTo>
                  <a:lnTo>
                    <a:pt x="1171575" y="4572000"/>
                  </a:lnTo>
                  <a:lnTo>
                    <a:pt x="1228725" y="4600575"/>
                  </a:lnTo>
                  <a:lnTo>
                    <a:pt x="1266825" y="4629150"/>
                  </a:lnTo>
                  <a:lnTo>
                    <a:pt x="1323975" y="4657725"/>
                  </a:lnTo>
                  <a:lnTo>
                    <a:pt x="1381125" y="4686300"/>
                  </a:lnTo>
                  <a:lnTo>
                    <a:pt x="1438275" y="4714875"/>
                  </a:lnTo>
                  <a:lnTo>
                    <a:pt x="1504950" y="4743450"/>
                  </a:lnTo>
                  <a:lnTo>
                    <a:pt x="1571625" y="4772025"/>
                  </a:lnTo>
                  <a:lnTo>
                    <a:pt x="1657350" y="4800600"/>
                  </a:lnTo>
                  <a:lnTo>
                    <a:pt x="3276600" y="4800600"/>
                  </a:lnTo>
                  <a:lnTo>
                    <a:pt x="3362325" y="4772025"/>
                  </a:lnTo>
                  <a:lnTo>
                    <a:pt x="3371850" y="4743450"/>
                  </a:lnTo>
                  <a:lnTo>
                    <a:pt x="3419475" y="4714875"/>
                  </a:lnTo>
                  <a:lnTo>
                    <a:pt x="3419475" y="4686300"/>
                  </a:lnTo>
                  <a:lnTo>
                    <a:pt x="3419475" y="4657725"/>
                  </a:lnTo>
                  <a:lnTo>
                    <a:pt x="3419475" y="4629150"/>
                  </a:lnTo>
                  <a:lnTo>
                    <a:pt x="3419475" y="4600575"/>
                  </a:lnTo>
                  <a:lnTo>
                    <a:pt x="3419475" y="4572000"/>
                  </a:lnTo>
                  <a:lnTo>
                    <a:pt x="3419475" y="4543425"/>
                  </a:lnTo>
                  <a:lnTo>
                    <a:pt x="3419475" y="4514850"/>
                  </a:lnTo>
                  <a:lnTo>
                    <a:pt x="3419475" y="4486275"/>
                  </a:lnTo>
                  <a:lnTo>
                    <a:pt x="3419475" y="4457700"/>
                  </a:lnTo>
                  <a:lnTo>
                    <a:pt x="3419475" y="4429125"/>
                  </a:lnTo>
                  <a:lnTo>
                    <a:pt x="3419475" y="4400550"/>
                  </a:lnTo>
                  <a:lnTo>
                    <a:pt x="3419475" y="4371975"/>
                  </a:lnTo>
                  <a:lnTo>
                    <a:pt x="3419475" y="4343400"/>
                  </a:lnTo>
                  <a:lnTo>
                    <a:pt x="3419475" y="4314825"/>
                  </a:lnTo>
                  <a:lnTo>
                    <a:pt x="3419475" y="4286250"/>
                  </a:lnTo>
                  <a:lnTo>
                    <a:pt x="3419475" y="4257675"/>
                  </a:lnTo>
                  <a:lnTo>
                    <a:pt x="3419475" y="4229100"/>
                  </a:lnTo>
                  <a:lnTo>
                    <a:pt x="3419475" y="4200525"/>
                  </a:lnTo>
                  <a:lnTo>
                    <a:pt x="3419475" y="4171950"/>
                  </a:lnTo>
                  <a:lnTo>
                    <a:pt x="3419475" y="4143375"/>
                  </a:lnTo>
                  <a:lnTo>
                    <a:pt x="3419475" y="4114800"/>
                  </a:lnTo>
                  <a:lnTo>
                    <a:pt x="3419475" y="4086225"/>
                  </a:lnTo>
                  <a:lnTo>
                    <a:pt x="3419475" y="4057650"/>
                  </a:lnTo>
                  <a:lnTo>
                    <a:pt x="3419475" y="4029075"/>
                  </a:lnTo>
                  <a:lnTo>
                    <a:pt x="3419475" y="4000500"/>
                  </a:lnTo>
                  <a:lnTo>
                    <a:pt x="3419475" y="3971925"/>
                  </a:lnTo>
                  <a:lnTo>
                    <a:pt x="3419475" y="3943350"/>
                  </a:lnTo>
                  <a:lnTo>
                    <a:pt x="3419475" y="3914775"/>
                  </a:lnTo>
                  <a:lnTo>
                    <a:pt x="3419475" y="3886200"/>
                  </a:lnTo>
                  <a:lnTo>
                    <a:pt x="3419475" y="3857625"/>
                  </a:lnTo>
                  <a:lnTo>
                    <a:pt x="3419475" y="3829050"/>
                  </a:lnTo>
                  <a:lnTo>
                    <a:pt x="3419475" y="3800475"/>
                  </a:lnTo>
                  <a:lnTo>
                    <a:pt x="3419475" y="3771900"/>
                  </a:lnTo>
                  <a:lnTo>
                    <a:pt x="3419475" y="3743325"/>
                  </a:lnTo>
                  <a:lnTo>
                    <a:pt x="3419475" y="3714750"/>
                  </a:lnTo>
                  <a:lnTo>
                    <a:pt x="3419475" y="3686175"/>
                  </a:lnTo>
                  <a:lnTo>
                    <a:pt x="3419475" y="3657600"/>
                  </a:lnTo>
                  <a:lnTo>
                    <a:pt x="3419475" y="3629025"/>
                  </a:lnTo>
                  <a:lnTo>
                    <a:pt x="3419475" y="3600450"/>
                  </a:lnTo>
                  <a:lnTo>
                    <a:pt x="3419475" y="3571875"/>
                  </a:lnTo>
                  <a:lnTo>
                    <a:pt x="3419475" y="3543300"/>
                  </a:lnTo>
                  <a:lnTo>
                    <a:pt x="3419475" y="3514725"/>
                  </a:lnTo>
                  <a:lnTo>
                    <a:pt x="3419475" y="3486150"/>
                  </a:lnTo>
                  <a:lnTo>
                    <a:pt x="3419475" y="3457575"/>
                  </a:lnTo>
                  <a:lnTo>
                    <a:pt x="3419475" y="3429000"/>
                  </a:lnTo>
                  <a:lnTo>
                    <a:pt x="3419475" y="3400425"/>
                  </a:lnTo>
                  <a:lnTo>
                    <a:pt x="3419475" y="3371850"/>
                  </a:lnTo>
                  <a:lnTo>
                    <a:pt x="3419475" y="3343275"/>
                  </a:lnTo>
                  <a:lnTo>
                    <a:pt x="3419475" y="3314700"/>
                  </a:lnTo>
                  <a:lnTo>
                    <a:pt x="3419475" y="3286125"/>
                  </a:lnTo>
                  <a:lnTo>
                    <a:pt x="3419475" y="3257550"/>
                  </a:lnTo>
                  <a:lnTo>
                    <a:pt x="3419475" y="3228975"/>
                  </a:lnTo>
                  <a:lnTo>
                    <a:pt x="3419475" y="3200400"/>
                  </a:lnTo>
                  <a:lnTo>
                    <a:pt x="3419475" y="3171825"/>
                  </a:lnTo>
                  <a:lnTo>
                    <a:pt x="3419475" y="3143250"/>
                  </a:lnTo>
                  <a:lnTo>
                    <a:pt x="3419475" y="3114675"/>
                  </a:lnTo>
                  <a:lnTo>
                    <a:pt x="3419475" y="3086100"/>
                  </a:lnTo>
                  <a:lnTo>
                    <a:pt x="3419475" y="3057525"/>
                  </a:lnTo>
                  <a:lnTo>
                    <a:pt x="3419475" y="3028950"/>
                  </a:lnTo>
                  <a:lnTo>
                    <a:pt x="3419475" y="3000375"/>
                  </a:lnTo>
                  <a:lnTo>
                    <a:pt x="3419475" y="2971800"/>
                  </a:lnTo>
                  <a:lnTo>
                    <a:pt x="3419475" y="2943225"/>
                  </a:lnTo>
                  <a:lnTo>
                    <a:pt x="3419475" y="2914650"/>
                  </a:lnTo>
                  <a:lnTo>
                    <a:pt x="3419475" y="2886075"/>
                  </a:lnTo>
                  <a:lnTo>
                    <a:pt x="3419475" y="2857500"/>
                  </a:lnTo>
                  <a:lnTo>
                    <a:pt x="3419475" y="2828925"/>
                  </a:lnTo>
                  <a:lnTo>
                    <a:pt x="3419475" y="2800350"/>
                  </a:lnTo>
                  <a:lnTo>
                    <a:pt x="3419475" y="2771775"/>
                  </a:lnTo>
                  <a:lnTo>
                    <a:pt x="3419475" y="2743200"/>
                  </a:lnTo>
                  <a:lnTo>
                    <a:pt x="3419475" y="2714625"/>
                  </a:lnTo>
                  <a:lnTo>
                    <a:pt x="3419475" y="2686050"/>
                  </a:lnTo>
                  <a:lnTo>
                    <a:pt x="3419475" y="2657475"/>
                  </a:lnTo>
                  <a:lnTo>
                    <a:pt x="3419475" y="2628900"/>
                  </a:lnTo>
                  <a:lnTo>
                    <a:pt x="3419475" y="2600325"/>
                  </a:lnTo>
                  <a:lnTo>
                    <a:pt x="3419475" y="2571750"/>
                  </a:lnTo>
                  <a:lnTo>
                    <a:pt x="3419475" y="2543175"/>
                  </a:lnTo>
                  <a:lnTo>
                    <a:pt x="3419475" y="2514600"/>
                  </a:lnTo>
                  <a:lnTo>
                    <a:pt x="3419475" y="2486025"/>
                  </a:lnTo>
                  <a:lnTo>
                    <a:pt x="3419475" y="2457450"/>
                  </a:lnTo>
                  <a:lnTo>
                    <a:pt x="3419475" y="2428875"/>
                  </a:lnTo>
                  <a:lnTo>
                    <a:pt x="3419475" y="2400300"/>
                  </a:lnTo>
                  <a:lnTo>
                    <a:pt x="3419475" y="2371725"/>
                  </a:lnTo>
                  <a:lnTo>
                    <a:pt x="3419475" y="2343150"/>
                  </a:lnTo>
                  <a:lnTo>
                    <a:pt x="3419475" y="2314575"/>
                  </a:lnTo>
                  <a:lnTo>
                    <a:pt x="3419475" y="2286000"/>
                  </a:lnTo>
                  <a:lnTo>
                    <a:pt x="3419475" y="2257425"/>
                  </a:lnTo>
                  <a:lnTo>
                    <a:pt x="3419475" y="2228850"/>
                  </a:lnTo>
                  <a:lnTo>
                    <a:pt x="3419475" y="2200275"/>
                  </a:lnTo>
                  <a:lnTo>
                    <a:pt x="3419475" y="2171700"/>
                  </a:lnTo>
                  <a:lnTo>
                    <a:pt x="3419475" y="2143125"/>
                  </a:lnTo>
                  <a:lnTo>
                    <a:pt x="3419475" y="2114550"/>
                  </a:lnTo>
                  <a:lnTo>
                    <a:pt x="3419475" y="2085975"/>
                  </a:lnTo>
                  <a:lnTo>
                    <a:pt x="3419475" y="2057400"/>
                  </a:lnTo>
                  <a:lnTo>
                    <a:pt x="3419475" y="2028825"/>
                  </a:lnTo>
                  <a:lnTo>
                    <a:pt x="3419475" y="2000250"/>
                  </a:lnTo>
                  <a:lnTo>
                    <a:pt x="3419475" y="1971675"/>
                  </a:lnTo>
                  <a:lnTo>
                    <a:pt x="3419475" y="1943100"/>
                  </a:lnTo>
                  <a:lnTo>
                    <a:pt x="3419475" y="1914525"/>
                  </a:lnTo>
                  <a:lnTo>
                    <a:pt x="3419475" y="1885950"/>
                  </a:lnTo>
                  <a:lnTo>
                    <a:pt x="3419475" y="1857375"/>
                  </a:lnTo>
                  <a:lnTo>
                    <a:pt x="3419475" y="1828800"/>
                  </a:lnTo>
                  <a:lnTo>
                    <a:pt x="3419475" y="1800225"/>
                  </a:lnTo>
                  <a:lnTo>
                    <a:pt x="3419475" y="1771650"/>
                  </a:lnTo>
                  <a:lnTo>
                    <a:pt x="3419475" y="1743075"/>
                  </a:lnTo>
                  <a:lnTo>
                    <a:pt x="3419475" y="1714500"/>
                  </a:lnTo>
                  <a:lnTo>
                    <a:pt x="3419475" y="1685925"/>
                  </a:lnTo>
                  <a:lnTo>
                    <a:pt x="3419475" y="1657350"/>
                  </a:lnTo>
                  <a:lnTo>
                    <a:pt x="3419475" y="1628775"/>
                  </a:lnTo>
                  <a:lnTo>
                    <a:pt x="3419475" y="1600200"/>
                  </a:lnTo>
                  <a:lnTo>
                    <a:pt x="3419475" y="1571625"/>
                  </a:lnTo>
                  <a:lnTo>
                    <a:pt x="3419475" y="1543050"/>
                  </a:lnTo>
                  <a:lnTo>
                    <a:pt x="3419475" y="1514475"/>
                  </a:lnTo>
                  <a:lnTo>
                    <a:pt x="3419475" y="1485900"/>
                  </a:lnTo>
                  <a:lnTo>
                    <a:pt x="3419475" y="1457325"/>
                  </a:lnTo>
                  <a:lnTo>
                    <a:pt x="3419475" y="1428750"/>
                  </a:lnTo>
                  <a:lnTo>
                    <a:pt x="3419475" y="1400175"/>
                  </a:lnTo>
                  <a:lnTo>
                    <a:pt x="3419475" y="1371600"/>
                  </a:lnTo>
                  <a:lnTo>
                    <a:pt x="3419475" y="1343025"/>
                  </a:lnTo>
                  <a:lnTo>
                    <a:pt x="3419475" y="1314450"/>
                  </a:lnTo>
                  <a:lnTo>
                    <a:pt x="3419475" y="1285875"/>
                  </a:lnTo>
                  <a:lnTo>
                    <a:pt x="3419475" y="1257300"/>
                  </a:lnTo>
                  <a:lnTo>
                    <a:pt x="3419475" y="1228725"/>
                  </a:lnTo>
                  <a:lnTo>
                    <a:pt x="3419475" y="1200150"/>
                  </a:lnTo>
                  <a:lnTo>
                    <a:pt x="3419475" y="1171575"/>
                  </a:lnTo>
                  <a:lnTo>
                    <a:pt x="3419475" y="1143000"/>
                  </a:lnTo>
                  <a:lnTo>
                    <a:pt x="3419475" y="1114425"/>
                  </a:lnTo>
                  <a:lnTo>
                    <a:pt x="3419475" y="1085850"/>
                  </a:lnTo>
                  <a:lnTo>
                    <a:pt x="3419475" y="1057275"/>
                  </a:lnTo>
                  <a:lnTo>
                    <a:pt x="3419475" y="1028700"/>
                  </a:lnTo>
                  <a:lnTo>
                    <a:pt x="3419475" y="1000125"/>
                  </a:lnTo>
                  <a:lnTo>
                    <a:pt x="3419475" y="971550"/>
                  </a:lnTo>
                  <a:lnTo>
                    <a:pt x="3419475" y="942975"/>
                  </a:lnTo>
                  <a:lnTo>
                    <a:pt x="3419475" y="914400"/>
                  </a:lnTo>
                  <a:lnTo>
                    <a:pt x="3419475" y="885825"/>
                  </a:lnTo>
                  <a:lnTo>
                    <a:pt x="3419475" y="857250"/>
                  </a:lnTo>
                  <a:lnTo>
                    <a:pt x="3419475" y="828675"/>
                  </a:lnTo>
                  <a:lnTo>
                    <a:pt x="3419475" y="800100"/>
                  </a:lnTo>
                  <a:lnTo>
                    <a:pt x="3419475" y="771525"/>
                  </a:lnTo>
                  <a:lnTo>
                    <a:pt x="3419475" y="742950"/>
                  </a:lnTo>
                  <a:lnTo>
                    <a:pt x="3419475" y="714375"/>
                  </a:lnTo>
                  <a:lnTo>
                    <a:pt x="3419475" y="685800"/>
                  </a:lnTo>
                  <a:lnTo>
                    <a:pt x="3419475" y="657225"/>
                  </a:lnTo>
                  <a:lnTo>
                    <a:pt x="3419475" y="628650"/>
                  </a:lnTo>
                  <a:lnTo>
                    <a:pt x="3419475" y="600075"/>
                  </a:lnTo>
                  <a:lnTo>
                    <a:pt x="3419475" y="571500"/>
                  </a:lnTo>
                  <a:lnTo>
                    <a:pt x="3419475" y="542925"/>
                  </a:lnTo>
                  <a:lnTo>
                    <a:pt x="3419475" y="514350"/>
                  </a:lnTo>
                  <a:lnTo>
                    <a:pt x="3419475" y="485775"/>
                  </a:lnTo>
                  <a:lnTo>
                    <a:pt x="3419475" y="457200"/>
                  </a:lnTo>
                  <a:lnTo>
                    <a:pt x="3419475" y="428625"/>
                  </a:lnTo>
                  <a:lnTo>
                    <a:pt x="3419475" y="400050"/>
                  </a:lnTo>
                  <a:lnTo>
                    <a:pt x="3419475" y="371475"/>
                  </a:lnTo>
                  <a:lnTo>
                    <a:pt x="3419475" y="342900"/>
                  </a:lnTo>
                  <a:lnTo>
                    <a:pt x="3419475" y="314325"/>
                  </a:lnTo>
                  <a:lnTo>
                    <a:pt x="3419475" y="285750"/>
                  </a:lnTo>
                  <a:lnTo>
                    <a:pt x="3419475" y="257175"/>
                  </a:lnTo>
                  <a:lnTo>
                    <a:pt x="3419475" y="228600"/>
                  </a:lnTo>
                  <a:lnTo>
                    <a:pt x="3419475" y="200025"/>
                  </a:lnTo>
                  <a:lnTo>
                    <a:pt x="3419475" y="171450"/>
                  </a:lnTo>
                  <a:lnTo>
                    <a:pt x="3362325" y="142875"/>
                  </a:lnTo>
                  <a:lnTo>
                    <a:pt x="3352800" y="114300"/>
                  </a:lnTo>
                  <a:lnTo>
                    <a:pt x="3286125" y="85725"/>
                  </a:lnTo>
                  <a:lnTo>
                    <a:pt x="3190875" y="57150"/>
                  </a:lnTo>
                  <a:lnTo>
                    <a:pt x="3095625" y="28575"/>
                  </a:lnTo>
                  <a:lnTo>
                    <a:pt x="2981325" y="0"/>
                  </a:lnTo>
                  <a:close/>
                </a:path>
              </a:pathLst>
            </a:custGeom>
            <a:solidFill>
              <a:srgbClr val="E5E5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age-5-crescent"/>
            <p:cNvSpPr/>
            <p:nvPr/>
          </p:nvSpPr>
          <p:spPr>
            <a:xfrm>
              <a:off x="26193750" y="3400425"/>
              <a:ext cx="1514475" cy="3514725"/>
            </a:xfrm>
            <a:custGeom>
              <a:avLst/>
              <a:gdLst/>
              <a:ahLst/>
              <a:cxnLst/>
              <a:rect l="l" t="t" r="r" b="b"/>
              <a:pathLst>
                <a:path w="1514475" h="3514725">
                  <a:moveTo>
                    <a:pt x="723900" y="0"/>
                  </a:moveTo>
                  <a:lnTo>
                    <a:pt x="695325" y="28575"/>
                  </a:lnTo>
                  <a:lnTo>
                    <a:pt x="676275" y="57150"/>
                  </a:lnTo>
                  <a:lnTo>
                    <a:pt x="647700" y="85725"/>
                  </a:lnTo>
                  <a:lnTo>
                    <a:pt x="619125" y="114300"/>
                  </a:lnTo>
                  <a:lnTo>
                    <a:pt x="600075" y="142875"/>
                  </a:lnTo>
                  <a:lnTo>
                    <a:pt x="571500" y="171450"/>
                  </a:lnTo>
                  <a:lnTo>
                    <a:pt x="552450" y="200025"/>
                  </a:lnTo>
                  <a:lnTo>
                    <a:pt x="533400" y="228600"/>
                  </a:lnTo>
                  <a:lnTo>
                    <a:pt x="504825" y="257175"/>
                  </a:lnTo>
                  <a:lnTo>
                    <a:pt x="485775" y="285750"/>
                  </a:lnTo>
                  <a:lnTo>
                    <a:pt x="466725" y="314325"/>
                  </a:lnTo>
                  <a:lnTo>
                    <a:pt x="447675" y="342900"/>
                  </a:lnTo>
                  <a:lnTo>
                    <a:pt x="419100" y="371475"/>
                  </a:lnTo>
                  <a:lnTo>
                    <a:pt x="400050" y="400050"/>
                  </a:lnTo>
                  <a:lnTo>
                    <a:pt x="390525" y="428625"/>
                  </a:lnTo>
                  <a:lnTo>
                    <a:pt x="371475" y="457200"/>
                  </a:lnTo>
                  <a:lnTo>
                    <a:pt x="352425" y="485775"/>
                  </a:lnTo>
                  <a:lnTo>
                    <a:pt x="333375" y="514350"/>
                  </a:lnTo>
                  <a:lnTo>
                    <a:pt x="323850" y="542925"/>
                  </a:lnTo>
                  <a:lnTo>
                    <a:pt x="304800" y="571500"/>
                  </a:lnTo>
                  <a:lnTo>
                    <a:pt x="285750" y="600075"/>
                  </a:lnTo>
                  <a:lnTo>
                    <a:pt x="276225" y="628650"/>
                  </a:lnTo>
                  <a:lnTo>
                    <a:pt x="257175" y="657225"/>
                  </a:lnTo>
                  <a:lnTo>
                    <a:pt x="247650" y="685800"/>
                  </a:lnTo>
                  <a:lnTo>
                    <a:pt x="228600" y="714375"/>
                  </a:lnTo>
                  <a:lnTo>
                    <a:pt x="219075" y="742950"/>
                  </a:lnTo>
                  <a:lnTo>
                    <a:pt x="209550" y="771525"/>
                  </a:lnTo>
                  <a:lnTo>
                    <a:pt x="190500" y="800100"/>
                  </a:lnTo>
                  <a:lnTo>
                    <a:pt x="180975" y="828675"/>
                  </a:lnTo>
                  <a:lnTo>
                    <a:pt x="171450" y="857250"/>
                  </a:lnTo>
                  <a:lnTo>
                    <a:pt x="161925" y="885825"/>
                  </a:lnTo>
                  <a:lnTo>
                    <a:pt x="152400" y="914400"/>
                  </a:lnTo>
                  <a:lnTo>
                    <a:pt x="142875" y="942975"/>
                  </a:lnTo>
                  <a:lnTo>
                    <a:pt x="133350" y="971550"/>
                  </a:lnTo>
                  <a:lnTo>
                    <a:pt x="123825" y="1000125"/>
                  </a:lnTo>
                  <a:lnTo>
                    <a:pt x="114300" y="1028700"/>
                  </a:lnTo>
                  <a:lnTo>
                    <a:pt x="104775" y="1057275"/>
                  </a:lnTo>
                  <a:lnTo>
                    <a:pt x="95250" y="1085850"/>
                  </a:lnTo>
                  <a:lnTo>
                    <a:pt x="85725" y="1114425"/>
                  </a:lnTo>
                  <a:lnTo>
                    <a:pt x="76200" y="1143000"/>
                  </a:lnTo>
                  <a:lnTo>
                    <a:pt x="76200" y="1171575"/>
                  </a:lnTo>
                  <a:lnTo>
                    <a:pt x="57150" y="1200150"/>
                  </a:lnTo>
                  <a:lnTo>
                    <a:pt x="57150" y="1228725"/>
                  </a:lnTo>
                  <a:lnTo>
                    <a:pt x="57150" y="1257300"/>
                  </a:lnTo>
                  <a:lnTo>
                    <a:pt x="47625" y="1285875"/>
                  </a:lnTo>
                  <a:lnTo>
                    <a:pt x="38100" y="1314450"/>
                  </a:lnTo>
                  <a:lnTo>
                    <a:pt x="38100" y="1343025"/>
                  </a:lnTo>
                  <a:lnTo>
                    <a:pt x="28575" y="1371600"/>
                  </a:lnTo>
                  <a:lnTo>
                    <a:pt x="28575" y="1400175"/>
                  </a:lnTo>
                  <a:lnTo>
                    <a:pt x="19050" y="1428750"/>
                  </a:lnTo>
                  <a:lnTo>
                    <a:pt x="19050" y="1457325"/>
                  </a:lnTo>
                  <a:lnTo>
                    <a:pt x="19050" y="1485900"/>
                  </a:lnTo>
                  <a:lnTo>
                    <a:pt x="19050" y="1514475"/>
                  </a:lnTo>
                  <a:lnTo>
                    <a:pt x="9525" y="1543050"/>
                  </a:lnTo>
                  <a:lnTo>
                    <a:pt x="9525" y="1571625"/>
                  </a:lnTo>
                  <a:lnTo>
                    <a:pt x="9525" y="1600200"/>
                  </a:lnTo>
                  <a:lnTo>
                    <a:pt x="0" y="1628775"/>
                  </a:lnTo>
                  <a:lnTo>
                    <a:pt x="0" y="1657350"/>
                  </a:lnTo>
                  <a:lnTo>
                    <a:pt x="0" y="1685925"/>
                  </a:lnTo>
                  <a:lnTo>
                    <a:pt x="0" y="1714500"/>
                  </a:lnTo>
                  <a:lnTo>
                    <a:pt x="0" y="1743075"/>
                  </a:lnTo>
                  <a:lnTo>
                    <a:pt x="0" y="1771650"/>
                  </a:lnTo>
                  <a:lnTo>
                    <a:pt x="0" y="1800225"/>
                  </a:lnTo>
                  <a:lnTo>
                    <a:pt x="0" y="1828800"/>
                  </a:lnTo>
                  <a:lnTo>
                    <a:pt x="0" y="1857375"/>
                  </a:lnTo>
                  <a:lnTo>
                    <a:pt x="9525" y="1885950"/>
                  </a:lnTo>
                  <a:lnTo>
                    <a:pt x="9525" y="1914525"/>
                  </a:lnTo>
                  <a:lnTo>
                    <a:pt x="9525" y="1943100"/>
                  </a:lnTo>
                  <a:lnTo>
                    <a:pt x="9525" y="1971675"/>
                  </a:lnTo>
                  <a:lnTo>
                    <a:pt x="19050" y="2000250"/>
                  </a:lnTo>
                  <a:lnTo>
                    <a:pt x="19050" y="2028825"/>
                  </a:lnTo>
                  <a:lnTo>
                    <a:pt x="19050" y="2057400"/>
                  </a:lnTo>
                  <a:lnTo>
                    <a:pt x="28575" y="2085975"/>
                  </a:lnTo>
                  <a:lnTo>
                    <a:pt x="28575" y="2114550"/>
                  </a:lnTo>
                  <a:lnTo>
                    <a:pt x="38100" y="2143125"/>
                  </a:lnTo>
                  <a:lnTo>
                    <a:pt x="38100" y="2171700"/>
                  </a:lnTo>
                  <a:lnTo>
                    <a:pt x="47625" y="2200275"/>
                  </a:lnTo>
                  <a:lnTo>
                    <a:pt x="47625" y="2228850"/>
                  </a:lnTo>
                  <a:lnTo>
                    <a:pt x="57150" y="2257425"/>
                  </a:lnTo>
                  <a:lnTo>
                    <a:pt x="57150" y="2286000"/>
                  </a:lnTo>
                  <a:lnTo>
                    <a:pt x="66675" y="2314575"/>
                  </a:lnTo>
                  <a:lnTo>
                    <a:pt x="76200" y="2343150"/>
                  </a:lnTo>
                  <a:lnTo>
                    <a:pt x="76200" y="2371725"/>
                  </a:lnTo>
                  <a:lnTo>
                    <a:pt x="85725" y="2400300"/>
                  </a:lnTo>
                  <a:lnTo>
                    <a:pt x="95250" y="2428875"/>
                  </a:lnTo>
                  <a:lnTo>
                    <a:pt x="104775" y="2457450"/>
                  </a:lnTo>
                  <a:lnTo>
                    <a:pt x="114300" y="2486025"/>
                  </a:lnTo>
                  <a:lnTo>
                    <a:pt x="123825" y="2514600"/>
                  </a:lnTo>
                  <a:lnTo>
                    <a:pt x="133350" y="2543175"/>
                  </a:lnTo>
                  <a:lnTo>
                    <a:pt x="142875" y="2571750"/>
                  </a:lnTo>
                  <a:lnTo>
                    <a:pt x="152400" y="2600325"/>
                  </a:lnTo>
                  <a:lnTo>
                    <a:pt x="152400" y="2628900"/>
                  </a:lnTo>
                  <a:lnTo>
                    <a:pt x="171450" y="2657475"/>
                  </a:lnTo>
                  <a:lnTo>
                    <a:pt x="180975" y="2686050"/>
                  </a:lnTo>
                  <a:lnTo>
                    <a:pt x="190500" y="2714625"/>
                  </a:lnTo>
                  <a:lnTo>
                    <a:pt x="209550" y="2743200"/>
                  </a:lnTo>
                  <a:lnTo>
                    <a:pt x="219075" y="2771775"/>
                  </a:lnTo>
                  <a:lnTo>
                    <a:pt x="238125" y="2800350"/>
                  </a:lnTo>
                  <a:lnTo>
                    <a:pt x="247650" y="2828925"/>
                  </a:lnTo>
                  <a:lnTo>
                    <a:pt x="257175" y="2857500"/>
                  </a:lnTo>
                  <a:lnTo>
                    <a:pt x="276225" y="2886075"/>
                  </a:lnTo>
                  <a:lnTo>
                    <a:pt x="295275" y="2914650"/>
                  </a:lnTo>
                  <a:lnTo>
                    <a:pt x="304800" y="2943225"/>
                  </a:lnTo>
                  <a:lnTo>
                    <a:pt x="323850" y="2971800"/>
                  </a:lnTo>
                  <a:lnTo>
                    <a:pt x="333375" y="3000375"/>
                  </a:lnTo>
                  <a:lnTo>
                    <a:pt x="352425" y="3028950"/>
                  </a:lnTo>
                  <a:lnTo>
                    <a:pt x="371475" y="3057525"/>
                  </a:lnTo>
                  <a:lnTo>
                    <a:pt x="390525" y="3086100"/>
                  </a:lnTo>
                  <a:lnTo>
                    <a:pt x="409575" y="3114675"/>
                  </a:lnTo>
                  <a:lnTo>
                    <a:pt x="428625" y="3143250"/>
                  </a:lnTo>
                  <a:lnTo>
                    <a:pt x="447675" y="3171825"/>
                  </a:lnTo>
                  <a:lnTo>
                    <a:pt x="466725" y="3200400"/>
                  </a:lnTo>
                  <a:lnTo>
                    <a:pt x="485775" y="3228975"/>
                  </a:lnTo>
                  <a:lnTo>
                    <a:pt x="504825" y="3257550"/>
                  </a:lnTo>
                  <a:lnTo>
                    <a:pt x="523875" y="3286125"/>
                  </a:lnTo>
                  <a:lnTo>
                    <a:pt x="552450" y="3314700"/>
                  </a:lnTo>
                  <a:lnTo>
                    <a:pt x="571500" y="3343275"/>
                  </a:lnTo>
                  <a:lnTo>
                    <a:pt x="600075" y="3371850"/>
                  </a:lnTo>
                  <a:lnTo>
                    <a:pt x="628650" y="3400425"/>
                  </a:lnTo>
                  <a:lnTo>
                    <a:pt x="647700" y="3429000"/>
                  </a:lnTo>
                  <a:lnTo>
                    <a:pt x="676275" y="3457575"/>
                  </a:lnTo>
                  <a:lnTo>
                    <a:pt x="704850" y="3486150"/>
                  </a:lnTo>
                  <a:lnTo>
                    <a:pt x="733425" y="3514725"/>
                  </a:lnTo>
                  <a:lnTo>
                    <a:pt x="1514475" y="3514725"/>
                  </a:lnTo>
                  <a:lnTo>
                    <a:pt x="1514475" y="3486150"/>
                  </a:lnTo>
                  <a:lnTo>
                    <a:pt x="1514475" y="3457575"/>
                  </a:lnTo>
                  <a:lnTo>
                    <a:pt x="1514475" y="3429000"/>
                  </a:lnTo>
                  <a:lnTo>
                    <a:pt x="1514475" y="3400425"/>
                  </a:lnTo>
                  <a:lnTo>
                    <a:pt x="1514475" y="3371850"/>
                  </a:lnTo>
                  <a:lnTo>
                    <a:pt x="1514475" y="3343275"/>
                  </a:lnTo>
                  <a:lnTo>
                    <a:pt x="1514475" y="3314700"/>
                  </a:lnTo>
                  <a:lnTo>
                    <a:pt x="1514475" y="3286125"/>
                  </a:lnTo>
                  <a:lnTo>
                    <a:pt x="1514475" y="3257550"/>
                  </a:lnTo>
                  <a:lnTo>
                    <a:pt x="1514475" y="3228975"/>
                  </a:lnTo>
                  <a:lnTo>
                    <a:pt x="1514475" y="3200400"/>
                  </a:lnTo>
                  <a:lnTo>
                    <a:pt x="1514475" y="3171825"/>
                  </a:lnTo>
                  <a:lnTo>
                    <a:pt x="1514475" y="3143250"/>
                  </a:lnTo>
                  <a:lnTo>
                    <a:pt x="1514475" y="3114675"/>
                  </a:lnTo>
                  <a:lnTo>
                    <a:pt x="1514475" y="3086100"/>
                  </a:lnTo>
                  <a:lnTo>
                    <a:pt x="1514475" y="3057525"/>
                  </a:lnTo>
                  <a:lnTo>
                    <a:pt x="1514475" y="3028950"/>
                  </a:lnTo>
                  <a:lnTo>
                    <a:pt x="1514475" y="3000375"/>
                  </a:lnTo>
                  <a:lnTo>
                    <a:pt x="1514475" y="2971800"/>
                  </a:lnTo>
                  <a:lnTo>
                    <a:pt x="1514475" y="2943225"/>
                  </a:lnTo>
                  <a:lnTo>
                    <a:pt x="1514475" y="2914650"/>
                  </a:lnTo>
                  <a:lnTo>
                    <a:pt x="1514475" y="2886075"/>
                  </a:lnTo>
                  <a:lnTo>
                    <a:pt x="1514475" y="2857500"/>
                  </a:lnTo>
                  <a:lnTo>
                    <a:pt x="1514475" y="2828925"/>
                  </a:lnTo>
                  <a:lnTo>
                    <a:pt x="1514475" y="2800350"/>
                  </a:lnTo>
                  <a:lnTo>
                    <a:pt x="1514475" y="2771775"/>
                  </a:lnTo>
                  <a:lnTo>
                    <a:pt x="1514475" y="2743200"/>
                  </a:lnTo>
                  <a:lnTo>
                    <a:pt x="1514475" y="2714625"/>
                  </a:lnTo>
                  <a:lnTo>
                    <a:pt x="1514475" y="2686050"/>
                  </a:lnTo>
                  <a:lnTo>
                    <a:pt x="1514475" y="2657475"/>
                  </a:lnTo>
                  <a:lnTo>
                    <a:pt x="1514475" y="2628900"/>
                  </a:lnTo>
                  <a:lnTo>
                    <a:pt x="1514475" y="2600325"/>
                  </a:lnTo>
                  <a:lnTo>
                    <a:pt x="1514475" y="2571750"/>
                  </a:lnTo>
                  <a:lnTo>
                    <a:pt x="1514475" y="2543175"/>
                  </a:lnTo>
                  <a:lnTo>
                    <a:pt x="1514475" y="2514600"/>
                  </a:lnTo>
                  <a:lnTo>
                    <a:pt x="1514475" y="2486025"/>
                  </a:lnTo>
                  <a:lnTo>
                    <a:pt x="1514475" y="2457450"/>
                  </a:lnTo>
                  <a:lnTo>
                    <a:pt x="1514475" y="2428875"/>
                  </a:lnTo>
                  <a:lnTo>
                    <a:pt x="1514475" y="2400300"/>
                  </a:lnTo>
                  <a:lnTo>
                    <a:pt x="1514475" y="2371725"/>
                  </a:lnTo>
                  <a:lnTo>
                    <a:pt x="1514475" y="2343150"/>
                  </a:lnTo>
                  <a:lnTo>
                    <a:pt x="1514475" y="2314575"/>
                  </a:lnTo>
                  <a:lnTo>
                    <a:pt x="1514475" y="2286000"/>
                  </a:lnTo>
                  <a:lnTo>
                    <a:pt x="1514475" y="2257425"/>
                  </a:lnTo>
                  <a:lnTo>
                    <a:pt x="1514475" y="2228850"/>
                  </a:lnTo>
                  <a:lnTo>
                    <a:pt x="1514475" y="2200275"/>
                  </a:lnTo>
                  <a:lnTo>
                    <a:pt x="1514475" y="2171700"/>
                  </a:lnTo>
                  <a:lnTo>
                    <a:pt x="1514475" y="2143125"/>
                  </a:lnTo>
                  <a:lnTo>
                    <a:pt x="1514475" y="2114550"/>
                  </a:lnTo>
                  <a:lnTo>
                    <a:pt x="1514475" y="2085975"/>
                  </a:lnTo>
                  <a:lnTo>
                    <a:pt x="1514475" y="2057400"/>
                  </a:lnTo>
                  <a:lnTo>
                    <a:pt x="1514475" y="2028825"/>
                  </a:lnTo>
                  <a:lnTo>
                    <a:pt x="1514475" y="2000250"/>
                  </a:lnTo>
                  <a:lnTo>
                    <a:pt x="1514475" y="1971675"/>
                  </a:lnTo>
                  <a:lnTo>
                    <a:pt x="1514475" y="1943100"/>
                  </a:lnTo>
                  <a:lnTo>
                    <a:pt x="1514475" y="1914525"/>
                  </a:lnTo>
                  <a:lnTo>
                    <a:pt x="1514475" y="1885950"/>
                  </a:lnTo>
                  <a:lnTo>
                    <a:pt x="1514475" y="1857375"/>
                  </a:lnTo>
                  <a:lnTo>
                    <a:pt x="1514475" y="1828800"/>
                  </a:lnTo>
                  <a:lnTo>
                    <a:pt x="1514475" y="1800225"/>
                  </a:lnTo>
                  <a:lnTo>
                    <a:pt x="1514475" y="1771650"/>
                  </a:lnTo>
                  <a:lnTo>
                    <a:pt x="1514475" y="1743075"/>
                  </a:lnTo>
                  <a:lnTo>
                    <a:pt x="1514475" y="1714500"/>
                  </a:lnTo>
                  <a:lnTo>
                    <a:pt x="1514475" y="1685925"/>
                  </a:lnTo>
                  <a:lnTo>
                    <a:pt x="1514475" y="1657350"/>
                  </a:lnTo>
                  <a:lnTo>
                    <a:pt x="1514475" y="1628775"/>
                  </a:lnTo>
                  <a:lnTo>
                    <a:pt x="1514475" y="1600200"/>
                  </a:lnTo>
                  <a:lnTo>
                    <a:pt x="1514475" y="1571625"/>
                  </a:lnTo>
                  <a:lnTo>
                    <a:pt x="1514475" y="1543050"/>
                  </a:lnTo>
                  <a:lnTo>
                    <a:pt x="1514475" y="1514475"/>
                  </a:lnTo>
                  <a:lnTo>
                    <a:pt x="1514475" y="1485900"/>
                  </a:lnTo>
                  <a:lnTo>
                    <a:pt x="1514475" y="1457325"/>
                  </a:lnTo>
                  <a:lnTo>
                    <a:pt x="1514475" y="1428750"/>
                  </a:lnTo>
                  <a:lnTo>
                    <a:pt x="1514475" y="1400175"/>
                  </a:lnTo>
                  <a:lnTo>
                    <a:pt x="1514475" y="1371600"/>
                  </a:lnTo>
                  <a:lnTo>
                    <a:pt x="1514475" y="1343025"/>
                  </a:lnTo>
                  <a:lnTo>
                    <a:pt x="1514475" y="1314450"/>
                  </a:lnTo>
                  <a:lnTo>
                    <a:pt x="1514475" y="1285875"/>
                  </a:lnTo>
                  <a:lnTo>
                    <a:pt x="1514475" y="1257300"/>
                  </a:lnTo>
                  <a:lnTo>
                    <a:pt x="1514475" y="1228725"/>
                  </a:lnTo>
                  <a:lnTo>
                    <a:pt x="1514475" y="1200150"/>
                  </a:lnTo>
                  <a:lnTo>
                    <a:pt x="1514475" y="1171575"/>
                  </a:lnTo>
                  <a:lnTo>
                    <a:pt x="1514475" y="1143000"/>
                  </a:lnTo>
                  <a:lnTo>
                    <a:pt x="1514475" y="1114425"/>
                  </a:lnTo>
                  <a:lnTo>
                    <a:pt x="1514475" y="1085850"/>
                  </a:lnTo>
                  <a:lnTo>
                    <a:pt x="1514475" y="1057275"/>
                  </a:lnTo>
                  <a:lnTo>
                    <a:pt x="1514475" y="1028700"/>
                  </a:lnTo>
                  <a:lnTo>
                    <a:pt x="1514475" y="1000125"/>
                  </a:lnTo>
                  <a:lnTo>
                    <a:pt x="1514475" y="971550"/>
                  </a:lnTo>
                  <a:lnTo>
                    <a:pt x="1514475" y="942975"/>
                  </a:lnTo>
                  <a:lnTo>
                    <a:pt x="1514475" y="914400"/>
                  </a:lnTo>
                  <a:lnTo>
                    <a:pt x="1514475" y="885825"/>
                  </a:lnTo>
                  <a:lnTo>
                    <a:pt x="1514475" y="857250"/>
                  </a:lnTo>
                  <a:lnTo>
                    <a:pt x="1514475" y="828675"/>
                  </a:lnTo>
                  <a:lnTo>
                    <a:pt x="1514475" y="800100"/>
                  </a:lnTo>
                  <a:lnTo>
                    <a:pt x="1514475" y="771525"/>
                  </a:lnTo>
                  <a:lnTo>
                    <a:pt x="1514475" y="742950"/>
                  </a:lnTo>
                  <a:lnTo>
                    <a:pt x="1514475" y="714375"/>
                  </a:lnTo>
                  <a:lnTo>
                    <a:pt x="1514475" y="685800"/>
                  </a:lnTo>
                  <a:lnTo>
                    <a:pt x="1514475" y="657225"/>
                  </a:lnTo>
                  <a:lnTo>
                    <a:pt x="1514475" y="628650"/>
                  </a:lnTo>
                  <a:lnTo>
                    <a:pt x="1514475" y="600075"/>
                  </a:lnTo>
                  <a:lnTo>
                    <a:pt x="1514475" y="571500"/>
                  </a:lnTo>
                  <a:lnTo>
                    <a:pt x="1514475" y="542925"/>
                  </a:lnTo>
                  <a:lnTo>
                    <a:pt x="1514475" y="514350"/>
                  </a:lnTo>
                  <a:lnTo>
                    <a:pt x="1514475" y="485775"/>
                  </a:lnTo>
                  <a:lnTo>
                    <a:pt x="1514475" y="457200"/>
                  </a:lnTo>
                  <a:lnTo>
                    <a:pt x="1514475" y="428625"/>
                  </a:lnTo>
                  <a:lnTo>
                    <a:pt x="1514475" y="400050"/>
                  </a:lnTo>
                  <a:lnTo>
                    <a:pt x="1514475" y="371475"/>
                  </a:lnTo>
                  <a:lnTo>
                    <a:pt x="1514475" y="342900"/>
                  </a:lnTo>
                  <a:lnTo>
                    <a:pt x="1514475" y="314325"/>
                  </a:lnTo>
                  <a:lnTo>
                    <a:pt x="1514475" y="285750"/>
                  </a:lnTo>
                  <a:lnTo>
                    <a:pt x="1514475" y="257175"/>
                  </a:lnTo>
                  <a:lnTo>
                    <a:pt x="1514475" y="228600"/>
                  </a:lnTo>
                  <a:lnTo>
                    <a:pt x="1514475" y="200025"/>
                  </a:lnTo>
                  <a:lnTo>
                    <a:pt x="1514475" y="171450"/>
                  </a:lnTo>
                  <a:lnTo>
                    <a:pt x="1514475" y="142875"/>
                  </a:lnTo>
                  <a:lnTo>
                    <a:pt x="1514475" y="114300"/>
                  </a:lnTo>
                  <a:lnTo>
                    <a:pt x="1514475" y="85725"/>
                  </a:lnTo>
                  <a:lnTo>
                    <a:pt x="1514475" y="57150"/>
                  </a:lnTo>
                  <a:lnTo>
                    <a:pt x="1514475" y="28575"/>
                  </a:lnTo>
                  <a:lnTo>
                    <a:pt x="1514475" y="0"/>
                  </a:lnTo>
                  <a:close/>
                </a:path>
              </a:pathLst>
            </a:custGeom>
            <a:solidFill>
              <a:srgbClr val="EC04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stage-1-badge"/>
          <p:cNvSpPr/>
          <p:nvPr/>
        </p:nvSpPr>
        <p:spPr>
          <a:xfrm>
            <a:off x="9191625" y="859155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tage-1-glyph"/>
          <p:cNvSpPr/>
          <p:nvPr/>
        </p:nvSpPr>
        <p:spPr>
          <a:xfrm>
            <a:off x="9553575" y="8839200"/>
            <a:ext cx="304800" cy="419100"/>
          </a:xfrm>
          <a:custGeom>
            <a:avLst/>
            <a:gdLst/>
            <a:ahLst/>
            <a:cxnLst/>
            <a:rect l="l" t="t" r="r" b="b"/>
            <a:pathLst>
              <a:path w="304800" h="419100">
                <a:moveTo>
                  <a:pt x="0" y="0"/>
                </a:moveTo>
                <a:lnTo>
                  <a:pt x="304800" y="209550"/>
                </a:lnTo>
                <a:lnTo>
                  <a:pt x="0" y="419100"/>
                </a:lnTo>
                <a:close/>
              </a:path>
            </a:pathLst>
          </a:custGeom>
          <a:solidFill>
            <a:srgbClr val="408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age-2-doc"/>
          <p:cNvSpPr/>
          <p:nvPr/>
        </p:nvSpPr>
        <p:spPr>
          <a:xfrm>
            <a:off x="13525500" y="7677150"/>
            <a:ext cx="742950" cy="90487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tage-2-line0"/>
          <p:cNvSpPr/>
          <p:nvPr/>
        </p:nvSpPr>
        <p:spPr>
          <a:xfrm>
            <a:off x="13658850" y="7886700"/>
            <a:ext cx="476250" cy="66675"/>
          </a:xfrm>
          <a:prstGeom prst="rect">
            <a:avLst/>
          </a:prstGeom>
          <a:solidFill>
            <a:srgbClr val="FBC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ge-2-line1"/>
          <p:cNvSpPr/>
          <p:nvPr/>
        </p:nvSpPr>
        <p:spPr>
          <a:xfrm>
            <a:off x="13658850" y="8105775"/>
            <a:ext cx="476250" cy="66675"/>
          </a:xfrm>
          <a:prstGeom prst="rect">
            <a:avLst/>
          </a:prstGeom>
          <a:solidFill>
            <a:srgbClr val="FBC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tage-2-line2"/>
          <p:cNvSpPr/>
          <p:nvPr/>
        </p:nvSpPr>
        <p:spPr>
          <a:xfrm>
            <a:off x="13658850" y="8324850"/>
            <a:ext cx="361950" cy="66675"/>
          </a:xfrm>
          <a:prstGeom prst="rect">
            <a:avLst/>
          </a:prstGeom>
          <a:solidFill>
            <a:srgbClr val="FBC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tage-2-pen"/>
          <p:cNvSpPr/>
          <p:nvPr/>
        </p:nvSpPr>
        <p:spPr>
          <a:xfrm>
            <a:off x="14011275" y="8229600"/>
            <a:ext cx="333375" cy="400050"/>
          </a:xfrm>
          <a:custGeom>
            <a:avLst/>
            <a:gdLst/>
            <a:ahLst/>
            <a:cxnLst/>
            <a:rect l="l" t="t" r="r" b="b"/>
            <a:pathLst>
              <a:path w="333375" h="400050">
                <a:moveTo>
                  <a:pt x="0" y="333375"/>
                </a:moveTo>
                <a:lnTo>
                  <a:pt x="114300" y="0"/>
                </a:lnTo>
                <a:lnTo>
                  <a:pt x="333375" y="76200"/>
                </a:lnTo>
                <a:lnTo>
                  <a:pt x="219075" y="4000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age-3-board"/>
          <p:cNvSpPr/>
          <p:nvPr/>
        </p:nvSpPr>
        <p:spPr>
          <a:xfrm>
            <a:off x="17878425" y="6667500"/>
            <a:ext cx="819150" cy="83820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age-3-clip"/>
          <p:cNvSpPr/>
          <p:nvPr/>
        </p:nvSpPr>
        <p:spPr>
          <a:xfrm>
            <a:off x="18116550" y="6553200"/>
            <a:ext cx="342900" cy="1524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tage-3-check"/>
          <p:cNvSpPr/>
          <p:nvPr/>
        </p:nvSpPr>
        <p:spPr>
          <a:xfrm>
            <a:off x="18040350" y="6877050"/>
            <a:ext cx="419100" cy="361950"/>
          </a:xfrm>
          <a:custGeom>
            <a:avLst/>
            <a:gdLst/>
            <a:ahLst/>
            <a:cxnLst/>
            <a:rect l="l" t="t" r="r" b="b"/>
            <a:pathLst>
              <a:path w="419100" h="361950">
                <a:moveTo>
                  <a:pt x="0" y="209550"/>
                </a:moveTo>
                <a:lnTo>
                  <a:pt x="133350" y="361950"/>
                </a:lnTo>
                <a:lnTo>
                  <a:pt x="419100" y="0"/>
                </a:lnTo>
              </a:path>
            </a:pathLst>
          </a:custGeom>
          <a:noFill/>
          <a:ln w="76200">
            <a:solidFill>
              <a:srgbClr val="34A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tage-3-l1"/>
          <p:cNvSpPr/>
          <p:nvPr/>
        </p:nvSpPr>
        <p:spPr>
          <a:xfrm>
            <a:off x="18040350" y="7391400"/>
            <a:ext cx="495300" cy="66675"/>
          </a:xfrm>
          <a:prstGeom prst="rect">
            <a:avLst/>
          </a:prstGeom>
          <a:solidFill>
            <a:srgbClr val="34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tage-4-screen"/>
          <p:cNvSpPr/>
          <p:nvPr/>
        </p:nvSpPr>
        <p:spPr>
          <a:xfrm>
            <a:off x="22164675" y="5848350"/>
            <a:ext cx="895350" cy="55245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tage-4-stand"/>
          <p:cNvSpPr/>
          <p:nvPr/>
        </p:nvSpPr>
        <p:spPr>
          <a:xfrm>
            <a:off x="22479000" y="6419850"/>
            <a:ext cx="266700" cy="95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tage-4-line"/>
          <p:cNvSpPr/>
          <p:nvPr/>
        </p:nvSpPr>
        <p:spPr>
          <a:xfrm>
            <a:off x="22278975" y="5962650"/>
            <a:ext cx="657225" cy="285750"/>
          </a:xfrm>
          <a:custGeom>
            <a:avLst/>
            <a:gdLst/>
            <a:ahLst/>
            <a:cxnLst/>
            <a:rect l="l" t="t" r="r" b="b"/>
            <a:pathLst>
              <a:path w="657225" h="285750">
                <a:moveTo>
                  <a:pt x="0" y="285750"/>
                </a:moveTo>
                <a:lnTo>
                  <a:pt x="161925" y="114300"/>
                </a:lnTo>
                <a:lnTo>
                  <a:pt x="314325" y="209550"/>
                </a:lnTo>
                <a:lnTo>
                  <a:pt x="485775" y="0"/>
                </a:lnTo>
                <a:lnTo>
                  <a:pt x="657225" y="76200"/>
                </a:lnTo>
              </a:path>
            </a:pathLst>
          </a:custGeom>
          <a:noFill/>
          <a:ln w="57150">
            <a:solidFill>
              <a:srgbClr val="444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tage-5-doc"/>
          <p:cNvSpPr/>
          <p:nvPr/>
        </p:nvSpPr>
        <p:spPr>
          <a:xfrm>
            <a:off x="26489025" y="4714875"/>
            <a:ext cx="7429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tage-5-line0"/>
          <p:cNvSpPr/>
          <p:nvPr/>
        </p:nvSpPr>
        <p:spPr>
          <a:xfrm>
            <a:off x="26622375" y="4876800"/>
            <a:ext cx="438150" cy="57150"/>
          </a:xfrm>
          <a:prstGeom prst="rect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tage-5-line1"/>
          <p:cNvSpPr/>
          <p:nvPr/>
        </p:nvSpPr>
        <p:spPr>
          <a:xfrm>
            <a:off x="26622375" y="5048250"/>
            <a:ext cx="438150" cy="57150"/>
          </a:xfrm>
          <a:prstGeom prst="rect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tage-5-line2"/>
          <p:cNvSpPr/>
          <p:nvPr/>
        </p:nvSpPr>
        <p:spPr>
          <a:xfrm>
            <a:off x="26622375" y="5219700"/>
            <a:ext cx="323850" cy="57150"/>
          </a:xfrm>
          <a:prstGeom prst="rect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tage-5-badge"/>
          <p:cNvSpPr/>
          <p:nvPr/>
        </p:nvSpPr>
        <p:spPr>
          <a:xfrm>
            <a:off x="26850975" y="5133975"/>
            <a:ext cx="361950" cy="3619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tage-5-check"/>
          <p:cNvSpPr/>
          <p:nvPr/>
        </p:nvSpPr>
        <p:spPr>
          <a:xfrm>
            <a:off x="26946225" y="5238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76200"/>
                </a:moveTo>
                <a:lnTo>
                  <a:pt x="57150" y="152400"/>
                </a:lnTo>
                <a:lnTo>
                  <a:pt x="171450" y="0"/>
                </a:lnTo>
              </a:path>
            </a:pathLst>
          </a:custGeom>
          <a:noFill/>
          <a:ln w="38100">
            <a:solidFill>
              <a:srgbClr val="EC04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1label"/>
          <p:cNvSpPr txBox="1"/>
          <p:nvPr/>
        </p:nvSpPr>
        <p:spPr>
          <a:xfrm>
            <a:off x="7286625" y="8648700"/>
            <a:ext cx="1400175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67" name="c2label"/>
          <p:cNvSpPr txBox="1"/>
          <p:nvPr/>
        </p:nvSpPr>
        <p:spPr>
          <a:xfrm>
            <a:off x="11715750" y="7715250"/>
            <a:ext cx="1400175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68" name="c3label"/>
          <p:cNvSpPr txBox="1"/>
          <p:nvPr/>
        </p:nvSpPr>
        <p:spPr>
          <a:xfrm>
            <a:off x="16106775" y="6743700"/>
            <a:ext cx="1400175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69" name="c4label"/>
          <p:cNvSpPr txBox="1"/>
          <p:nvPr/>
        </p:nvSpPr>
        <p:spPr>
          <a:xfrm>
            <a:off x="20393025" y="5781675"/>
            <a:ext cx="1400175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监控</a:t>
            </a:r>
          </a:p>
        </p:txBody>
      </p:sp>
      <p:sp>
        <p:nvSpPr>
          <p:cNvPr id="70" name="c5label"/>
          <p:cNvSpPr txBox="1"/>
          <p:nvPr/>
        </p:nvSpPr>
        <p:spPr>
          <a:xfrm>
            <a:off x="24679275" y="4752975"/>
            <a:ext cx="1400175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71" name="flow-arrow-1"/>
          <p:cNvSpPr/>
          <p:nvPr/>
        </p:nvSpPr>
        <p:spPr>
          <a:xfrm>
            <a:off x="6934200" y="11963400"/>
            <a:ext cx="514350" cy="876300"/>
          </a:xfrm>
          <a:prstGeom prst="rightArrow">
            <a:avLst/>
          </a:prstGeom>
          <a:solidFill>
            <a:srgbClr val="408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low-arrow-2"/>
          <p:cNvSpPr/>
          <p:nvPr/>
        </p:nvSpPr>
        <p:spPr>
          <a:xfrm>
            <a:off x="11277600" y="11963400"/>
            <a:ext cx="514350" cy="876300"/>
          </a:xfrm>
          <a:prstGeom prst="rightArrow">
            <a:avLst/>
          </a:prstGeom>
          <a:solidFill>
            <a:srgbClr val="FBC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low-arrow-3"/>
          <p:cNvSpPr/>
          <p:nvPr/>
        </p:nvSpPr>
        <p:spPr>
          <a:xfrm>
            <a:off x="15621000" y="11963400"/>
            <a:ext cx="514350" cy="876300"/>
          </a:xfrm>
          <a:prstGeom prst="rightArrow">
            <a:avLst/>
          </a:prstGeom>
          <a:solidFill>
            <a:srgbClr val="34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low-arrow-4"/>
          <p:cNvSpPr/>
          <p:nvPr/>
        </p:nvSpPr>
        <p:spPr>
          <a:xfrm>
            <a:off x="19964400" y="11963400"/>
            <a:ext cx="514350" cy="876300"/>
          </a:xfrm>
          <a:prstGeom prst="rightArrow">
            <a:avLst/>
          </a:prstGeom>
          <a:solidFill>
            <a:srgbClr val="444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low-arrow-5"/>
          <p:cNvSpPr/>
          <p:nvPr/>
        </p:nvSpPr>
        <p:spPr>
          <a:xfrm>
            <a:off x="24307800" y="11963400"/>
            <a:ext cx="514350" cy="876300"/>
          </a:xfrm>
          <a:prstGeom prst="rightArrow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ail"/>
          <p:cNvSpPr/>
          <p:nvPr/>
        </p:nvSpPr>
        <p:spPr>
          <a:xfrm>
            <a:off x="6953250" y="13582650"/>
            <a:ext cx="22431375" cy="1104900"/>
          </a:xfrm>
          <a:prstGeom prst="roundRect">
            <a:avLst>
              <a:gd name="adj" fmla="val 50000"/>
            </a:avLst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ail-slot"/>
          <p:cNvSpPr/>
          <p:nvPr/>
        </p:nvSpPr>
        <p:spPr>
          <a:xfrm>
            <a:off x="7486650" y="13887450"/>
            <a:ext cx="21374100" cy="495300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ode-1-ring"/>
          <p:cNvSpPr/>
          <p:nvPr/>
        </p:nvSpPr>
        <p:spPr>
          <a:xfrm>
            <a:off x="8382000" y="13125450"/>
            <a:ext cx="1962150" cy="1962150"/>
          </a:xfrm>
          <a:prstGeom prst="ellipse">
            <a:avLst/>
          </a:prstGeom>
          <a:solidFill>
            <a:srgbClr val="E5E5E3"/>
          </a:solidFill>
          <a:ln w="28575">
            <a:solidFill>
              <a:srgbClr val="B2B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ode-1-disc"/>
          <p:cNvSpPr/>
          <p:nvPr/>
        </p:nvSpPr>
        <p:spPr>
          <a:xfrm>
            <a:off x="8724900" y="13468350"/>
            <a:ext cx="1276350" cy="1276350"/>
          </a:xfrm>
          <a:prstGeom prst="ellipse">
            <a:avLst/>
          </a:prstGeom>
          <a:solidFill>
            <a:srgbClr val="408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ode-1-num"/>
          <p:cNvSpPr txBox="1"/>
          <p:nvPr/>
        </p:nvSpPr>
        <p:spPr>
          <a:xfrm>
            <a:off x="9058275" y="13554075"/>
            <a:ext cx="923925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1" name="node-2-ring"/>
          <p:cNvSpPr/>
          <p:nvPr/>
        </p:nvSpPr>
        <p:spPr>
          <a:xfrm>
            <a:off x="12725400" y="13125450"/>
            <a:ext cx="1962150" cy="1962150"/>
          </a:xfrm>
          <a:prstGeom prst="ellipse">
            <a:avLst/>
          </a:prstGeom>
          <a:solidFill>
            <a:srgbClr val="E5E5E3"/>
          </a:solidFill>
          <a:ln w="28575">
            <a:solidFill>
              <a:srgbClr val="B2B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node-2-disc"/>
          <p:cNvSpPr/>
          <p:nvPr/>
        </p:nvSpPr>
        <p:spPr>
          <a:xfrm>
            <a:off x="13068300" y="13468350"/>
            <a:ext cx="1276350" cy="1276350"/>
          </a:xfrm>
          <a:prstGeom prst="ellipse">
            <a:avLst/>
          </a:prstGeom>
          <a:solidFill>
            <a:srgbClr val="FBC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ode-2-num"/>
          <p:cNvSpPr txBox="1"/>
          <p:nvPr/>
        </p:nvSpPr>
        <p:spPr>
          <a:xfrm>
            <a:off x="13401675" y="13554075"/>
            <a:ext cx="923925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4" name="node-3-ring"/>
          <p:cNvSpPr/>
          <p:nvPr/>
        </p:nvSpPr>
        <p:spPr>
          <a:xfrm>
            <a:off x="17068800" y="13125450"/>
            <a:ext cx="1962150" cy="1962150"/>
          </a:xfrm>
          <a:prstGeom prst="ellipse">
            <a:avLst/>
          </a:prstGeom>
          <a:solidFill>
            <a:srgbClr val="E5E5E3"/>
          </a:solidFill>
          <a:ln w="28575">
            <a:solidFill>
              <a:srgbClr val="B2B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node-3-disc"/>
          <p:cNvSpPr/>
          <p:nvPr/>
        </p:nvSpPr>
        <p:spPr>
          <a:xfrm>
            <a:off x="17411700" y="13468350"/>
            <a:ext cx="1276350" cy="1276350"/>
          </a:xfrm>
          <a:prstGeom prst="ellipse">
            <a:avLst/>
          </a:prstGeom>
          <a:solidFill>
            <a:srgbClr val="34A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ode-3-num"/>
          <p:cNvSpPr txBox="1"/>
          <p:nvPr/>
        </p:nvSpPr>
        <p:spPr>
          <a:xfrm>
            <a:off x="17745075" y="13563600"/>
            <a:ext cx="923925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7" name="node-4-ring"/>
          <p:cNvSpPr/>
          <p:nvPr/>
        </p:nvSpPr>
        <p:spPr>
          <a:xfrm>
            <a:off x="21374100" y="13125450"/>
            <a:ext cx="1962150" cy="1962150"/>
          </a:xfrm>
          <a:prstGeom prst="ellipse">
            <a:avLst/>
          </a:prstGeom>
          <a:solidFill>
            <a:srgbClr val="E5E5E3"/>
          </a:solidFill>
          <a:ln w="28575">
            <a:solidFill>
              <a:srgbClr val="B2B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node-4-disc"/>
          <p:cNvSpPr/>
          <p:nvPr/>
        </p:nvSpPr>
        <p:spPr>
          <a:xfrm>
            <a:off x="21717000" y="13468350"/>
            <a:ext cx="1276350" cy="1276350"/>
          </a:xfrm>
          <a:prstGeom prst="ellipse">
            <a:avLst/>
          </a:prstGeom>
          <a:solidFill>
            <a:srgbClr val="444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node-4-num"/>
          <p:cNvSpPr txBox="1"/>
          <p:nvPr/>
        </p:nvSpPr>
        <p:spPr>
          <a:xfrm>
            <a:off x="22050375" y="13554075"/>
            <a:ext cx="923925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0" name="node-5-ring"/>
          <p:cNvSpPr/>
          <p:nvPr/>
        </p:nvSpPr>
        <p:spPr>
          <a:xfrm>
            <a:off x="25717500" y="13125450"/>
            <a:ext cx="1962150" cy="1962150"/>
          </a:xfrm>
          <a:prstGeom prst="ellipse">
            <a:avLst/>
          </a:prstGeom>
          <a:solidFill>
            <a:srgbClr val="E5E5E3"/>
          </a:solidFill>
          <a:ln w="28575">
            <a:solidFill>
              <a:srgbClr val="B2B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node-5-disc"/>
          <p:cNvSpPr/>
          <p:nvPr/>
        </p:nvSpPr>
        <p:spPr>
          <a:xfrm>
            <a:off x="26060400" y="13468350"/>
            <a:ext cx="1276350" cy="1276350"/>
          </a:xfrm>
          <a:prstGeom prst="ellipse">
            <a:avLst/>
          </a:prstGeom>
          <a:solidFill>
            <a:srgbClr val="EC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ode-5-num"/>
          <p:cNvSpPr txBox="1"/>
          <p:nvPr/>
        </p:nvSpPr>
        <p:spPr>
          <a:xfrm>
            <a:off x="26393775" y="13563600"/>
            <a:ext cx="923925" cy="971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3" name="wave-1"/>
          <p:cNvSpPr/>
          <p:nvPr/>
        </p:nvSpPr>
        <p:spPr>
          <a:xfrm>
            <a:off x="7048500" y="15249525"/>
            <a:ext cx="4371975" cy="438150"/>
          </a:xfrm>
          <a:custGeom>
            <a:avLst/>
            <a:gdLst/>
            <a:ahLst/>
            <a:cxnLst/>
            <a:rect l="l" t="t" r="r" b="b"/>
            <a:pathLst>
              <a:path w="4371975" h="43815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  <a:lnTo>
                  <a:pt x="342900" y="0"/>
                </a:lnTo>
                <a:lnTo>
                  <a:pt x="457200" y="0"/>
                </a:lnTo>
                <a:lnTo>
                  <a:pt x="571500" y="0"/>
                </a:lnTo>
                <a:lnTo>
                  <a:pt x="685800" y="0"/>
                </a:lnTo>
                <a:lnTo>
                  <a:pt x="800100" y="0"/>
                </a:lnTo>
                <a:lnTo>
                  <a:pt x="914400" y="0"/>
                </a:lnTo>
                <a:lnTo>
                  <a:pt x="1028700" y="0"/>
                </a:lnTo>
                <a:lnTo>
                  <a:pt x="1143000" y="0"/>
                </a:lnTo>
                <a:lnTo>
                  <a:pt x="1257300" y="0"/>
                </a:lnTo>
                <a:lnTo>
                  <a:pt x="1371600" y="0"/>
                </a:lnTo>
                <a:lnTo>
                  <a:pt x="1485900" y="0"/>
                </a:lnTo>
                <a:lnTo>
                  <a:pt x="1600200" y="0"/>
                </a:lnTo>
                <a:lnTo>
                  <a:pt x="1628775" y="0"/>
                </a:lnTo>
                <a:lnTo>
                  <a:pt x="1634490" y="57150"/>
                </a:lnTo>
                <a:lnTo>
                  <a:pt x="1652588" y="113347"/>
                </a:lnTo>
                <a:lnTo>
                  <a:pt x="1681162" y="167640"/>
                </a:lnTo>
                <a:lnTo>
                  <a:pt x="1720215" y="219075"/>
                </a:lnTo>
                <a:lnTo>
                  <a:pt x="1770698" y="266700"/>
                </a:lnTo>
                <a:lnTo>
                  <a:pt x="1829752" y="309563"/>
                </a:lnTo>
                <a:lnTo>
                  <a:pt x="1897380" y="347663"/>
                </a:lnTo>
                <a:lnTo>
                  <a:pt x="1971675" y="379095"/>
                </a:lnTo>
                <a:lnTo>
                  <a:pt x="2051685" y="404813"/>
                </a:lnTo>
                <a:lnTo>
                  <a:pt x="2137410" y="422910"/>
                </a:lnTo>
                <a:lnTo>
                  <a:pt x="2225040" y="434340"/>
                </a:lnTo>
                <a:lnTo>
                  <a:pt x="2314575" y="438150"/>
                </a:lnTo>
                <a:lnTo>
                  <a:pt x="2404110" y="434340"/>
                </a:lnTo>
                <a:lnTo>
                  <a:pt x="2491740" y="422910"/>
                </a:lnTo>
                <a:lnTo>
                  <a:pt x="2577465" y="404813"/>
                </a:lnTo>
                <a:lnTo>
                  <a:pt x="2657475" y="379095"/>
                </a:lnTo>
                <a:lnTo>
                  <a:pt x="2731770" y="347663"/>
                </a:lnTo>
                <a:lnTo>
                  <a:pt x="2799398" y="309563"/>
                </a:lnTo>
                <a:lnTo>
                  <a:pt x="2858452" y="266700"/>
                </a:lnTo>
                <a:lnTo>
                  <a:pt x="2908935" y="219075"/>
                </a:lnTo>
                <a:lnTo>
                  <a:pt x="2947988" y="167640"/>
                </a:lnTo>
                <a:lnTo>
                  <a:pt x="2976562" y="113347"/>
                </a:lnTo>
                <a:lnTo>
                  <a:pt x="2994660" y="57150"/>
                </a:lnTo>
                <a:lnTo>
                  <a:pt x="3000375" y="0"/>
                </a:lnTo>
                <a:lnTo>
                  <a:pt x="3000375" y="0"/>
                </a:lnTo>
                <a:lnTo>
                  <a:pt x="3000375" y="0"/>
                </a:lnTo>
                <a:lnTo>
                  <a:pt x="3114675" y="0"/>
                </a:lnTo>
                <a:lnTo>
                  <a:pt x="3228975" y="0"/>
                </a:lnTo>
                <a:lnTo>
                  <a:pt x="3343275" y="0"/>
                </a:lnTo>
                <a:lnTo>
                  <a:pt x="3457575" y="0"/>
                </a:lnTo>
                <a:lnTo>
                  <a:pt x="3571875" y="0"/>
                </a:lnTo>
                <a:lnTo>
                  <a:pt x="3686175" y="0"/>
                </a:lnTo>
                <a:lnTo>
                  <a:pt x="3800475" y="0"/>
                </a:lnTo>
                <a:lnTo>
                  <a:pt x="3914775" y="0"/>
                </a:lnTo>
                <a:lnTo>
                  <a:pt x="4029075" y="0"/>
                </a:lnTo>
                <a:lnTo>
                  <a:pt x="4143375" y="0"/>
                </a:lnTo>
                <a:lnTo>
                  <a:pt x="4257675" y="0"/>
                </a:lnTo>
                <a:lnTo>
                  <a:pt x="4371975" y="0"/>
                </a:lnTo>
              </a:path>
            </a:pathLst>
          </a:custGeom>
          <a:noFill/>
          <a:ln w="95250">
            <a:solidFill>
              <a:srgbClr val="408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wave-2"/>
          <p:cNvSpPr/>
          <p:nvPr/>
        </p:nvSpPr>
        <p:spPr>
          <a:xfrm>
            <a:off x="11430000" y="15249525"/>
            <a:ext cx="4333875" cy="438150"/>
          </a:xfrm>
          <a:custGeom>
            <a:avLst/>
            <a:gdLst/>
            <a:ahLst/>
            <a:cxnLst/>
            <a:rect l="l" t="t" r="r" b="b"/>
            <a:pathLst>
              <a:path w="4333875" h="43815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  <a:lnTo>
                  <a:pt x="342900" y="0"/>
                </a:lnTo>
                <a:lnTo>
                  <a:pt x="457200" y="0"/>
                </a:lnTo>
                <a:lnTo>
                  <a:pt x="571500" y="0"/>
                </a:lnTo>
                <a:lnTo>
                  <a:pt x="685800" y="0"/>
                </a:lnTo>
                <a:lnTo>
                  <a:pt x="800100" y="0"/>
                </a:lnTo>
                <a:lnTo>
                  <a:pt x="914400" y="0"/>
                </a:lnTo>
                <a:lnTo>
                  <a:pt x="1028700" y="0"/>
                </a:lnTo>
                <a:lnTo>
                  <a:pt x="1143000" y="0"/>
                </a:lnTo>
                <a:lnTo>
                  <a:pt x="1257300" y="0"/>
                </a:lnTo>
                <a:lnTo>
                  <a:pt x="1371600" y="0"/>
                </a:lnTo>
                <a:lnTo>
                  <a:pt x="1485900" y="0"/>
                </a:lnTo>
                <a:lnTo>
                  <a:pt x="1600200" y="0"/>
                </a:lnTo>
                <a:lnTo>
                  <a:pt x="1590675" y="0"/>
                </a:lnTo>
                <a:lnTo>
                  <a:pt x="1596390" y="57150"/>
                </a:lnTo>
                <a:lnTo>
                  <a:pt x="1614488" y="113347"/>
                </a:lnTo>
                <a:lnTo>
                  <a:pt x="1643062" y="167640"/>
                </a:lnTo>
                <a:lnTo>
                  <a:pt x="1682115" y="219075"/>
                </a:lnTo>
                <a:lnTo>
                  <a:pt x="1732598" y="266700"/>
                </a:lnTo>
                <a:lnTo>
                  <a:pt x="1791652" y="309563"/>
                </a:lnTo>
                <a:lnTo>
                  <a:pt x="1859280" y="347663"/>
                </a:lnTo>
                <a:lnTo>
                  <a:pt x="1933575" y="379095"/>
                </a:lnTo>
                <a:lnTo>
                  <a:pt x="2013585" y="404813"/>
                </a:lnTo>
                <a:lnTo>
                  <a:pt x="2099310" y="422910"/>
                </a:lnTo>
                <a:lnTo>
                  <a:pt x="2186940" y="434340"/>
                </a:lnTo>
                <a:lnTo>
                  <a:pt x="2276475" y="438150"/>
                </a:lnTo>
                <a:lnTo>
                  <a:pt x="2366010" y="434340"/>
                </a:lnTo>
                <a:lnTo>
                  <a:pt x="2453640" y="422910"/>
                </a:lnTo>
                <a:lnTo>
                  <a:pt x="2539365" y="404813"/>
                </a:lnTo>
                <a:lnTo>
                  <a:pt x="2619375" y="379095"/>
                </a:lnTo>
                <a:lnTo>
                  <a:pt x="2693670" y="347663"/>
                </a:lnTo>
                <a:lnTo>
                  <a:pt x="2761298" y="309563"/>
                </a:lnTo>
                <a:lnTo>
                  <a:pt x="2820352" y="266700"/>
                </a:lnTo>
                <a:lnTo>
                  <a:pt x="2870835" y="219075"/>
                </a:lnTo>
                <a:lnTo>
                  <a:pt x="2909888" y="167640"/>
                </a:lnTo>
                <a:lnTo>
                  <a:pt x="2938462" y="113347"/>
                </a:lnTo>
                <a:lnTo>
                  <a:pt x="2956560" y="57150"/>
                </a:lnTo>
                <a:lnTo>
                  <a:pt x="2962275" y="0"/>
                </a:lnTo>
                <a:lnTo>
                  <a:pt x="2962275" y="0"/>
                </a:lnTo>
                <a:lnTo>
                  <a:pt x="2962275" y="0"/>
                </a:lnTo>
                <a:lnTo>
                  <a:pt x="3076575" y="0"/>
                </a:lnTo>
                <a:lnTo>
                  <a:pt x="3190875" y="0"/>
                </a:lnTo>
                <a:lnTo>
                  <a:pt x="3305175" y="0"/>
                </a:lnTo>
                <a:lnTo>
                  <a:pt x="3419475" y="0"/>
                </a:lnTo>
                <a:lnTo>
                  <a:pt x="3533775" y="0"/>
                </a:lnTo>
                <a:lnTo>
                  <a:pt x="3648075" y="0"/>
                </a:lnTo>
                <a:lnTo>
                  <a:pt x="3762375" y="0"/>
                </a:lnTo>
                <a:lnTo>
                  <a:pt x="3876675" y="0"/>
                </a:lnTo>
                <a:lnTo>
                  <a:pt x="3990975" y="0"/>
                </a:lnTo>
                <a:lnTo>
                  <a:pt x="4105275" y="0"/>
                </a:lnTo>
                <a:lnTo>
                  <a:pt x="4219575" y="0"/>
                </a:lnTo>
                <a:lnTo>
                  <a:pt x="4333875" y="0"/>
                </a:lnTo>
              </a:path>
            </a:pathLst>
          </a:custGeom>
          <a:noFill/>
          <a:ln w="95250">
            <a:solidFill>
              <a:srgbClr val="FBC0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wave-3"/>
          <p:cNvSpPr/>
          <p:nvPr/>
        </p:nvSpPr>
        <p:spPr>
          <a:xfrm>
            <a:off x="15811500" y="15249525"/>
            <a:ext cx="4181475" cy="438150"/>
          </a:xfrm>
          <a:custGeom>
            <a:avLst/>
            <a:gdLst/>
            <a:ahLst/>
            <a:cxnLst/>
            <a:rect l="l" t="t" r="r" b="b"/>
            <a:pathLst>
              <a:path w="4181475" h="43815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  <a:lnTo>
                  <a:pt x="342900" y="0"/>
                </a:lnTo>
                <a:lnTo>
                  <a:pt x="457200" y="0"/>
                </a:lnTo>
                <a:lnTo>
                  <a:pt x="571500" y="0"/>
                </a:lnTo>
                <a:lnTo>
                  <a:pt x="685800" y="0"/>
                </a:lnTo>
                <a:lnTo>
                  <a:pt x="800100" y="0"/>
                </a:lnTo>
                <a:lnTo>
                  <a:pt x="914400" y="0"/>
                </a:lnTo>
                <a:lnTo>
                  <a:pt x="1028700" y="0"/>
                </a:lnTo>
                <a:lnTo>
                  <a:pt x="1143000" y="0"/>
                </a:lnTo>
                <a:lnTo>
                  <a:pt x="1257300" y="0"/>
                </a:lnTo>
                <a:lnTo>
                  <a:pt x="1371600" y="0"/>
                </a:lnTo>
                <a:lnTo>
                  <a:pt x="1485900" y="0"/>
                </a:lnTo>
                <a:lnTo>
                  <a:pt x="1552575" y="0"/>
                </a:lnTo>
                <a:lnTo>
                  <a:pt x="1558290" y="57150"/>
                </a:lnTo>
                <a:lnTo>
                  <a:pt x="1576388" y="113347"/>
                </a:lnTo>
                <a:lnTo>
                  <a:pt x="1604962" y="167640"/>
                </a:lnTo>
                <a:lnTo>
                  <a:pt x="1644015" y="219075"/>
                </a:lnTo>
                <a:lnTo>
                  <a:pt x="1694498" y="266700"/>
                </a:lnTo>
                <a:lnTo>
                  <a:pt x="1753552" y="309563"/>
                </a:lnTo>
                <a:lnTo>
                  <a:pt x="1821180" y="347663"/>
                </a:lnTo>
                <a:lnTo>
                  <a:pt x="1895475" y="379095"/>
                </a:lnTo>
                <a:lnTo>
                  <a:pt x="1975485" y="404813"/>
                </a:lnTo>
                <a:lnTo>
                  <a:pt x="2061210" y="422910"/>
                </a:lnTo>
                <a:lnTo>
                  <a:pt x="2148840" y="434340"/>
                </a:lnTo>
                <a:lnTo>
                  <a:pt x="2238375" y="438150"/>
                </a:lnTo>
                <a:lnTo>
                  <a:pt x="2327910" y="434340"/>
                </a:lnTo>
                <a:lnTo>
                  <a:pt x="2415540" y="422910"/>
                </a:lnTo>
                <a:lnTo>
                  <a:pt x="2501265" y="404813"/>
                </a:lnTo>
                <a:lnTo>
                  <a:pt x="2581275" y="379095"/>
                </a:lnTo>
                <a:lnTo>
                  <a:pt x="2655570" y="347663"/>
                </a:lnTo>
                <a:lnTo>
                  <a:pt x="2723198" y="309563"/>
                </a:lnTo>
                <a:lnTo>
                  <a:pt x="2782252" y="266700"/>
                </a:lnTo>
                <a:lnTo>
                  <a:pt x="2832735" y="219075"/>
                </a:lnTo>
                <a:lnTo>
                  <a:pt x="2871788" y="167640"/>
                </a:lnTo>
                <a:lnTo>
                  <a:pt x="2900362" y="113347"/>
                </a:lnTo>
                <a:lnTo>
                  <a:pt x="2918460" y="57150"/>
                </a:lnTo>
                <a:lnTo>
                  <a:pt x="2924175" y="0"/>
                </a:lnTo>
                <a:lnTo>
                  <a:pt x="2924175" y="0"/>
                </a:lnTo>
                <a:lnTo>
                  <a:pt x="2924175" y="0"/>
                </a:lnTo>
                <a:lnTo>
                  <a:pt x="3038475" y="0"/>
                </a:lnTo>
                <a:lnTo>
                  <a:pt x="3152775" y="0"/>
                </a:lnTo>
                <a:lnTo>
                  <a:pt x="3267075" y="0"/>
                </a:lnTo>
                <a:lnTo>
                  <a:pt x="3381375" y="0"/>
                </a:lnTo>
                <a:lnTo>
                  <a:pt x="3495675" y="0"/>
                </a:lnTo>
                <a:lnTo>
                  <a:pt x="3609975" y="0"/>
                </a:lnTo>
                <a:lnTo>
                  <a:pt x="3724275" y="0"/>
                </a:lnTo>
                <a:lnTo>
                  <a:pt x="3838575" y="0"/>
                </a:lnTo>
                <a:lnTo>
                  <a:pt x="3952875" y="0"/>
                </a:lnTo>
                <a:lnTo>
                  <a:pt x="4067175" y="0"/>
                </a:lnTo>
                <a:lnTo>
                  <a:pt x="4181475" y="0"/>
                </a:lnTo>
              </a:path>
            </a:pathLst>
          </a:custGeom>
          <a:noFill/>
          <a:ln w="95250">
            <a:solidFill>
              <a:srgbClr val="34A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wave-4"/>
          <p:cNvSpPr/>
          <p:nvPr/>
        </p:nvSpPr>
        <p:spPr>
          <a:xfrm>
            <a:off x="20002500" y="15249525"/>
            <a:ext cx="4295775" cy="438150"/>
          </a:xfrm>
          <a:custGeom>
            <a:avLst/>
            <a:gdLst/>
            <a:ahLst/>
            <a:cxnLst/>
            <a:rect l="l" t="t" r="r" b="b"/>
            <a:pathLst>
              <a:path w="4295775" h="43815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  <a:lnTo>
                  <a:pt x="342900" y="0"/>
                </a:lnTo>
                <a:lnTo>
                  <a:pt x="457200" y="0"/>
                </a:lnTo>
                <a:lnTo>
                  <a:pt x="571500" y="0"/>
                </a:lnTo>
                <a:lnTo>
                  <a:pt x="685800" y="0"/>
                </a:lnTo>
                <a:lnTo>
                  <a:pt x="800100" y="0"/>
                </a:lnTo>
                <a:lnTo>
                  <a:pt x="914400" y="0"/>
                </a:lnTo>
                <a:lnTo>
                  <a:pt x="1028700" y="0"/>
                </a:lnTo>
                <a:lnTo>
                  <a:pt x="1143000" y="0"/>
                </a:lnTo>
                <a:lnTo>
                  <a:pt x="1257300" y="0"/>
                </a:lnTo>
                <a:lnTo>
                  <a:pt x="1371600" y="0"/>
                </a:lnTo>
                <a:lnTo>
                  <a:pt x="1485900" y="0"/>
                </a:lnTo>
                <a:lnTo>
                  <a:pt x="1600200" y="0"/>
                </a:lnTo>
                <a:lnTo>
                  <a:pt x="1666875" y="0"/>
                </a:lnTo>
                <a:lnTo>
                  <a:pt x="1672590" y="57150"/>
                </a:lnTo>
                <a:lnTo>
                  <a:pt x="1690688" y="113347"/>
                </a:lnTo>
                <a:lnTo>
                  <a:pt x="1719262" y="167640"/>
                </a:lnTo>
                <a:lnTo>
                  <a:pt x="1758315" y="219075"/>
                </a:lnTo>
                <a:lnTo>
                  <a:pt x="1808798" y="266700"/>
                </a:lnTo>
                <a:lnTo>
                  <a:pt x="1867852" y="309563"/>
                </a:lnTo>
                <a:lnTo>
                  <a:pt x="1935480" y="347663"/>
                </a:lnTo>
                <a:lnTo>
                  <a:pt x="2009775" y="379095"/>
                </a:lnTo>
                <a:lnTo>
                  <a:pt x="2089785" y="404813"/>
                </a:lnTo>
                <a:lnTo>
                  <a:pt x="2175510" y="422910"/>
                </a:lnTo>
                <a:lnTo>
                  <a:pt x="2263140" y="434340"/>
                </a:lnTo>
                <a:lnTo>
                  <a:pt x="2352675" y="438150"/>
                </a:lnTo>
                <a:lnTo>
                  <a:pt x="2442210" y="434340"/>
                </a:lnTo>
                <a:lnTo>
                  <a:pt x="2529840" y="422910"/>
                </a:lnTo>
                <a:lnTo>
                  <a:pt x="2615565" y="404813"/>
                </a:lnTo>
                <a:lnTo>
                  <a:pt x="2695575" y="379095"/>
                </a:lnTo>
                <a:lnTo>
                  <a:pt x="2769870" y="347663"/>
                </a:lnTo>
                <a:lnTo>
                  <a:pt x="2837498" y="309563"/>
                </a:lnTo>
                <a:lnTo>
                  <a:pt x="2896552" y="266700"/>
                </a:lnTo>
                <a:lnTo>
                  <a:pt x="2947035" y="219075"/>
                </a:lnTo>
                <a:lnTo>
                  <a:pt x="2986088" y="167640"/>
                </a:lnTo>
                <a:lnTo>
                  <a:pt x="3014662" y="113347"/>
                </a:lnTo>
                <a:lnTo>
                  <a:pt x="3032760" y="57150"/>
                </a:lnTo>
                <a:lnTo>
                  <a:pt x="3038475" y="0"/>
                </a:lnTo>
                <a:lnTo>
                  <a:pt x="3038475" y="0"/>
                </a:lnTo>
                <a:lnTo>
                  <a:pt x="3038475" y="0"/>
                </a:lnTo>
                <a:lnTo>
                  <a:pt x="3152775" y="0"/>
                </a:lnTo>
                <a:lnTo>
                  <a:pt x="3267075" y="0"/>
                </a:lnTo>
                <a:lnTo>
                  <a:pt x="3381375" y="0"/>
                </a:lnTo>
                <a:lnTo>
                  <a:pt x="3495675" y="0"/>
                </a:lnTo>
                <a:lnTo>
                  <a:pt x="3609975" y="0"/>
                </a:lnTo>
                <a:lnTo>
                  <a:pt x="3724275" y="0"/>
                </a:lnTo>
                <a:lnTo>
                  <a:pt x="3838575" y="0"/>
                </a:lnTo>
                <a:lnTo>
                  <a:pt x="3952875" y="0"/>
                </a:lnTo>
                <a:lnTo>
                  <a:pt x="4067175" y="0"/>
                </a:lnTo>
                <a:lnTo>
                  <a:pt x="4181475" y="0"/>
                </a:lnTo>
                <a:lnTo>
                  <a:pt x="4295775" y="0"/>
                </a:lnTo>
              </a:path>
            </a:pathLst>
          </a:custGeom>
          <a:noFill/>
          <a:ln w="95250">
            <a:solidFill>
              <a:srgbClr val="444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wave-5"/>
          <p:cNvSpPr/>
          <p:nvPr/>
        </p:nvSpPr>
        <p:spPr>
          <a:xfrm>
            <a:off x="24384000" y="15249525"/>
            <a:ext cx="4505325" cy="438150"/>
          </a:xfrm>
          <a:custGeom>
            <a:avLst/>
            <a:gdLst/>
            <a:ahLst/>
            <a:cxnLst/>
            <a:rect l="l" t="t" r="r" b="b"/>
            <a:pathLst>
              <a:path w="4505325" h="438150">
                <a:moveTo>
                  <a:pt x="0" y="0"/>
                </a:moveTo>
                <a:lnTo>
                  <a:pt x="114300" y="0"/>
                </a:lnTo>
                <a:lnTo>
                  <a:pt x="228600" y="0"/>
                </a:lnTo>
                <a:lnTo>
                  <a:pt x="342900" y="0"/>
                </a:lnTo>
                <a:lnTo>
                  <a:pt x="457200" y="0"/>
                </a:lnTo>
                <a:lnTo>
                  <a:pt x="571500" y="0"/>
                </a:lnTo>
                <a:lnTo>
                  <a:pt x="685800" y="0"/>
                </a:lnTo>
                <a:lnTo>
                  <a:pt x="800100" y="0"/>
                </a:lnTo>
                <a:lnTo>
                  <a:pt x="914400" y="0"/>
                </a:lnTo>
                <a:lnTo>
                  <a:pt x="1028700" y="0"/>
                </a:lnTo>
                <a:lnTo>
                  <a:pt x="1143000" y="0"/>
                </a:lnTo>
                <a:lnTo>
                  <a:pt x="1257300" y="0"/>
                </a:lnTo>
                <a:lnTo>
                  <a:pt x="1371600" y="0"/>
                </a:lnTo>
                <a:lnTo>
                  <a:pt x="1485900" y="0"/>
                </a:lnTo>
                <a:lnTo>
                  <a:pt x="1600200" y="0"/>
                </a:lnTo>
                <a:lnTo>
                  <a:pt x="1647825" y="0"/>
                </a:lnTo>
                <a:lnTo>
                  <a:pt x="1653540" y="57150"/>
                </a:lnTo>
                <a:lnTo>
                  <a:pt x="1671638" y="113347"/>
                </a:lnTo>
                <a:lnTo>
                  <a:pt x="1700212" y="167640"/>
                </a:lnTo>
                <a:lnTo>
                  <a:pt x="1739265" y="219075"/>
                </a:lnTo>
                <a:lnTo>
                  <a:pt x="1789748" y="266700"/>
                </a:lnTo>
                <a:lnTo>
                  <a:pt x="1848802" y="309563"/>
                </a:lnTo>
                <a:lnTo>
                  <a:pt x="1916430" y="347663"/>
                </a:lnTo>
                <a:lnTo>
                  <a:pt x="1990725" y="379095"/>
                </a:lnTo>
                <a:lnTo>
                  <a:pt x="2070735" y="404813"/>
                </a:lnTo>
                <a:lnTo>
                  <a:pt x="2156460" y="422910"/>
                </a:lnTo>
                <a:lnTo>
                  <a:pt x="2244090" y="434340"/>
                </a:lnTo>
                <a:lnTo>
                  <a:pt x="2333625" y="438150"/>
                </a:lnTo>
                <a:lnTo>
                  <a:pt x="2423160" y="434340"/>
                </a:lnTo>
                <a:lnTo>
                  <a:pt x="2510790" y="422910"/>
                </a:lnTo>
                <a:lnTo>
                  <a:pt x="2596515" y="404813"/>
                </a:lnTo>
                <a:lnTo>
                  <a:pt x="2676525" y="379095"/>
                </a:lnTo>
                <a:lnTo>
                  <a:pt x="2750820" y="347663"/>
                </a:lnTo>
                <a:lnTo>
                  <a:pt x="2818448" y="309563"/>
                </a:lnTo>
                <a:lnTo>
                  <a:pt x="2877502" y="266700"/>
                </a:lnTo>
                <a:lnTo>
                  <a:pt x="2927985" y="219075"/>
                </a:lnTo>
                <a:lnTo>
                  <a:pt x="2967038" y="167640"/>
                </a:lnTo>
                <a:lnTo>
                  <a:pt x="2995612" y="113347"/>
                </a:lnTo>
                <a:lnTo>
                  <a:pt x="3013710" y="57150"/>
                </a:lnTo>
                <a:lnTo>
                  <a:pt x="3019425" y="0"/>
                </a:lnTo>
                <a:lnTo>
                  <a:pt x="3019425" y="0"/>
                </a:lnTo>
                <a:lnTo>
                  <a:pt x="3019425" y="0"/>
                </a:lnTo>
                <a:lnTo>
                  <a:pt x="3133725" y="0"/>
                </a:lnTo>
                <a:lnTo>
                  <a:pt x="3248025" y="0"/>
                </a:lnTo>
                <a:lnTo>
                  <a:pt x="3362325" y="0"/>
                </a:lnTo>
                <a:lnTo>
                  <a:pt x="3476625" y="0"/>
                </a:lnTo>
                <a:lnTo>
                  <a:pt x="3590925" y="0"/>
                </a:lnTo>
                <a:lnTo>
                  <a:pt x="3705225" y="0"/>
                </a:lnTo>
                <a:lnTo>
                  <a:pt x="3819525" y="0"/>
                </a:lnTo>
                <a:lnTo>
                  <a:pt x="3933825" y="0"/>
                </a:lnTo>
                <a:lnTo>
                  <a:pt x="4048125" y="0"/>
                </a:lnTo>
                <a:lnTo>
                  <a:pt x="4162425" y="0"/>
                </a:lnTo>
                <a:lnTo>
                  <a:pt x="4276725" y="0"/>
                </a:lnTo>
                <a:lnTo>
                  <a:pt x="4391025" y="0"/>
                </a:lnTo>
                <a:lnTo>
                  <a:pt x="4505325" y="0"/>
                </a:lnTo>
              </a:path>
            </a:pathLst>
          </a:custGeom>
          <a:noFill/>
          <a:ln w="95250">
            <a:solidFill>
              <a:srgbClr val="EC04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