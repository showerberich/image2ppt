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7" name="deco-dots"/>
          <p:cNvGrpSpPr/>
          <p:nvPr/>
        </p:nvGrpSpPr>
        <p:grpSpPr>
          <a:xfrm>
            <a:off x="895350" y="923925"/>
            <a:ext cx="3248025" cy="3057525"/>
            <a:chOff x="895350" y="923925"/>
            <a:chExt cx="3248025" cy="3057525"/>
          </a:xfrm>
        </p:grpSpPr>
        <p:sp>
          <p:nvSpPr>
            <p:cNvPr id="3" name="dot-00"/>
            <p:cNvSpPr/>
            <p:nvPr/>
          </p:nvSpPr>
          <p:spPr>
            <a:xfrm>
              <a:off x="895350" y="923925"/>
              <a:ext cx="390525" cy="390525"/>
            </a:xfrm>
            <a:prstGeom prst="ellipse">
              <a:avLst/>
            </a:prstGeom>
            <a:solidFill>
              <a:srgbClr val="7EF2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dot-01"/>
            <p:cNvSpPr/>
            <p:nvPr/>
          </p:nvSpPr>
          <p:spPr>
            <a:xfrm>
              <a:off x="1371600" y="923925"/>
              <a:ext cx="390525" cy="390525"/>
            </a:xfrm>
            <a:prstGeom prst="ellipse">
              <a:avLst/>
            </a:prstGeom>
            <a:solidFill>
              <a:srgbClr val="85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ot-02"/>
            <p:cNvSpPr/>
            <p:nvPr/>
          </p:nvSpPr>
          <p:spPr>
            <a:xfrm>
              <a:off x="1847850" y="923925"/>
              <a:ext cx="390525" cy="390525"/>
            </a:xfrm>
            <a:prstGeom prst="ellipse">
              <a:avLst/>
            </a:prstGeom>
            <a:solidFill>
              <a:srgbClr val="90F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ot-03"/>
            <p:cNvSpPr/>
            <p:nvPr/>
          </p:nvSpPr>
          <p:spPr>
            <a:xfrm>
              <a:off x="2324100" y="923925"/>
              <a:ext cx="390525" cy="390525"/>
            </a:xfrm>
            <a:prstGeom prst="ellipse">
              <a:avLst/>
            </a:prstGeom>
            <a:solidFill>
              <a:srgbClr val="9EF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t-04"/>
            <p:cNvSpPr/>
            <p:nvPr/>
          </p:nvSpPr>
          <p:spPr>
            <a:xfrm>
              <a:off x="2800350" y="923925"/>
              <a:ext cx="390525" cy="390525"/>
            </a:xfrm>
            <a:prstGeom prst="ellipse">
              <a:avLst/>
            </a:prstGeom>
            <a:solidFill>
              <a:srgbClr val="B2F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t-05"/>
            <p:cNvSpPr/>
            <p:nvPr/>
          </p:nvSpPr>
          <p:spPr>
            <a:xfrm>
              <a:off x="3276600" y="923925"/>
              <a:ext cx="390525" cy="390525"/>
            </a:xfrm>
            <a:prstGeom prst="ellipse">
              <a:avLst/>
            </a:prstGeom>
            <a:solidFill>
              <a:srgbClr val="C9F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ot-06"/>
            <p:cNvSpPr/>
            <p:nvPr/>
          </p:nvSpPr>
          <p:spPr>
            <a:xfrm>
              <a:off x="3752850" y="923925"/>
              <a:ext cx="390525" cy="390525"/>
            </a:xfrm>
            <a:prstGeom prst="ellipse">
              <a:avLst/>
            </a:prstGeom>
            <a:solidFill>
              <a:srgbClr val="E3F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t-10"/>
            <p:cNvSpPr/>
            <p:nvPr/>
          </p:nvSpPr>
          <p:spPr>
            <a:xfrm>
              <a:off x="895350" y="1457325"/>
              <a:ext cx="390525" cy="390525"/>
            </a:xfrm>
            <a:prstGeom prst="ellipse">
              <a:avLst/>
            </a:prstGeom>
            <a:solidFill>
              <a:srgbClr val="84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t-11"/>
            <p:cNvSpPr/>
            <p:nvPr/>
          </p:nvSpPr>
          <p:spPr>
            <a:xfrm>
              <a:off x="1371600" y="1457325"/>
              <a:ext cx="390525" cy="390525"/>
            </a:xfrm>
            <a:prstGeom prst="ellipse">
              <a:avLst/>
            </a:prstGeom>
            <a:solidFill>
              <a:srgbClr val="91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t-12"/>
            <p:cNvSpPr/>
            <p:nvPr/>
          </p:nvSpPr>
          <p:spPr>
            <a:xfrm>
              <a:off x="1847850" y="1457325"/>
              <a:ext cx="390525" cy="390525"/>
            </a:xfrm>
            <a:prstGeom prst="ellipse">
              <a:avLst/>
            </a:prstGeom>
            <a:solidFill>
              <a:srgbClr val="A0F7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t-13"/>
            <p:cNvSpPr/>
            <p:nvPr/>
          </p:nvSpPr>
          <p:spPr>
            <a:xfrm>
              <a:off x="2324100" y="1457325"/>
              <a:ext cx="390525" cy="390525"/>
            </a:xfrm>
            <a:prstGeom prst="ellipse">
              <a:avLst/>
            </a:prstGeom>
            <a:solidFill>
              <a:srgbClr val="B3FA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ot-14"/>
            <p:cNvSpPr/>
            <p:nvPr/>
          </p:nvSpPr>
          <p:spPr>
            <a:xfrm>
              <a:off x="2800350" y="1457325"/>
              <a:ext cx="390525" cy="390525"/>
            </a:xfrm>
            <a:prstGeom prst="ellipse">
              <a:avLst/>
            </a:prstGeom>
            <a:solidFill>
              <a:srgbClr val="CBFB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ot-15"/>
            <p:cNvSpPr/>
            <p:nvPr/>
          </p:nvSpPr>
          <p:spPr>
            <a:xfrm>
              <a:off x="3276600" y="1457325"/>
              <a:ext cx="390525" cy="390525"/>
            </a:xfrm>
            <a:prstGeom prst="ellipse">
              <a:avLst/>
            </a:prstGeom>
            <a:solidFill>
              <a:srgbClr val="E6F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ot-20"/>
            <p:cNvSpPr/>
            <p:nvPr/>
          </p:nvSpPr>
          <p:spPr>
            <a:xfrm>
              <a:off x="895350" y="1990725"/>
              <a:ext cx="390525" cy="390525"/>
            </a:xfrm>
            <a:prstGeom prst="ellipse">
              <a:avLst/>
            </a:prstGeom>
            <a:solidFill>
              <a:srgbClr val="93F5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ot-21"/>
            <p:cNvSpPr/>
            <p:nvPr/>
          </p:nvSpPr>
          <p:spPr>
            <a:xfrm>
              <a:off x="1371600" y="1990725"/>
              <a:ext cx="390525" cy="390525"/>
            </a:xfrm>
            <a:prstGeom prst="ellipse">
              <a:avLst/>
            </a:prstGeom>
            <a:solidFill>
              <a:srgbClr val="A3F8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t-22"/>
            <p:cNvSpPr/>
            <p:nvPr/>
          </p:nvSpPr>
          <p:spPr>
            <a:xfrm>
              <a:off x="1847850" y="1990725"/>
              <a:ext cx="390525" cy="390525"/>
            </a:xfrm>
            <a:prstGeom prst="ellipse">
              <a:avLst/>
            </a:prstGeom>
            <a:solidFill>
              <a:srgbClr val="B6F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ot-23"/>
            <p:cNvSpPr/>
            <p:nvPr/>
          </p:nvSpPr>
          <p:spPr>
            <a:xfrm>
              <a:off x="2324100" y="1990725"/>
              <a:ext cx="390525" cy="390525"/>
            </a:xfrm>
            <a:prstGeom prst="ellipse">
              <a:avLst/>
            </a:prstGeom>
            <a:solidFill>
              <a:srgbClr val="CCF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t-24"/>
            <p:cNvSpPr/>
            <p:nvPr/>
          </p:nvSpPr>
          <p:spPr>
            <a:xfrm>
              <a:off x="2800350" y="1990725"/>
              <a:ext cx="390525" cy="390525"/>
            </a:xfrm>
            <a:prstGeom prst="ellipse">
              <a:avLst/>
            </a:prstGeom>
            <a:solidFill>
              <a:srgbClr val="EAF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ot-30"/>
            <p:cNvSpPr/>
            <p:nvPr/>
          </p:nvSpPr>
          <p:spPr>
            <a:xfrm>
              <a:off x="895350" y="2524125"/>
              <a:ext cx="390525" cy="390525"/>
            </a:xfrm>
            <a:prstGeom prst="ellipse">
              <a:avLst/>
            </a:prstGeom>
            <a:solidFill>
              <a:srgbClr val="A4F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t-31"/>
            <p:cNvSpPr/>
            <p:nvPr/>
          </p:nvSpPr>
          <p:spPr>
            <a:xfrm>
              <a:off x="1371600" y="2524125"/>
              <a:ext cx="390525" cy="390525"/>
            </a:xfrm>
            <a:prstGeom prst="ellipse">
              <a:avLst/>
            </a:prstGeom>
            <a:solidFill>
              <a:srgbClr val="B9FA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ot-32"/>
            <p:cNvSpPr/>
            <p:nvPr/>
          </p:nvSpPr>
          <p:spPr>
            <a:xfrm>
              <a:off x="1847850" y="2524125"/>
              <a:ext cx="390525" cy="390525"/>
            </a:xfrm>
            <a:prstGeom prst="ellipse">
              <a:avLst/>
            </a:prstGeom>
            <a:solidFill>
              <a:srgbClr val="D0F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ot-33"/>
            <p:cNvSpPr/>
            <p:nvPr/>
          </p:nvSpPr>
          <p:spPr>
            <a:xfrm>
              <a:off x="2324100" y="2524125"/>
              <a:ext cx="390525" cy="390525"/>
            </a:xfrm>
            <a:prstGeom prst="ellipse">
              <a:avLst/>
            </a:prstGeom>
            <a:solidFill>
              <a:srgbClr val="EEFE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ot-40"/>
            <p:cNvSpPr/>
            <p:nvPr/>
          </p:nvSpPr>
          <p:spPr>
            <a:xfrm>
              <a:off x="895350" y="3057525"/>
              <a:ext cx="390525" cy="390525"/>
            </a:xfrm>
            <a:prstGeom prst="ellipse">
              <a:avLst/>
            </a:prstGeom>
            <a:solidFill>
              <a:srgbClr val="BBF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ot-41"/>
            <p:cNvSpPr/>
            <p:nvPr/>
          </p:nvSpPr>
          <p:spPr>
            <a:xfrm>
              <a:off x="1371600" y="3057525"/>
              <a:ext cx="390525" cy="390525"/>
            </a:xfrm>
            <a:prstGeom prst="ellipse">
              <a:avLst/>
            </a:prstGeom>
            <a:solidFill>
              <a:srgbClr val="D4FC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ot-42"/>
            <p:cNvSpPr/>
            <p:nvPr/>
          </p:nvSpPr>
          <p:spPr>
            <a:xfrm>
              <a:off x="1847850" y="3057525"/>
              <a:ext cx="390525" cy="390525"/>
            </a:xfrm>
            <a:prstGeom prst="ellipse">
              <a:avLst/>
            </a:prstGeom>
            <a:solidFill>
              <a:srgbClr val="F0F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dot-50"/>
            <p:cNvSpPr/>
            <p:nvPr/>
          </p:nvSpPr>
          <p:spPr>
            <a:xfrm>
              <a:off x="895350" y="3590925"/>
              <a:ext cx="390525" cy="390525"/>
            </a:xfrm>
            <a:prstGeom prst="ellipse">
              <a:avLst/>
            </a:prstGeom>
            <a:solidFill>
              <a:srgbClr val="D6FC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ot-51"/>
            <p:cNvSpPr/>
            <p:nvPr/>
          </p:nvSpPr>
          <p:spPr>
            <a:xfrm>
              <a:off x="1371600" y="3590925"/>
              <a:ext cx="390525" cy="390525"/>
            </a:xfrm>
            <a:prstGeom prst="ellipse">
              <a:avLst/>
            </a:prstGeom>
            <a:solidFill>
              <a:srgbClr val="F3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0" name="deco-blob"/>
          <p:cNvSpPr/>
          <p:nvPr/>
        </p:nvSpPr>
        <p:spPr>
          <a:xfrm>
            <a:off x="2276475" y="5905500"/>
            <a:ext cx="1476375" cy="1495425"/>
          </a:xfrm>
          <a:custGeom>
            <a:avLst/>
            <a:gdLst/>
            <a:ahLst/>
            <a:cxnLst/>
            <a:rect l="l" t="t" r="r" b="b"/>
            <a:pathLst>
              <a:path w="1476375" h="1495425">
                <a:moveTo>
                  <a:pt x="438150" y="0"/>
                </a:moveTo>
                <a:lnTo>
                  <a:pt x="257175" y="19050"/>
                </a:lnTo>
                <a:lnTo>
                  <a:pt x="190500" y="38100"/>
                </a:lnTo>
                <a:lnTo>
                  <a:pt x="142875" y="57150"/>
                </a:lnTo>
                <a:lnTo>
                  <a:pt x="114300" y="76200"/>
                </a:lnTo>
                <a:lnTo>
                  <a:pt x="95250" y="95250"/>
                </a:lnTo>
                <a:lnTo>
                  <a:pt x="76200" y="114300"/>
                </a:lnTo>
                <a:lnTo>
                  <a:pt x="76200" y="133350"/>
                </a:lnTo>
                <a:lnTo>
                  <a:pt x="47625" y="152400"/>
                </a:lnTo>
                <a:lnTo>
                  <a:pt x="38100" y="171450"/>
                </a:lnTo>
                <a:lnTo>
                  <a:pt x="28575" y="190500"/>
                </a:lnTo>
                <a:lnTo>
                  <a:pt x="28575" y="209550"/>
                </a:lnTo>
                <a:lnTo>
                  <a:pt x="19050" y="228600"/>
                </a:lnTo>
                <a:lnTo>
                  <a:pt x="28575" y="247650"/>
                </a:lnTo>
                <a:lnTo>
                  <a:pt x="9525" y="266700"/>
                </a:lnTo>
                <a:lnTo>
                  <a:pt x="9525" y="285750"/>
                </a:lnTo>
                <a:lnTo>
                  <a:pt x="9525" y="304800"/>
                </a:lnTo>
                <a:lnTo>
                  <a:pt x="19050" y="323850"/>
                </a:lnTo>
                <a:lnTo>
                  <a:pt x="0" y="342900"/>
                </a:lnTo>
                <a:lnTo>
                  <a:pt x="0" y="361950"/>
                </a:lnTo>
                <a:lnTo>
                  <a:pt x="0" y="381000"/>
                </a:lnTo>
                <a:lnTo>
                  <a:pt x="0" y="400050"/>
                </a:lnTo>
                <a:lnTo>
                  <a:pt x="0" y="419100"/>
                </a:lnTo>
                <a:lnTo>
                  <a:pt x="0" y="438150"/>
                </a:lnTo>
                <a:lnTo>
                  <a:pt x="0" y="457200"/>
                </a:lnTo>
                <a:lnTo>
                  <a:pt x="9525" y="476250"/>
                </a:lnTo>
                <a:lnTo>
                  <a:pt x="9525" y="495300"/>
                </a:lnTo>
                <a:lnTo>
                  <a:pt x="9525" y="514350"/>
                </a:lnTo>
                <a:lnTo>
                  <a:pt x="9525" y="533400"/>
                </a:lnTo>
                <a:lnTo>
                  <a:pt x="9525" y="552450"/>
                </a:lnTo>
                <a:lnTo>
                  <a:pt x="9525" y="571500"/>
                </a:lnTo>
                <a:lnTo>
                  <a:pt x="9525" y="590550"/>
                </a:lnTo>
                <a:lnTo>
                  <a:pt x="28575" y="609600"/>
                </a:lnTo>
                <a:lnTo>
                  <a:pt x="19050" y="628650"/>
                </a:lnTo>
                <a:lnTo>
                  <a:pt x="19050" y="647700"/>
                </a:lnTo>
                <a:lnTo>
                  <a:pt x="28575" y="666750"/>
                </a:lnTo>
                <a:lnTo>
                  <a:pt x="28575" y="685800"/>
                </a:lnTo>
                <a:lnTo>
                  <a:pt x="28575" y="704850"/>
                </a:lnTo>
                <a:lnTo>
                  <a:pt x="28575" y="723900"/>
                </a:lnTo>
                <a:lnTo>
                  <a:pt x="38100" y="742950"/>
                </a:lnTo>
                <a:lnTo>
                  <a:pt x="38100" y="762000"/>
                </a:lnTo>
                <a:lnTo>
                  <a:pt x="47625" y="781050"/>
                </a:lnTo>
                <a:lnTo>
                  <a:pt x="47625" y="800100"/>
                </a:lnTo>
                <a:lnTo>
                  <a:pt x="66675" y="819150"/>
                </a:lnTo>
                <a:lnTo>
                  <a:pt x="57150" y="838200"/>
                </a:lnTo>
                <a:lnTo>
                  <a:pt x="66675" y="857250"/>
                </a:lnTo>
                <a:lnTo>
                  <a:pt x="66675" y="876300"/>
                </a:lnTo>
                <a:lnTo>
                  <a:pt x="76200" y="895350"/>
                </a:lnTo>
                <a:lnTo>
                  <a:pt x="85725" y="914400"/>
                </a:lnTo>
                <a:lnTo>
                  <a:pt x="85725" y="933450"/>
                </a:lnTo>
                <a:lnTo>
                  <a:pt x="95250" y="952500"/>
                </a:lnTo>
                <a:lnTo>
                  <a:pt x="104775" y="971550"/>
                </a:lnTo>
                <a:lnTo>
                  <a:pt x="123825" y="990600"/>
                </a:lnTo>
                <a:lnTo>
                  <a:pt x="133350" y="1009650"/>
                </a:lnTo>
                <a:lnTo>
                  <a:pt x="123825" y="1028700"/>
                </a:lnTo>
                <a:lnTo>
                  <a:pt x="142875" y="1047750"/>
                </a:lnTo>
                <a:lnTo>
                  <a:pt x="142875" y="1066800"/>
                </a:lnTo>
                <a:lnTo>
                  <a:pt x="161925" y="1085850"/>
                </a:lnTo>
                <a:lnTo>
                  <a:pt x="171450" y="1104900"/>
                </a:lnTo>
                <a:lnTo>
                  <a:pt x="180975" y="1123950"/>
                </a:lnTo>
                <a:lnTo>
                  <a:pt x="190500" y="1143000"/>
                </a:lnTo>
                <a:lnTo>
                  <a:pt x="209550" y="1162050"/>
                </a:lnTo>
                <a:lnTo>
                  <a:pt x="219075" y="1181100"/>
                </a:lnTo>
                <a:lnTo>
                  <a:pt x="238125" y="1200150"/>
                </a:lnTo>
                <a:lnTo>
                  <a:pt x="257175" y="1219200"/>
                </a:lnTo>
                <a:lnTo>
                  <a:pt x="266700" y="1238250"/>
                </a:lnTo>
                <a:lnTo>
                  <a:pt x="285750" y="1257300"/>
                </a:lnTo>
                <a:lnTo>
                  <a:pt x="304800" y="1276350"/>
                </a:lnTo>
                <a:lnTo>
                  <a:pt x="323850" y="1295400"/>
                </a:lnTo>
                <a:lnTo>
                  <a:pt x="342900" y="1314450"/>
                </a:lnTo>
                <a:lnTo>
                  <a:pt x="361950" y="1333500"/>
                </a:lnTo>
                <a:lnTo>
                  <a:pt x="390525" y="1352550"/>
                </a:lnTo>
                <a:lnTo>
                  <a:pt x="419100" y="1371600"/>
                </a:lnTo>
                <a:lnTo>
                  <a:pt x="447675" y="1390650"/>
                </a:lnTo>
                <a:lnTo>
                  <a:pt x="476250" y="1409700"/>
                </a:lnTo>
                <a:lnTo>
                  <a:pt x="514350" y="1428750"/>
                </a:lnTo>
                <a:lnTo>
                  <a:pt x="561975" y="1447800"/>
                </a:lnTo>
                <a:lnTo>
                  <a:pt x="600075" y="1466850"/>
                </a:lnTo>
                <a:lnTo>
                  <a:pt x="676275" y="1485900"/>
                </a:lnTo>
                <a:lnTo>
                  <a:pt x="904875" y="1495425"/>
                </a:lnTo>
                <a:lnTo>
                  <a:pt x="1009650" y="1476375"/>
                </a:lnTo>
                <a:lnTo>
                  <a:pt x="1066800" y="1457325"/>
                </a:lnTo>
                <a:lnTo>
                  <a:pt x="1114425" y="1438275"/>
                </a:lnTo>
                <a:lnTo>
                  <a:pt x="1162050" y="1419225"/>
                </a:lnTo>
                <a:lnTo>
                  <a:pt x="1190625" y="1400175"/>
                </a:lnTo>
                <a:lnTo>
                  <a:pt x="1219200" y="1381125"/>
                </a:lnTo>
                <a:lnTo>
                  <a:pt x="1247775" y="1362075"/>
                </a:lnTo>
                <a:lnTo>
                  <a:pt x="1276350" y="1343025"/>
                </a:lnTo>
                <a:lnTo>
                  <a:pt x="1295400" y="1323975"/>
                </a:lnTo>
                <a:lnTo>
                  <a:pt x="1314450" y="1304925"/>
                </a:lnTo>
                <a:lnTo>
                  <a:pt x="1333500" y="1285875"/>
                </a:lnTo>
                <a:lnTo>
                  <a:pt x="1343025" y="1266825"/>
                </a:lnTo>
                <a:lnTo>
                  <a:pt x="1362075" y="1247775"/>
                </a:lnTo>
                <a:lnTo>
                  <a:pt x="1371600" y="1228725"/>
                </a:lnTo>
                <a:lnTo>
                  <a:pt x="1390650" y="1209675"/>
                </a:lnTo>
                <a:lnTo>
                  <a:pt x="1390650" y="1190625"/>
                </a:lnTo>
                <a:lnTo>
                  <a:pt x="1390650" y="1171575"/>
                </a:lnTo>
                <a:lnTo>
                  <a:pt x="1400175" y="1152525"/>
                </a:lnTo>
                <a:lnTo>
                  <a:pt x="1400175" y="1133475"/>
                </a:lnTo>
                <a:lnTo>
                  <a:pt x="1400175" y="1114425"/>
                </a:lnTo>
                <a:lnTo>
                  <a:pt x="1400175" y="1095375"/>
                </a:lnTo>
                <a:lnTo>
                  <a:pt x="1409700" y="1076325"/>
                </a:lnTo>
                <a:lnTo>
                  <a:pt x="1409700" y="1057275"/>
                </a:lnTo>
                <a:lnTo>
                  <a:pt x="1409700" y="1038225"/>
                </a:lnTo>
                <a:lnTo>
                  <a:pt x="1409700" y="1019175"/>
                </a:lnTo>
                <a:lnTo>
                  <a:pt x="1409700" y="1000125"/>
                </a:lnTo>
                <a:lnTo>
                  <a:pt x="1419225" y="981075"/>
                </a:lnTo>
                <a:lnTo>
                  <a:pt x="1419225" y="962025"/>
                </a:lnTo>
                <a:lnTo>
                  <a:pt x="1419225" y="942975"/>
                </a:lnTo>
                <a:lnTo>
                  <a:pt x="1419225" y="923925"/>
                </a:lnTo>
                <a:lnTo>
                  <a:pt x="1428750" y="904875"/>
                </a:lnTo>
                <a:lnTo>
                  <a:pt x="1428750" y="885825"/>
                </a:lnTo>
                <a:lnTo>
                  <a:pt x="1428750" y="866775"/>
                </a:lnTo>
                <a:lnTo>
                  <a:pt x="1428750" y="847725"/>
                </a:lnTo>
                <a:lnTo>
                  <a:pt x="1438275" y="828675"/>
                </a:lnTo>
                <a:lnTo>
                  <a:pt x="1438275" y="809625"/>
                </a:lnTo>
                <a:lnTo>
                  <a:pt x="1438275" y="790575"/>
                </a:lnTo>
                <a:lnTo>
                  <a:pt x="1438275" y="771525"/>
                </a:lnTo>
                <a:lnTo>
                  <a:pt x="1438275" y="752475"/>
                </a:lnTo>
                <a:lnTo>
                  <a:pt x="1447800" y="733425"/>
                </a:lnTo>
                <a:lnTo>
                  <a:pt x="1447800" y="714375"/>
                </a:lnTo>
                <a:lnTo>
                  <a:pt x="1447800" y="695325"/>
                </a:lnTo>
                <a:lnTo>
                  <a:pt x="1447800" y="676275"/>
                </a:lnTo>
                <a:lnTo>
                  <a:pt x="1457325" y="657225"/>
                </a:lnTo>
                <a:lnTo>
                  <a:pt x="1457325" y="638175"/>
                </a:lnTo>
                <a:lnTo>
                  <a:pt x="1457325" y="619125"/>
                </a:lnTo>
                <a:lnTo>
                  <a:pt x="1457325" y="600075"/>
                </a:lnTo>
                <a:lnTo>
                  <a:pt x="1457325" y="581025"/>
                </a:lnTo>
                <a:lnTo>
                  <a:pt x="1466850" y="561975"/>
                </a:lnTo>
                <a:lnTo>
                  <a:pt x="1466850" y="542925"/>
                </a:lnTo>
                <a:lnTo>
                  <a:pt x="1466850" y="523875"/>
                </a:lnTo>
                <a:lnTo>
                  <a:pt x="1466850" y="504825"/>
                </a:lnTo>
                <a:lnTo>
                  <a:pt x="1476375" y="485775"/>
                </a:lnTo>
                <a:lnTo>
                  <a:pt x="1476375" y="466725"/>
                </a:lnTo>
                <a:lnTo>
                  <a:pt x="1476375" y="447675"/>
                </a:lnTo>
                <a:lnTo>
                  <a:pt x="1466850" y="428625"/>
                </a:lnTo>
                <a:lnTo>
                  <a:pt x="1457325" y="409575"/>
                </a:lnTo>
                <a:lnTo>
                  <a:pt x="1447800" y="390525"/>
                </a:lnTo>
                <a:lnTo>
                  <a:pt x="1447800" y="371475"/>
                </a:lnTo>
                <a:lnTo>
                  <a:pt x="1438275" y="352425"/>
                </a:lnTo>
                <a:lnTo>
                  <a:pt x="1428750" y="333375"/>
                </a:lnTo>
                <a:lnTo>
                  <a:pt x="1419225" y="314325"/>
                </a:lnTo>
                <a:lnTo>
                  <a:pt x="1409700" y="295275"/>
                </a:lnTo>
                <a:lnTo>
                  <a:pt x="1390650" y="276225"/>
                </a:lnTo>
                <a:lnTo>
                  <a:pt x="1381125" y="257175"/>
                </a:lnTo>
                <a:lnTo>
                  <a:pt x="1371600" y="238125"/>
                </a:lnTo>
                <a:lnTo>
                  <a:pt x="1352550" y="219075"/>
                </a:lnTo>
                <a:lnTo>
                  <a:pt x="1343025" y="200025"/>
                </a:lnTo>
                <a:lnTo>
                  <a:pt x="1323975" y="180975"/>
                </a:lnTo>
                <a:lnTo>
                  <a:pt x="1304925" y="161925"/>
                </a:lnTo>
                <a:lnTo>
                  <a:pt x="1285875" y="142875"/>
                </a:lnTo>
                <a:lnTo>
                  <a:pt x="1266825" y="123825"/>
                </a:lnTo>
                <a:lnTo>
                  <a:pt x="1238250" y="104775"/>
                </a:lnTo>
                <a:lnTo>
                  <a:pt x="1200150" y="85725"/>
                </a:lnTo>
                <a:lnTo>
                  <a:pt x="1171575" y="66675"/>
                </a:lnTo>
                <a:lnTo>
                  <a:pt x="1123950" y="47625"/>
                </a:lnTo>
                <a:lnTo>
                  <a:pt x="1066800" y="28575"/>
                </a:lnTo>
                <a:lnTo>
                  <a:pt x="962025" y="9525"/>
                </a:lnTo>
                <a:close/>
              </a:path>
            </a:pathLst>
          </a:custGeom>
          <a:solidFill>
            <a:srgbClr val="0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ule-thick"/>
          <p:cNvSpPr/>
          <p:nvPr/>
        </p:nvSpPr>
        <p:spPr>
          <a:xfrm>
            <a:off x="2486025" y="9601200"/>
            <a:ext cx="2209800" cy="91440"/>
          </a:xfrm>
          <a:prstGeom prst="rect">
            <a:avLst/>
          </a:prstGeom>
          <a:solidFill>
            <a:srgbClr val="0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ule-thin"/>
          <p:cNvSpPr/>
          <p:nvPr/>
        </p:nvSpPr>
        <p:spPr>
          <a:xfrm>
            <a:off x="4695825" y="9615488"/>
            <a:ext cx="10410825" cy="30480"/>
          </a:xfrm>
          <a:prstGeom prst="rect">
            <a:avLst/>
          </a:prstGeom>
          <a:solidFill>
            <a:srgbClr val="0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xt-part"/>
          <p:cNvSpPr txBox="1"/>
          <p:nvPr/>
        </p:nvSpPr>
        <p:spPr>
          <a:xfrm>
            <a:off x="3352800" y="6168390"/>
            <a:ext cx="3543300" cy="1131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 i="0" spc="375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34" name="txt-title"/>
          <p:cNvSpPr txBox="1"/>
          <p:nvPr/>
        </p:nvSpPr>
        <p:spPr>
          <a:xfrm>
            <a:off x="2381250" y="7469505"/>
            <a:ext cx="13373100" cy="19288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0" b="1" i="0">
                <a:solidFill>
                  <a:srgbClr val="03EEFF"/>
                </a:solidFill>
                <a:latin typeface="Microsoft YaHei"/>
                <a:ea typeface="Microsoft YaHei"/>
                <a:cs typeface="Microsoft YaHei"/>
              </a:rPr>
              <a:t>上半年总体业绩回顾</a:t>
            </a:r>
          </a:p>
        </p:txBody>
      </p:sp>
      <p:sp>
        <p:nvSpPr>
          <p:cNvPr id="35" name="txt-sub"/>
          <p:cNvSpPr txBox="1"/>
          <p:nvPr/>
        </p:nvSpPr>
        <p:spPr>
          <a:xfrm>
            <a:off x="2381250" y="9997440"/>
            <a:ext cx="10079355" cy="11896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37" b="1" i="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核心财务与运营指标概览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