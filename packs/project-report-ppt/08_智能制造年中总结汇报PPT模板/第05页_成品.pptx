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lob"/>
          <p:cNvSpPr/>
          <p:nvPr/>
        </p:nvSpPr>
        <p:spPr>
          <a:xfrm>
            <a:off x="1504950" y="1276350"/>
            <a:ext cx="1524000" cy="1504950"/>
          </a:xfrm>
          <a:prstGeom prst="ellipse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num"/>
          <p:cNvSpPr txBox="1"/>
          <p:nvPr/>
        </p:nvSpPr>
        <p:spPr>
          <a:xfrm>
            <a:off x="2400300" y="1432560"/>
            <a:ext cx="1238250" cy="140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hdr-title"/>
          <p:cNvSpPr txBox="1"/>
          <p:nvPr/>
        </p:nvSpPr>
        <p:spPr>
          <a:xfrm>
            <a:off x="3810000" y="1432560"/>
            <a:ext cx="9144000" cy="140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上半年关键亮点与成就</a:t>
            </a:r>
          </a:p>
        </p:txBody>
      </p:sp>
      <p:grpSp>
        <p:nvGrpSpPr>
          <p:cNvPr id="301" name="cardgrp-01"/>
          <p:cNvGrpSpPr/>
          <p:nvPr/>
        </p:nvGrpSpPr>
        <p:grpSpPr>
          <a:xfrm>
            <a:off x="1409700" y="4276725"/>
            <a:ext cx="13563600" cy="4914900"/>
            <a:chOff x="1409700" y="4276725"/>
            <a:chExt cx="13563600" cy="4914900"/>
          </a:xfrm>
        </p:grpSpPr>
        <p:sp>
          <p:nvSpPr>
            <p:cNvPr id="6" name="card-01"/>
            <p:cNvSpPr/>
            <p:nvPr/>
          </p:nvSpPr>
          <p:spPr>
            <a:xfrm>
              <a:off x="1409700" y="4276725"/>
              <a:ext cx="13535025" cy="4914900"/>
            </a:xfrm>
            <a:prstGeom prst="roundRect">
              <a:avLst>
                <a:gd name="adj" fmla="val 5038"/>
              </a:avLst>
            </a:prstGeom>
            <a:solidFill>
              <a:srgbClr val="FFFFFF"/>
            </a:solidFill>
            <a:ln w="19050">
              <a:solidFill>
                <a:srgbClr val="4BD3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ab-01"/>
            <p:cNvSpPr/>
            <p:nvPr/>
          </p:nvSpPr>
          <p:spPr>
            <a:xfrm>
              <a:off x="10086975" y="4305300"/>
              <a:ext cx="4886325" cy="4838700"/>
            </a:xfrm>
            <a:prstGeom prst="roundRect">
              <a:avLst>
                <a:gd name="adj" fmla="val 5118"/>
              </a:avLst>
            </a:prstGeom>
            <a:solidFill>
              <a:srgbClr val="CB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abnum-01"/>
            <p:cNvSpPr txBox="1"/>
            <p:nvPr/>
          </p:nvSpPr>
          <p:spPr>
            <a:xfrm>
              <a:off x="11815762" y="5273040"/>
              <a:ext cx="142875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9" name="labname-01"/>
            <p:cNvSpPr txBox="1"/>
            <p:nvPr/>
          </p:nvSpPr>
          <p:spPr>
            <a:xfrm>
              <a:off x="10701338" y="6376988"/>
              <a:ext cx="36576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市场突破</a:t>
              </a:r>
            </a:p>
          </p:txBody>
        </p:sp>
        <p:sp>
          <p:nvSpPr>
            <p:cNvPr id="10" name="desc1-01"/>
            <p:cNvSpPr txBox="1"/>
            <p:nvPr/>
          </p:nvSpPr>
          <p:spPr>
            <a:xfrm>
              <a:off x="2628900" y="4804410"/>
              <a:ext cx="742950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成功进入东南亚/欧洲新市</a:t>
              </a:r>
            </a:p>
          </p:txBody>
        </p:sp>
        <p:sp>
          <p:nvSpPr>
            <p:cNvPr id="11" name="desc2-01"/>
            <p:cNvSpPr txBox="1"/>
            <p:nvPr/>
          </p:nvSpPr>
          <p:spPr>
            <a:xfrm>
              <a:off x="2628900" y="5471160"/>
              <a:ext cx="772668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场，获得3家头部客户订单</a:t>
              </a:r>
            </a:p>
          </p:txBody>
        </p:sp>
        <p:sp>
          <p:nvSpPr>
            <p:cNvPr id="12" name="metric-01"/>
            <p:cNvSpPr txBox="1"/>
            <p:nvPr/>
          </p:nvSpPr>
          <p:spPr>
            <a:xfrm>
              <a:off x="3505200" y="6617970"/>
              <a:ext cx="4095750" cy="12801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00" b="1" i="0">
                  <a:solidFill>
                    <a:srgbClr val="03EEFF"/>
                  </a:solidFill>
                  <a:latin typeface="Microsoft YaHei"/>
                  <a:ea typeface="Microsoft YaHei"/>
                  <a:cs typeface="Microsoft YaHei"/>
                </a:rPr>
                <a:t>5000万元</a:t>
              </a:r>
            </a:p>
          </p:txBody>
        </p:sp>
        <p:sp>
          <p:nvSpPr>
            <p:cNvPr id="13" name="cap-01"/>
            <p:cNvSpPr txBox="1"/>
            <p:nvPr/>
          </p:nvSpPr>
          <p:spPr>
            <a:xfrm>
              <a:off x="3501390" y="7928610"/>
              <a:ext cx="416052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新增订单金额超</a:t>
              </a:r>
            </a:p>
          </p:txBody>
        </p:sp>
        <p:grpSp>
          <p:nvGrpSpPr>
            <p:cNvPr id="293" name="laurelL-01"/>
            <p:cNvGrpSpPr/>
            <p:nvPr/>
          </p:nvGrpSpPr>
          <p:grpSpPr>
            <a:xfrm>
              <a:off x="2899410" y="6974205"/>
              <a:ext cx="887730" cy="1334453"/>
              <a:chOff x="2899410" y="6974205"/>
              <a:chExt cx="887730" cy="1334453"/>
            </a:xfrm>
          </p:grpSpPr>
          <p:sp>
            <p:nvSpPr>
              <p:cNvPr id="14" name="laurelL-01-stem"/>
              <p:cNvSpPr/>
              <p:nvPr/>
            </p:nvSpPr>
            <p:spPr>
              <a:xfrm>
                <a:off x="3048000" y="7149465"/>
                <a:ext cx="64770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1036320">
                    <a:moveTo>
                      <a:pt x="647700" y="0"/>
                    </a:moveTo>
                    <a:lnTo>
                      <a:pt x="503872" y="13335"/>
                    </a:lnTo>
                    <a:lnTo>
                      <a:pt x="366712" y="51435"/>
                    </a:lnTo>
                    <a:lnTo>
                      <a:pt x="243840" y="113347"/>
                    </a:lnTo>
                    <a:lnTo>
                      <a:pt x="140970" y="195263"/>
                    </a:lnTo>
                    <a:lnTo>
                      <a:pt x="63818" y="293370"/>
                    </a:lnTo>
                    <a:lnTo>
                      <a:pt x="16192" y="402907"/>
                    </a:lnTo>
                    <a:lnTo>
                      <a:pt x="0" y="518160"/>
                    </a:lnTo>
                    <a:lnTo>
                      <a:pt x="16192" y="633413"/>
                    </a:lnTo>
                    <a:lnTo>
                      <a:pt x="63818" y="742950"/>
                    </a:lnTo>
                    <a:lnTo>
                      <a:pt x="140970" y="841057"/>
                    </a:lnTo>
                    <a:lnTo>
                      <a:pt x="243840" y="922973"/>
                    </a:lnTo>
                    <a:lnTo>
                      <a:pt x="366712" y="984885"/>
                    </a:lnTo>
                    <a:lnTo>
                      <a:pt x="503872" y="1022985"/>
                    </a:lnTo>
                    <a:lnTo>
                      <a:pt x="64770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laurelL-01-leaf01"/>
              <p:cNvSpPr/>
              <p:nvPr/>
            </p:nvSpPr>
            <p:spPr>
              <a:xfrm>
                <a:off x="3604260" y="69742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laurelL-01-leaf0-1"/>
              <p:cNvSpPr/>
              <p:nvPr/>
            </p:nvSpPr>
            <p:spPr>
              <a:xfrm>
                <a:off x="3604260" y="71647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aurelL-01-leaf11"/>
              <p:cNvSpPr/>
              <p:nvPr/>
            </p:nvSpPr>
            <p:spPr>
              <a:xfrm>
                <a:off x="3431858" y="7005638"/>
                <a:ext cx="198120" cy="132397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2397">
                    <a:moveTo>
                      <a:pt x="122872" y="111442"/>
                    </a:moveTo>
                    <a:lnTo>
                      <a:pt x="78104" y="126682"/>
                    </a:lnTo>
                    <a:lnTo>
                      <a:pt x="27622" y="132397"/>
                    </a:lnTo>
                    <a:lnTo>
                      <a:pt x="0" y="118110"/>
                    </a:lnTo>
                    <a:lnTo>
                      <a:pt x="3810" y="86677"/>
                    </a:lnTo>
                    <a:lnTo>
                      <a:pt x="37147" y="48577"/>
                    </a:lnTo>
                    <a:lnTo>
                      <a:pt x="75247" y="20954"/>
                    </a:lnTo>
                    <a:lnTo>
                      <a:pt x="120014" y="4762"/>
                    </a:lnTo>
                    <a:lnTo>
                      <a:pt x="170497" y="0"/>
                    </a:lnTo>
                    <a:lnTo>
                      <a:pt x="198120" y="14287"/>
                    </a:lnTo>
                    <a:lnTo>
                      <a:pt x="194310" y="44767"/>
                    </a:lnTo>
                    <a:lnTo>
                      <a:pt x="160972" y="838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aurelL-01-leaf1-1"/>
              <p:cNvSpPr/>
              <p:nvPr/>
            </p:nvSpPr>
            <p:spPr>
              <a:xfrm>
                <a:off x="3490912" y="7166610"/>
                <a:ext cx="162878" cy="174308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74308">
                    <a:moveTo>
                      <a:pt x="42863" y="120968"/>
                    </a:moveTo>
                    <a:lnTo>
                      <a:pt x="17146" y="80962"/>
                    </a:lnTo>
                    <a:lnTo>
                      <a:pt x="0" y="33338"/>
                    </a:lnTo>
                    <a:lnTo>
                      <a:pt x="6668" y="2858"/>
                    </a:lnTo>
                    <a:lnTo>
                      <a:pt x="38100" y="0"/>
                    </a:lnTo>
                    <a:lnTo>
                      <a:pt x="83820" y="21908"/>
                    </a:lnTo>
                    <a:lnTo>
                      <a:pt x="120016" y="52388"/>
                    </a:lnTo>
                    <a:lnTo>
                      <a:pt x="145733" y="92392"/>
                    </a:lnTo>
                    <a:lnTo>
                      <a:pt x="162878" y="140018"/>
                    </a:lnTo>
                    <a:lnTo>
                      <a:pt x="156210" y="170498"/>
                    </a:lnTo>
                    <a:lnTo>
                      <a:pt x="124778" y="174308"/>
                    </a:lnTo>
                    <a:lnTo>
                      <a:pt x="79058" y="1514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laurelL-01-leaf21"/>
              <p:cNvSpPr/>
              <p:nvPr/>
            </p:nvSpPr>
            <p:spPr>
              <a:xfrm>
                <a:off x="3270885" y="7063740"/>
                <a:ext cx="208597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08597" h="109538">
                    <a:moveTo>
                      <a:pt x="119063" y="102870"/>
                    </a:moveTo>
                    <a:lnTo>
                      <a:pt x="73343" y="109538"/>
                    </a:lnTo>
                    <a:lnTo>
                      <a:pt x="23813" y="105728"/>
                    </a:lnTo>
                    <a:lnTo>
                      <a:pt x="0" y="86678"/>
                    </a:lnTo>
                    <a:lnTo>
                      <a:pt x="9525" y="58102"/>
                    </a:lnTo>
                    <a:lnTo>
                      <a:pt x="47625" y="26670"/>
                    </a:lnTo>
                    <a:lnTo>
                      <a:pt x="89535" y="6668"/>
                    </a:lnTo>
                    <a:lnTo>
                      <a:pt x="135255" y="0"/>
                    </a:lnTo>
                    <a:lnTo>
                      <a:pt x="184785" y="3810"/>
                    </a:lnTo>
                    <a:lnTo>
                      <a:pt x="208597" y="22860"/>
                    </a:lnTo>
                    <a:lnTo>
                      <a:pt x="199073" y="52388"/>
                    </a:lnTo>
                    <a:lnTo>
                      <a:pt x="160973" y="8286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laurelL-01-leaf2-1"/>
              <p:cNvSpPr/>
              <p:nvPr/>
            </p:nvSpPr>
            <p:spPr>
              <a:xfrm>
                <a:off x="3385185" y="7189470"/>
                <a:ext cx="138113" cy="187642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87642">
                    <a:moveTo>
                      <a:pt x="25717" y="119062"/>
                    </a:moveTo>
                    <a:lnTo>
                      <a:pt x="8573" y="76200"/>
                    </a:lnTo>
                    <a:lnTo>
                      <a:pt x="0" y="27622"/>
                    </a:lnTo>
                    <a:lnTo>
                      <a:pt x="12383" y="0"/>
                    </a:lnTo>
                    <a:lnTo>
                      <a:pt x="43815" y="1905"/>
                    </a:lnTo>
                    <a:lnTo>
                      <a:pt x="82867" y="31432"/>
                    </a:lnTo>
                    <a:lnTo>
                      <a:pt x="112395" y="67628"/>
                    </a:lnTo>
                    <a:lnTo>
                      <a:pt x="129540" y="110490"/>
                    </a:lnTo>
                    <a:lnTo>
                      <a:pt x="138113" y="159068"/>
                    </a:lnTo>
                    <a:lnTo>
                      <a:pt x="125730" y="187642"/>
                    </a:lnTo>
                    <a:lnTo>
                      <a:pt x="94297" y="184785"/>
                    </a:lnTo>
                    <a:lnTo>
                      <a:pt x="55245" y="15525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laurelL-01-leaf31"/>
              <p:cNvSpPr/>
              <p:nvPr/>
            </p:nvSpPr>
            <p:spPr>
              <a:xfrm>
                <a:off x="3129915" y="7143750"/>
                <a:ext cx="212407" cy="98108"/>
              </a:xfrm>
              <a:custGeom>
                <a:avLst/>
                <a:gdLst/>
                <a:ahLst/>
                <a:cxnLst/>
                <a:rect l="l" t="t" r="r" b="b"/>
                <a:pathLst>
                  <a:path w="212407" h="98108">
                    <a:moveTo>
                      <a:pt x="111443" y="98108"/>
                    </a:moveTo>
                    <a:lnTo>
                      <a:pt x="65723" y="95250"/>
                    </a:lnTo>
                    <a:lnTo>
                      <a:pt x="19050" y="81915"/>
                    </a:lnTo>
                    <a:lnTo>
                      <a:pt x="0" y="59055"/>
                    </a:lnTo>
                    <a:lnTo>
                      <a:pt x="14287" y="33338"/>
                    </a:lnTo>
                    <a:lnTo>
                      <a:pt x="58103" y="11430"/>
                    </a:lnTo>
                    <a:lnTo>
                      <a:pt x="101917" y="0"/>
                    </a:lnTo>
                    <a:lnTo>
                      <a:pt x="146685" y="2858"/>
                    </a:lnTo>
                    <a:lnTo>
                      <a:pt x="193357" y="16192"/>
                    </a:lnTo>
                    <a:lnTo>
                      <a:pt x="212407" y="39052"/>
                    </a:lnTo>
                    <a:lnTo>
                      <a:pt x="198120" y="64770"/>
                    </a:lnTo>
                    <a:lnTo>
                      <a:pt x="155257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laurelL-01-leaf3-1"/>
              <p:cNvSpPr/>
              <p:nvPr/>
            </p:nvSpPr>
            <p:spPr>
              <a:xfrm>
                <a:off x="3292792" y="7231380"/>
                <a:ext cx="109538" cy="201930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201930">
                    <a:moveTo>
                      <a:pt x="8573" y="117158"/>
                    </a:moveTo>
                    <a:lnTo>
                      <a:pt x="0" y="72390"/>
                    </a:lnTo>
                    <a:lnTo>
                      <a:pt x="1906" y="24765"/>
                    </a:lnTo>
                    <a:lnTo>
                      <a:pt x="19050" y="0"/>
                    </a:lnTo>
                    <a:lnTo>
                      <a:pt x="47626" y="7620"/>
                    </a:lnTo>
                    <a:lnTo>
                      <a:pt x="80010" y="44768"/>
                    </a:lnTo>
                    <a:lnTo>
                      <a:pt x="100966" y="84772"/>
                    </a:lnTo>
                    <a:lnTo>
                      <a:pt x="109538" y="128588"/>
                    </a:lnTo>
                    <a:lnTo>
                      <a:pt x="107633" y="177165"/>
                    </a:lnTo>
                    <a:lnTo>
                      <a:pt x="90488" y="201930"/>
                    </a:lnTo>
                    <a:lnTo>
                      <a:pt x="60960" y="193358"/>
                    </a:lnTo>
                    <a:lnTo>
                      <a:pt x="29528" y="15716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laurelL-01-leaf41"/>
              <p:cNvSpPr/>
              <p:nvPr/>
            </p:nvSpPr>
            <p:spPr>
              <a:xfrm>
                <a:off x="3017520" y="7242810"/>
                <a:ext cx="20764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5" h="95250">
                    <a:moveTo>
                      <a:pt x="98108" y="95250"/>
                    </a:moveTo>
                    <a:lnTo>
                      <a:pt x="55245" y="82868"/>
                    </a:lnTo>
                    <a:lnTo>
                      <a:pt x="13335" y="60008"/>
                    </a:lnTo>
                    <a:lnTo>
                      <a:pt x="0" y="34290"/>
                    </a:lnTo>
                    <a:lnTo>
                      <a:pt x="20002" y="13335"/>
                    </a:lnTo>
                    <a:lnTo>
                      <a:pt x="65722" y="952"/>
                    </a:lnTo>
                    <a:lnTo>
                      <a:pt x="109538" y="0"/>
                    </a:lnTo>
                    <a:lnTo>
                      <a:pt x="152400" y="11430"/>
                    </a:lnTo>
                    <a:lnTo>
                      <a:pt x="193358" y="34290"/>
                    </a:lnTo>
                    <a:lnTo>
                      <a:pt x="207645" y="60008"/>
                    </a:lnTo>
                    <a:lnTo>
                      <a:pt x="187642" y="81915"/>
                    </a:lnTo>
                    <a:lnTo>
                      <a:pt x="141922" y="9429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laurelL-01-leaf4-1"/>
              <p:cNvSpPr/>
              <p:nvPr/>
            </p:nvSpPr>
            <p:spPr>
              <a:xfrm>
                <a:off x="3209925" y="7295198"/>
                <a:ext cx="95250" cy="2076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4">
                    <a:moveTo>
                      <a:pt x="0" y="109537"/>
                    </a:moveTo>
                    <a:lnTo>
                      <a:pt x="953" y="64770"/>
                    </a:lnTo>
                    <a:lnTo>
                      <a:pt x="13335" y="19050"/>
                    </a:lnTo>
                    <a:lnTo>
                      <a:pt x="35243" y="0"/>
                    </a:lnTo>
                    <a:lnTo>
                      <a:pt x="60960" y="13334"/>
                    </a:lnTo>
                    <a:lnTo>
                      <a:pt x="83820" y="55244"/>
                    </a:lnTo>
                    <a:lnTo>
                      <a:pt x="95250" y="98107"/>
                    </a:lnTo>
                    <a:lnTo>
                      <a:pt x="94297" y="141922"/>
                    </a:lnTo>
                    <a:lnTo>
                      <a:pt x="81915" y="187642"/>
                    </a:lnTo>
                    <a:lnTo>
                      <a:pt x="60007" y="207644"/>
                    </a:lnTo>
                    <a:lnTo>
                      <a:pt x="34290" y="193357"/>
                    </a:lnTo>
                    <a:lnTo>
                      <a:pt x="11430" y="1524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laurelL-01-leaf51"/>
              <p:cNvSpPr/>
              <p:nvPr/>
            </p:nvSpPr>
            <p:spPr>
              <a:xfrm>
                <a:off x="2940368" y="7352348"/>
                <a:ext cx="19050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6680">
                    <a:moveTo>
                      <a:pt x="78104" y="97154"/>
                    </a:moveTo>
                    <a:lnTo>
                      <a:pt x="40957" y="76200"/>
                    </a:lnTo>
                    <a:lnTo>
                      <a:pt x="6667" y="44767"/>
                    </a:lnTo>
                    <a:lnTo>
                      <a:pt x="0" y="17144"/>
                    </a:lnTo>
                    <a:lnTo>
                      <a:pt x="23812" y="952"/>
                    </a:lnTo>
                    <a:lnTo>
                      <a:pt x="69532" y="0"/>
                    </a:lnTo>
                    <a:lnTo>
                      <a:pt x="111442" y="9524"/>
                    </a:lnTo>
                    <a:lnTo>
                      <a:pt x="149542" y="31432"/>
                    </a:lnTo>
                    <a:lnTo>
                      <a:pt x="183832" y="61912"/>
                    </a:lnTo>
                    <a:lnTo>
                      <a:pt x="190500" y="90487"/>
                    </a:lnTo>
                    <a:lnTo>
                      <a:pt x="166687" y="105727"/>
                    </a:lnTo>
                    <a:lnTo>
                      <a:pt x="120967" y="1066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laurelL-01-leaf5-1"/>
              <p:cNvSpPr/>
              <p:nvPr/>
            </p:nvSpPr>
            <p:spPr>
              <a:xfrm>
                <a:off x="3142298" y="7378065"/>
                <a:ext cx="93344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3344" h="202883">
                    <a:moveTo>
                      <a:pt x="0" y="96203"/>
                    </a:moveTo>
                    <a:lnTo>
                      <a:pt x="11430" y="54293"/>
                    </a:lnTo>
                    <a:lnTo>
                      <a:pt x="33337" y="14287"/>
                    </a:lnTo>
                    <a:lnTo>
                      <a:pt x="59054" y="0"/>
                    </a:lnTo>
                    <a:lnTo>
                      <a:pt x="80010" y="19050"/>
                    </a:lnTo>
                    <a:lnTo>
                      <a:pt x="91440" y="63817"/>
                    </a:lnTo>
                    <a:lnTo>
                      <a:pt x="93344" y="107633"/>
                    </a:lnTo>
                    <a:lnTo>
                      <a:pt x="81914" y="148590"/>
                    </a:lnTo>
                    <a:lnTo>
                      <a:pt x="59054" y="189547"/>
                    </a:lnTo>
                    <a:lnTo>
                      <a:pt x="34290" y="202883"/>
                    </a:lnTo>
                    <a:lnTo>
                      <a:pt x="13334" y="183833"/>
                    </a:lnTo>
                    <a:lnTo>
                      <a:pt x="952" y="13906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laurelL-01-leaf61"/>
              <p:cNvSpPr/>
              <p:nvPr/>
            </p:nvSpPr>
            <p:spPr>
              <a:xfrm>
                <a:off x="2902268" y="7466648"/>
                <a:ext cx="161924" cy="135254"/>
              </a:xfrm>
              <a:custGeom>
                <a:avLst/>
                <a:gdLst/>
                <a:ahLst/>
                <a:cxnLst/>
                <a:rect l="l" t="t" r="r" b="b"/>
                <a:pathLst>
                  <a:path w="161924" h="135254">
                    <a:moveTo>
                      <a:pt x="54292" y="103822"/>
                    </a:moveTo>
                    <a:lnTo>
                      <a:pt x="23812" y="74294"/>
                    </a:lnTo>
                    <a:lnTo>
                      <a:pt x="0" y="36194"/>
                    </a:lnTo>
                    <a:lnTo>
                      <a:pt x="952" y="8572"/>
                    </a:lnTo>
                    <a:lnTo>
                      <a:pt x="26670" y="0"/>
                    </a:lnTo>
                    <a:lnTo>
                      <a:pt x="70484" y="10477"/>
                    </a:lnTo>
                    <a:lnTo>
                      <a:pt x="107632" y="30480"/>
                    </a:lnTo>
                    <a:lnTo>
                      <a:pt x="138112" y="60007"/>
                    </a:lnTo>
                    <a:lnTo>
                      <a:pt x="161924" y="98107"/>
                    </a:lnTo>
                    <a:lnTo>
                      <a:pt x="161924" y="125730"/>
                    </a:lnTo>
                    <a:lnTo>
                      <a:pt x="135254" y="135254"/>
                    </a:lnTo>
                    <a:lnTo>
                      <a:pt x="91440" y="12382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laurelL-01-leaf6-1"/>
              <p:cNvSpPr/>
              <p:nvPr/>
            </p:nvSpPr>
            <p:spPr>
              <a:xfrm>
                <a:off x="3092768" y="7478078"/>
                <a:ext cx="104774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104774" h="184784">
                    <a:moveTo>
                      <a:pt x="10477" y="75247"/>
                    </a:moveTo>
                    <a:lnTo>
                      <a:pt x="31432" y="39052"/>
                    </a:lnTo>
                    <a:lnTo>
                      <a:pt x="62864" y="6667"/>
                    </a:lnTo>
                    <a:lnTo>
                      <a:pt x="89534" y="0"/>
                    </a:lnTo>
                    <a:lnTo>
                      <a:pt x="104774" y="23812"/>
                    </a:lnTo>
                    <a:lnTo>
                      <a:pt x="104774" y="68580"/>
                    </a:lnTo>
                    <a:lnTo>
                      <a:pt x="94297" y="109537"/>
                    </a:lnTo>
                    <a:lnTo>
                      <a:pt x="73342" y="146684"/>
                    </a:lnTo>
                    <a:lnTo>
                      <a:pt x="41910" y="179070"/>
                    </a:lnTo>
                    <a:lnTo>
                      <a:pt x="15240" y="184784"/>
                    </a:lnTo>
                    <a:lnTo>
                      <a:pt x="0" y="161924"/>
                    </a:lnTo>
                    <a:lnTo>
                      <a:pt x="0" y="11620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laurelL-01-leaf71"/>
              <p:cNvSpPr/>
              <p:nvPr/>
            </p:nvSpPr>
            <p:spPr>
              <a:xfrm>
                <a:off x="2899410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105728"/>
                    </a:moveTo>
                    <a:lnTo>
                      <a:pt x="12382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2" y="0"/>
                    </a:lnTo>
                    <a:lnTo>
                      <a:pt x="73342" y="21908"/>
                    </a:lnTo>
                    <a:lnTo>
                      <a:pt x="102870" y="50482"/>
                    </a:lnTo>
                    <a:lnTo>
                      <a:pt x="122872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2" y="156210"/>
                    </a:lnTo>
                    <a:lnTo>
                      <a:pt x="61912" y="1343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laurelL-01-leaf7-1"/>
              <p:cNvSpPr/>
              <p:nvPr/>
            </p:nvSpPr>
            <p:spPr>
              <a:xfrm>
                <a:off x="3061335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50482"/>
                    </a:moveTo>
                    <a:lnTo>
                      <a:pt x="61913" y="21908"/>
                    </a:lnTo>
                    <a:lnTo>
                      <a:pt x="100013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3" y="69532"/>
                    </a:lnTo>
                    <a:lnTo>
                      <a:pt x="102870" y="105728"/>
                    </a:lnTo>
                    <a:lnTo>
                      <a:pt x="73343" y="134302"/>
                    </a:lnTo>
                    <a:lnTo>
                      <a:pt x="35243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3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laurelL-01-leaf81"/>
              <p:cNvSpPr/>
              <p:nvPr/>
            </p:nvSpPr>
            <p:spPr>
              <a:xfrm>
                <a:off x="2937510" y="7712392"/>
                <a:ext cx="100012" cy="176213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76213">
                    <a:moveTo>
                      <a:pt x="9525" y="104776"/>
                    </a:moveTo>
                    <a:lnTo>
                      <a:pt x="0" y="65723"/>
                    </a:lnTo>
                    <a:lnTo>
                      <a:pt x="0" y="22860"/>
                    </a:lnTo>
                    <a:lnTo>
                      <a:pt x="14288" y="0"/>
                    </a:lnTo>
                    <a:lnTo>
                      <a:pt x="40005" y="6668"/>
                    </a:lnTo>
                    <a:lnTo>
                      <a:pt x="69532" y="37148"/>
                    </a:lnTo>
                    <a:lnTo>
                      <a:pt x="89535" y="71438"/>
                    </a:lnTo>
                    <a:lnTo>
                      <a:pt x="99060" y="110490"/>
                    </a:lnTo>
                    <a:lnTo>
                      <a:pt x="100012" y="153353"/>
                    </a:lnTo>
                    <a:lnTo>
                      <a:pt x="85725" y="176213"/>
                    </a:lnTo>
                    <a:lnTo>
                      <a:pt x="60008" y="169546"/>
                    </a:lnTo>
                    <a:lnTo>
                      <a:pt x="29528" y="1390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laurelL-01-leaf8-1"/>
              <p:cNvSpPr/>
              <p:nvPr/>
            </p:nvSpPr>
            <p:spPr>
              <a:xfrm>
                <a:off x="3064192" y="7700962"/>
                <a:ext cx="154306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54306" h="128588">
                    <a:moveTo>
                      <a:pt x="51436" y="29528"/>
                    </a:moveTo>
                    <a:lnTo>
                      <a:pt x="86678" y="10478"/>
                    </a:lnTo>
                    <a:lnTo>
                      <a:pt x="128588" y="0"/>
                    </a:lnTo>
                    <a:lnTo>
                      <a:pt x="153353" y="8573"/>
                    </a:lnTo>
                    <a:lnTo>
                      <a:pt x="154306" y="35243"/>
                    </a:lnTo>
                    <a:lnTo>
                      <a:pt x="131446" y="71438"/>
                    </a:lnTo>
                    <a:lnTo>
                      <a:pt x="102870" y="99060"/>
                    </a:lnTo>
                    <a:lnTo>
                      <a:pt x="66676" y="118110"/>
                    </a:lnTo>
                    <a:lnTo>
                      <a:pt x="25718" y="128588"/>
                    </a:lnTo>
                    <a:lnTo>
                      <a:pt x="0" y="120016"/>
                    </a:lnTo>
                    <a:lnTo>
                      <a:pt x="0" y="93346"/>
                    </a:lnTo>
                    <a:lnTo>
                      <a:pt x="22860" y="571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laurelL-01-leaf91"/>
              <p:cNvSpPr/>
              <p:nvPr/>
            </p:nvSpPr>
            <p:spPr>
              <a:xfrm>
                <a:off x="3001328" y="7834312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0" y="96203"/>
                    </a:moveTo>
                    <a:lnTo>
                      <a:pt x="952" y="57150"/>
                    </a:lnTo>
                    <a:lnTo>
                      <a:pt x="11430" y="17146"/>
                    </a:lnTo>
                    <a:lnTo>
                      <a:pt x="30480" y="0"/>
                    </a:lnTo>
                    <a:lnTo>
                      <a:pt x="53340" y="12383"/>
                    </a:lnTo>
                    <a:lnTo>
                      <a:pt x="73342" y="48578"/>
                    </a:lnTo>
                    <a:lnTo>
                      <a:pt x="83820" y="86678"/>
                    </a:lnTo>
                    <a:lnTo>
                      <a:pt x="82867" y="125730"/>
                    </a:lnTo>
                    <a:lnTo>
                      <a:pt x="71437" y="165736"/>
                    </a:lnTo>
                    <a:lnTo>
                      <a:pt x="52387" y="182880"/>
                    </a:lnTo>
                    <a:lnTo>
                      <a:pt x="29527" y="170498"/>
                    </a:lnTo>
                    <a:lnTo>
                      <a:pt x="9524" y="13430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laurelL-01-leaf9-1"/>
              <p:cNvSpPr/>
              <p:nvPr/>
            </p:nvSpPr>
            <p:spPr>
              <a:xfrm>
                <a:off x="3095625" y="7811452"/>
                <a:ext cx="172403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2403" h="95250">
                    <a:moveTo>
                      <a:pt x="70485" y="8573"/>
                    </a:moveTo>
                    <a:lnTo>
                      <a:pt x="108585" y="0"/>
                    </a:lnTo>
                    <a:lnTo>
                      <a:pt x="150495" y="0"/>
                    </a:lnTo>
                    <a:lnTo>
                      <a:pt x="172403" y="14288"/>
                    </a:lnTo>
                    <a:lnTo>
                      <a:pt x="165735" y="40006"/>
                    </a:lnTo>
                    <a:lnTo>
                      <a:pt x="135255" y="67628"/>
                    </a:lnTo>
                    <a:lnTo>
                      <a:pt x="100965" y="86678"/>
                    </a:lnTo>
                    <a:lnTo>
                      <a:pt x="62865" y="95250"/>
                    </a:lnTo>
                    <a:lnTo>
                      <a:pt x="20955" y="95250"/>
                    </a:lnTo>
                    <a:lnTo>
                      <a:pt x="0" y="80963"/>
                    </a:lnTo>
                    <a:lnTo>
                      <a:pt x="5715" y="55246"/>
                    </a:lnTo>
                    <a:lnTo>
                      <a:pt x="36195" y="2762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laurelL-01-leaf101"/>
              <p:cNvSpPr/>
              <p:nvPr/>
            </p:nvSpPr>
            <p:spPr>
              <a:xfrm>
                <a:off x="3089910" y="7948612"/>
                <a:ext cx="81915" cy="178118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78118">
                    <a:moveTo>
                      <a:pt x="0" y="83820"/>
                    </a:moveTo>
                    <a:lnTo>
                      <a:pt x="10478" y="46673"/>
                    </a:lnTo>
                    <a:lnTo>
                      <a:pt x="29528" y="11430"/>
                    </a:lnTo>
                    <a:lnTo>
                      <a:pt x="51435" y="0"/>
                    </a:lnTo>
                    <a:lnTo>
                      <a:pt x="70485" y="16193"/>
                    </a:lnTo>
                    <a:lnTo>
                      <a:pt x="80962" y="55246"/>
                    </a:lnTo>
                    <a:lnTo>
                      <a:pt x="81915" y="93346"/>
                    </a:lnTo>
                    <a:lnTo>
                      <a:pt x="71438" y="130493"/>
                    </a:lnTo>
                    <a:lnTo>
                      <a:pt x="52388" y="165736"/>
                    </a:lnTo>
                    <a:lnTo>
                      <a:pt x="30480" y="178118"/>
                    </a:lnTo>
                    <a:lnTo>
                      <a:pt x="11430" y="160973"/>
                    </a:lnTo>
                    <a:lnTo>
                      <a:pt x="952" y="1219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laurelL-01-leaf10-1"/>
              <p:cNvSpPr/>
              <p:nvPr/>
            </p:nvSpPr>
            <p:spPr>
              <a:xfrm>
                <a:off x="3158490" y="7902892"/>
                <a:ext cx="178118" cy="81916"/>
              </a:xfrm>
              <a:custGeom>
                <a:avLst/>
                <a:gdLst/>
                <a:ahLst/>
                <a:cxnLst/>
                <a:rect l="l" t="t" r="r" b="b"/>
                <a:pathLst>
                  <a:path w="178118" h="81916">
                    <a:moveTo>
                      <a:pt x="83820" y="0"/>
                    </a:moveTo>
                    <a:lnTo>
                      <a:pt x="121920" y="953"/>
                    </a:lnTo>
                    <a:lnTo>
                      <a:pt x="161925" y="11430"/>
                    </a:lnTo>
                    <a:lnTo>
                      <a:pt x="178118" y="30480"/>
                    </a:lnTo>
                    <a:lnTo>
                      <a:pt x="166688" y="52388"/>
                    </a:lnTo>
                    <a:lnTo>
                      <a:pt x="131445" y="71438"/>
                    </a:lnTo>
                    <a:lnTo>
                      <a:pt x="94298" y="81916"/>
                    </a:lnTo>
                    <a:lnTo>
                      <a:pt x="56198" y="80963"/>
                    </a:lnTo>
                    <a:lnTo>
                      <a:pt x="17145" y="70486"/>
                    </a:lnTo>
                    <a:lnTo>
                      <a:pt x="0" y="52388"/>
                    </a:lnTo>
                    <a:lnTo>
                      <a:pt x="12382" y="30480"/>
                    </a:lnTo>
                    <a:lnTo>
                      <a:pt x="47625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laurelL-01-leaf111"/>
              <p:cNvSpPr/>
              <p:nvPr/>
            </p:nvSpPr>
            <p:spPr>
              <a:xfrm>
                <a:off x="3201352" y="8047672"/>
                <a:ext cx="89536" cy="164783"/>
              </a:xfrm>
              <a:custGeom>
                <a:avLst/>
                <a:gdLst/>
                <a:ahLst/>
                <a:cxnLst/>
                <a:rect l="l" t="t" r="r" b="b"/>
                <a:pathLst>
                  <a:path w="89536" h="164783">
                    <a:moveTo>
                      <a:pt x="7620" y="68580"/>
                    </a:moveTo>
                    <a:lnTo>
                      <a:pt x="24766" y="36196"/>
                    </a:lnTo>
                    <a:lnTo>
                      <a:pt x="50483" y="6668"/>
                    </a:lnTo>
                    <a:lnTo>
                      <a:pt x="74296" y="0"/>
                    </a:lnTo>
                    <a:lnTo>
                      <a:pt x="88583" y="20003"/>
                    </a:lnTo>
                    <a:lnTo>
                      <a:pt x="89536" y="59056"/>
                    </a:lnTo>
                    <a:lnTo>
                      <a:pt x="82868" y="95250"/>
                    </a:lnTo>
                    <a:lnTo>
                      <a:pt x="65723" y="127636"/>
                    </a:lnTo>
                    <a:lnTo>
                      <a:pt x="40006" y="158116"/>
                    </a:lnTo>
                    <a:lnTo>
                      <a:pt x="16193" y="164783"/>
                    </a:lnTo>
                    <a:lnTo>
                      <a:pt x="1906" y="144780"/>
                    </a:lnTo>
                    <a:lnTo>
                      <a:pt x="0" y="10477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laurelL-01-leaf11-1"/>
              <p:cNvSpPr/>
              <p:nvPr/>
            </p:nvSpPr>
            <p:spPr>
              <a:xfrm>
                <a:off x="3249930" y="7976235"/>
                <a:ext cx="174308" cy="79057"/>
              </a:xfrm>
              <a:custGeom>
                <a:avLst/>
                <a:gdLst/>
                <a:ahLst/>
                <a:cxnLst/>
                <a:rect l="l" t="t" r="r" b="b"/>
                <a:pathLst>
                  <a:path w="174308" h="79057">
                    <a:moveTo>
                      <a:pt x="91440" y="0"/>
                    </a:moveTo>
                    <a:lnTo>
                      <a:pt x="126682" y="8573"/>
                    </a:lnTo>
                    <a:lnTo>
                      <a:pt x="161925" y="26670"/>
                    </a:lnTo>
                    <a:lnTo>
                      <a:pt x="174308" y="47625"/>
                    </a:lnTo>
                    <a:lnTo>
                      <a:pt x="158115" y="66675"/>
                    </a:lnTo>
                    <a:lnTo>
                      <a:pt x="120015" y="77153"/>
                    </a:lnTo>
                    <a:lnTo>
                      <a:pt x="83820" y="79057"/>
                    </a:lnTo>
                    <a:lnTo>
                      <a:pt x="47625" y="70485"/>
                    </a:lnTo>
                    <a:lnTo>
                      <a:pt x="12382" y="52387"/>
                    </a:lnTo>
                    <a:lnTo>
                      <a:pt x="0" y="31433"/>
                    </a:lnTo>
                    <a:lnTo>
                      <a:pt x="16192" y="12383"/>
                    </a:lnTo>
                    <a:lnTo>
                      <a:pt x="54292" y="190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laurelL-01-leaf121"/>
              <p:cNvSpPr/>
              <p:nvPr/>
            </p:nvSpPr>
            <p:spPr>
              <a:xfrm>
                <a:off x="3330892" y="8125778"/>
                <a:ext cx="106680" cy="145732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145732">
                    <a:moveTo>
                      <a:pt x="20003" y="52387"/>
                    </a:moveTo>
                    <a:lnTo>
                      <a:pt x="42863" y="24764"/>
                    </a:lnTo>
                    <a:lnTo>
                      <a:pt x="73343" y="952"/>
                    </a:lnTo>
                    <a:lnTo>
                      <a:pt x="97156" y="0"/>
                    </a:lnTo>
                    <a:lnTo>
                      <a:pt x="106680" y="20954"/>
                    </a:lnTo>
                    <a:lnTo>
                      <a:pt x="100013" y="59054"/>
                    </a:lnTo>
                    <a:lnTo>
                      <a:pt x="86678" y="92392"/>
                    </a:lnTo>
                    <a:lnTo>
                      <a:pt x="63818" y="120014"/>
                    </a:lnTo>
                    <a:lnTo>
                      <a:pt x="33338" y="143827"/>
                    </a:lnTo>
                    <a:lnTo>
                      <a:pt x="9526" y="145732"/>
                    </a:lnTo>
                    <a:lnTo>
                      <a:pt x="0" y="123824"/>
                    </a:lnTo>
                    <a:lnTo>
                      <a:pt x="5716" y="8572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laurelL-01-leaf12-1"/>
              <p:cNvSpPr/>
              <p:nvPr/>
            </p:nvSpPr>
            <p:spPr>
              <a:xfrm>
                <a:off x="3364230" y="8027670"/>
                <a:ext cx="1619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5725">
                    <a:moveTo>
                      <a:pt x="92392" y="5715"/>
                    </a:moveTo>
                    <a:lnTo>
                      <a:pt x="124778" y="20955"/>
                    </a:lnTo>
                    <a:lnTo>
                      <a:pt x="155258" y="44768"/>
                    </a:lnTo>
                    <a:lnTo>
                      <a:pt x="161925" y="67628"/>
                    </a:lnTo>
                    <a:lnTo>
                      <a:pt x="143828" y="82868"/>
                    </a:lnTo>
                    <a:lnTo>
                      <a:pt x="105728" y="85725"/>
                    </a:lnTo>
                    <a:lnTo>
                      <a:pt x="69532" y="80010"/>
                    </a:lnTo>
                    <a:lnTo>
                      <a:pt x="37148" y="64770"/>
                    </a:lnTo>
                    <a:lnTo>
                      <a:pt x="7620" y="40958"/>
                    </a:lnTo>
                    <a:lnTo>
                      <a:pt x="0" y="18098"/>
                    </a:lnTo>
                    <a:lnTo>
                      <a:pt x="19050" y="381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laurelL-01-leaf131"/>
              <p:cNvSpPr/>
              <p:nvPr/>
            </p:nvSpPr>
            <p:spPr>
              <a:xfrm>
                <a:off x="3476625" y="8175308"/>
                <a:ext cx="120015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28587">
                    <a:moveTo>
                      <a:pt x="31433" y="39052"/>
                    </a:moveTo>
                    <a:lnTo>
                      <a:pt x="58103" y="17144"/>
                    </a:lnTo>
                    <a:lnTo>
                      <a:pt x="91440" y="0"/>
                    </a:lnTo>
                    <a:lnTo>
                      <a:pt x="114300" y="2857"/>
                    </a:lnTo>
                    <a:lnTo>
                      <a:pt x="120015" y="25717"/>
                    </a:lnTo>
                    <a:lnTo>
                      <a:pt x="106680" y="60007"/>
                    </a:lnTo>
                    <a:lnTo>
                      <a:pt x="87630" y="89534"/>
                    </a:lnTo>
                    <a:lnTo>
                      <a:pt x="60960" y="112394"/>
                    </a:lnTo>
                    <a:lnTo>
                      <a:pt x="27623" y="128587"/>
                    </a:lnTo>
                    <a:lnTo>
                      <a:pt x="4763" y="125730"/>
                    </a:lnTo>
                    <a:lnTo>
                      <a:pt x="0" y="103822"/>
                    </a:lnTo>
                    <a:lnTo>
                      <a:pt x="12383" y="685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laurelL-01-leaf13-1"/>
              <p:cNvSpPr/>
              <p:nvPr/>
            </p:nvSpPr>
            <p:spPr>
              <a:xfrm>
                <a:off x="3493770" y="8057198"/>
                <a:ext cx="145732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145732" h="97154">
                    <a:moveTo>
                      <a:pt x="90488" y="15240"/>
                    </a:moveTo>
                    <a:lnTo>
                      <a:pt x="119062" y="35242"/>
                    </a:lnTo>
                    <a:lnTo>
                      <a:pt x="142875" y="63817"/>
                    </a:lnTo>
                    <a:lnTo>
                      <a:pt x="145732" y="86677"/>
                    </a:lnTo>
                    <a:lnTo>
                      <a:pt x="125730" y="97154"/>
                    </a:lnTo>
                    <a:lnTo>
                      <a:pt x="88582" y="93344"/>
                    </a:lnTo>
                    <a:lnTo>
                      <a:pt x="55245" y="81914"/>
                    </a:lnTo>
                    <a:lnTo>
                      <a:pt x="27622" y="61912"/>
                    </a:lnTo>
                    <a:lnTo>
                      <a:pt x="2858" y="33337"/>
                    </a:lnTo>
                    <a:lnTo>
                      <a:pt x="0" y="10477"/>
                    </a:lnTo>
                    <a:lnTo>
                      <a:pt x="20955" y="0"/>
                    </a:lnTo>
                    <a:lnTo>
                      <a:pt x="58102" y="38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laurelL-01-leaf141"/>
              <p:cNvSpPr/>
              <p:nvPr/>
            </p:nvSpPr>
            <p:spPr>
              <a:xfrm>
                <a:off x="3631882" y="8196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laurelL-01-leaf14-1"/>
              <p:cNvSpPr/>
              <p:nvPr/>
            </p:nvSpPr>
            <p:spPr>
              <a:xfrm>
                <a:off x="3631882" y="80629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5" name="laurelR-01"/>
            <p:cNvGrpSpPr/>
            <p:nvPr/>
          </p:nvGrpSpPr>
          <p:grpSpPr>
            <a:xfrm>
              <a:off x="7604760" y="6974205"/>
              <a:ext cx="887730" cy="1334453"/>
              <a:chOff x="7604760" y="6974205"/>
              <a:chExt cx="887730" cy="1334453"/>
            </a:xfrm>
          </p:grpSpPr>
          <p:sp>
            <p:nvSpPr>
              <p:cNvPr id="45" name="laurelR-01-stem"/>
              <p:cNvSpPr/>
              <p:nvPr/>
            </p:nvSpPr>
            <p:spPr>
              <a:xfrm>
                <a:off x="7696200" y="7149465"/>
                <a:ext cx="64770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1036320">
                    <a:moveTo>
                      <a:pt x="0" y="0"/>
                    </a:moveTo>
                    <a:lnTo>
                      <a:pt x="143828" y="13335"/>
                    </a:lnTo>
                    <a:lnTo>
                      <a:pt x="280988" y="51435"/>
                    </a:lnTo>
                    <a:lnTo>
                      <a:pt x="403860" y="113347"/>
                    </a:lnTo>
                    <a:lnTo>
                      <a:pt x="506730" y="195263"/>
                    </a:lnTo>
                    <a:lnTo>
                      <a:pt x="583882" y="293370"/>
                    </a:lnTo>
                    <a:lnTo>
                      <a:pt x="631508" y="402907"/>
                    </a:lnTo>
                    <a:lnTo>
                      <a:pt x="647700" y="518160"/>
                    </a:lnTo>
                    <a:lnTo>
                      <a:pt x="631508" y="633413"/>
                    </a:lnTo>
                    <a:lnTo>
                      <a:pt x="583882" y="742950"/>
                    </a:lnTo>
                    <a:lnTo>
                      <a:pt x="506730" y="841057"/>
                    </a:lnTo>
                    <a:lnTo>
                      <a:pt x="403860" y="922973"/>
                    </a:lnTo>
                    <a:lnTo>
                      <a:pt x="280988" y="984885"/>
                    </a:lnTo>
                    <a:lnTo>
                      <a:pt x="143828" y="1022985"/>
                    </a:lnTo>
                    <a:lnTo>
                      <a:pt x="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laurelR-01-leaf01"/>
              <p:cNvSpPr/>
              <p:nvPr/>
            </p:nvSpPr>
            <p:spPr>
              <a:xfrm>
                <a:off x="7604760" y="69742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laurelR-01-leaf0-1"/>
              <p:cNvSpPr/>
              <p:nvPr/>
            </p:nvSpPr>
            <p:spPr>
              <a:xfrm>
                <a:off x="7604760" y="71647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laurelR-01-leaf11"/>
              <p:cNvSpPr/>
              <p:nvPr/>
            </p:nvSpPr>
            <p:spPr>
              <a:xfrm>
                <a:off x="7780020" y="6984682"/>
                <a:ext cx="162878" cy="174308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74308">
                    <a:moveTo>
                      <a:pt x="119062" y="120968"/>
                    </a:moveTo>
                    <a:lnTo>
                      <a:pt x="82868" y="151448"/>
                    </a:lnTo>
                    <a:lnTo>
                      <a:pt x="38100" y="174308"/>
                    </a:lnTo>
                    <a:lnTo>
                      <a:pt x="6668" y="170498"/>
                    </a:lnTo>
                    <a:lnTo>
                      <a:pt x="0" y="140018"/>
                    </a:lnTo>
                    <a:lnTo>
                      <a:pt x="17145" y="92393"/>
                    </a:lnTo>
                    <a:lnTo>
                      <a:pt x="42862" y="52388"/>
                    </a:lnTo>
                    <a:lnTo>
                      <a:pt x="79058" y="22860"/>
                    </a:lnTo>
                    <a:lnTo>
                      <a:pt x="123825" y="0"/>
                    </a:lnTo>
                    <a:lnTo>
                      <a:pt x="155258" y="2858"/>
                    </a:lnTo>
                    <a:lnTo>
                      <a:pt x="162878" y="34290"/>
                    </a:lnTo>
                    <a:lnTo>
                      <a:pt x="145732" y="8096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laurelR-01-leaf1-1"/>
              <p:cNvSpPr/>
              <p:nvPr/>
            </p:nvSpPr>
            <p:spPr>
              <a:xfrm>
                <a:off x="7720965" y="7186612"/>
                <a:ext cx="19812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3350">
                    <a:moveTo>
                      <a:pt x="75247" y="112396"/>
                    </a:moveTo>
                    <a:lnTo>
                      <a:pt x="36195" y="84773"/>
                    </a:lnTo>
                    <a:lnTo>
                      <a:pt x="3810" y="45720"/>
                    </a:lnTo>
                    <a:lnTo>
                      <a:pt x="0" y="15240"/>
                    </a:lnTo>
                    <a:lnTo>
                      <a:pt x="27623" y="0"/>
                    </a:lnTo>
                    <a:lnTo>
                      <a:pt x="78105" y="5716"/>
                    </a:lnTo>
                    <a:lnTo>
                      <a:pt x="122873" y="20956"/>
                    </a:lnTo>
                    <a:lnTo>
                      <a:pt x="160973" y="49530"/>
                    </a:lnTo>
                    <a:lnTo>
                      <a:pt x="193357" y="87630"/>
                    </a:lnTo>
                    <a:lnTo>
                      <a:pt x="198120" y="119063"/>
                    </a:lnTo>
                    <a:lnTo>
                      <a:pt x="169545" y="133350"/>
                    </a:lnTo>
                    <a:lnTo>
                      <a:pt x="119063" y="1276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laurelR-01-leaf21"/>
              <p:cNvSpPr/>
              <p:nvPr/>
            </p:nvSpPr>
            <p:spPr>
              <a:xfrm>
                <a:off x="7947660" y="7024688"/>
                <a:ext cx="138112" cy="187642"/>
              </a:xfrm>
              <a:custGeom>
                <a:avLst/>
                <a:gdLst/>
                <a:ahLst/>
                <a:cxnLst/>
                <a:rect l="l" t="t" r="r" b="b"/>
                <a:pathLst>
                  <a:path w="138112" h="187642">
                    <a:moveTo>
                      <a:pt x="112395" y="120014"/>
                    </a:moveTo>
                    <a:lnTo>
                      <a:pt x="82868" y="155257"/>
                    </a:lnTo>
                    <a:lnTo>
                      <a:pt x="43815" y="185737"/>
                    </a:lnTo>
                    <a:lnTo>
                      <a:pt x="13335" y="187642"/>
                    </a:lnTo>
                    <a:lnTo>
                      <a:pt x="0" y="160020"/>
                    </a:lnTo>
                    <a:lnTo>
                      <a:pt x="8572" y="110490"/>
                    </a:lnTo>
                    <a:lnTo>
                      <a:pt x="25718" y="68580"/>
                    </a:lnTo>
                    <a:lnTo>
                      <a:pt x="55245" y="32384"/>
                    </a:lnTo>
                    <a:lnTo>
                      <a:pt x="95250" y="1904"/>
                    </a:lnTo>
                    <a:lnTo>
                      <a:pt x="125730" y="0"/>
                    </a:lnTo>
                    <a:lnTo>
                      <a:pt x="138112" y="28574"/>
                    </a:lnTo>
                    <a:lnTo>
                      <a:pt x="129540" y="771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laurelR-01-leaf2-1"/>
              <p:cNvSpPr/>
              <p:nvPr/>
            </p:nvSpPr>
            <p:spPr>
              <a:xfrm>
                <a:off x="7833360" y="7227570"/>
                <a:ext cx="208598" cy="110490"/>
              </a:xfrm>
              <a:custGeom>
                <a:avLst/>
                <a:gdLst/>
                <a:ahLst/>
                <a:cxnLst/>
                <a:rect l="l" t="t" r="r" b="b"/>
                <a:pathLst>
                  <a:path w="208598" h="110490">
                    <a:moveTo>
                      <a:pt x="89535" y="102870"/>
                    </a:moveTo>
                    <a:lnTo>
                      <a:pt x="47625" y="83820"/>
                    </a:lnTo>
                    <a:lnTo>
                      <a:pt x="9525" y="52388"/>
                    </a:lnTo>
                    <a:lnTo>
                      <a:pt x="0" y="23812"/>
                    </a:lnTo>
                    <a:lnTo>
                      <a:pt x="23812" y="4762"/>
                    </a:lnTo>
                    <a:lnTo>
                      <a:pt x="73342" y="0"/>
                    </a:lnTo>
                    <a:lnTo>
                      <a:pt x="119062" y="7620"/>
                    </a:lnTo>
                    <a:lnTo>
                      <a:pt x="160972" y="27622"/>
                    </a:lnTo>
                    <a:lnTo>
                      <a:pt x="199072" y="58102"/>
                    </a:lnTo>
                    <a:lnTo>
                      <a:pt x="208598" y="87630"/>
                    </a:lnTo>
                    <a:lnTo>
                      <a:pt x="184785" y="105728"/>
                    </a:lnTo>
                    <a:lnTo>
                      <a:pt x="135255" y="11049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laurelR-01-leaf31"/>
              <p:cNvSpPr/>
              <p:nvPr/>
            </p:nvSpPr>
            <p:spPr>
              <a:xfrm>
                <a:off x="8101012" y="7092315"/>
                <a:ext cx="109538" cy="20097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200977">
                    <a:moveTo>
                      <a:pt x="100966" y="117157"/>
                    </a:moveTo>
                    <a:lnTo>
                      <a:pt x="80010" y="157163"/>
                    </a:lnTo>
                    <a:lnTo>
                      <a:pt x="47626" y="193357"/>
                    </a:lnTo>
                    <a:lnTo>
                      <a:pt x="19050" y="200977"/>
                    </a:lnTo>
                    <a:lnTo>
                      <a:pt x="1906" y="177165"/>
                    </a:lnTo>
                    <a:lnTo>
                      <a:pt x="0" y="128587"/>
                    </a:lnTo>
                    <a:lnTo>
                      <a:pt x="8573" y="83820"/>
                    </a:lnTo>
                    <a:lnTo>
                      <a:pt x="29528" y="43815"/>
                    </a:lnTo>
                    <a:lnTo>
                      <a:pt x="60960" y="7620"/>
                    </a:lnTo>
                    <a:lnTo>
                      <a:pt x="90488" y="0"/>
                    </a:lnTo>
                    <a:lnTo>
                      <a:pt x="107633" y="23813"/>
                    </a:lnTo>
                    <a:lnTo>
                      <a:pt x="109538" y="7239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laurelR-01-leaf3-1"/>
              <p:cNvSpPr/>
              <p:nvPr/>
            </p:nvSpPr>
            <p:spPr>
              <a:xfrm>
                <a:off x="7938135" y="7283768"/>
                <a:ext cx="212407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212407" h="97154">
                    <a:moveTo>
                      <a:pt x="101917" y="97154"/>
                    </a:moveTo>
                    <a:lnTo>
                      <a:pt x="58103" y="86677"/>
                    </a:lnTo>
                    <a:lnTo>
                      <a:pt x="14287" y="63817"/>
                    </a:lnTo>
                    <a:lnTo>
                      <a:pt x="0" y="38100"/>
                    </a:lnTo>
                    <a:lnTo>
                      <a:pt x="19050" y="15240"/>
                    </a:lnTo>
                    <a:lnTo>
                      <a:pt x="65723" y="1904"/>
                    </a:lnTo>
                    <a:lnTo>
                      <a:pt x="111443" y="0"/>
                    </a:lnTo>
                    <a:lnTo>
                      <a:pt x="155257" y="10477"/>
                    </a:lnTo>
                    <a:lnTo>
                      <a:pt x="198120" y="32384"/>
                    </a:lnTo>
                    <a:lnTo>
                      <a:pt x="212407" y="59054"/>
                    </a:lnTo>
                    <a:lnTo>
                      <a:pt x="193357" y="80962"/>
                    </a:lnTo>
                    <a:lnTo>
                      <a:pt x="146685" y="952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laurelR-01-leaf41"/>
              <p:cNvSpPr/>
              <p:nvPr/>
            </p:nvSpPr>
            <p:spPr>
              <a:xfrm>
                <a:off x="8222932" y="7186612"/>
                <a:ext cx="95250" cy="207646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6">
                    <a:moveTo>
                      <a:pt x="95250" y="109538"/>
                    </a:moveTo>
                    <a:lnTo>
                      <a:pt x="83820" y="152400"/>
                    </a:lnTo>
                    <a:lnTo>
                      <a:pt x="60960" y="193358"/>
                    </a:lnTo>
                    <a:lnTo>
                      <a:pt x="35243" y="207646"/>
                    </a:lnTo>
                    <a:lnTo>
                      <a:pt x="13336" y="187643"/>
                    </a:lnTo>
                    <a:lnTo>
                      <a:pt x="953" y="141923"/>
                    </a:lnTo>
                    <a:lnTo>
                      <a:pt x="0" y="98108"/>
                    </a:lnTo>
                    <a:lnTo>
                      <a:pt x="11430" y="55246"/>
                    </a:lnTo>
                    <a:lnTo>
                      <a:pt x="34290" y="13336"/>
                    </a:lnTo>
                    <a:lnTo>
                      <a:pt x="60008" y="0"/>
                    </a:lnTo>
                    <a:lnTo>
                      <a:pt x="81916" y="19050"/>
                    </a:lnTo>
                    <a:lnTo>
                      <a:pt x="94298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laurelR-01-leaf4-1"/>
              <p:cNvSpPr/>
              <p:nvPr/>
            </p:nvSpPr>
            <p:spPr>
              <a:xfrm>
                <a:off x="8030528" y="7351395"/>
                <a:ext cx="2076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4" h="95250">
                    <a:moveTo>
                      <a:pt x="109537" y="95250"/>
                    </a:moveTo>
                    <a:lnTo>
                      <a:pt x="65722" y="94297"/>
                    </a:lnTo>
                    <a:lnTo>
                      <a:pt x="20002" y="81915"/>
                    </a:lnTo>
                    <a:lnTo>
                      <a:pt x="0" y="60007"/>
                    </a:lnTo>
                    <a:lnTo>
                      <a:pt x="14287" y="34290"/>
                    </a:lnTo>
                    <a:lnTo>
                      <a:pt x="55244" y="11430"/>
                    </a:lnTo>
                    <a:lnTo>
                      <a:pt x="98107" y="0"/>
                    </a:lnTo>
                    <a:lnTo>
                      <a:pt x="141922" y="953"/>
                    </a:lnTo>
                    <a:lnTo>
                      <a:pt x="187642" y="13335"/>
                    </a:lnTo>
                    <a:lnTo>
                      <a:pt x="207644" y="34290"/>
                    </a:lnTo>
                    <a:lnTo>
                      <a:pt x="194310" y="60007"/>
                    </a:lnTo>
                    <a:lnTo>
                      <a:pt x="152400" y="8286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laurelR-01-leaf51"/>
              <p:cNvSpPr/>
              <p:nvPr/>
            </p:nvSpPr>
            <p:spPr>
              <a:xfrm>
                <a:off x="8309610" y="7304722"/>
                <a:ext cx="93345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3345" h="202883">
                    <a:moveTo>
                      <a:pt x="93345" y="95250"/>
                    </a:moveTo>
                    <a:lnTo>
                      <a:pt x="92392" y="139066"/>
                    </a:lnTo>
                    <a:lnTo>
                      <a:pt x="80010" y="182880"/>
                    </a:lnTo>
                    <a:lnTo>
                      <a:pt x="59055" y="202883"/>
                    </a:lnTo>
                    <a:lnTo>
                      <a:pt x="34290" y="188596"/>
                    </a:lnTo>
                    <a:lnTo>
                      <a:pt x="11430" y="148590"/>
                    </a:lnTo>
                    <a:lnTo>
                      <a:pt x="0" y="106680"/>
                    </a:lnTo>
                    <a:lnTo>
                      <a:pt x="952" y="63818"/>
                    </a:lnTo>
                    <a:lnTo>
                      <a:pt x="13335" y="19050"/>
                    </a:lnTo>
                    <a:lnTo>
                      <a:pt x="34290" y="0"/>
                    </a:lnTo>
                    <a:lnTo>
                      <a:pt x="60008" y="13336"/>
                    </a:lnTo>
                    <a:lnTo>
                      <a:pt x="81915" y="5429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laurelR-01-leaf5-1"/>
              <p:cNvSpPr/>
              <p:nvPr/>
            </p:nvSpPr>
            <p:spPr>
              <a:xfrm>
                <a:off x="8107680" y="7426642"/>
                <a:ext cx="190500" cy="10572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5728">
                    <a:moveTo>
                      <a:pt x="112395" y="97156"/>
                    </a:moveTo>
                    <a:lnTo>
                      <a:pt x="70485" y="105728"/>
                    </a:lnTo>
                    <a:lnTo>
                      <a:pt x="23812" y="105728"/>
                    </a:lnTo>
                    <a:lnTo>
                      <a:pt x="0" y="89536"/>
                    </a:lnTo>
                    <a:lnTo>
                      <a:pt x="6668" y="61913"/>
                    </a:lnTo>
                    <a:lnTo>
                      <a:pt x="40958" y="30480"/>
                    </a:lnTo>
                    <a:lnTo>
                      <a:pt x="79058" y="9526"/>
                    </a:lnTo>
                    <a:lnTo>
                      <a:pt x="120968" y="0"/>
                    </a:lnTo>
                    <a:lnTo>
                      <a:pt x="166688" y="953"/>
                    </a:lnTo>
                    <a:lnTo>
                      <a:pt x="190500" y="16193"/>
                    </a:lnTo>
                    <a:lnTo>
                      <a:pt x="183832" y="43816"/>
                    </a:lnTo>
                    <a:lnTo>
                      <a:pt x="149542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laurelR-01-leaf61"/>
              <p:cNvSpPr/>
              <p:nvPr/>
            </p:nvSpPr>
            <p:spPr>
              <a:xfrm>
                <a:off x="8356282" y="7441882"/>
                <a:ext cx="104776" cy="183833"/>
              </a:xfrm>
              <a:custGeom>
                <a:avLst/>
                <a:gdLst/>
                <a:ahLst/>
                <a:cxnLst/>
                <a:rect l="l" t="t" r="r" b="b"/>
                <a:pathLst>
                  <a:path w="104776" h="183833">
                    <a:moveTo>
                      <a:pt x="94298" y="75248"/>
                    </a:moveTo>
                    <a:lnTo>
                      <a:pt x="104776" y="116206"/>
                    </a:lnTo>
                    <a:lnTo>
                      <a:pt x="104776" y="160973"/>
                    </a:lnTo>
                    <a:lnTo>
                      <a:pt x="89536" y="183833"/>
                    </a:lnTo>
                    <a:lnTo>
                      <a:pt x="62866" y="178118"/>
                    </a:lnTo>
                    <a:lnTo>
                      <a:pt x="31433" y="145733"/>
                    </a:lnTo>
                    <a:lnTo>
                      <a:pt x="9526" y="109538"/>
                    </a:lnTo>
                    <a:lnTo>
                      <a:pt x="0" y="68580"/>
                    </a:lnTo>
                    <a:lnTo>
                      <a:pt x="0" y="22860"/>
                    </a:lnTo>
                    <a:lnTo>
                      <a:pt x="15240" y="0"/>
                    </a:lnTo>
                    <a:lnTo>
                      <a:pt x="41910" y="5716"/>
                    </a:lnTo>
                    <a:lnTo>
                      <a:pt x="73343" y="381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laurelR-01-leaf6-1"/>
              <p:cNvSpPr/>
              <p:nvPr/>
            </p:nvSpPr>
            <p:spPr>
              <a:xfrm>
                <a:off x="8165782" y="7502842"/>
                <a:ext cx="161926" cy="135256"/>
              </a:xfrm>
              <a:custGeom>
                <a:avLst/>
                <a:gdLst/>
                <a:ahLst/>
                <a:cxnLst/>
                <a:rect l="l" t="t" r="r" b="b"/>
                <a:pathLst>
                  <a:path w="161926" h="135256">
                    <a:moveTo>
                      <a:pt x="107633" y="104776"/>
                    </a:moveTo>
                    <a:lnTo>
                      <a:pt x="70486" y="124778"/>
                    </a:lnTo>
                    <a:lnTo>
                      <a:pt x="26670" y="135256"/>
                    </a:lnTo>
                    <a:lnTo>
                      <a:pt x="0" y="126683"/>
                    </a:lnTo>
                    <a:lnTo>
                      <a:pt x="0" y="99060"/>
                    </a:lnTo>
                    <a:lnTo>
                      <a:pt x="23813" y="60960"/>
                    </a:lnTo>
                    <a:lnTo>
                      <a:pt x="54293" y="31433"/>
                    </a:lnTo>
                    <a:lnTo>
                      <a:pt x="91440" y="11430"/>
                    </a:lnTo>
                    <a:lnTo>
                      <a:pt x="135256" y="0"/>
                    </a:lnTo>
                    <a:lnTo>
                      <a:pt x="161926" y="9526"/>
                    </a:lnTo>
                    <a:lnTo>
                      <a:pt x="161926" y="37148"/>
                    </a:lnTo>
                    <a:lnTo>
                      <a:pt x="138113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laurelR-01-leaf71"/>
              <p:cNvSpPr/>
              <p:nvPr/>
            </p:nvSpPr>
            <p:spPr>
              <a:xfrm>
                <a:off x="8357235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50482"/>
                    </a:moveTo>
                    <a:lnTo>
                      <a:pt x="122873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3" y="156210"/>
                    </a:lnTo>
                    <a:lnTo>
                      <a:pt x="61913" y="134302"/>
                    </a:lnTo>
                    <a:lnTo>
                      <a:pt x="32385" y="105728"/>
                    </a:lnTo>
                    <a:lnTo>
                      <a:pt x="12383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3" y="0"/>
                    </a:lnTo>
                    <a:lnTo>
                      <a:pt x="73343" y="2190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laurelR-01-leaf7-1"/>
              <p:cNvSpPr/>
              <p:nvPr/>
            </p:nvSpPr>
            <p:spPr>
              <a:xfrm>
                <a:off x="8195310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105728"/>
                    </a:moveTo>
                    <a:lnTo>
                      <a:pt x="73342" y="134302"/>
                    </a:lnTo>
                    <a:lnTo>
                      <a:pt x="35242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2" y="86678"/>
                    </a:lnTo>
                    <a:lnTo>
                      <a:pt x="32385" y="50482"/>
                    </a:lnTo>
                    <a:lnTo>
                      <a:pt x="61912" y="21908"/>
                    </a:lnTo>
                    <a:lnTo>
                      <a:pt x="100012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2" y="6953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laurelR-01-leaf81"/>
              <p:cNvSpPr/>
              <p:nvPr/>
            </p:nvSpPr>
            <p:spPr>
              <a:xfrm>
                <a:off x="8327708" y="7736205"/>
                <a:ext cx="154304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54304" h="128587">
                    <a:moveTo>
                      <a:pt x="102870" y="29527"/>
                    </a:moveTo>
                    <a:lnTo>
                      <a:pt x="131444" y="57150"/>
                    </a:lnTo>
                    <a:lnTo>
                      <a:pt x="154304" y="93345"/>
                    </a:lnTo>
                    <a:lnTo>
                      <a:pt x="153352" y="120015"/>
                    </a:lnTo>
                    <a:lnTo>
                      <a:pt x="128587" y="128587"/>
                    </a:lnTo>
                    <a:lnTo>
                      <a:pt x="86677" y="118110"/>
                    </a:lnTo>
                    <a:lnTo>
                      <a:pt x="51434" y="99060"/>
                    </a:lnTo>
                    <a:lnTo>
                      <a:pt x="22860" y="71437"/>
                    </a:lnTo>
                    <a:lnTo>
                      <a:pt x="0" y="35243"/>
                    </a:lnTo>
                    <a:lnTo>
                      <a:pt x="0" y="8573"/>
                    </a:lnTo>
                    <a:lnTo>
                      <a:pt x="25717" y="0"/>
                    </a:lnTo>
                    <a:lnTo>
                      <a:pt x="66674" y="104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laurelR-01-leaf8-1"/>
              <p:cNvSpPr/>
              <p:nvPr/>
            </p:nvSpPr>
            <p:spPr>
              <a:xfrm>
                <a:off x="8201025" y="7677150"/>
                <a:ext cx="100013" cy="176212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176212">
                    <a:moveTo>
                      <a:pt x="89535" y="104775"/>
                    </a:moveTo>
                    <a:lnTo>
                      <a:pt x="69533" y="139065"/>
                    </a:lnTo>
                    <a:lnTo>
                      <a:pt x="40005" y="169545"/>
                    </a:lnTo>
                    <a:lnTo>
                      <a:pt x="14287" y="176212"/>
                    </a:lnTo>
                    <a:lnTo>
                      <a:pt x="0" y="153352"/>
                    </a:lnTo>
                    <a:lnTo>
                      <a:pt x="0" y="110490"/>
                    </a:lnTo>
                    <a:lnTo>
                      <a:pt x="9525" y="71438"/>
                    </a:lnTo>
                    <a:lnTo>
                      <a:pt x="29527" y="37148"/>
                    </a:lnTo>
                    <a:lnTo>
                      <a:pt x="59055" y="6668"/>
                    </a:lnTo>
                    <a:lnTo>
                      <a:pt x="85725" y="0"/>
                    </a:lnTo>
                    <a:lnTo>
                      <a:pt x="100013" y="22860"/>
                    </a:lnTo>
                    <a:lnTo>
                      <a:pt x="99060" y="6572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laurelR-01-leaf91"/>
              <p:cNvSpPr/>
              <p:nvPr/>
            </p:nvSpPr>
            <p:spPr>
              <a:xfrm>
                <a:off x="8262938" y="7878128"/>
                <a:ext cx="17240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2402" h="95250">
                    <a:moveTo>
                      <a:pt x="100964" y="8572"/>
                    </a:moveTo>
                    <a:lnTo>
                      <a:pt x="135254" y="27622"/>
                    </a:lnTo>
                    <a:lnTo>
                      <a:pt x="165734" y="55244"/>
                    </a:lnTo>
                    <a:lnTo>
                      <a:pt x="172402" y="80962"/>
                    </a:lnTo>
                    <a:lnTo>
                      <a:pt x="150494" y="95250"/>
                    </a:lnTo>
                    <a:lnTo>
                      <a:pt x="109537" y="95250"/>
                    </a:lnTo>
                    <a:lnTo>
                      <a:pt x="71437" y="87630"/>
                    </a:lnTo>
                    <a:lnTo>
                      <a:pt x="37147" y="67627"/>
                    </a:lnTo>
                    <a:lnTo>
                      <a:pt x="6667" y="40004"/>
                    </a:lnTo>
                    <a:lnTo>
                      <a:pt x="0" y="14287"/>
                    </a:lnTo>
                    <a:lnTo>
                      <a:pt x="20954" y="0"/>
                    </a:lnTo>
                    <a:lnTo>
                      <a:pt x="62864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laurelR-01-leaf9-1"/>
              <p:cNvSpPr/>
              <p:nvPr/>
            </p:nvSpPr>
            <p:spPr>
              <a:xfrm>
                <a:off x="8168640" y="7767638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83820" y="96202"/>
                    </a:moveTo>
                    <a:lnTo>
                      <a:pt x="73342" y="134302"/>
                    </a:lnTo>
                    <a:lnTo>
                      <a:pt x="53340" y="170497"/>
                    </a:lnTo>
                    <a:lnTo>
                      <a:pt x="30480" y="182880"/>
                    </a:lnTo>
                    <a:lnTo>
                      <a:pt x="11430" y="165734"/>
                    </a:lnTo>
                    <a:lnTo>
                      <a:pt x="952" y="125730"/>
                    </a:lnTo>
                    <a:lnTo>
                      <a:pt x="0" y="86677"/>
                    </a:lnTo>
                    <a:lnTo>
                      <a:pt x="10478" y="48577"/>
                    </a:lnTo>
                    <a:lnTo>
                      <a:pt x="30480" y="12382"/>
                    </a:lnTo>
                    <a:lnTo>
                      <a:pt x="53340" y="0"/>
                    </a:lnTo>
                    <a:lnTo>
                      <a:pt x="72390" y="17144"/>
                    </a:lnTo>
                    <a:lnTo>
                      <a:pt x="82868" y="571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laurelR-01-leaf101"/>
              <p:cNvSpPr/>
              <p:nvPr/>
            </p:nvSpPr>
            <p:spPr>
              <a:xfrm>
                <a:off x="8172450" y="7996238"/>
                <a:ext cx="178118" cy="81914"/>
              </a:xfrm>
              <a:custGeom>
                <a:avLst/>
                <a:gdLst/>
                <a:ahLst/>
                <a:cxnLst/>
                <a:rect l="l" t="t" r="r" b="b"/>
                <a:pathLst>
                  <a:path w="178118" h="81914">
                    <a:moveTo>
                      <a:pt x="93345" y="0"/>
                    </a:moveTo>
                    <a:lnTo>
                      <a:pt x="130492" y="10477"/>
                    </a:lnTo>
                    <a:lnTo>
                      <a:pt x="165735" y="29527"/>
                    </a:lnTo>
                    <a:lnTo>
                      <a:pt x="178118" y="52387"/>
                    </a:lnTo>
                    <a:lnTo>
                      <a:pt x="160972" y="70484"/>
                    </a:lnTo>
                    <a:lnTo>
                      <a:pt x="121920" y="80962"/>
                    </a:lnTo>
                    <a:lnTo>
                      <a:pt x="83820" y="81914"/>
                    </a:lnTo>
                    <a:lnTo>
                      <a:pt x="46672" y="71437"/>
                    </a:lnTo>
                    <a:lnTo>
                      <a:pt x="11430" y="52387"/>
                    </a:lnTo>
                    <a:lnTo>
                      <a:pt x="0" y="30480"/>
                    </a:lnTo>
                    <a:lnTo>
                      <a:pt x="16192" y="11430"/>
                    </a:lnTo>
                    <a:lnTo>
                      <a:pt x="56198" y="9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laurelR-01-leaf10-1"/>
              <p:cNvSpPr/>
              <p:nvPr/>
            </p:nvSpPr>
            <p:spPr>
              <a:xfrm>
                <a:off x="8102918" y="7855268"/>
                <a:ext cx="81914" cy="178117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178117">
                    <a:moveTo>
                      <a:pt x="81914" y="83820"/>
                    </a:moveTo>
                    <a:lnTo>
                      <a:pt x="80962" y="121920"/>
                    </a:lnTo>
                    <a:lnTo>
                      <a:pt x="70484" y="160972"/>
                    </a:lnTo>
                    <a:lnTo>
                      <a:pt x="52387" y="178117"/>
                    </a:lnTo>
                    <a:lnTo>
                      <a:pt x="29527" y="165734"/>
                    </a:lnTo>
                    <a:lnTo>
                      <a:pt x="10477" y="130492"/>
                    </a:lnTo>
                    <a:lnTo>
                      <a:pt x="0" y="93344"/>
                    </a:lnTo>
                    <a:lnTo>
                      <a:pt x="952" y="55244"/>
                    </a:lnTo>
                    <a:lnTo>
                      <a:pt x="11430" y="16192"/>
                    </a:lnTo>
                    <a:lnTo>
                      <a:pt x="30480" y="0"/>
                    </a:lnTo>
                    <a:lnTo>
                      <a:pt x="52387" y="11430"/>
                    </a:lnTo>
                    <a:lnTo>
                      <a:pt x="72390" y="4667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laurelR-01-leaf111"/>
              <p:cNvSpPr/>
              <p:nvPr/>
            </p:nvSpPr>
            <p:spPr>
              <a:xfrm>
                <a:off x="8058150" y="8089582"/>
                <a:ext cx="174308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74308" h="80010">
                    <a:moveTo>
                      <a:pt x="83820" y="0"/>
                    </a:moveTo>
                    <a:lnTo>
                      <a:pt x="120015" y="1906"/>
                    </a:lnTo>
                    <a:lnTo>
                      <a:pt x="158115" y="13336"/>
                    </a:lnTo>
                    <a:lnTo>
                      <a:pt x="174308" y="31433"/>
                    </a:lnTo>
                    <a:lnTo>
                      <a:pt x="161925" y="53340"/>
                    </a:lnTo>
                    <a:lnTo>
                      <a:pt x="126682" y="71438"/>
                    </a:lnTo>
                    <a:lnTo>
                      <a:pt x="91440" y="80010"/>
                    </a:lnTo>
                    <a:lnTo>
                      <a:pt x="54292" y="78106"/>
                    </a:lnTo>
                    <a:lnTo>
                      <a:pt x="16192" y="66676"/>
                    </a:lnTo>
                    <a:lnTo>
                      <a:pt x="0" y="48578"/>
                    </a:lnTo>
                    <a:lnTo>
                      <a:pt x="12382" y="26670"/>
                    </a:lnTo>
                    <a:lnTo>
                      <a:pt x="47625" y="857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laurelR-01-leaf11-1"/>
              <p:cNvSpPr/>
              <p:nvPr/>
            </p:nvSpPr>
            <p:spPr>
              <a:xfrm>
                <a:off x="8009572" y="7933372"/>
                <a:ext cx="89536" cy="164783"/>
              </a:xfrm>
              <a:custGeom>
                <a:avLst/>
                <a:gdLst/>
                <a:ahLst/>
                <a:cxnLst/>
                <a:rect l="l" t="t" r="r" b="b"/>
                <a:pathLst>
                  <a:path w="89536" h="164783">
                    <a:moveTo>
                      <a:pt x="82868" y="69533"/>
                    </a:moveTo>
                    <a:lnTo>
                      <a:pt x="89536" y="105728"/>
                    </a:lnTo>
                    <a:lnTo>
                      <a:pt x="88583" y="144780"/>
                    </a:lnTo>
                    <a:lnTo>
                      <a:pt x="74296" y="164783"/>
                    </a:lnTo>
                    <a:lnTo>
                      <a:pt x="50483" y="158116"/>
                    </a:lnTo>
                    <a:lnTo>
                      <a:pt x="24766" y="128588"/>
                    </a:lnTo>
                    <a:lnTo>
                      <a:pt x="7620" y="96203"/>
                    </a:lnTo>
                    <a:lnTo>
                      <a:pt x="0" y="59056"/>
                    </a:lnTo>
                    <a:lnTo>
                      <a:pt x="1906" y="20003"/>
                    </a:lnTo>
                    <a:lnTo>
                      <a:pt x="16193" y="0"/>
                    </a:lnTo>
                    <a:lnTo>
                      <a:pt x="39053" y="6668"/>
                    </a:lnTo>
                    <a:lnTo>
                      <a:pt x="65723" y="3619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laurelR-01-leaf121"/>
              <p:cNvSpPr/>
              <p:nvPr/>
            </p:nvSpPr>
            <p:spPr>
              <a:xfrm>
                <a:off x="7926705" y="8155305"/>
                <a:ext cx="162877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85725">
                    <a:moveTo>
                      <a:pt x="69533" y="5715"/>
                    </a:moveTo>
                    <a:lnTo>
                      <a:pt x="105727" y="0"/>
                    </a:lnTo>
                    <a:lnTo>
                      <a:pt x="143827" y="3810"/>
                    </a:lnTo>
                    <a:lnTo>
                      <a:pt x="162877" y="18097"/>
                    </a:lnTo>
                    <a:lnTo>
                      <a:pt x="155257" y="40957"/>
                    </a:lnTo>
                    <a:lnTo>
                      <a:pt x="124777" y="64770"/>
                    </a:lnTo>
                    <a:lnTo>
                      <a:pt x="92393" y="80010"/>
                    </a:lnTo>
                    <a:lnTo>
                      <a:pt x="57150" y="85725"/>
                    </a:lnTo>
                    <a:lnTo>
                      <a:pt x="19050" y="81915"/>
                    </a:lnTo>
                    <a:lnTo>
                      <a:pt x="0" y="67627"/>
                    </a:lnTo>
                    <a:lnTo>
                      <a:pt x="7620" y="44767"/>
                    </a:lnTo>
                    <a:lnTo>
                      <a:pt x="37147" y="2095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laurelR-01-leaf12-1"/>
              <p:cNvSpPr/>
              <p:nvPr/>
            </p:nvSpPr>
            <p:spPr>
              <a:xfrm>
                <a:off x="7893368" y="7998142"/>
                <a:ext cx="106680" cy="145733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145733">
                    <a:moveTo>
                      <a:pt x="86677" y="52388"/>
                    </a:moveTo>
                    <a:lnTo>
                      <a:pt x="100012" y="85726"/>
                    </a:lnTo>
                    <a:lnTo>
                      <a:pt x="106680" y="123826"/>
                    </a:lnTo>
                    <a:lnTo>
                      <a:pt x="97154" y="145733"/>
                    </a:lnTo>
                    <a:lnTo>
                      <a:pt x="73342" y="143828"/>
                    </a:lnTo>
                    <a:lnTo>
                      <a:pt x="42862" y="120016"/>
                    </a:lnTo>
                    <a:lnTo>
                      <a:pt x="20002" y="92393"/>
                    </a:lnTo>
                    <a:lnTo>
                      <a:pt x="5714" y="59056"/>
                    </a:lnTo>
                    <a:lnTo>
                      <a:pt x="0" y="21908"/>
                    </a:lnTo>
                    <a:lnTo>
                      <a:pt x="9524" y="0"/>
                    </a:lnTo>
                    <a:lnTo>
                      <a:pt x="33337" y="1906"/>
                    </a:lnTo>
                    <a:lnTo>
                      <a:pt x="63817" y="247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laurelR-01-leaf131"/>
              <p:cNvSpPr/>
              <p:nvPr/>
            </p:nvSpPr>
            <p:spPr>
              <a:xfrm>
                <a:off x="7782878" y="8190548"/>
                <a:ext cx="145732" cy="98107"/>
              </a:xfrm>
              <a:custGeom>
                <a:avLst/>
                <a:gdLst/>
                <a:ahLst/>
                <a:cxnLst/>
                <a:rect l="l" t="t" r="r" b="b"/>
                <a:pathLst>
                  <a:path w="145732" h="98107">
                    <a:moveTo>
                      <a:pt x="55244" y="16192"/>
                    </a:moveTo>
                    <a:lnTo>
                      <a:pt x="88582" y="3810"/>
                    </a:lnTo>
                    <a:lnTo>
                      <a:pt x="124777" y="0"/>
                    </a:lnTo>
                    <a:lnTo>
                      <a:pt x="145732" y="11430"/>
                    </a:lnTo>
                    <a:lnTo>
                      <a:pt x="142874" y="34290"/>
                    </a:lnTo>
                    <a:lnTo>
                      <a:pt x="118110" y="61912"/>
                    </a:lnTo>
                    <a:lnTo>
                      <a:pt x="90487" y="82867"/>
                    </a:lnTo>
                    <a:lnTo>
                      <a:pt x="57150" y="94297"/>
                    </a:lnTo>
                    <a:lnTo>
                      <a:pt x="20002" y="98107"/>
                    </a:lnTo>
                    <a:lnTo>
                      <a:pt x="0" y="87630"/>
                    </a:lnTo>
                    <a:lnTo>
                      <a:pt x="2857" y="64770"/>
                    </a:lnTo>
                    <a:lnTo>
                      <a:pt x="26670" y="3619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laurelR-01-leaf13-1"/>
              <p:cNvSpPr/>
              <p:nvPr/>
            </p:nvSpPr>
            <p:spPr>
              <a:xfrm>
                <a:off x="7764780" y="8041958"/>
                <a:ext cx="120015" cy="127634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27634">
                    <a:moveTo>
                      <a:pt x="88582" y="39052"/>
                    </a:moveTo>
                    <a:lnTo>
                      <a:pt x="107632" y="67627"/>
                    </a:lnTo>
                    <a:lnTo>
                      <a:pt x="120015" y="102870"/>
                    </a:lnTo>
                    <a:lnTo>
                      <a:pt x="115252" y="125730"/>
                    </a:lnTo>
                    <a:lnTo>
                      <a:pt x="92392" y="127634"/>
                    </a:lnTo>
                    <a:lnTo>
                      <a:pt x="59055" y="111442"/>
                    </a:lnTo>
                    <a:lnTo>
                      <a:pt x="32385" y="88582"/>
                    </a:lnTo>
                    <a:lnTo>
                      <a:pt x="12382" y="60007"/>
                    </a:lnTo>
                    <a:lnTo>
                      <a:pt x="0" y="24764"/>
                    </a:lnTo>
                    <a:lnTo>
                      <a:pt x="5715" y="1904"/>
                    </a:lnTo>
                    <a:lnTo>
                      <a:pt x="28575" y="0"/>
                    </a:lnTo>
                    <a:lnTo>
                      <a:pt x="61912" y="1619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laurelR-01-leaf141"/>
              <p:cNvSpPr/>
              <p:nvPr/>
            </p:nvSpPr>
            <p:spPr>
              <a:xfrm>
                <a:off x="7632382" y="8196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laurelR-01-leaf14-1"/>
              <p:cNvSpPr/>
              <p:nvPr/>
            </p:nvSpPr>
            <p:spPr>
              <a:xfrm>
                <a:off x="7632382" y="80629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8" name="cardgrp-02"/>
          <p:cNvGrpSpPr/>
          <p:nvPr/>
        </p:nvGrpSpPr>
        <p:grpSpPr>
          <a:xfrm>
            <a:off x="15516225" y="4276725"/>
            <a:ext cx="13792200" cy="4914900"/>
            <a:chOff x="15516225" y="4276725"/>
            <a:chExt cx="13792200" cy="4914900"/>
          </a:xfrm>
        </p:grpSpPr>
        <p:sp>
          <p:nvSpPr>
            <p:cNvPr id="76" name="card-02"/>
            <p:cNvSpPr/>
            <p:nvPr/>
          </p:nvSpPr>
          <p:spPr>
            <a:xfrm>
              <a:off x="15516225" y="4276725"/>
              <a:ext cx="13535025" cy="4914900"/>
            </a:xfrm>
            <a:prstGeom prst="roundRect">
              <a:avLst>
                <a:gd name="adj" fmla="val 5038"/>
              </a:avLst>
            </a:prstGeom>
            <a:solidFill>
              <a:srgbClr val="FFFFFF"/>
            </a:solidFill>
            <a:ln w="19050">
              <a:solidFill>
                <a:srgbClr val="4BD3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ab-02"/>
            <p:cNvSpPr/>
            <p:nvPr/>
          </p:nvSpPr>
          <p:spPr>
            <a:xfrm>
              <a:off x="15516225" y="4305300"/>
              <a:ext cx="4933950" cy="4838700"/>
            </a:xfrm>
            <a:prstGeom prst="roundRect">
              <a:avLst>
                <a:gd name="adj" fmla="val 5118"/>
              </a:avLst>
            </a:prstGeom>
            <a:solidFill>
              <a:srgbClr val="CB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labnum-02"/>
            <p:cNvSpPr txBox="1"/>
            <p:nvPr/>
          </p:nvSpPr>
          <p:spPr>
            <a:xfrm>
              <a:off x="17268825" y="5273040"/>
              <a:ext cx="142875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79" name="labname-02"/>
            <p:cNvSpPr txBox="1"/>
            <p:nvPr/>
          </p:nvSpPr>
          <p:spPr>
            <a:xfrm>
              <a:off x="16154400" y="6376988"/>
              <a:ext cx="36576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技术创新</a:t>
              </a:r>
            </a:p>
          </p:txBody>
        </p:sp>
        <p:sp>
          <p:nvSpPr>
            <p:cNvPr id="80" name="desc1-02"/>
            <p:cNvSpPr txBox="1"/>
            <p:nvPr/>
          </p:nvSpPr>
          <p:spPr>
            <a:xfrm>
              <a:off x="21878925" y="4804410"/>
              <a:ext cx="742950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关键工艺良率提升12%，</a:t>
              </a:r>
            </a:p>
          </p:txBody>
        </p:sp>
        <p:sp>
          <p:nvSpPr>
            <p:cNvPr id="81" name="desc2-02"/>
            <p:cNvSpPr txBox="1"/>
            <p:nvPr/>
          </p:nvSpPr>
          <p:spPr>
            <a:xfrm>
              <a:off x="21878925" y="5471160"/>
              <a:ext cx="579501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产品性能提升20%</a:t>
              </a:r>
            </a:p>
          </p:txBody>
        </p:sp>
        <p:sp>
          <p:nvSpPr>
            <p:cNvPr id="82" name="metric-02"/>
            <p:cNvSpPr txBox="1"/>
            <p:nvPr/>
          </p:nvSpPr>
          <p:spPr>
            <a:xfrm>
              <a:off x="22669500" y="6598920"/>
              <a:ext cx="4095750" cy="12801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00" b="1" i="0">
                  <a:solidFill>
                    <a:srgbClr val="03EEFF"/>
                  </a:solidFill>
                  <a:latin typeface="Microsoft YaHei"/>
                  <a:ea typeface="Microsoft YaHei"/>
                  <a:cs typeface="Microsoft YaHei"/>
                </a:rPr>
                <a:t>10,000台</a:t>
              </a:r>
            </a:p>
          </p:txBody>
        </p:sp>
        <p:sp>
          <p:nvSpPr>
            <p:cNvPr id="83" name="cap-02"/>
            <p:cNvSpPr txBox="1"/>
            <p:nvPr/>
          </p:nvSpPr>
          <p:spPr>
            <a:xfrm>
              <a:off x="22080855" y="7928610"/>
              <a:ext cx="534924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新一代智能电机销项</a:t>
              </a:r>
            </a:p>
          </p:txBody>
        </p:sp>
        <p:grpSp>
          <p:nvGrpSpPr>
            <p:cNvPr id="290" name="laurelL-02"/>
            <p:cNvGrpSpPr/>
            <p:nvPr/>
          </p:nvGrpSpPr>
          <p:grpSpPr>
            <a:xfrm>
              <a:off x="21595080" y="6974205"/>
              <a:ext cx="880110" cy="1334453"/>
              <a:chOff x="21595080" y="6974205"/>
              <a:chExt cx="880110" cy="1334453"/>
            </a:xfrm>
          </p:grpSpPr>
          <p:sp>
            <p:nvSpPr>
              <p:cNvPr id="84" name="laurelL-02-stem"/>
              <p:cNvSpPr/>
              <p:nvPr/>
            </p:nvSpPr>
            <p:spPr>
              <a:xfrm>
                <a:off x="21743670" y="7149465"/>
                <a:ext cx="64008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40080" h="1036320">
                    <a:moveTo>
                      <a:pt x="640080" y="0"/>
                    </a:moveTo>
                    <a:lnTo>
                      <a:pt x="497205" y="13335"/>
                    </a:lnTo>
                    <a:lnTo>
                      <a:pt x="361950" y="51435"/>
                    </a:lnTo>
                    <a:lnTo>
                      <a:pt x="240982" y="113347"/>
                    </a:lnTo>
                    <a:lnTo>
                      <a:pt x="140018" y="195263"/>
                    </a:lnTo>
                    <a:lnTo>
                      <a:pt x="63818" y="293370"/>
                    </a:lnTo>
                    <a:lnTo>
                      <a:pt x="16192" y="402907"/>
                    </a:lnTo>
                    <a:lnTo>
                      <a:pt x="0" y="518160"/>
                    </a:lnTo>
                    <a:lnTo>
                      <a:pt x="16192" y="633413"/>
                    </a:lnTo>
                    <a:lnTo>
                      <a:pt x="63818" y="742950"/>
                    </a:lnTo>
                    <a:lnTo>
                      <a:pt x="140018" y="841057"/>
                    </a:lnTo>
                    <a:lnTo>
                      <a:pt x="240982" y="922973"/>
                    </a:lnTo>
                    <a:lnTo>
                      <a:pt x="361950" y="984885"/>
                    </a:lnTo>
                    <a:lnTo>
                      <a:pt x="497205" y="1022985"/>
                    </a:lnTo>
                    <a:lnTo>
                      <a:pt x="64008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laurelL-02-leaf01"/>
              <p:cNvSpPr/>
              <p:nvPr/>
            </p:nvSpPr>
            <p:spPr>
              <a:xfrm>
                <a:off x="22292310" y="69742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laurelL-02-leaf0-1"/>
              <p:cNvSpPr/>
              <p:nvPr/>
            </p:nvSpPr>
            <p:spPr>
              <a:xfrm>
                <a:off x="22292310" y="71647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laurelL-02-leaf11"/>
              <p:cNvSpPr/>
              <p:nvPr/>
            </p:nvSpPr>
            <p:spPr>
              <a:xfrm>
                <a:off x="22121812" y="7005638"/>
                <a:ext cx="198120" cy="132397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2397">
                    <a:moveTo>
                      <a:pt x="122873" y="111442"/>
                    </a:moveTo>
                    <a:lnTo>
                      <a:pt x="78106" y="126682"/>
                    </a:lnTo>
                    <a:lnTo>
                      <a:pt x="27623" y="132397"/>
                    </a:lnTo>
                    <a:lnTo>
                      <a:pt x="0" y="118110"/>
                    </a:lnTo>
                    <a:lnTo>
                      <a:pt x="3810" y="86677"/>
                    </a:lnTo>
                    <a:lnTo>
                      <a:pt x="37148" y="48577"/>
                    </a:lnTo>
                    <a:lnTo>
                      <a:pt x="75248" y="20954"/>
                    </a:lnTo>
                    <a:lnTo>
                      <a:pt x="120016" y="4762"/>
                    </a:lnTo>
                    <a:lnTo>
                      <a:pt x="170498" y="0"/>
                    </a:lnTo>
                    <a:lnTo>
                      <a:pt x="198120" y="14287"/>
                    </a:lnTo>
                    <a:lnTo>
                      <a:pt x="193358" y="45720"/>
                    </a:lnTo>
                    <a:lnTo>
                      <a:pt x="160973" y="838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laurelL-02-leaf1-1"/>
              <p:cNvSpPr/>
              <p:nvPr/>
            </p:nvSpPr>
            <p:spPr>
              <a:xfrm>
                <a:off x="22180868" y="7165658"/>
                <a:ext cx="162877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175260">
                    <a:moveTo>
                      <a:pt x="42862" y="121920"/>
                    </a:moveTo>
                    <a:lnTo>
                      <a:pt x="17144" y="81914"/>
                    </a:lnTo>
                    <a:lnTo>
                      <a:pt x="0" y="34290"/>
                    </a:lnTo>
                    <a:lnTo>
                      <a:pt x="6667" y="3810"/>
                    </a:lnTo>
                    <a:lnTo>
                      <a:pt x="38100" y="0"/>
                    </a:lnTo>
                    <a:lnTo>
                      <a:pt x="83820" y="22860"/>
                    </a:lnTo>
                    <a:lnTo>
                      <a:pt x="120014" y="53340"/>
                    </a:lnTo>
                    <a:lnTo>
                      <a:pt x="145732" y="93344"/>
                    </a:lnTo>
                    <a:lnTo>
                      <a:pt x="162877" y="140970"/>
                    </a:lnTo>
                    <a:lnTo>
                      <a:pt x="155257" y="171450"/>
                    </a:lnTo>
                    <a:lnTo>
                      <a:pt x="123824" y="175260"/>
                    </a:lnTo>
                    <a:lnTo>
                      <a:pt x="79057" y="1524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laurelL-02-leaf21"/>
              <p:cNvSpPr/>
              <p:nvPr/>
            </p:nvSpPr>
            <p:spPr>
              <a:xfrm>
                <a:off x="21961792" y="7063740"/>
                <a:ext cx="20955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9538">
                    <a:moveTo>
                      <a:pt x="119063" y="102870"/>
                    </a:moveTo>
                    <a:lnTo>
                      <a:pt x="73343" y="109538"/>
                    </a:lnTo>
                    <a:lnTo>
                      <a:pt x="23813" y="105728"/>
                    </a:lnTo>
                    <a:lnTo>
                      <a:pt x="0" y="86678"/>
                    </a:lnTo>
                    <a:lnTo>
                      <a:pt x="9526" y="57150"/>
                    </a:lnTo>
                    <a:lnTo>
                      <a:pt x="48578" y="26670"/>
                    </a:lnTo>
                    <a:lnTo>
                      <a:pt x="90488" y="6668"/>
                    </a:lnTo>
                    <a:lnTo>
                      <a:pt x="136208" y="0"/>
                    </a:lnTo>
                    <a:lnTo>
                      <a:pt x="185738" y="4762"/>
                    </a:lnTo>
                    <a:lnTo>
                      <a:pt x="209550" y="23812"/>
                    </a:lnTo>
                    <a:lnTo>
                      <a:pt x="200026" y="52388"/>
                    </a:lnTo>
                    <a:lnTo>
                      <a:pt x="160973" y="8286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laurelL-02-leaf2-1"/>
              <p:cNvSpPr/>
              <p:nvPr/>
            </p:nvSpPr>
            <p:spPr>
              <a:xfrm>
                <a:off x="22077045" y="7188518"/>
                <a:ext cx="137160" cy="188594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8594">
                    <a:moveTo>
                      <a:pt x="25717" y="120014"/>
                    </a:moveTo>
                    <a:lnTo>
                      <a:pt x="7620" y="77152"/>
                    </a:lnTo>
                    <a:lnTo>
                      <a:pt x="0" y="28574"/>
                    </a:lnTo>
                    <a:lnTo>
                      <a:pt x="12383" y="0"/>
                    </a:lnTo>
                    <a:lnTo>
                      <a:pt x="42863" y="2857"/>
                    </a:lnTo>
                    <a:lnTo>
                      <a:pt x="82867" y="32384"/>
                    </a:lnTo>
                    <a:lnTo>
                      <a:pt x="111443" y="68580"/>
                    </a:lnTo>
                    <a:lnTo>
                      <a:pt x="129540" y="111442"/>
                    </a:lnTo>
                    <a:lnTo>
                      <a:pt x="137160" y="160972"/>
                    </a:lnTo>
                    <a:lnTo>
                      <a:pt x="124777" y="188594"/>
                    </a:lnTo>
                    <a:lnTo>
                      <a:pt x="94297" y="185737"/>
                    </a:lnTo>
                    <a:lnTo>
                      <a:pt x="54293" y="1562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laurelL-02-leaf31"/>
              <p:cNvSpPr/>
              <p:nvPr/>
            </p:nvSpPr>
            <p:spPr>
              <a:xfrm>
                <a:off x="21822728" y="7143750"/>
                <a:ext cx="213360" cy="98108"/>
              </a:xfrm>
              <a:custGeom>
                <a:avLst/>
                <a:gdLst/>
                <a:ahLst/>
                <a:cxnLst/>
                <a:rect l="l" t="t" r="r" b="b"/>
                <a:pathLst>
                  <a:path w="213360" h="98108">
                    <a:moveTo>
                      <a:pt x="110490" y="98108"/>
                    </a:moveTo>
                    <a:lnTo>
                      <a:pt x="65722" y="95250"/>
                    </a:lnTo>
                    <a:lnTo>
                      <a:pt x="19050" y="81915"/>
                    </a:lnTo>
                    <a:lnTo>
                      <a:pt x="0" y="59055"/>
                    </a:lnTo>
                    <a:lnTo>
                      <a:pt x="15240" y="32385"/>
                    </a:lnTo>
                    <a:lnTo>
                      <a:pt x="58102" y="10478"/>
                    </a:lnTo>
                    <a:lnTo>
                      <a:pt x="101917" y="0"/>
                    </a:lnTo>
                    <a:lnTo>
                      <a:pt x="147637" y="2858"/>
                    </a:lnTo>
                    <a:lnTo>
                      <a:pt x="193357" y="16192"/>
                    </a:lnTo>
                    <a:lnTo>
                      <a:pt x="213360" y="39052"/>
                    </a:lnTo>
                    <a:lnTo>
                      <a:pt x="198120" y="65722"/>
                    </a:lnTo>
                    <a:lnTo>
                      <a:pt x="155257" y="8763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laurelL-02-leaf3-1"/>
              <p:cNvSpPr/>
              <p:nvPr/>
            </p:nvSpPr>
            <p:spPr>
              <a:xfrm>
                <a:off x="21985605" y="7231380"/>
                <a:ext cx="109537" cy="201930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201930">
                    <a:moveTo>
                      <a:pt x="8573" y="117158"/>
                    </a:moveTo>
                    <a:lnTo>
                      <a:pt x="0" y="72390"/>
                    </a:lnTo>
                    <a:lnTo>
                      <a:pt x="1905" y="23812"/>
                    </a:lnTo>
                    <a:lnTo>
                      <a:pt x="20003" y="0"/>
                    </a:lnTo>
                    <a:lnTo>
                      <a:pt x="48577" y="7620"/>
                    </a:lnTo>
                    <a:lnTo>
                      <a:pt x="80010" y="44768"/>
                    </a:lnTo>
                    <a:lnTo>
                      <a:pt x="100965" y="84772"/>
                    </a:lnTo>
                    <a:lnTo>
                      <a:pt x="109537" y="129540"/>
                    </a:lnTo>
                    <a:lnTo>
                      <a:pt x="107633" y="177165"/>
                    </a:lnTo>
                    <a:lnTo>
                      <a:pt x="89535" y="201930"/>
                    </a:lnTo>
                    <a:lnTo>
                      <a:pt x="60960" y="193358"/>
                    </a:lnTo>
                    <a:lnTo>
                      <a:pt x="29527" y="15716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laurelL-02-leaf41"/>
              <p:cNvSpPr/>
              <p:nvPr/>
            </p:nvSpPr>
            <p:spPr>
              <a:xfrm>
                <a:off x="21711285" y="7242810"/>
                <a:ext cx="20764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5" h="95250">
                    <a:moveTo>
                      <a:pt x="98107" y="95250"/>
                    </a:moveTo>
                    <a:lnTo>
                      <a:pt x="55245" y="82868"/>
                    </a:lnTo>
                    <a:lnTo>
                      <a:pt x="14287" y="60008"/>
                    </a:lnTo>
                    <a:lnTo>
                      <a:pt x="0" y="34290"/>
                    </a:lnTo>
                    <a:lnTo>
                      <a:pt x="20003" y="12382"/>
                    </a:lnTo>
                    <a:lnTo>
                      <a:pt x="65723" y="952"/>
                    </a:lnTo>
                    <a:lnTo>
                      <a:pt x="110490" y="0"/>
                    </a:lnTo>
                    <a:lnTo>
                      <a:pt x="152400" y="12382"/>
                    </a:lnTo>
                    <a:lnTo>
                      <a:pt x="194310" y="35242"/>
                    </a:lnTo>
                    <a:lnTo>
                      <a:pt x="207645" y="60960"/>
                    </a:lnTo>
                    <a:lnTo>
                      <a:pt x="187643" y="82868"/>
                    </a:lnTo>
                    <a:lnTo>
                      <a:pt x="141923" y="9429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laurelL-02-leaf4-1"/>
              <p:cNvSpPr/>
              <p:nvPr/>
            </p:nvSpPr>
            <p:spPr>
              <a:xfrm>
                <a:off x="21903690" y="7295198"/>
                <a:ext cx="95250" cy="2076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4">
                    <a:moveTo>
                      <a:pt x="0" y="109537"/>
                    </a:moveTo>
                    <a:lnTo>
                      <a:pt x="1905" y="64770"/>
                    </a:lnTo>
                    <a:lnTo>
                      <a:pt x="14288" y="19050"/>
                    </a:lnTo>
                    <a:lnTo>
                      <a:pt x="36195" y="0"/>
                    </a:lnTo>
                    <a:lnTo>
                      <a:pt x="61912" y="14287"/>
                    </a:lnTo>
                    <a:lnTo>
                      <a:pt x="83820" y="55244"/>
                    </a:lnTo>
                    <a:lnTo>
                      <a:pt x="95250" y="98107"/>
                    </a:lnTo>
                    <a:lnTo>
                      <a:pt x="94298" y="141922"/>
                    </a:lnTo>
                    <a:lnTo>
                      <a:pt x="81915" y="187642"/>
                    </a:lnTo>
                    <a:lnTo>
                      <a:pt x="60008" y="207644"/>
                    </a:lnTo>
                    <a:lnTo>
                      <a:pt x="34290" y="193357"/>
                    </a:lnTo>
                    <a:lnTo>
                      <a:pt x="11430" y="15144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laurelL-02-leaf51"/>
              <p:cNvSpPr/>
              <p:nvPr/>
            </p:nvSpPr>
            <p:spPr>
              <a:xfrm>
                <a:off x="21635085" y="7352348"/>
                <a:ext cx="19050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6680">
                    <a:moveTo>
                      <a:pt x="78105" y="97154"/>
                    </a:moveTo>
                    <a:lnTo>
                      <a:pt x="40957" y="76200"/>
                    </a:lnTo>
                    <a:lnTo>
                      <a:pt x="6667" y="44767"/>
                    </a:lnTo>
                    <a:lnTo>
                      <a:pt x="0" y="16192"/>
                    </a:lnTo>
                    <a:lnTo>
                      <a:pt x="23813" y="952"/>
                    </a:lnTo>
                    <a:lnTo>
                      <a:pt x="70485" y="0"/>
                    </a:lnTo>
                    <a:lnTo>
                      <a:pt x="112395" y="9524"/>
                    </a:lnTo>
                    <a:lnTo>
                      <a:pt x="149543" y="31432"/>
                    </a:lnTo>
                    <a:lnTo>
                      <a:pt x="183833" y="62864"/>
                    </a:lnTo>
                    <a:lnTo>
                      <a:pt x="190500" y="90487"/>
                    </a:lnTo>
                    <a:lnTo>
                      <a:pt x="166687" y="106680"/>
                    </a:lnTo>
                    <a:lnTo>
                      <a:pt x="120967" y="1066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laurelL-02-leaf5-1"/>
              <p:cNvSpPr/>
              <p:nvPr/>
            </p:nvSpPr>
            <p:spPr>
              <a:xfrm>
                <a:off x="21837015" y="7378065"/>
                <a:ext cx="93345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3345" h="202883">
                    <a:moveTo>
                      <a:pt x="0" y="96203"/>
                    </a:moveTo>
                    <a:lnTo>
                      <a:pt x="11430" y="54293"/>
                    </a:lnTo>
                    <a:lnTo>
                      <a:pt x="34290" y="13335"/>
                    </a:lnTo>
                    <a:lnTo>
                      <a:pt x="60007" y="0"/>
                    </a:lnTo>
                    <a:lnTo>
                      <a:pt x="80963" y="20003"/>
                    </a:lnTo>
                    <a:lnTo>
                      <a:pt x="92393" y="64770"/>
                    </a:lnTo>
                    <a:lnTo>
                      <a:pt x="93345" y="107633"/>
                    </a:lnTo>
                    <a:lnTo>
                      <a:pt x="81915" y="149543"/>
                    </a:lnTo>
                    <a:lnTo>
                      <a:pt x="59055" y="189547"/>
                    </a:lnTo>
                    <a:lnTo>
                      <a:pt x="33337" y="202883"/>
                    </a:lnTo>
                    <a:lnTo>
                      <a:pt x="12383" y="183833"/>
                    </a:lnTo>
                    <a:lnTo>
                      <a:pt x="953" y="13906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laurelL-02-leaf61"/>
              <p:cNvSpPr/>
              <p:nvPr/>
            </p:nvSpPr>
            <p:spPr>
              <a:xfrm>
                <a:off x="21597938" y="7465695"/>
                <a:ext cx="161924" cy="136207"/>
              </a:xfrm>
              <a:custGeom>
                <a:avLst/>
                <a:gdLst/>
                <a:ahLst/>
                <a:cxnLst/>
                <a:rect l="l" t="t" r="r" b="b"/>
                <a:pathLst>
                  <a:path w="161924" h="136207">
                    <a:moveTo>
                      <a:pt x="54292" y="104775"/>
                    </a:moveTo>
                    <a:lnTo>
                      <a:pt x="23812" y="75247"/>
                    </a:lnTo>
                    <a:lnTo>
                      <a:pt x="0" y="37147"/>
                    </a:lnTo>
                    <a:lnTo>
                      <a:pt x="952" y="9525"/>
                    </a:lnTo>
                    <a:lnTo>
                      <a:pt x="26670" y="0"/>
                    </a:lnTo>
                    <a:lnTo>
                      <a:pt x="70484" y="11430"/>
                    </a:lnTo>
                    <a:lnTo>
                      <a:pt x="107632" y="31433"/>
                    </a:lnTo>
                    <a:lnTo>
                      <a:pt x="138112" y="60960"/>
                    </a:lnTo>
                    <a:lnTo>
                      <a:pt x="161924" y="99060"/>
                    </a:lnTo>
                    <a:lnTo>
                      <a:pt x="160972" y="126683"/>
                    </a:lnTo>
                    <a:lnTo>
                      <a:pt x="134302" y="136207"/>
                    </a:lnTo>
                    <a:lnTo>
                      <a:pt x="91440" y="1247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laurelL-02-leaf6-1"/>
              <p:cNvSpPr/>
              <p:nvPr/>
            </p:nvSpPr>
            <p:spPr>
              <a:xfrm>
                <a:off x="21787485" y="7479030"/>
                <a:ext cx="105727" cy="183832"/>
              </a:xfrm>
              <a:custGeom>
                <a:avLst/>
                <a:gdLst/>
                <a:ahLst/>
                <a:cxnLst/>
                <a:rect l="l" t="t" r="r" b="b"/>
                <a:pathLst>
                  <a:path w="105727" h="183832">
                    <a:moveTo>
                      <a:pt x="10477" y="74295"/>
                    </a:moveTo>
                    <a:lnTo>
                      <a:pt x="32385" y="38100"/>
                    </a:lnTo>
                    <a:lnTo>
                      <a:pt x="63817" y="5715"/>
                    </a:lnTo>
                    <a:lnTo>
                      <a:pt x="90487" y="0"/>
                    </a:lnTo>
                    <a:lnTo>
                      <a:pt x="105727" y="22860"/>
                    </a:lnTo>
                    <a:lnTo>
                      <a:pt x="105727" y="68580"/>
                    </a:lnTo>
                    <a:lnTo>
                      <a:pt x="95250" y="108585"/>
                    </a:lnTo>
                    <a:lnTo>
                      <a:pt x="74295" y="145732"/>
                    </a:lnTo>
                    <a:lnTo>
                      <a:pt x="42863" y="178118"/>
                    </a:lnTo>
                    <a:lnTo>
                      <a:pt x="15240" y="183832"/>
                    </a:lnTo>
                    <a:lnTo>
                      <a:pt x="0" y="160020"/>
                    </a:lnTo>
                    <a:lnTo>
                      <a:pt x="953" y="1152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laurelL-02-leaf71"/>
              <p:cNvSpPr/>
              <p:nvPr/>
            </p:nvSpPr>
            <p:spPr>
              <a:xfrm>
                <a:off x="21595080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105728"/>
                    </a:moveTo>
                    <a:lnTo>
                      <a:pt x="12382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2" y="0"/>
                    </a:lnTo>
                    <a:lnTo>
                      <a:pt x="73342" y="21908"/>
                    </a:lnTo>
                    <a:lnTo>
                      <a:pt x="102870" y="50482"/>
                    </a:lnTo>
                    <a:lnTo>
                      <a:pt x="122872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2" y="156210"/>
                    </a:lnTo>
                    <a:lnTo>
                      <a:pt x="61912" y="1343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laurelL-02-leaf7-1"/>
              <p:cNvSpPr/>
              <p:nvPr/>
            </p:nvSpPr>
            <p:spPr>
              <a:xfrm>
                <a:off x="21757005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50482"/>
                    </a:moveTo>
                    <a:lnTo>
                      <a:pt x="61913" y="21908"/>
                    </a:lnTo>
                    <a:lnTo>
                      <a:pt x="100013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3" y="69532"/>
                    </a:lnTo>
                    <a:lnTo>
                      <a:pt x="102870" y="105728"/>
                    </a:lnTo>
                    <a:lnTo>
                      <a:pt x="73343" y="134302"/>
                    </a:lnTo>
                    <a:lnTo>
                      <a:pt x="35243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3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laurelL-02-leaf81"/>
              <p:cNvSpPr/>
              <p:nvPr/>
            </p:nvSpPr>
            <p:spPr>
              <a:xfrm>
                <a:off x="21632228" y="7712392"/>
                <a:ext cx="100964" cy="176213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76213">
                    <a:moveTo>
                      <a:pt x="10477" y="104776"/>
                    </a:moveTo>
                    <a:lnTo>
                      <a:pt x="952" y="65723"/>
                    </a:lnTo>
                    <a:lnTo>
                      <a:pt x="0" y="22860"/>
                    </a:lnTo>
                    <a:lnTo>
                      <a:pt x="14287" y="0"/>
                    </a:lnTo>
                    <a:lnTo>
                      <a:pt x="40957" y="6668"/>
                    </a:lnTo>
                    <a:lnTo>
                      <a:pt x="70484" y="37148"/>
                    </a:lnTo>
                    <a:lnTo>
                      <a:pt x="90487" y="71438"/>
                    </a:lnTo>
                    <a:lnTo>
                      <a:pt x="100012" y="110490"/>
                    </a:lnTo>
                    <a:lnTo>
                      <a:pt x="100964" y="153353"/>
                    </a:lnTo>
                    <a:lnTo>
                      <a:pt x="86677" y="176213"/>
                    </a:lnTo>
                    <a:lnTo>
                      <a:pt x="60960" y="169546"/>
                    </a:lnTo>
                    <a:lnTo>
                      <a:pt x="30480" y="1390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laurelL-02-leaf8-1"/>
              <p:cNvSpPr/>
              <p:nvPr/>
            </p:nvSpPr>
            <p:spPr>
              <a:xfrm>
                <a:off x="21759862" y="7700962"/>
                <a:ext cx="153353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53353" h="128588">
                    <a:moveTo>
                      <a:pt x="51436" y="29528"/>
                    </a:moveTo>
                    <a:lnTo>
                      <a:pt x="86678" y="10478"/>
                    </a:lnTo>
                    <a:lnTo>
                      <a:pt x="127636" y="0"/>
                    </a:lnTo>
                    <a:lnTo>
                      <a:pt x="153353" y="8573"/>
                    </a:lnTo>
                    <a:lnTo>
                      <a:pt x="153353" y="35243"/>
                    </a:lnTo>
                    <a:lnTo>
                      <a:pt x="131446" y="71438"/>
                    </a:lnTo>
                    <a:lnTo>
                      <a:pt x="102870" y="99060"/>
                    </a:lnTo>
                    <a:lnTo>
                      <a:pt x="66676" y="118110"/>
                    </a:lnTo>
                    <a:lnTo>
                      <a:pt x="25718" y="128588"/>
                    </a:lnTo>
                    <a:lnTo>
                      <a:pt x="0" y="120016"/>
                    </a:lnTo>
                    <a:lnTo>
                      <a:pt x="0" y="94298"/>
                    </a:lnTo>
                    <a:lnTo>
                      <a:pt x="22860" y="571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laurelL-02-leaf91"/>
              <p:cNvSpPr/>
              <p:nvPr/>
            </p:nvSpPr>
            <p:spPr>
              <a:xfrm>
                <a:off x="21696045" y="7834312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0" y="97156"/>
                    </a:moveTo>
                    <a:lnTo>
                      <a:pt x="953" y="58103"/>
                    </a:lnTo>
                    <a:lnTo>
                      <a:pt x="11430" y="17146"/>
                    </a:lnTo>
                    <a:lnTo>
                      <a:pt x="30480" y="0"/>
                    </a:lnTo>
                    <a:lnTo>
                      <a:pt x="53340" y="12383"/>
                    </a:lnTo>
                    <a:lnTo>
                      <a:pt x="73343" y="48578"/>
                    </a:lnTo>
                    <a:lnTo>
                      <a:pt x="83820" y="85726"/>
                    </a:lnTo>
                    <a:lnTo>
                      <a:pt x="82867" y="124778"/>
                    </a:lnTo>
                    <a:lnTo>
                      <a:pt x="72390" y="165736"/>
                    </a:lnTo>
                    <a:lnTo>
                      <a:pt x="53340" y="182880"/>
                    </a:lnTo>
                    <a:lnTo>
                      <a:pt x="30480" y="170498"/>
                    </a:lnTo>
                    <a:lnTo>
                      <a:pt x="10477" y="13430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laurelL-02-leaf9-1"/>
              <p:cNvSpPr/>
              <p:nvPr/>
            </p:nvSpPr>
            <p:spPr>
              <a:xfrm>
                <a:off x="21790342" y="7810500"/>
                <a:ext cx="172403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72403" h="97155">
                    <a:moveTo>
                      <a:pt x="70486" y="9525"/>
                    </a:moveTo>
                    <a:lnTo>
                      <a:pt x="108586" y="0"/>
                    </a:lnTo>
                    <a:lnTo>
                      <a:pt x="150496" y="952"/>
                    </a:lnTo>
                    <a:lnTo>
                      <a:pt x="172403" y="15240"/>
                    </a:lnTo>
                    <a:lnTo>
                      <a:pt x="165736" y="40005"/>
                    </a:lnTo>
                    <a:lnTo>
                      <a:pt x="135256" y="68580"/>
                    </a:lnTo>
                    <a:lnTo>
                      <a:pt x="100966" y="87630"/>
                    </a:lnTo>
                    <a:lnTo>
                      <a:pt x="62866" y="97155"/>
                    </a:lnTo>
                    <a:lnTo>
                      <a:pt x="21908" y="96202"/>
                    </a:lnTo>
                    <a:lnTo>
                      <a:pt x="0" y="81915"/>
                    </a:lnTo>
                    <a:lnTo>
                      <a:pt x="5716" y="57150"/>
                    </a:lnTo>
                    <a:lnTo>
                      <a:pt x="37148" y="2857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laurelL-02-leaf101"/>
              <p:cNvSpPr/>
              <p:nvPr/>
            </p:nvSpPr>
            <p:spPr>
              <a:xfrm>
                <a:off x="21783675" y="7948612"/>
                <a:ext cx="81915" cy="178118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78118">
                    <a:moveTo>
                      <a:pt x="0" y="83820"/>
                    </a:moveTo>
                    <a:lnTo>
                      <a:pt x="10477" y="47626"/>
                    </a:lnTo>
                    <a:lnTo>
                      <a:pt x="29527" y="11430"/>
                    </a:lnTo>
                    <a:lnTo>
                      <a:pt x="51435" y="0"/>
                    </a:lnTo>
                    <a:lnTo>
                      <a:pt x="70485" y="16193"/>
                    </a:lnTo>
                    <a:lnTo>
                      <a:pt x="80963" y="55246"/>
                    </a:lnTo>
                    <a:lnTo>
                      <a:pt x="81915" y="93346"/>
                    </a:lnTo>
                    <a:lnTo>
                      <a:pt x="72390" y="130493"/>
                    </a:lnTo>
                    <a:lnTo>
                      <a:pt x="53340" y="165736"/>
                    </a:lnTo>
                    <a:lnTo>
                      <a:pt x="30480" y="178118"/>
                    </a:lnTo>
                    <a:lnTo>
                      <a:pt x="12383" y="160973"/>
                    </a:lnTo>
                    <a:lnTo>
                      <a:pt x="953" y="1219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laurelL-02-leaf10-1"/>
              <p:cNvSpPr/>
              <p:nvPr/>
            </p:nvSpPr>
            <p:spPr>
              <a:xfrm>
                <a:off x="21853208" y="7902892"/>
                <a:ext cx="178117" cy="81916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6">
                    <a:moveTo>
                      <a:pt x="82867" y="0"/>
                    </a:moveTo>
                    <a:lnTo>
                      <a:pt x="120967" y="953"/>
                    </a:lnTo>
                    <a:lnTo>
                      <a:pt x="160972" y="11430"/>
                    </a:lnTo>
                    <a:lnTo>
                      <a:pt x="178117" y="29528"/>
                    </a:lnTo>
                    <a:lnTo>
                      <a:pt x="165734" y="51436"/>
                    </a:lnTo>
                    <a:lnTo>
                      <a:pt x="130492" y="71438"/>
                    </a:lnTo>
                    <a:lnTo>
                      <a:pt x="94297" y="81916"/>
                    </a:lnTo>
                    <a:lnTo>
                      <a:pt x="56197" y="80963"/>
                    </a:lnTo>
                    <a:lnTo>
                      <a:pt x="16192" y="71438"/>
                    </a:lnTo>
                    <a:lnTo>
                      <a:pt x="0" y="52388"/>
                    </a:lnTo>
                    <a:lnTo>
                      <a:pt x="11430" y="30480"/>
                    </a:lnTo>
                    <a:lnTo>
                      <a:pt x="46672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laurelL-02-leaf111"/>
              <p:cNvSpPr/>
              <p:nvPr/>
            </p:nvSpPr>
            <p:spPr>
              <a:xfrm>
                <a:off x="21894165" y="8046720"/>
                <a:ext cx="89535" cy="165735"/>
              </a:xfrm>
              <a:custGeom>
                <a:avLst/>
                <a:gdLst/>
                <a:ahLst/>
                <a:cxnLst/>
                <a:rect l="l" t="t" r="r" b="b"/>
                <a:pathLst>
                  <a:path w="89535" h="165735">
                    <a:moveTo>
                      <a:pt x="7620" y="69532"/>
                    </a:moveTo>
                    <a:lnTo>
                      <a:pt x="24765" y="37148"/>
                    </a:lnTo>
                    <a:lnTo>
                      <a:pt x="50483" y="6668"/>
                    </a:lnTo>
                    <a:lnTo>
                      <a:pt x="73343" y="0"/>
                    </a:lnTo>
                    <a:lnTo>
                      <a:pt x="87630" y="20002"/>
                    </a:lnTo>
                    <a:lnTo>
                      <a:pt x="89535" y="60008"/>
                    </a:lnTo>
                    <a:lnTo>
                      <a:pt x="82867" y="96202"/>
                    </a:lnTo>
                    <a:lnTo>
                      <a:pt x="65723" y="128588"/>
                    </a:lnTo>
                    <a:lnTo>
                      <a:pt x="40005" y="159068"/>
                    </a:lnTo>
                    <a:lnTo>
                      <a:pt x="16193" y="165735"/>
                    </a:lnTo>
                    <a:lnTo>
                      <a:pt x="1905" y="145732"/>
                    </a:lnTo>
                    <a:lnTo>
                      <a:pt x="0" y="10572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laurelL-02-leaf11-1"/>
              <p:cNvSpPr/>
              <p:nvPr/>
            </p:nvSpPr>
            <p:spPr>
              <a:xfrm>
                <a:off x="21942742" y="7976235"/>
                <a:ext cx="174308" cy="79057"/>
              </a:xfrm>
              <a:custGeom>
                <a:avLst/>
                <a:gdLst/>
                <a:ahLst/>
                <a:cxnLst/>
                <a:rect l="l" t="t" r="r" b="b"/>
                <a:pathLst>
                  <a:path w="174308" h="79057">
                    <a:moveTo>
                      <a:pt x="90488" y="0"/>
                    </a:moveTo>
                    <a:lnTo>
                      <a:pt x="126683" y="8573"/>
                    </a:lnTo>
                    <a:lnTo>
                      <a:pt x="161926" y="26670"/>
                    </a:lnTo>
                    <a:lnTo>
                      <a:pt x="174308" y="47625"/>
                    </a:lnTo>
                    <a:lnTo>
                      <a:pt x="158116" y="65723"/>
                    </a:lnTo>
                    <a:lnTo>
                      <a:pt x="120968" y="77153"/>
                    </a:lnTo>
                    <a:lnTo>
                      <a:pt x="83820" y="79057"/>
                    </a:lnTo>
                    <a:lnTo>
                      <a:pt x="47626" y="70485"/>
                    </a:lnTo>
                    <a:lnTo>
                      <a:pt x="12383" y="53340"/>
                    </a:lnTo>
                    <a:lnTo>
                      <a:pt x="0" y="31433"/>
                    </a:lnTo>
                    <a:lnTo>
                      <a:pt x="16193" y="13335"/>
                    </a:lnTo>
                    <a:lnTo>
                      <a:pt x="54293" y="190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laurelL-02-leaf121"/>
              <p:cNvSpPr/>
              <p:nvPr/>
            </p:nvSpPr>
            <p:spPr>
              <a:xfrm>
                <a:off x="22021800" y="8124825"/>
                <a:ext cx="106680" cy="146685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146685">
                    <a:moveTo>
                      <a:pt x="20002" y="53340"/>
                    </a:moveTo>
                    <a:lnTo>
                      <a:pt x="42862" y="25717"/>
                    </a:lnTo>
                    <a:lnTo>
                      <a:pt x="73342" y="1905"/>
                    </a:lnTo>
                    <a:lnTo>
                      <a:pt x="97155" y="0"/>
                    </a:lnTo>
                    <a:lnTo>
                      <a:pt x="106680" y="21907"/>
                    </a:lnTo>
                    <a:lnTo>
                      <a:pt x="100965" y="60007"/>
                    </a:lnTo>
                    <a:lnTo>
                      <a:pt x="86678" y="93345"/>
                    </a:lnTo>
                    <a:lnTo>
                      <a:pt x="64770" y="120967"/>
                    </a:lnTo>
                    <a:lnTo>
                      <a:pt x="34290" y="144780"/>
                    </a:lnTo>
                    <a:lnTo>
                      <a:pt x="10478" y="146685"/>
                    </a:lnTo>
                    <a:lnTo>
                      <a:pt x="0" y="124777"/>
                    </a:lnTo>
                    <a:lnTo>
                      <a:pt x="6668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laurelL-02-leaf12-1"/>
              <p:cNvSpPr/>
              <p:nvPr/>
            </p:nvSpPr>
            <p:spPr>
              <a:xfrm>
                <a:off x="22055138" y="8028622"/>
                <a:ext cx="162877" cy="84773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84773">
                    <a:moveTo>
                      <a:pt x="92392" y="4763"/>
                    </a:moveTo>
                    <a:lnTo>
                      <a:pt x="125730" y="20003"/>
                    </a:lnTo>
                    <a:lnTo>
                      <a:pt x="155257" y="43816"/>
                    </a:lnTo>
                    <a:lnTo>
                      <a:pt x="162877" y="66676"/>
                    </a:lnTo>
                    <a:lnTo>
                      <a:pt x="143827" y="80963"/>
                    </a:lnTo>
                    <a:lnTo>
                      <a:pt x="105727" y="84773"/>
                    </a:lnTo>
                    <a:lnTo>
                      <a:pt x="70484" y="79058"/>
                    </a:lnTo>
                    <a:lnTo>
                      <a:pt x="38100" y="63818"/>
                    </a:lnTo>
                    <a:lnTo>
                      <a:pt x="7620" y="40006"/>
                    </a:lnTo>
                    <a:lnTo>
                      <a:pt x="0" y="18098"/>
                    </a:lnTo>
                    <a:lnTo>
                      <a:pt x="19050" y="2858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laurelL-02-leaf131"/>
              <p:cNvSpPr/>
              <p:nvPr/>
            </p:nvSpPr>
            <p:spPr>
              <a:xfrm>
                <a:off x="22165628" y="8175308"/>
                <a:ext cx="120014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20014" h="128587">
                    <a:moveTo>
                      <a:pt x="32384" y="39052"/>
                    </a:moveTo>
                    <a:lnTo>
                      <a:pt x="59054" y="17144"/>
                    </a:lnTo>
                    <a:lnTo>
                      <a:pt x="92392" y="0"/>
                    </a:lnTo>
                    <a:lnTo>
                      <a:pt x="115252" y="2857"/>
                    </a:lnTo>
                    <a:lnTo>
                      <a:pt x="120014" y="24764"/>
                    </a:lnTo>
                    <a:lnTo>
                      <a:pt x="107632" y="60007"/>
                    </a:lnTo>
                    <a:lnTo>
                      <a:pt x="88582" y="89534"/>
                    </a:lnTo>
                    <a:lnTo>
                      <a:pt x="61912" y="112394"/>
                    </a:lnTo>
                    <a:lnTo>
                      <a:pt x="28574" y="128587"/>
                    </a:lnTo>
                    <a:lnTo>
                      <a:pt x="5714" y="126682"/>
                    </a:lnTo>
                    <a:lnTo>
                      <a:pt x="0" y="103822"/>
                    </a:lnTo>
                    <a:lnTo>
                      <a:pt x="13334" y="685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laurelL-02-leaf13-1"/>
              <p:cNvSpPr/>
              <p:nvPr/>
            </p:nvSpPr>
            <p:spPr>
              <a:xfrm>
                <a:off x="22183725" y="8057198"/>
                <a:ext cx="145733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145733" h="97154">
                    <a:moveTo>
                      <a:pt x="90487" y="15240"/>
                    </a:moveTo>
                    <a:lnTo>
                      <a:pt x="119063" y="35242"/>
                    </a:lnTo>
                    <a:lnTo>
                      <a:pt x="142875" y="63817"/>
                    </a:lnTo>
                    <a:lnTo>
                      <a:pt x="145733" y="86677"/>
                    </a:lnTo>
                    <a:lnTo>
                      <a:pt x="125730" y="97154"/>
                    </a:lnTo>
                    <a:lnTo>
                      <a:pt x="88583" y="93344"/>
                    </a:lnTo>
                    <a:lnTo>
                      <a:pt x="55245" y="81914"/>
                    </a:lnTo>
                    <a:lnTo>
                      <a:pt x="26670" y="61912"/>
                    </a:lnTo>
                    <a:lnTo>
                      <a:pt x="2857" y="33337"/>
                    </a:lnTo>
                    <a:lnTo>
                      <a:pt x="0" y="10477"/>
                    </a:lnTo>
                    <a:lnTo>
                      <a:pt x="20003" y="0"/>
                    </a:lnTo>
                    <a:lnTo>
                      <a:pt x="57150" y="38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laurelL-02-leaf141"/>
              <p:cNvSpPr/>
              <p:nvPr/>
            </p:nvSpPr>
            <p:spPr>
              <a:xfrm>
                <a:off x="22319932" y="8196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laurelL-02-leaf14-1"/>
              <p:cNvSpPr/>
              <p:nvPr/>
            </p:nvSpPr>
            <p:spPr>
              <a:xfrm>
                <a:off x="22319932" y="80629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7" name="laurelR-02"/>
            <p:cNvGrpSpPr/>
            <p:nvPr/>
          </p:nvGrpSpPr>
          <p:grpSpPr>
            <a:xfrm>
              <a:off x="26997660" y="6974205"/>
              <a:ext cx="872490" cy="1334453"/>
              <a:chOff x="26997660" y="6974205"/>
              <a:chExt cx="872490" cy="1334453"/>
            </a:xfrm>
          </p:grpSpPr>
          <p:sp>
            <p:nvSpPr>
              <p:cNvPr id="115" name="laurelR-02-stem"/>
              <p:cNvSpPr/>
              <p:nvPr/>
            </p:nvSpPr>
            <p:spPr>
              <a:xfrm>
                <a:off x="27089100" y="7149465"/>
                <a:ext cx="63246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32460" h="1036320">
                    <a:moveTo>
                      <a:pt x="0" y="0"/>
                    </a:moveTo>
                    <a:lnTo>
                      <a:pt x="140970" y="13335"/>
                    </a:lnTo>
                    <a:lnTo>
                      <a:pt x="274320" y="51435"/>
                    </a:lnTo>
                    <a:lnTo>
                      <a:pt x="394335" y="113347"/>
                    </a:lnTo>
                    <a:lnTo>
                      <a:pt x="494348" y="195263"/>
                    </a:lnTo>
                    <a:lnTo>
                      <a:pt x="569595" y="293370"/>
                    </a:lnTo>
                    <a:lnTo>
                      <a:pt x="616268" y="402907"/>
                    </a:lnTo>
                    <a:lnTo>
                      <a:pt x="632460" y="518160"/>
                    </a:lnTo>
                    <a:lnTo>
                      <a:pt x="616268" y="633413"/>
                    </a:lnTo>
                    <a:lnTo>
                      <a:pt x="569595" y="742950"/>
                    </a:lnTo>
                    <a:lnTo>
                      <a:pt x="494348" y="841057"/>
                    </a:lnTo>
                    <a:lnTo>
                      <a:pt x="394335" y="922973"/>
                    </a:lnTo>
                    <a:lnTo>
                      <a:pt x="274320" y="984885"/>
                    </a:lnTo>
                    <a:lnTo>
                      <a:pt x="140970" y="1022985"/>
                    </a:lnTo>
                    <a:lnTo>
                      <a:pt x="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laurelR-02-leaf01"/>
              <p:cNvSpPr/>
              <p:nvPr/>
            </p:nvSpPr>
            <p:spPr>
              <a:xfrm>
                <a:off x="26997660" y="69742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laurelR-02-leaf0-1"/>
              <p:cNvSpPr/>
              <p:nvPr/>
            </p:nvSpPr>
            <p:spPr>
              <a:xfrm>
                <a:off x="26997660" y="716470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laurelR-02-leaf11"/>
              <p:cNvSpPr/>
              <p:nvPr/>
            </p:nvSpPr>
            <p:spPr>
              <a:xfrm>
                <a:off x="27169110" y="6984682"/>
                <a:ext cx="162878" cy="174308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74308">
                    <a:moveTo>
                      <a:pt x="120015" y="120968"/>
                    </a:moveTo>
                    <a:lnTo>
                      <a:pt x="83820" y="151448"/>
                    </a:lnTo>
                    <a:lnTo>
                      <a:pt x="39052" y="174308"/>
                    </a:lnTo>
                    <a:lnTo>
                      <a:pt x="7620" y="170498"/>
                    </a:lnTo>
                    <a:lnTo>
                      <a:pt x="0" y="140018"/>
                    </a:lnTo>
                    <a:lnTo>
                      <a:pt x="17145" y="92393"/>
                    </a:lnTo>
                    <a:lnTo>
                      <a:pt x="42862" y="53340"/>
                    </a:lnTo>
                    <a:lnTo>
                      <a:pt x="79058" y="22860"/>
                    </a:lnTo>
                    <a:lnTo>
                      <a:pt x="124778" y="0"/>
                    </a:lnTo>
                    <a:lnTo>
                      <a:pt x="155258" y="2858"/>
                    </a:lnTo>
                    <a:lnTo>
                      <a:pt x="162878" y="33338"/>
                    </a:lnTo>
                    <a:lnTo>
                      <a:pt x="145732" y="8096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laurelR-02-leaf1-1"/>
              <p:cNvSpPr/>
              <p:nvPr/>
            </p:nvSpPr>
            <p:spPr>
              <a:xfrm>
                <a:off x="27110055" y="7187565"/>
                <a:ext cx="19812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1445">
                    <a:moveTo>
                      <a:pt x="75247" y="111443"/>
                    </a:moveTo>
                    <a:lnTo>
                      <a:pt x="37147" y="83820"/>
                    </a:lnTo>
                    <a:lnTo>
                      <a:pt x="3810" y="45720"/>
                    </a:lnTo>
                    <a:lnTo>
                      <a:pt x="0" y="14287"/>
                    </a:lnTo>
                    <a:lnTo>
                      <a:pt x="27623" y="0"/>
                    </a:lnTo>
                    <a:lnTo>
                      <a:pt x="78105" y="4763"/>
                    </a:lnTo>
                    <a:lnTo>
                      <a:pt x="122873" y="20003"/>
                    </a:lnTo>
                    <a:lnTo>
                      <a:pt x="160973" y="47625"/>
                    </a:lnTo>
                    <a:lnTo>
                      <a:pt x="194310" y="86677"/>
                    </a:lnTo>
                    <a:lnTo>
                      <a:pt x="198120" y="117157"/>
                    </a:lnTo>
                    <a:lnTo>
                      <a:pt x="170497" y="131445"/>
                    </a:lnTo>
                    <a:lnTo>
                      <a:pt x="120015" y="12668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laurelR-02-leaf21"/>
              <p:cNvSpPr/>
              <p:nvPr/>
            </p:nvSpPr>
            <p:spPr>
              <a:xfrm>
                <a:off x="27334845" y="7024688"/>
                <a:ext cx="136207" cy="188594"/>
              </a:xfrm>
              <a:custGeom>
                <a:avLst/>
                <a:gdLst/>
                <a:ahLst/>
                <a:cxnLst/>
                <a:rect l="l" t="t" r="r" b="b"/>
                <a:pathLst>
                  <a:path w="136207" h="188594">
                    <a:moveTo>
                      <a:pt x="111443" y="119062"/>
                    </a:moveTo>
                    <a:lnTo>
                      <a:pt x="82867" y="155257"/>
                    </a:lnTo>
                    <a:lnTo>
                      <a:pt x="42863" y="185737"/>
                    </a:lnTo>
                    <a:lnTo>
                      <a:pt x="12383" y="188594"/>
                    </a:lnTo>
                    <a:lnTo>
                      <a:pt x="0" y="160020"/>
                    </a:lnTo>
                    <a:lnTo>
                      <a:pt x="7620" y="111442"/>
                    </a:lnTo>
                    <a:lnTo>
                      <a:pt x="24765" y="68580"/>
                    </a:lnTo>
                    <a:lnTo>
                      <a:pt x="54293" y="32384"/>
                    </a:lnTo>
                    <a:lnTo>
                      <a:pt x="93345" y="1904"/>
                    </a:lnTo>
                    <a:lnTo>
                      <a:pt x="123825" y="0"/>
                    </a:lnTo>
                    <a:lnTo>
                      <a:pt x="136207" y="27622"/>
                    </a:lnTo>
                    <a:lnTo>
                      <a:pt x="128587" y="762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laurelR-02-leaf2-1"/>
              <p:cNvSpPr/>
              <p:nvPr/>
            </p:nvSpPr>
            <p:spPr>
              <a:xfrm>
                <a:off x="27218640" y="7228522"/>
                <a:ext cx="210502" cy="108586"/>
              </a:xfrm>
              <a:custGeom>
                <a:avLst/>
                <a:gdLst/>
                <a:ahLst/>
                <a:cxnLst/>
                <a:rect l="l" t="t" r="r" b="b"/>
                <a:pathLst>
                  <a:path w="210502" h="108586">
                    <a:moveTo>
                      <a:pt x="91440" y="102870"/>
                    </a:moveTo>
                    <a:lnTo>
                      <a:pt x="49530" y="82868"/>
                    </a:lnTo>
                    <a:lnTo>
                      <a:pt x="10478" y="52388"/>
                    </a:lnTo>
                    <a:lnTo>
                      <a:pt x="0" y="23813"/>
                    </a:lnTo>
                    <a:lnTo>
                      <a:pt x="24765" y="4763"/>
                    </a:lnTo>
                    <a:lnTo>
                      <a:pt x="73342" y="0"/>
                    </a:lnTo>
                    <a:lnTo>
                      <a:pt x="119062" y="6668"/>
                    </a:lnTo>
                    <a:lnTo>
                      <a:pt x="161925" y="25718"/>
                    </a:lnTo>
                    <a:lnTo>
                      <a:pt x="200025" y="56198"/>
                    </a:lnTo>
                    <a:lnTo>
                      <a:pt x="210502" y="85726"/>
                    </a:lnTo>
                    <a:lnTo>
                      <a:pt x="186690" y="104776"/>
                    </a:lnTo>
                    <a:lnTo>
                      <a:pt x="137160" y="10858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laurelR-02-leaf31"/>
              <p:cNvSpPr/>
              <p:nvPr/>
            </p:nvSpPr>
            <p:spPr>
              <a:xfrm>
                <a:off x="27484388" y="7091362"/>
                <a:ext cx="109537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202883">
                    <a:moveTo>
                      <a:pt x="100964" y="117158"/>
                    </a:moveTo>
                    <a:lnTo>
                      <a:pt x="80010" y="157163"/>
                    </a:lnTo>
                    <a:lnTo>
                      <a:pt x="48577" y="194310"/>
                    </a:lnTo>
                    <a:lnTo>
                      <a:pt x="20002" y="202883"/>
                    </a:lnTo>
                    <a:lnTo>
                      <a:pt x="2857" y="178118"/>
                    </a:lnTo>
                    <a:lnTo>
                      <a:pt x="0" y="130493"/>
                    </a:lnTo>
                    <a:lnTo>
                      <a:pt x="8572" y="85726"/>
                    </a:lnTo>
                    <a:lnTo>
                      <a:pt x="28574" y="45720"/>
                    </a:lnTo>
                    <a:lnTo>
                      <a:pt x="60007" y="8573"/>
                    </a:lnTo>
                    <a:lnTo>
                      <a:pt x="89534" y="0"/>
                    </a:lnTo>
                    <a:lnTo>
                      <a:pt x="106680" y="24766"/>
                    </a:lnTo>
                    <a:lnTo>
                      <a:pt x="109537" y="7239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laurelR-02-leaf3-1"/>
              <p:cNvSpPr/>
              <p:nvPr/>
            </p:nvSpPr>
            <p:spPr>
              <a:xfrm>
                <a:off x="27321510" y="7283768"/>
                <a:ext cx="213360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213360" h="97154">
                    <a:moveTo>
                      <a:pt x="101918" y="97154"/>
                    </a:moveTo>
                    <a:lnTo>
                      <a:pt x="58102" y="86677"/>
                    </a:lnTo>
                    <a:lnTo>
                      <a:pt x="15240" y="65722"/>
                    </a:lnTo>
                    <a:lnTo>
                      <a:pt x="0" y="39052"/>
                    </a:lnTo>
                    <a:lnTo>
                      <a:pt x="19050" y="16192"/>
                    </a:lnTo>
                    <a:lnTo>
                      <a:pt x="65722" y="1904"/>
                    </a:lnTo>
                    <a:lnTo>
                      <a:pt x="110490" y="0"/>
                    </a:lnTo>
                    <a:lnTo>
                      <a:pt x="154305" y="9524"/>
                    </a:lnTo>
                    <a:lnTo>
                      <a:pt x="198120" y="31432"/>
                    </a:lnTo>
                    <a:lnTo>
                      <a:pt x="213360" y="57150"/>
                    </a:lnTo>
                    <a:lnTo>
                      <a:pt x="193358" y="80010"/>
                    </a:lnTo>
                    <a:lnTo>
                      <a:pt x="147638" y="9429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laurelR-02-leaf41"/>
              <p:cNvSpPr/>
              <p:nvPr/>
            </p:nvSpPr>
            <p:spPr>
              <a:xfrm>
                <a:off x="27604402" y="7186612"/>
                <a:ext cx="95250" cy="207646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6">
                    <a:moveTo>
                      <a:pt x="95250" y="108586"/>
                    </a:moveTo>
                    <a:lnTo>
                      <a:pt x="83820" y="151448"/>
                    </a:lnTo>
                    <a:lnTo>
                      <a:pt x="61913" y="193358"/>
                    </a:lnTo>
                    <a:lnTo>
                      <a:pt x="36196" y="207646"/>
                    </a:lnTo>
                    <a:lnTo>
                      <a:pt x="14288" y="188596"/>
                    </a:lnTo>
                    <a:lnTo>
                      <a:pt x="953" y="142876"/>
                    </a:lnTo>
                    <a:lnTo>
                      <a:pt x="0" y="98108"/>
                    </a:lnTo>
                    <a:lnTo>
                      <a:pt x="10478" y="55246"/>
                    </a:lnTo>
                    <a:lnTo>
                      <a:pt x="33338" y="14288"/>
                    </a:lnTo>
                    <a:lnTo>
                      <a:pt x="59056" y="0"/>
                    </a:lnTo>
                    <a:lnTo>
                      <a:pt x="80963" y="19050"/>
                    </a:lnTo>
                    <a:lnTo>
                      <a:pt x="93346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laurelR-02-leaf4-1"/>
              <p:cNvSpPr/>
              <p:nvPr/>
            </p:nvSpPr>
            <p:spPr>
              <a:xfrm>
                <a:off x="27411998" y="7351395"/>
                <a:ext cx="20669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6692" h="95250">
                    <a:moveTo>
                      <a:pt x="109537" y="95250"/>
                    </a:moveTo>
                    <a:lnTo>
                      <a:pt x="65722" y="94297"/>
                    </a:lnTo>
                    <a:lnTo>
                      <a:pt x="20002" y="82867"/>
                    </a:lnTo>
                    <a:lnTo>
                      <a:pt x="0" y="61913"/>
                    </a:lnTo>
                    <a:lnTo>
                      <a:pt x="13334" y="35243"/>
                    </a:lnTo>
                    <a:lnTo>
                      <a:pt x="54292" y="12383"/>
                    </a:lnTo>
                    <a:lnTo>
                      <a:pt x="97154" y="0"/>
                    </a:lnTo>
                    <a:lnTo>
                      <a:pt x="140970" y="0"/>
                    </a:lnTo>
                    <a:lnTo>
                      <a:pt x="186690" y="11430"/>
                    </a:lnTo>
                    <a:lnTo>
                      <a:pt x="206692" y="33337"/>
                    </a:lnTo>
                    <a:lnTo>
                      <a:pt x="193357" y="59055"/>
                    </a:lnTo>
                    <a:lnTo>
                      <a:pt x="152400" y="8286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laurelR-02-leaf51"/>
              <p:cNvSpPr/>
              <p:nvPr/>
            </p:nvSpPr>
            <p:spPr>
              <a:xfrm>
                <a:off x="27689175" y="7304722"/>
                <a:ext cx="92393" cy="201930"/>
              </a:xfrm>
              <a:custGeom>
                <a:avLst/>
                <a:gdLst/>
                <a:ahLst/>
                <a:cxnLst/>
                <a:rect l="l" t="t" r="r" b="b"/>
                <a:pathLst>
                  <a:path w="92393" h="201930">
                    <a:moveTo>
                      <a:pt x="92393" y="95250"/>
                    </a:moveTo>
                    <a:lnTo>
                      <a:pt x="92393" y="138113"/>
                    </a:lnTo>
                    <a:lnTo>
                      <a:pt x="80963" y="182880"/>
                    </a:lnTo>
                    <a:lnTo>
                      <a:pt x="60007" y="201930"/>
                    </a:lnTo>
                    <a:lnTo>
                      <a:pt x="34290" y="189548"/>
                    </a:lnTo>
                    <a:lnTo>
                      <a:pt x="11430" y="148590"/>
                    </a:lnTo>
                    <a:lnTo>
                      <a:pt x="0" y="107633"/>
                    </a:lnTo>
                    <a:lnTo>
                      <a:pt x="953" y="63818"/>
                    </a:lnTo>
                    <a:lnTo>
                      <a:pt x="12383" y="19050"/>
                    </a:lnTo>
                    <a:lnTo>
                      <a:pt x="33337" y="0"/>
                    </a:lnTo>
                    <a:lnTo>
                      <a:pt x="58103" y="13336"/>
                    </a:lnTo>
                    <a:lnTo>
                      <a:pt x="80963" y="5334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laurelR-02-leaf5-1"/>
              <p:cNvSpPr/>
              <p:nvPr/>
            </p:nvSpPr>
            <p:spPr>
              <a:xfrm>
                <a:off x="27487245" y="7426642"/>
                <a:ext cx="189547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89547" h="106680">
                    <a:moveTo>
                      <a:pt x="112395" y="96203"/>
                    </a:moveTo>
                    <a:lnTo>
                      <a:pt x="70485" y="106680"/>
                    </a:lnTo>
                    <a:lnTo>
                      <a:pt x="23813" y="106680"/>
                    </a:lnTo>
                    <a:lnTo>
                      <a:pt x="0" y="90488"/>
                    </a:lnTo>
                    <a:lnTo>
                      <a:pt x="6667" y="62866"/>
                    </a:lnTo>
                    <a:lnTo>
                      <a:pt x="40005" y="31433"/>
                    </a:lnTo>
                    <a:lnTo>
                      <a:pt x="78105" y="9526"/>
                    </a:lnTo>
                    <a:lnTo>
                      <a:pt x="120015" y="0"/>
                    </a:lnTo>
                    <a:lnTo>
                      <a:pt x="165735" y="0"/>
                    </a:lnTo>
                    <a:lnTo>
                      <a:pt x="189547" y="15240"/>
                    </a:lnTo>
                    <a:lnTo>
                      <a:pt x="182880" y="43816"/>
                    </a:lnTo>
                    <a:lnTo>
                      <a:pt x="149543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laurelR-02-leaf61"/>
              <p:cNvSpPr/>
              <p:nvPr/>
            </p:nvSpPr>
            <p:spPr>
              <a:xfrm>
                <a:off x="27733942" y="7441882"/>
                <a:ext cx="105728" cy="183833"/>
              </a:xfrm>
              <a:custGeom>
                <a:avLst/>
                <a:gdLst/>
                <a:ahLst/>
                <a:cxnLst/>
                <a:rect l="l" t="t" r="r" b="b"/>
                <a:pathLst>
                  <a:path w="105728" h="183833">
                    <a:moveTo>
                      <a:pt x="95250" y="74296"/>
                    </a:moveTo>
                    <a:lnTo>
                      <a:pt x="104776" y="115253"/>
                    </a:lnTo>
                    <a:lnTo>
                      <a:pt x="105728" y="160973"/>
                    </a:lnTo>
                    <a:lnTo>
                      <a:pt x="90488" y="183833"/>
                    </a:lnTo>
                    <a:lnTo>
                      <a:pt x="63818" y="178118"/>
                    </a:lnTo>
                    <a:lnTo>
                      <a:pt x="32386" y="145733"/>
                    </a:lnTo>
                    <a:lnTo>
                      <a:pt x="10478" y="109538"/>
                    </a:lnTo>
                    <a:lnTo>
                      <a:pt x="0" y="68580"/>
                    </a:lnTo>
                    <a:lnTo>
                      <a:pt x="0" y="23813"/>
                    </a:lnTo>
                    <a:lnTo>
                      <a:pt x="14288" y="0"/>
                    </a:lnTo>
                    <a:lnTo>
                      <a:pt x="41910" y="5716"/>
                    </a:lnTo>
                    <a:lnTo>
                      <a:pt x="73343" y="381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laurelR-02-leaf6-1"/>
              <p:cNvSpPr/>
              <p:nvPr/>
            </p:nvSpPr>
            <p:spPr>
              <a:xfrm>
                <a:off x="27544395" y="7502842"/>
                <a:ext cx="160973" cy="136208"/>
              </a:xfrm>
              <a:custGeom>
                <a:avLst/>
                <a:gdLst/>
                <a:ahLst/>
                <a:cxnLst/>
                <a:rect l="l" t="t" r="r" b="b"/>
                <a:pathLst>
                  <a:path w="160973" h="136208">
                    <a:moveTo>
                      <a:pt x="107633" y="104776"/>
                    </a:moveTo>
                    <a:lnTo>
                      <a:pt x="70485" y="124778"/>
                    </a:lnTo>
                    <a:lnTo>
                      <a:pt x="26670" y="136208"/>
                    </a:lnTo>
                    <a:lnTo>
                      <a:pt x="0" y="126683"/>
                    </a:lnTo>
                    <a:lnTo>
                      <a:pt x="0" y="99060"/>
                    </a:lnTo>
                    <a:lnTo>
                      <a:pt x="23813" y="60960"/>
                    </a:lnTo>
                    <a:lnTo>
                      <a:pt x="53340" y="31433"/>
                    </a:lnTo>
                    <a:lnTo>
                      <a:pt x="90487" y="11430"/>
                    </a:lnTo>
                    <a:lnTo>
                      <a:pt x="134303" y="0"/>
                    </a:lnTo>
                    <a:lnTo>
                      <a:pt x="160973" y="8573"/>
                    </a:lnTo>
                    <a:lnTo>
                      <a:pt x="160973" y="37148"/>
                    </a:lnTo>
                    <a:lnTo>
                      <a:pt x="137160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laurelR-02-leaf71"/>
              <p:cNvSpPr/>
              <p:nvPr/>
            </p:nvSpPr>
            <p:spPr>
              <a:xfrm>
                <a:off x="27734895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50482"/>
                    </a:moveTo>
                    <a:lnTo>
                      <a:pt x="122873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3" y="156210"/>
                    </a:lnTo>
                    <a:lnTo>
                      <a:pt x="61913" y="134302"/>
                    </a:lnTo>
                    <a:lnTo>
                      <a:pt x="32385" y="105728"/>
                    </a:lnTo>
                    <a:lnTo>
                      <a:pt x="12383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3" y="0"/>
                    </a:lnTo>
                    <a:lnTo>
                      <a:pt x="73343" y="2190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laurelR-02-leaf7-1"/>
              <p:cNvSpPr/>
              <p:nvPr/>
            </p:nvSpPr>
            <p:spPr>
              <a:xfrm>
                <a:off x="27572970" y="758952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105728"/>
                    </a:moveTo>
                    <a:lnTo>
                      <a:pt x="73342" y="134302"/>
                    </a:lnTo>
                    <a:lnTo>
                      <a:pt x="35242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2" y="86678"/>
                    </a:lnTo>
                    <a:lnTo>
                      <a:pt x="32385" y="50482"/>
                    </a:lnTo>
                    <a:lnTo>
                      <a:pt x="61912" y="21908"/>
                    </a:lnTo>
                    <a:lnTo>
                      <a:pt x="100012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2" y="6953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laurelR-02-leaf81"/>
              <p:cNvSpPr/>
              <p:nvPr/>
            </p:nvSpPr>
            <p:spPr>
              <a:xfrm>
                <a:off x="27705368" y="7736205"/>
                <a:ext cx="154304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54304" h="128587">
                    <a:moveTo>
                      <a:pt x="102870" y="29527"/>
                    </a:moveTo>
                    <a:lnTo>
                      <a:pt x="131444" y="57150"/>
                    </a:lnTo>
                    <a:lnTo>
                      <a:pt x="154304" y="94297"/>
                    </a:lnTo>
                    <a:lnTo>
                      <a:pt x="153352" y="120967"/>
                    </a:lnTo>
                    <a:lnTo>
                      <a:pt x="128587" y="128587"/>
                    </a:lnTo>
                    <a:lnTo>
                      <a:pt x="86677" y="118110"/>
                    </a:lnTo>
                    <a:lnTo>
                      <a:pt x="51434" y="99060"/>
                    </a:lnTo>
                    <a:lnTo>
                      <a:pt x="22860" y="71437"/>
                    </a:lnTo>
                    <a:lnTo>
                      <a:pt x="0" y="34290"/>
                    </a:lnTo>
                    <a:lnTo>
                      <a:pt x="952" y="7620"/>
                    </a:lnTo>
                    <a:lnTo>
                      <a:pt x="26670" y="0"/>
                    </a:lnTo>
                    <a:lnTo>
                      <a:pt x="67627" y="104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laurelR-02-leaf8-1"/>
              <p:cNvSpPr/>
              <p:nvPr/>
            </p:nvSpPr>
            <p:spPr>
              <a:xfrm>
                <a:off x="27578685" y="7678102"/>
                <a:ext cx="100013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175260">
                    <a:moveTo>
                      <a:pt x="90487" y="103823"/>
                    </a:moveTo>
                    <a:lnTo>
                      <a:pt x="69533" y="138113"/>
                    </a:lnTo>
                    <a:lnTo>
                      <a:pt x="40005" y="168593"/>
                    </a:lnTo>
                    <a:lnTo>
                      <a:pt x="14287" y="175260"/>
                    </a:lnTo>
                    <a:lnTo>
                      <a:pt x="0" y="152400"/>
                    </a:lnTo>
                    <a:lnTo>
                      <a:pt x="0" y="109538"/>
                    </a:lnTo>
                    <a:lnTo>
                      <a:pt x="9525" y="70486"/>
                    </a:lnTo>
                    <a:lnTo>
                      <a:pt x="30480" y="36196"/>
                    </a:lnTo>
                    <a:lnTo>
                      <a:pt x="60007" y="5716"/>
                    </a:lnTo>
                    <a:lnTo>
                      <a:pt x="86677" y="0"/>
                    </a:lnTo>
                    <a:lnTo>
                      <a:pt x="100013" y="21908"/>
                    </a:lnTo>
                    <a:lnTo>
                      <a:pt x="100013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laurelR-02-leaf91"/>
              <p:cNvSpPr/>
              <p:nvPr/>
            </p:nvSpPr>
            <p:spPr>
              <a:xfrm>
                <a:off x="27642502" y="7877175"/>
                <a:ext cx="171450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7155">
                    <a:moveTo>
                      <a:pt x="100966" y="9525"/>
                    </a:moveTo>
                    <a:lnTo>
                      <a:pt x="135256" y="28575"/>
                    </a:lnTo>
                    <a:lnTo>
                      <a:pt x="165736" y="57150"/>
                    </a:lnTo>
                    <a:lnTo>
                      <a:pt x="171450" y="82867"/>
                    </a:lnTo>
                    <a:lnTo>
                      <a:pt x="149543" y="97155"/>
                    </a:lnTo>
                    <a:lnTo>
                      <a:pt x="108586" y="97155"/>
                    </a:lnTo>
                    <a:lnTo>
                      <a:pt x="70486" y="87630"/>
                    </a:lnTo>
                    <a:lnTo>
                      <a:pt x="36196" y="68580"/>
                    </a:lnTo>
                    <a:lnTo>
                      <a:pt x="5716" y="40005"/>
                    </a:lnTo>
                    <a:lnTo>
                      <a:pt x="0" y="14287"/>
                    </a:lnTo>
                    <a:lnTo>
                      <a:pt x="21908" y="953"/>
                    </a:lnTo>
                    <a:lnTo>
                      <a:pt x="62866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laurelR-02-leaf9-1"/>
              <p:cNvSpPr/>
              <p:nvPr/>
            </p:nvSpPr>
            <p:spPr>
              <a:xfrm>
                <a:off x="27548205" y="7767638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83820" y="97154"/>
                    </a:moveTo>
                    <a:lnTo>
                      <a:pt x="72390" y="134302"/>
                    </a:lnTo>
                    <a:lnTo>
                      <a:pt x="52387" y="170497"/>
                    </a:lnTo>
                    <a:lnTo>
                      <a:pt x="29527" y="182880"/>
                    </a:lnTo>
                    <a:lnTo>
                      <a:pt x="10477" y="165734"/>
                    </a:lnTo>
                    <a:lnTo>
                      <a:pt x="0" y="124777"/>
                    </a:lnTo>
                    <a:lnTo>
                      <a:pt x="0" y="85724"/>
                    </a:lnTo>
                    <a:lnTo>
                      <a:pt x="10477" y="48577"/>
                    </a:lnTo>
                    <a:lnTo>
                      <a:pt x="30480" y="12382"/>
                    </a:lnTo>
                    <a:lnTo>
                      <a:pt x="53340" y="0"/>
                    </a:lnTo>
                    <a:lnTo>
                      <a:pt x="72390" y="17144"/>
                    </a:lnTo>
                    <a:lnTo>
                      <a:pt x="82867" y="581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laurelR-02-leaf101"/>
              <p:cNvSpPr/>
              <p:nvPr/>
            </p:nvSpPr>
            <p:spPr>
              <a:xfrm>
                <a:off x="27552968" y="7996238"/>
                <a:ext cx="178117" cy="81914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4">
                    <a:moveTo>
                      <a:pt x="94297" y="0"/>
                    </a:moveTo>
                    <a:lnTo>
                      <a:pt x="131444" y="10477"/>
                    </a:lnTo>
                    <a:lnTo>
                      <a:pt x="166687" y="30480"/>
                    </a:lnTo>
                    <a:lnTo>
                      <a:pt x="178117" y="53340"/>
                    </a:lnTo>
                    <a:lnTo>
                      <a:pt x="160972" y="71437"/>
                    </a:lnTo>
                    <a:lnTo>
                      <a:pt x="121920" y="81914"/>
                    </a:lnTo>
                    <a:lnTo>
                      <a:pt x="83820" y="81914"/>
                    </a:lnTo>
                    <a:lnTo>
                      <a:pt x="46672" y="71437"/>
                    </a:lnTo>
                    <a:lnTo>
                      <a:pt x="11430" y="51434"/>
                    </a:lnTo>
                    <a:lnTo>
                      <a:pt x="0" y="28574"/>
                    </a:lnTo>
                    <a:lnTo>
                      <a:pt x="17144" y="10477"/>
                    </a:lnTo>
                    <a:lnTo>
                      <a:pt x="57150" y="9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urelR-02-leaf10-1"/>
              <p:cNvSpPr/>
              <p:nvPr/>
            </p:nvSpPr>
            <p:spPr>
              <a:xfrm>
                <a:off x="27484388" y="7854315"/>
                <a:ext cx="81914" cy="17907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179070">
                    <a:moveTo>
                      <a:pt x="81914" y="85725"/>
                    </a:moveTo>
                    <a:lnTo>
                      <a:pt x="80010" y="122873"/>
                    </a:lnTo>
                    <a:lnTo>
                      <a:pt x="69532" y="161925"/>
                    </a:lnTo>
                    <a:lnTo>
                      <a:pt x="50482" y="179070"/>
                    </a:lnTo>
                    <a:lnTo>
                      <a:pt x="28574" y="166687"/>
                    </a:lnTo>
                    <a:lnTo>
                      <a:pt x="9524" y="131445"/>
                    </a:lnTo>
                    <a:lnTo>
                      <a:pt x="0" y="94297"/>
                    </a:lnTo>
                    <a:lnTo>
                      <a:pt x="952" y="56197"/>
                    </a:lnTo>
                    <a:lnTo>
                      <a:pt x="12382" y="17145"/>
                    </a:lnTo>
                    <a:lnTo>
                      <a:pt x="30480" y="0"/>
                    </a:lnTo>
                    <a:lnTo>
                      <a:pt x="53340" y="12383"/>
                    </a:lnTo>
                    <a:lnTo>
                      <a:pt x="72390" y="485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urelR-02-leaf111"/>
              <p:cNvSpPr/>
              <p:nvPr/>
            </p:nvSpPr>
            <p:spPr>
              <a:xfrm>
                <a:off x="27441525" y="8089582"/>
                <a:ext cx="174307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74307" h="80010">
                    <a:moveTo>
                      <a:pt x="83820" y="0"/>
                    </a:moveTo>
                    <a:lnTo>
                      <a:pt x="120967" y="2858"/>
                    </a:lnTo>
                    <a:lnTo>
                      <a:pt x="159067" y="14288"/>
                    </a:lnTo>
                    <a:lnTo>
                      <a:pt x="174307" y="32386"/>
                    </a:lnTo>
                    <a:lnTo>
                      <a:pt x="161925" y="54293"/>
                    </a:lnTo>
                    <a:lnTo>
                      <a:pt x="126683" y="71438"/>
                    </a:lnTo>
                    <a:lnTo>
                      <a:pt x="90487" y="80010"/>
                    </a:lnTo>
                    <a:lnTo>
                      <a:pt x="53340" y="78106"/>
                    </a:lnTo>
                    <a:lnTo>
                      <a:pt x="16193" y="66676"/>
                    </a:lnTo>
                    <a:lnTo>
                      <a:pt x="0" y="47626"/>
                    </a:lnTo>
                    <a:lnTo>
                      <a:pt x="12383" y="26670"/>
                    </a:lnTo>
                    <a:lnTo>
                      <a:pt x="47625" y="857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laurelR-02-leaf11-1"/>
              <p:cNvSpPr/>
              <p:nvPr/>
            </p:nvSpPr>
            <p:spPr>
              <a:xfrm>
                <a:off x="27392948" y="7933372"/>
                <a:ext cx="89534" cy="164783"/>
              </a:xfrm>
              <a:custGeom>
                <a:avLst/>
                <a:gdLst/>
                <a:ahLst/>
                <a:cxnLst/>
                <a:rect l="l" t="t" r="r" b="b"/>
                <a:pathLst>
                  <a:path w="89534" h="164783">
                    <a:moveTo>
                      <a:pt x="82867" y="69533"/>
                    </a:moveTo>
                    <a:lnTo>
                      <a:pt x="89534" y="105728"/>
                    </a:lnTo>
                    <a:lnTo>
                      <a:pt x="87630" y="145733"/>
                    </a:lnTo>
                    <a:lnTo>
                      <a:pt x="73342" y="164783"/>
                    </a:lnTo>
                    <a:lnTo>
                      <a:pt x="49530" y="158116"/>
                    </a:lnTo>
                    <a:lnTo>
                      <a:pt x="23812" y="128588"/>
                    </a:lnTo>
                    <a:lnTo>
                      <a:pt x="7620" y="95250"/>
                    </a:lnTo>
                    <a:lnTo>
                      <a:pt x="0" y="59056"/>
                    </a:lnTo>
                    <a:lnTo>
                      <a:pt x="2857" y="20003"/>
                    </a:lnTo>
                    <a:lnTo>
                      <a:pt x="17144" y="0"/>
                    </a:lnTo>
                    <a:lnTo>
                      <a:pt x="40004" y="6668"/>
                    </a:lnTo>
                    <a:lnTo>
                      <a:pt x="65722" y="3619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laurelR-02-leaf121"/>
              <p:cNvSpPr/>
              <p:nvPr/>
            </p:nvSpPr>
            <p:spPr>
              <a:xfrm>
                <a:off x="27312938" y="8156258"/>
                <a:ext cx="162877" cy="84772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84772">
                    <a:moveTo>
                      <a:pt x="70484" y="4762"/>
                    </a:moveTo>
                    <a:lnTo>
                      <a:pt x="105727" y="0"/>
                    </a:lnTo>
                    <a:lnTo>
                      <a:pt x="143827" y="2857"/>
                    </a:lnTo>
                    <a:lnTo>
                      <a:pt x="162877" y="18097"/>
                    </a:lnTo>
                    <a:lnTo>
                      <a:pt x="155257" y="40004"/>
                    </a:lnTo>
                    <a:lnTo>
                      <a:pt x="124777" y="63817"/>
                    </a:lnTo>
                    <a:lnTo>
                      <a:pt x="92392" y="79057"/>
                    </a:lnTo>
                    <a:lnTo>
                      <a:pt x="57150" y="84772"/>
                    </a:lnTo>
                    <a:lnTo>
                      <a:pt x="18097" y="80962"/>
                    </a:lnTo>
                    <a:lnTo>
                      <a:pt x="0" y="65722"/>
                    </a:lnTo>
                    <a:lnTo>
                      <a:pt x="7620" y="43814"/>
                    </a:lnTo>
                    <a:lnTo>
                      <a:pt x="37147" y="200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laurelR-02-leaf12-1"/>
              <p:cNvSpPr/>
              <p:nvPr/>
            </p:nvSpPr>
            <p:spPr>
              <a:xfrm>
                <a:off x="27279600" y="7997190"/>
                <a:ext cx="105728" cy="146685"/>
              </a:xfrm>
              <a:custGeom>
                <a:avLst/>
                <a:gdLst/>
                <a:ahLst/>
                <a:cxnLst/>
                <a:rect l="l" t="t" r="r" b="b"/>
                <a:pathLst>
                  <a:path w="105728" h="146685">
                    <a:moveTo>
                      <a:pt x="86678" y="53340"/>
                    </a:moveTo>
                    <a:lnTo>
                      <a:pt x="100012" y="86678"/>
                    </a:lnTo>
                    <a:lnTo>
                      <a:pt x="105728" y="124778"/>
                    </a:lnTo>
                    <a:lnTo>
                      <a:pt x="96202" y="146685"/>
                    </a:lnTo>
                    <a:lnTo>
                      <a:pt x="72390" y="144780"/>
                    </a:lnTo>
                    <a:lnTo>
                      <a:pt x="41910" y="120968"/>
                    </a:lnTo>
                    <a:lnTo>
                      <a:pt x="20002" y="93345"/>
                    </a:lnTo>
                    <a:lnTo>
                      <a:pt x="5715" y="60008"/>
                    </a:lnTo>
                    <a:lnTo>
                      <a:pt x="0" y="21908"/>
                    </a:lnTo>
                    <a:lnTo>
                      <a:pt x="10478" y="0"/>
                    </a:lnTo>
                    <a:lnTo>
                      <a:pt x="34290" y="1905"/>
                    </a:lnTo>
                    <a:lnTo>
                      <a:pt x="63818" y="2571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laurelR-02-leaf131"/>
              <p:cNvSpPr/>
              <p:nvPr/>
            </p:nvSpPr>
            <p:spPr>
              <a:xfrm>
                <a:off x="27171968" y="8191500"/>
                <a:ext cx="146684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46684" h="97155">
                    <a:moveTo>
                      <a:pt x="56197" y="14288"/>
                    </a:moveTo>
                    <a:lnTo>
                      <a:pt x="88582" y="2858"/>
                    </a:lnTo>
                    <a:lnTo>
                      <a:pt x="125730" y="0"/>
                    </a:lnTo>
                    <a:lnTo>
                      <a:pt x="146684" y="10478"/>
                    </a:lnTo>
                    <a:lnTo>
                      <a:pt x="142874" y="33338"/>
                    </a:lnTo>
                    <a:lnTo>
                      <a:pt x="119062" y="61912"/>
                    </a:lnTo>
                    <a:lnTo>
                      <a:pt x="90487" y="81915"/>
                    </a:lnTo>
                    <a:lnTo>
                      <a:pt x="57150" y="93345"/>
                    </a:lnTo>
                    <a:lnTo>
                      <a:pt x="20002" y="97155"/>
                    </a:lnTo>
                    <a:lnTo>
                      <a:pt x="0" y="86678"/>
                    </a:lnTo>
                    <a:lnTo>
                      <a:pt x="2857" y="63818"/>
                    </a:lnTo>
                    <a:lnTo>
                      <a:pt x="27622" y="3524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laurelR-02-leaf13-1"/>
              <p:cNvSpPr/>
              <p:nvPr/>
            </p:nvSpPr>
            <p:spPr>
              <a:xfrm>
                <a:off x="27154822" y="8041005"/>
                <a:ext cx="120016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120016" h="129540">
                    <a:moveTo>
                      <a:pt x="87630" y="40005"/>
                    </a:moveTo>
                    <a:lnTo>
                      <a:pt x="106680" y="68580"/>
                    </a:lnTo>
                    <a:lnTo>
                      <a:pt x="120016" y="103823"/>
                    </a:lnTo>
                    <a:lnTo>
                      <a:pt x="114300" y="126683"/>
                    </a:lnTo>
                    <a:lnTo>
                      <a:pt x="91440" y="129540"/>
                    </a:lnTo>
                    <a:lnTo>
                      <a:pt x="58103" y="112395"/>
                    </a:lnTo>
                    <a:lnTo>
                      <a:pt x="31433" y="89535"/>
                    </a:lnTo>
                    <a:lnTo>
                      <a:pt x="12383" y="60960"/>
                    </a:lnTo>
                    <a:lnTo>
                      <a:pt x="0" y="25717"/>
                    </a:lnTo>
                    <a:lnTo>
                      <a:pt x="4763" y="2857"/>
                    </a:lnTo>
                    <a:lnTo>
                      <a:pt x="28576" y="0"/>
                    </a:lnTo>
                    <a:lnTo>
                      <a:pt x="60960" y="1714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laurelR-02-leaf141"/>
              <p:cNvSpPr/>
              <p:nvPr/>
            </p:nvSpPr>
            <p:spPr>
              <a:xfrm>
                <a:off x="27025282" y="8196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laurelR-02-leaf14-1"/>
              <p:cNvSpPr/>
              <p:nvPr/>
            </p:nvSpPr>
            <p:spPr>
              <a:xfrm>
                <a:off x="27025282" y="80629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9" name="cardgrp-03"/>
          <p:cNvGrpSpPr/>
          <p:nvPr/>
        </p:nvGrpSpPr>
        <p:grpSpPr>
          <a:xfrm>
            <a:off x="1409700" y="9763125"/>
            <a:ext cx="13563600" cy="4914900"/>
            <a:chOff x="1409700" y="9763125"/>
            <a:chExt cx="13563600" cy="4914900"/>
          </a:xfrm>
        </p:grpSpPr>
        <p:sp>
          <p:nvSpPr>
            <p:cNvPr id="146" name="card-03"/>
            <p:cNvSpPr/>
            <p:nvPr/>
          </p:nvSpPr>
          <p:spPr>
            <a:xfrm>
              <a:off x="1409700" y="9763125"/>
              <a:ext cx="13535025" cy="4914900"/>
            </a:xfrm>
            <a:prstGeom prst="roundRect">
              <a:avLst>
                <a:gd name="adj" fmla="val 5038"/>
              </a:avLst>
            </a:prstGeom>
            <a:solidFill>
              <a:srgbClr val="FFFFFF"/>
            </a:solidFill>
            <a:ln w="19050">
              <a:solidFill>
                <a:srgbClr val="4BD3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lab-03"/>
            <p:cNvSpPr/>
            <p:nvPr/>
          </p:nvSpPr>
          <p:spPr>
            <a:xfrm>
              <a:off x="10086975" y="9791700"/>
              <a:ext cx="4886325" cy="4838700"/>
            </a:xfrm>
            <a:prstGeom prst="roundRect">
              <a:avLst>
                <a:gd name="adj" fmla="val 5118"/>
              </a:avLst>
            </a:prstGeom>
            <a:solidFill>
              <a:srgbClr val="CB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labnum-03"/>
            <p:cNvSpPr txBox="1"/>
            <p:nvPr/>
          </p:nvSpPr>
          <p:spPr>
            <a:xfrm>
              <a:off x="11815762" y="11359515"/>
              <a:ext cx="142875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49" name="labname-03"/>
            <p:cNvSpPr txBox="1"/>
            <p:nvPr/>
          </p:nvSpPr>
          <p:spPr>
            <a:xfrm>
              <a:off x="10701338" y="12453938"/>
              <a:ext cx="36576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效率提升</a:t>
              </a:r>
            </a:p>
          </p:txBody>
        </p:sp>
        <p:sp>
          <p:nvSpPr>
            <p:cNvPr id="150" name="desc1-03"/>
            <p:cNvSpPr txBox="1"/>
            <p:nvPr/>
          </p:nvSpPr>
          <p:spPr>
            <a:xfrm>
              <a:off x="2705100" y="10281285"/>
              <a:ext cx="619125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通过精益生产优化项目</a:t>
              </a:r>
            </a:p>
          </p:txBody>
        </p:sp>
        <p:sp>
          <p:nvSpPr>
            <p:cNvPr id="151" name="desc2-03"/>
            <p:cNvSpPr txBox="1"/>
            <p:nvPr/>
          </p:nvSpPr>
          <p:spPr>
            <a:xfrm>
              <a:off x="2705100" y="10948035"/>
              <a:ext cx="643890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全面达成降本增效目标</a:t>
              </a:r>
            </a:p>
          </p:txBody>
        </p:sp>
        <p:sp>
          <p:nvSpPr>
            <p:cNvPr id="152" name="metric-03"/>
            <p:cNvSpPr txBox="1"/>
            <p:nvPr/>
          </p:nvSpPr>
          <p:spPr>
            <a:xfrm>
              <a:off x="4095750" y="12032932"/>
              <a:ext cx="2857500" cy="12801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00" b="1" i="0">
                  <a:solidFill>
                    <a:srgbClr val="03EEFF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  <p:sp>
          <p:nvSpPr>
            <p:cNvPr id="153" name="cap-03"/>
            <p:cNvSpPr txBox="1"/>
            <p:nvPr/>
          </p:nvSpPr>
          <p:spPr>
            <a:xfrm>
              <a:off x="3194685" y="13395960"/>
              <a:ext cx="475488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实现生产效率提升</a:t>
              </a:r>
            </a:p>
          </p:txBody>
        </p:sp>
        <p:grpSp>
          <p:nvGrpSpPr>
            <p:cNvPr id="291" name="laurelL-03"/>
            <p:cNvGrpSpPr/>
            <p:nvPr/>
          </p:nvGrpSpPr>
          <p:grpSpPr>
            <a:xfrm>
              <a:off x="2760345" y="12441555"/>
              <a:ext cx="902970" cy="1334453"/>
              <a:chOff x="2760345" y="12441555"/>
              <a:chExt cx="902970" cy="1334453"/>
            </a:xfrm>
          </p:grpSpPr>
          <p:sp>
            <p:nvSpPr>
              <p:cNvPr id="154" name="laurelL-03-stem"/>
              <p:cNvSpPr/>
              <p:nvPr/>
            </p:nvSpPr>
            <p:spPr>
              <a:xfrm>
                <a:off x="2908935" y="12616815"/>
                <a:ext cx="66294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62940" h="1036320">
                    <a:moveTo>
                      <a:pt x="662940" y="0"/>
                    </a:moveTo>
                    <a:lnTo>
                      <a:pt x="515303" y="13335"/>
                    </a:lnTo>
                    <a:lnTo>
                      <a:pt x="375285" y="51435"/>
                    </a:lnTo>
                    <a:lnTo>
                      <a:pt x="249555" y="113347"/>
                    </a:lnTo>
                    <a:lnTo>
                      <a:pt x="144780" y="195263"/>
                    </a:lnTo>
                    <a:lnTo>
                      <a:pt x="65723" y="293370"/>
                    </a:lnTo>
                    <a:lnTo>
                      <a:pt x="16193" y="402907"/>
                    </a:lnTo>
                    <a:lnTo>
                      <a:pt x="0" y="518160"/>
                    </a:lnTo>
                    <a:lnTo>
                      <a:pt x="16193" y="633413"/>
                    </a:lnTo>
                    <a:lnTo>
                      <a:pt x="65723" y="742950"/>
                    </a:lnTo>
                    <a:lnTo>
                      <a:pt x="144780" y="841057"/>
                    </a:lnTo>
                    <a:lnTo>
                      <a:pt x="249555" y="922973"/>
                    </a:lnTo>
                    <a:lnTo>
                      <a:pt x="375285" y="984885"/>
                    </a:lnTo>
                    <a:lnTo>
                      <a:pt x="515303" y="1022985"/>
                    </a:lnTo>
                    <a:lnTo>
                      <a:pt x="66294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laurelL-03-leaf01"/>
              <p:cNvSpPr/>
              <p:nvPr/>
            </p:nvSpPr>
            <p:spPr>
              <a:xfrm>
                <a:off x="3480435" y="124415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3" y="150495"/>
                    </a:lnTo>
                    <a:lnTo>
                      <a:pt x="0" y="118110"/>
                    </a:lnTo>
                    <a:lnTo>
                      <a:pt x="25717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7" y="9525"/>
                    </a:lnTo>
                    <a:lnTo>
                      <a:pt x="182880" y="41910"/>
                    </a:lnTo>
                    <a:lnTo>
                      <a:pt x="157163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laurelL-03-leaf0-1"/>
              <p:cNvSpPr/>
              <p:nvPr/>
            </p:nvSpPr>
            <p:spPr>
              <a:xfrm>
                <a:off x="3480435" y="126320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7" y="86677"/>
                    </a:lnTo>
                    <a:lnTo>
                      <a:pt x="0" y="41910"/>
                    </a:lnTo>
                    <a:lnTo>
                      <a:pt x="953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3" y="73343"/>
                    </a:lnTo>
                    <a:lnTo>
                      <a:pt x="182880" y="118110"/>
                    </a:lnTo>
                    <a:lnTo>
                      <a:pt x="181927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laurelL-03-leaf11"/>
              <p:cNvSpPr/>
              <p:nvPr/>
            </p:nvSpPr>
            <p:spPr>
              <a:xfrm>
                <a:off x="3305175" y="12472035"/>
                <a:ext cx="19716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33350">
                    <a:moveTo>
                      <a:pt x="122873" y="112395"/>
                    </a:moveTo>
                    <a:lnTo>
                      <a:pt x="78105" y="127635"/>
                    </a:lnTo>
                    <a:lnTo>
                      <a:pt x="27623" y="133350"/>
                    </a:lnTo>
                    <a:lnTo>
                      <a:pt x="0" y="119063"/>
                    </a:lnTo>
                    <a:lnTo>
                      <a:pt x="3810" y="88583"/>
                    </a:lnTo>
                    <a:lnTo>
                      <a:pt x="36195" y="49530"/>
                    </a:lnTo>
                    <a:lnTo>
                      <a:pt x="74295" y="21907"/>
                    </a:lnTo>
                    <a:lnTo>
                      <a:pt x="119063" y="5715"/>
                    </a:lnTo>
                    <a:lnTo>
                      <a:pt x="169545" y="0"/>
                    </a:lnTo>
                    <a:lnTo>
                      <a:pt x="197167" y="14287"/>
                    </a:lnTo>
                    <a:lnTo>
                      <a:pt x="193357" y="45720"/>
                    </a:lnTo>
                    <a:lnTo>
                      <a:pt x="160973" y="838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laurelL-03-leaf1-1"/>
              <p:cNvSpPr/>
              <p:nvPr/>
            </p:nvSpPr>
            <p:spPr>
              <a:xfrm>
                <a:off x="3363278" y="12633960"/>
                <a:ext cx="16383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163830" h="173355">
                    <a:moveTo>
                      <a:pt x="43814" y="120968"/>
                    </a:moveTo>
                    <a:lnTo>
                      <a:pt x="17144" y="81915"/>
                    </a:lnTo>
                    <a:lnTo>
                      <a:pt x="0" y="34290"/>
                    </a:lnTo>
                    <a:lnTo>
                      <a:pt x="7620" y="3810"/>
                    </a:lnTo>
                    <a:lnTo>
                      <a:pt x="38100" y="0"/>
                    </a:lnTo>
                    <a:lnTo>
                      <a:pt x="83820" y="21908"/>
                    </a:lnTo>
                    <a:lnTo>
                      <a:pt x="120014" y="52388"/>
                    </a:lnTo>
                    <a:lnTo>
                      <a:pt x="145732" y="92392"/>
                    </a:lnTo>
                    <a:lnTo>
                      <a:pt x="163830" y="139065"/>
                    </a:lnTo>
                    <a:lnTo>
                      <a:pt x="156210" y="169545"/>
                    </a:lnTo>
                    <a:lnTo>
                      <a:pt x="125730" y="173355"/>
                    </a:lnTo>
                    <a:lnTo>
                      <a:pt x="80010" y="1514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laurelL-03-leaf21"/>
              <p:cNvSpPr/>
              <p:nvPr/>
            </p:nvSpPr>
            <p:spPr>
              <a:xfrm>
                <a:off x="3140392" y="12531090"/>
                <a:ext cx="208598" cy="110490"/>
              </a:xfrm>
              <a:custGeom>
                <a:avLst/>
                <a:gdLst/>
                <a:ahLst/>
                <a:cxnLst/>
                <a:rect l="l" t="t" r="r" b="b"/>
                <a:pathLst>
                  <a:path w="208598" h="110490">
                    <a:moveTo>
                      <a:pt x="119063" y="102870"/>
                    </a:moveTo>
                    <a:lnTo>
                      <a:pt x="73343" y="110490"/>
                    </a:lnTo>
                    <a:lnTo>
                      <a:pt x="23813" y="106680"/>
                    </a:lnTo>
                    <a:lnTo>
                      <a:pt x="0" y="87630"/>
                    </a:lnTo>
                    <a:lnTo>
                      <a:pt x="9526" y="58102"/>
                    </a:lnTo>
                    <a:lnTo>
                      <a:pt x="47626" y="26670"/>
                    </a:lnTo>
                    <a:lnTo>
                      <a:pt x="89536" y="6668"/>
                    </a:lnTo>
                    <a:lnTo>
                      <a:pt x="135256" y="0"/>
                    </a:lnTo>
                    <a:lnTo>
                      <a:pt x="184786" y="3810"/>
                    </a:lnTo>
                    <a:lnTo>
                      <a:pt x="208598" y="21908"/>
                    </a:lnTo>
                    <a:lnTo>
                      <a:pt x="199073" y="51435"/>
                    </a:lnTo>
                    <a:lnTo>
                      <a:pt x="160973" y="8286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laurelL-03-leaf2-1"/>
              <p:cNvSpPr/>
              <p:nvPr/>
            </p:nvSpPr>
            <p:spPr>
              <a:xfrm>
                <a:off x="3254692" y="12656820"/>
                <a:ext cx="138113" cy="186690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86690">
                    <a:moveTo>
                      <a:pt x="26670" y="120015"/>
                    </a:moveTo>
                    <a:lnTo>
                      <a:pt x="8573" y="77152"/>
                    </a:lnTo>
                    <a:lnTo>
                      <a:pt x="0" y="28575"/>
                    </a:lnTo>
                    <a:lnTo>
                      <a:pt x="12383" y="0"/>
                    </a:lnTo>
                    <a:lnTo>
                      <a:pt x="42863" y="1905"/>
                    </a:lnTo>
                    <a:lnTo>
                      <a:pt x="81916" y="31432"/>
                    </a:lnTo>
                    <a:lnTo>
                      <a:pt x="111443" y="67628"/>
                    </a:lnTo>
                    <a:lnTo>
                      <a:pt x="130493" y="109538"/>
                    </a:lnTo>
                    <a:lnTo>
                      <a:pt x="138113" y="159068"/>
                    </a:lnTo>
                    <a:lnTo>
                      <a:pt x="125730" y="186690"/>
                    </a:lnTo>
                    <a:lnTo>
                      <a:pt x="95250" y="184785"/>
                    </a:lnTo>
                    <a:lnTo>
                      <a:pt x="56198" y="15525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laurelL-03-leaf31"/>
              <p:cNvSpPr/>
              <p:nvPr/>
            </p:nvSpPr>
            <p:spPr>
              <a:xfrm>
                <a:off x="2996565" y="12611100"/>
                <a:ext cx="212407" cy="98108"/>
              </a:xfrm>
              <a:custGeom>
                <a:avLst/>
                <a:gdLst/>
                <a:ahLst/>
                <a:cxnLst/>
                <a:rect l="l" t="t" r="r" b="b"/>
                <a:pathLst>
                  <a:path w="212407" h="98108">
                    <a:moveTo>
                      <a:pt x="111443" y="98108"/>
                    </a:moveTo>
                    <a:lnTo>
                      <a:pt x="66675" y="96202"/>
                    </a:lnTo>
                    <a:lnTo>
                      <a:pt x="20003" y="82868"/>
                    </a:lnTo>
                    <a:lnTo>
                      <a:pt x="0" y="60008"/>
                    </a:lnTo>
                    <a:lnTo>
                      <a:pt x="14287" y="34290"/>
                    </a:lnTo>
                    <a:lnTo>
                      <a:pt x="57150" y="11430"/>
                    </a:lnTo>
                    <a:lnTo>
                      <a:pt x="100965" y="0"/>
                    </a:lnTo>
                    <a:lnTo>
                      <a:pt x="146685" y="1905"/>
                    </a:lnTo>
                    <a:lnTo>
                      <a:pt x="193357" y="15240"/>
                    </a:lnTo>
                    <a:lnTo>
                      <a:pt x="212407" y="38100"/>
                    </a:lnTo>
                    <a:lnTo>
                      <a:pt x="198120" y="63818"/>
                    </a:lnTo>
                    <a:lnTo>
                      <a:pt x="155257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laurelL-03-leaf3-1"/>
              <p:cNvSpPr/>
              <p:nvPr/>
            </p:nvSpPr>
            <p:spPr>
              <a:xfrm>
                <a:off x="3158490" y="12698730"/>
                <a:ext cx="110490" cy="200978"/>
              </a:xfrm>
              <a:custGeom>
                <a:avLst/>
                <a:gdLst/>
                <a:ahLst/>
                <a:cxnLst/>
                <a:rect l="l" t="t" r="r" b="b"/>
                <a:pathLst>
                  <a:path w="110490" h="200978">
                    <a:moveTo>
                      <a:pt x="9525" y="117158"/>
                    </a:moveTo>
                    <a:lnTo>
                      <a:pt x="0" y="73342"/>
                    </a:lnTo>
                    <a:lnTo>
                      <a:pt x="1905" y="24765"/>
                    </a:lnTo>
                    <a:lnTo>
                      <a:pt x="19050" y="0"/>
                    </a:lnTo>
                    <a:lnTo>
                      <a:pt x="47625" y="8572"/>
                    </a:lnTo>
                    <a:lnTo>
                      <a:pt x="80010" y="43815"/>
                    </a:lnTo>
                    <a:lnTo>
                      <a:pt x="101918" y="83820"/>
                    </a:lnTo>
                    <a:lnTo>
                      <a:pt x="110490" y="128588"/>
                    </a:lnTo>
                    <a:lnTo>
                      <a:pt x="109538" y="176212"/>
                    </a:lnTo>
                    <a:lnTo>
                      <a:pt x="92392" y="200978"/>
                    </a:lnTo>
                    <a:lnTo>
                      <a:pt x="63818" y="193358"/>
                    </a:lnTo>
                    <a:lnTo>
                      <a:pt x="31432" y="15716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laurelL-03-leaf41"/>
              <p:cNvSpPr/>
              <p:nvPr/>
            </p:nvSpPr>
            <p:spPr>
              <a:xfrm>
                <a:off x="2881312" y="12710160"/>
                <a:ext cx="207646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6" h="95250">
                    <a:moveTo>
                      <a:pt x="99060" y="95250"/>
                    </a:moveTo>
                    <a:lnTo>
                      <a:pt x="56198" y="83820"/>
                    </a:lnTo>
                    <a:lnTo>
                      <a:pt x="14288" y="61912"/>
                    </a:lnTo>
                    <a:lnTo>
                      <a:pt x="0" y="36195"/>
                    </a:lnTo>
                    <a:lnTo>
                      <a:pt x="20003" y="14288"/>
                    </a:lnTo>
                    <a:lnTo>
                      <a:pt x="65723" y="952"/>
                    </a:lnTo>
                    <a:lnTo>
                      <a:pt x="109538" y="0"/>
                    </a:lnTo>
                    <a:lnTo>
                      <a:pt x="152400" y="11430"/>
                    </a:lnTo>
                    <a:lnTo>
                      <a:pt x="194310" y="33338"/>
                    </a:lnTo>
                    <a:lnTo>
                      <a:pt x="207646" y="59055"/>
                    </a:lnTo>
                    <a:lnTo>
                      <a:pt x="188596" y="80962"/>
                    </a:lnTo>
                    <a:lnTo>
                      <a:pt x="142876" y="9334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laurelL-03-leaf4-1"/>
              <p:cNvSpPr/>
              <p:nvPr/>
            </p:nvSpPr>
            <p:spPr>
              <a:xfrm>
                <a:off x="3073718" y="12762548"/>
                <a:ext cx="95250" cy="2076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4">
                    <a:moveTo>
                      <a:pt x="0" y="109537"/>
                    </a:moveTo>
                    <a:lnTo>
                      <a:pt x="952" y="65722"/>
                    </a:lnTo>
                    <a:lnTo>
                      <a:pt x="12382" y="20002"/>
                    </a:lnTo>
                    <a:lnTo>
                      <a:pt x="34290" y="0"/>
                    </a:lnTo>
                    <a:lnTo>
                      <a:pt x="60007" y="13334"/>
                    </a:lnTo>
                    <a:lnTo>
                      <a:pt x="82867" y="55244"/>
                    </a:lnTo>
                    <a:lnTo>
                      <a:pt x="95250" y="97154"/>
                    </a:lnTo>
                    <a:lnTo>
                      <a:pt x="95250" y="141922"/>
                    </a:lnTo>
                    <a:lnTo>
                      <a:pt x="82867" y="187642"/>
                    </a:lnTo>
                    <a:lnTo>
                      <a:pt x="61912" y="207644"/>
                    </a:lnTo>
                    <a:lnTo>
                      <a:pt x="36194" y="193357"/>
                    </a:lnTo>
                    <a:lnTo>
                      <a:pt x="12382" y="1524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laurelL-03-leaf51"/>
              <p:cNvSpPr/>
              <p:nvPr/>
            </p:nvSpPr>
            <p:spPr>
              <a:xfrm>
                <a:off x="2802255" y="12820650"/>
                <a:ext cx="191453" cy="105728"/>
              </a:xfrm>
              <a:custGeom>
                <a:avLst/>
                <a:gdLst/>
                <a:ahLst/>
                <a:cxnLst/>
                <a:rect l="l" t="t" r="r" b="b"/>
                <a:pathLst>
                  <a:path w="191453" h="105728">
                    <a:moveTo>
                      <a:pt x="79057" y="96202"/>
                    </a:moveTo>
                    <a:lnTo>
                      <a:pt x="41910" y="75248"/>
                    </a:lnTo>
                    <a:lnTo>
                      <a:pt x="7620" y="44768"/>
                    </a:lnTo>
                    <a:lnTo>
                      <a:pt x="0" y="17145"/>
                    </a:lnTo>
                    <a:lnTo>
                      <a:pt x="23813" y="952"/>
                    </a:lnTo>
                    <a:lnTo>
                      <a:pt x="69533" y="0"/>
                    </a:lnTo>
                    <a:lnTo>
                      <a:pt x="112395" y="8572"/>
                    </a:lnTo>
                    <a:lnTo>
                      <a:pt x="149543" y="29528"/>
                    </a:lnTo>
                    <a:lnTo>
                      <a:pt x="183833" y="60008"/>
                    </a:lnTo>
                    <a:lnTo>
                      <a:pt x="191453" y="88582"/>
                    </a:lnTo>
                    <a:lnTo>
                      <a:pt x="167640" y="104775"/>
                    </a:lnTo>
                    <a:lnTo>
                      <a:pt x="121920" y="10572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laurelL-03-leaf5-1"/>
              <p:cNvSpPr/>
              <p:nvPr/>
            </p:nvSpPr>
            <p:spPr>
              <a:xfrm>
                <a:off x="3005138" y="12845415"/>
                <a:ext cx="92392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2392" h="202883">
                    <a:moveTo>
                      <a:pt x="0" y="96203"/>
                    </a:moveTo>
                    <a:lnTo>
                      <a:pt x="10477" y="54293"/>
                    </a:lnTo>
                    <a:lnTo>
                      <a:pt x="32384" y="14287"/>
                    </a:lnTo>
                    <a:lnTo>
                      <a:pt x="57150" y="0"/>
                    </a:lnTo>
                    <a:lnTo>
                      <a:pt x="79057" y="19050"/>
                    </a:lnTo>
                    <a:lnTo>
                      <a:pt x="91440" y="63817"/>
                    </a:lnTo>
                    <a:lnTo>
                      <a:pt x="92392" y="106680"/>
                    </a:lnTo>
                    <a:lnTo>
                      <a:pt x="81914" y="148590"/>
                    </a:lnTo>
                    <a:lnTo>
                      <a:pt x="60007" y="189547"/>
                    </a:lnTo>
                    <a:lnTo>
                      <a:pt x="34290" y="202883"/>
                    </a:lnTo>
                    <a:lnTo>
                      <a:pt x="13334" y="183833"/>
                    </a:lnTo>
                    <a:lnTo>
                      <a:pt x="952" y="14001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laurelL-03-leaf61"/>
              <p:cNvSpPr/>
              <p:nvPr/>
            </p:nvSpPr>
            <p:spPr>
              <a:xfrm>
                <a:off x="2763202" y="12933998"/>
                <a:ext cx="162878" cy="134302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34302">
                    <a:moveTo>
                      <a:pt x="55246" y="103822"/>
                    </a:moveTo>
                    <a:lnTo>
                      <a:pt x="24766" y="75247"/>
                    </a:lnTo>
                    <a:lnTo>
                      <a:pt x="0" y="37147"/>
                    </a:lnTo>
                    <a:lnTo>
                      <a:pt x="953" y="9524"/>
                    </a:lnTo>
                    <a:lnTo>
                      <a:pt x="26670" y="0"/>
                    </a:lnTo>
                    <a:lnTo>
                      <a:pt x="70486" y="10477"/>
                    </a:lnTo>
                    <a:lnTo>
                      <a:pt x="107633" y="30480"/>
                    </a:lnTo>
                    <a:lnTo>
                      <a:pt x="138113" y="59054"/>
                    </a:lnTo>
                    <a:lnTo>
                      <a:pt x="162878" y="97154"/>
                    </a:lnTo>
                    <a:lnTo>
                      <a:pt x="161926" y="125730"/>
                    </a:lnTo>
                    <a:lnTo>
                      <a:pt x="136208" y="134302"/>
                    </a:lnTo>
                    <a:lnTo>
                      <a:pt x="92393" y="12382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laurelL-03-leaf6-1"/>
              <p:cNvSpPr/>
              <p:nvPr/>
            </p:nvSpPr>
            <p:spPr>
              <a:xfrm>
                <a:off x="2954655" y="12945428"/>
                <a:ext cx="103823" cy="184784"/>
              </a:xfrm>
              <a:custGeom>
                <a:avLst/>
                <a:gdLst/>
                <a:ahLst/>
                <a:cxnLst/>
                <a:rect l="l" t="t" r="r" b="b"/>
                <a:pathLst>
                  <a:path w="103823" h="184784">
                    <a:moveTo>
                      <a:pt x="9525" y="76200"/>
                    </a:moveTo>
                    <a:lnTo>
                      <a:pt x="30480" y="39052"/>
                    </a:lnTo>
                    <a:lnTo>
                      <a:pt x="61913" y="6667"/>
                    </a:lnTo>
                    <a:lnTo>
                      <a:pt x="88583" y="0"/>
                    </a:lnTo>
                    <a:lnTo>
                      <a:pt x="103823" y="23812"/>
                    </a:lnTo>
                    <a:lnTo>
                      <a:pt x="103823" y="68580"/>
                    </a:lnTo>
                    <a:lnTo>
                      <a:pt x="94297" y="109537"/>
                    </a:lnTo>
                    <a:lnTo>
                      <a:pt x="73343" y="145732"/>
                    </a:lnTo>
                    <a:lnTo>
                      <a:pt x="41910" y="179070"/>
                    </a:lnTo>
                    <a:lnTo>
                      <a:pt x="15240" y="184784"/>
                    </a:lnTo>
                    <a:lnTo>
                      <a:pt x="0" y="161924"/>
                    </a:lnTo>
                    <a:lnTo>
                      <a:pt x="0" y="11715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laurelL-03-leaf71"/>
              <p:cNvSpPr/>
              <p:nvPr/>
            </p:nvSpPr>
            <p:spPr>
              <a:xfrm>
                <a:off x="2760345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105728"/>
                    </a:moveTo>
                    <a:lnTo>
                      <a:pt x="12383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3" y="0"/>
                    </a:lnTo>
                    <a:lnTo>
                      <a:pt x="73343" y="21908"/>
                    </a:lnTo>
                    <a:lnTo>
                      <a:pt x="102870" y="50482"/>
                    </a:lnTo>
                    <a:lnTo>
                      <a:pt x="122873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3" y="156210"/>
                    </a:lnTo>
                    <a:lnTo>
                      <a:pt x="61913" y="1343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laurelL-03-leaf7-1"/>
              <p:cNvSpPr/>
              <p:nvPr/>
            </p:nvSpPr>
            <p:spPr>
              <a:xfrm>
                <a:off x="2922270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50482"/>
                    </a:moveTo>
                    <a:lnTo>
                      <a:pt x="61912" y="21908"/>
                    </a:lnTo>
                    <a:lnTo>
                      <a:pt x="100012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2" y="69532"/>
                    </a:lnTo>
                    <a:lnTo>
                      <a:pt x="102870" y="105728"/>
                    </a:lnTo>
                    <a:lnTo>
                      <a:pt x="73342" y="134302"/>
                    </a:lnTo>
                    <a:lnTo>
                      <a:pt x="35242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2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laurelL-03-leaf81"/>
              <p:cNvSpPr/>
              <p:nvPr/>
            </p:nvSpPr>
            <p:spPr>
              <a:xfrm>
                <a:off x="2799398" y="13179742"/>
                <a:ext cx="99060" cy="176213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176213">
                    <a:moveTo>
                      <a:pt x="8572" y="103823"/>
                    </a:moveTo>
                    <a:lnTo>
                      <a:pt x="0" y="64770"/>
                    </a:lnTo>
                    <a:lnTo>
                      <a:pt x="0" y="21908"/>
                    </a:lnTo>
                    <a:lnTo>
                      <a:pt x="14287" y="0"/>
                    </a:lnTo>
                    <a:lnTo>
                      <a:pt x="40004" y="6668"/>
                    </a:lnTo>
                    <a:lnTo>
                      <a:pt x="69532" y="37148"/>
                    </a:lnTo>
                    <a:lnTo>
                      <a:pt x="89534" y="72390"/>
                    </a:lnTo>
                    <a:lnTo>
                      <a:pt x="99060" y="111443"/>
                    </a:lnTo>
                    <a:lnTo>
                      <a:pt x="99060" y="154306"/>
                    </a:lnTo>
                    <a:lnTo>
                      <a:pt x="83820" y="176213"/>
                    </a:lnTo>
                    <a:lnTo>
                      <a:pt x="58102" y="169546"/>
                    </a:lnTo>
                    <a:lnTo>
                      <a:pt x="28574" y="1390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laurelL-03-leaf8-1"/>
              <p:cNvSpPr/>
              <p:nvPr/>
            </p:nvSpPr>
            <p:spPr>
              <a:xfrm>
                <a:off x="2925128" y="13168312"/>
                <a:ext cx="154304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54304" h="128588">
                    <a:moveTo>
                      <a:pt x="52387" y="29528"/>
                    </a:moveTo>
                    <a:lnTo>
                      <a:pt x="87630" y="10478"/>
                    </a:lnTo>
                    <a:lnTo>
                      <a:pt x="129540" y="0"/>
                    </a:lnTo>
                    <a:lnTo>
                      <a:pt x="154304" y="9526"/>
                    </a:lnTo>
                    <a:lnTo>
                      <a:pt x="154304" y="35243"/>
                    </a:lnTo>
                    <a:lnTo>
                      <a:pt x="131444" y="71438"/>
                    </a:lnTo>
                    <a:lnTo>
                      <a:pt x="102870" y="100013"/>
                    </a:lnTo>
                    <a:lnTo>
                      <a:pt x="66674" y="118110"/>
                    </a:lnTo>
                    <a:lnTo>
                      <a:pt x="25717" y="128588"/>
                    </a:lnTo>
                    <a:lnTo>
                      <a:pt x="952" y="120016"/>
                    </a:lnTo>
                    <a:lnTo>
                      <a:pt x="0" y="93346"/>
                    </a:lnTo>
                    <a:lnTo>
                      <a:pt x="22860" y="571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laurelL-03-leaf91"/>
              <p:cNvSpPr/>
              <p:nvPr/>
            </p:nvSpPr>
            <p:spPr>
              <a:xfrm>
                <a:off x="2863215" y="13301662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0" y="96203"/>
                    </a:moveTo>
                    <a:lnTo>
                      <a:pt x="1905" y="57150"/>
                    </a:lnTo>
                    <a:lnTo>
                      <a:pt x="12383" y="17146"/>
                    </a:lnTo>
                    <a:lnTo>
                      <a:pt x="31433" y="0"/>
                    </a:lnTo>
                    <a:lnTo>
                      <a:pt x="54293" y="12383"/>
                    </a:lnTo>
                    <a:lnTo>
                      <a:pt x="74295" y="48578"/>
                    </a:lnTo>
                    <a:lnTo>
                      <a:pt x="83820" y="86678"/>
                    </a:lnTo>
                    <a:lnTo>
                      <a:pt x="82867" y="125730"/>
                    </a:lnTo>
                    <a:lnTo>
                      <a:pt x="71437" y="165736"/>
                    </a:lnTo>
                    <a:lnTo>
                      <a:pt x="52387" y="182880"/>
                    </a:lnTo>
                    <a:lnTo>
                      <a:pt x="29527" y="170498"/>
                    </a:lnTo>
                    <a:lnTo>
                      <a:pt x="9525" y="13430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laurelL-03-leaf9-1"/>
              <p:cNvSpPr/>
              <p:nvPr/>
            </p:nvSpPr>
            <p:spPr>
              <a:xfrm>
                <a:off x="2957512" y="13278802"/>
                <a:ext cx="172403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2403" h="95250">
                    <a:moveTo>
                      <a:pt x="71438" y="7620"/>
                    </a:moveTo>
                    <a:lnTo>
                      <a:pt x="109538" y="0"/>
                    </a:lnTo>
                    <a:lnTo>
                      <a:pt x="151448" y="953"/>
                    </a:lnTo>
                    <a:lnTo>
                      <a:pt x="172403" y="15240"/>
                    </a:lnTo>
                    <a:lnTo>
                      <a:pt x="166688" y="40958"/>
                    </a:lnTo>
                    <a:lnTo>
                      <a:pt x="135256" y="68580"/>
                    </a:lnTo>
                    <a:lnTo>
                      <a:pt x="100966" y="87630"/>
                    </a:lnTo>
                    <a:lnTo>
                      <a:pt x="62866" y="95250"/>
                    </a:lnTo>
                    <a:lnTo>
                      <a:pt x="20956" y="94298"/>
                    </a:lnTo>
                    <a:lnTo>
                      <a:pt x="0" y="80010"/>
                    </a:lnTo>
                    <a:lnTo>
                      <a:pt x="6668" y="54293"/>
                    </a:lnTo>
                    <a:lnTo>
                      <a:pt x="37148" y="266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laurelL-03-leaf101"/>
              <p:cNvSpPr/>
              <p:nvPr/>
            </p:nvSpPr>
            <p:spPr>
              <a:xfrm>
                <a:off x="2954655" y="13415962"/>
                <a:ext cx="80963" cy="17811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78118">
                    <a:moveTo>
                      <a:pt x="0" y="82868"/>
                    </a:moveTo>
                    <a:lnTo>
                      <a:pt x="10477" y="46673"/>
                    </a:lnTo>
                    <a:lnTo>
                      <a:pt x="29527" y="11430"/>
                    </a:lnTo>
                    <a:lnTo>
                      <a:pt x="52387" y="0"/>
                    </a:lnTo>
                    <a:lnTo>
                      <a:pt x="70485" y="17146"/>
                    </a:lnTo>
                    <a:lnTo>
                      <a:pt x="80963" y="56198"/>
                    </a:lnTo>
                    <a:lnTo>
                      <a:pt x="80963" y="94298"/>
                    </a:lnTo>
                    <a:lnTo>
                      <a:pt x="70485" y="130493"/>
                    </a:lnTo>
                    <a:lnTo>
                      <a:pt x="50483" y="165736"/>
                    </a:lnTo>
                    <a:lnTo>
                      <a:pt x="28575" y="178118"/>
                    </a:lnTo>
                    <a:lnTo>
                      <a:pt x="10477" y="160973"/>
                    </a:lnTo>
                    <a:lnTo>
                      <a:pt x="0" y="12096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laurelL-03-leaf10-1"/>
              <p:cNvSpPr/>
              <p:nvPr/>
            </p:nvSpPr>
            <p:spPr>
              <a:xfrm>
                <a:off x="3023235" y="13370242"/>
                <a:ext cx="178117" cy="81916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6">
                    <a:moveTo>
                      <a:pt x="83820" y="0"/>
                    </a:moveTo>
                    <a:lnTo>
                      <a:pt x="121920" y="1906"/>
                    </a:lnTo>
                    <a:lnTo>
                      <a:pt x="160973" y="12383"/>
                    </a:lnTo>
                    <a:lnTo>
                      <a:pt x="178117" y="31433"/>
                    </a:lnTo>
                    <a:lnTo>
                      <a:pt x="165735" y="53340"/>
                    </a:lnTo>
                    <a:lnTo>
                      <a:pt x="130493" y="72390"/>
                    </a:lnTo>
                    <a:lnTo>
                      <a:pt x="93345" y="81916"/>
                    </a:lnTo>
                    <a:lnTo>
                      <a:pt x="55245" y="80963"/>
                    </a:lnTo>
                    <a:lnTo>
                      <a:pt x="16193" y="70486"/>
                    </a:lnTo>
                    <a:lnTo>
                      <a:pt x="0" y="51436"/>
                    </a:lnTo>
                    <a:lnTo>
                      <a:pt x="11430" y="29528"/>
                    </a:lnTo>
                    <a:lnTo>
                      <a:pt x="47625" y="952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laurelL-03-leaf111"/>
              <p:cNvSpPr/>
              <p:nvPr/>
            </p:nvSpPr>
            <p:spPr>
              <a:xfrm>
                <a:off x="3068002" y="13515022"/>
                <a:ext cx="90488" cy="16383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63830">
                    <a:moveTo>
                      <a:pt x="7620" y="68580"/>
                    </a:moveTo>
                    <a:lnTo>
                      <a:pt x="24766" y="36196"/>
                    </a:lnTo>
                    <a:lnTo>
                      <a:pt x="51436" y="6668"/>
                    </a:lnTo>
                    <a:lnTo>
                      <a:pt x="75248" y="0"/>
                    </a:lnTo>
                    <a:lnTo>
                      <a:pt x="89536" y="20003"/>
                    </a:lnTo>
                    <a:lnTo>
                      <a:pt x="90488" y="59056"/>
                    </a:lnTo>
                    <a:lnTo>
                      <a:pt x="82868" y="95250"/>
                    </a:lnTo>
                    <a:lnTo>
                      <a:pt x="64770" y="128588"/>
                    </a:lnTo>
                    <a:lnTo>
                      <a:pt x="39053" y="158116"/>
                    </a:lnTo>
                    <a:lnTo>
                      <a:pt x="15240" y="163830"/>
                    </a:lnTo>
                    <a:lnTo>
                      <a:pt x="953" y="143828"/>
                    </a:lnTo>
                    <a:lnTo>
                      <a:pt x="0" y="10477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laurelL-03-leaf11-1"/>
              <p:cNvSpPr/>
              <p:nvPr/>
            </p:nvSpPr>
            <p:spPr>
              <a:xfrm>
                <a:off x="3117532" y="13443585"/>
                <a:ext cx="173356" cy="79057"/>
              </a:xfrm>
              <a:custGeom>
                <a:avLst/>
                <a:gdLst/>
                <a:ahLst/>
                <a:cxnLst/>
                <a:rect l="l" t="t" r="r" b="b"/>
                <a:pathLst>
                  <a:path w="173356" h="79057">
                    <a:moveTo>
                      <a:pt x="90488" y="0"/>
                    </a:moveTo>
                    <a:lnTo>
                      <a:pt x="126683" y="8573"/>
                    </a:lnTo>
                    <a:lnTo>
                      <a:pt x="160973" y="27623"/>
                    </a:lnTo>
                    <a:lnTo>
                      <a:pt x="173356" y="48577"/>
                    </a:lnTo>
                    <a:lnTo>
                      <a:pt x="157163" y="67627"/>
                    </a:lnTo>
                    <a:lnTo>
                      <a:pt x="119063" y="78105"/>
                    </a:lnTo>
                    <a:lnTo>
                      <a:pt x="81916" y="79057"/>
                    </a:lnTo>
                    <a:lnTo>
                      <a:pt x="46673" y="70485"/>
                    </a:lnTo>
                    <a:lnTo>
                      <a:pt x="11430" y="51435"/>
                    </a:lnTo>
                    <a:lnTo>
                      <a:pt x="0" y="30480"/>
                    </a:lnTo>
                    <a:lnTo>
                      <a:pt x="15240" y="12383"/>
                    </a:lnTo>
                    <a:lnTo>
                      <a:pt x="53340" y="95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laurelL-03-leaf121"/>
              <p:cNvSpPr/>
              <p:nvPr/>
            </p:nvSpPr>
            <p:spPr>
              <a:xfrm>
                <a:off x="3199448" y="13593128"/>
                <a:ext cx="107632" cy="144780"/>
              </a:xfrm>
              <a:custGeom>
                <a:avLst/>
                <a:gdLst/>
                <a:ahLst/>
                <a:cxnLst/>
                <a:rect l="l" t="t" r="r" b="b"/>
                <a:pathLst>
                  <a:path w="107632" h="144780">
                    <a:moveTo>
                      <a:pt x="20954" y="52387"/>
                    </a:moveTo>
                    <a:lnTo>
                      <a:pt x="43814" y="24764"/>
                    </a:lnTo>
                    <a:lnTo>
                      <a:pt x="74294" y="1904"/>
                    </a:lnTo>
                    <a:lnTo>
                      <a:pt x="98107" y="0"/>
                    </a:lnTo>
                    <a:lnTo>
                      <a:pt x="107632" y="21907"/>
                    </a:lnTo>
                    <a:lnTo>
                      <a:pt x="100964" y="60007"/>
                    </a:lnTo>
                    <a:lnTo>
                      <a:pt x="87630" y="92392"/>
                    </a:lnTo>
                    <a:lnTo>
                      <a:pt x="64770" y="120014"/>
                    </a:lnTo>
                    <a:lnTo>
                      <a:pt x="33337" y="143827"/>
                    </a:lnTo>
                    <a:lnTo>
                      <a:pt x="9524" y="144780"/>
                    </a:lnTo>
                    <a:lnTo>
                      <a:pt x="0" y="122872"/>
                    </a:lnTo>
                    <a:lnTo>
                      <a:pt x="6667" y="8572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laurelL-03-leaf12-1"/>
              <p:cNvSpPr/>
              <p:nvPr/>
            </p:nvSpPr>
            <p:spPr>
              <a:xfrm>
                <a:off x="3233738" y="13495020"/>
                <a:ext cx="161924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61924" h="85725">
                    <a:moveTo>
                      <a:pt x="92392" y="5715"/>
                    </a:moveTo>
                    <a:lnTo>
                      <a:pt x="124777" y="21908"/>
                    </a:lnTo>
                    <a:lnTo>
                      <a:pt x="155257" y="45720"/>
                    </a:lnTo>
                    <a:lnTo>
                      <a:pt x="161924" y="68580"/>
                    </a:lnTo>
                    <a:lnTo>
                      <a:pt x="143827" y="82868"/>
                    </a:lnTo>
                    <a:lnTo>
                      <a:pt x="104774" y="85725"/>
                    </a:lnTo>
                    <a:lnTo>
                      <a:pt x="69532" y="80010"/>
                    </a:lnTo>
                    <a:lnTo>
                      <a:pt x="37147" y="64770"/>
                    </a:lnTo>
                    <a:lnTo>
                      <a:pt x="7620" y="40005"/>
                    </a:lnTo>
                    <a:lnTo>
                      <a:pt x="0" y="18098"/>
                    </a:lnTo>
                    <a:lnTo>
                      <a:pt x="19050" y="2858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laurelL-03-leaf131"/>
              <p:cNvSpPr/>
              <p:nvPr/>
            </p:nvSpPr>
            <p:spPr>
              <a:xfrm>
                <a:off x="3348990" y="13642658"/>
                <a:ext cx="120015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28587">
                    <a:moveTo>
                      <a:pt x="32385" y="39052"/>
                    </a:moveTo>
                    <a:lnTo>
                      <a:pt x="59055" y="17144"/>
                    </a:lnTo>
                    <a:lnTo>
                      <a:pt x="92392" y="0"/>
                    </a:lnTo>
                    <a:lnTo>
                      <a:pt x="115252" y="2857"/>
                    </a:lnTo>
                    <a:lnTo>
                      <a:pt x="120015" y="25717"/>
                    </a:lnTo>
                    <a:lnTo>
                      <a:pt x="107632" y="60960"/>
                    </a:lnTo>
                    <a:lnTo>
                      <a:pt x="88582" y="89534"/>
                    </a:lnTo>
                    <a:lnTo>
                      <a:pt x="60960" y="112394"/>
                    </a:lnTo>
                    <a:lnTo>
                      <a:pt x="27622" y="128587"/>
                    </a:lnTo>
                    <a:lnTo>
                      <a:pt x="4762" y="125730"/>
                    </a:lnTo>
                    <a:lnTo>
                      <a:pt x="0" y="103822"/>
                    </a:lnTo>
                    <a:lnTo>
                      <a:pt x="12382" y="685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laurelL-03-leaf13-1"/>
              <p:cNvSpPr/>
              <p:nvPr/>
            </p:nvSpPr>
            <p:spPr>
              <a:xfrm>
                <a:off x="3367088" y="13524548"/>
                <a:ext cx="145732" cy="98107"/>
              </a:xfrm>
              <a:custGeom>
                <a:avLst/>
                <a:gdLst/>
                <a:ahLst/>
                <a:cxnLst/>
                <a:rect l="l" t="t" r="r" b="b"/>
                <a:pathLst>
                  <a:path w="145732" h="98107">
                    <a:moveTo>
                      <a:pt x="90487" y="15240"/>
                    </a:moveTo>
                    <a:lnTo>
                      <a:pt x="118110" y="36194"/>
                    </a:lnTo>
                    <a:lnTo>
                      <a:pt x="142874" y="63817"/>
                    </a:lnTo>
                    <a:lnTo>
                      <a:pt x="145732" y="87630"/>
                    </a:lnTo>
                    <a:lnTo>
                      <a:pt x="124777" y="98107"/>
                    </a:lnTo>
                    <a:lnTo>
                      <a:pt x="87630" y="93344"/>
                    </a:lnTo>
                    <a:lnTo>
                      <a:pt x="55244" y="81914"/>
                    </a:lnTo>
                    <a:lnTo>
                      <a:pt x="26670" y="60960"/>
                    </a:lnTo>
                    <a:lnTo>
                      <a:pt x="2857" y="33337"/>
                    </a:lnTo>
                    <a:lnTo>
                      <a:pt x="0" y="10477"/>
                    </a:lnTo>
                    <a:lnTo>
                      <a:pt x="20002" y="0"/>
                    </a:lnTo>
                    <a:lnTo>
                      <a:pt x="57150" y="38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laurelL-03-leaf141"/>
              <p:cNvSpPr/>
              <p:nvPr/>
            </p:nvSpPr>
            <p:spPr>
              <a:xfrm>
                <a:off x="3508058" y="13663612"/>
                <a:ext cx="127634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4" h="112396">
                    <a:moveTo>
                      <a:pt x="40957" y="27623"/>
                    </a:moveTo>
                    <a:lnTo>
                      <a:pt x="70484" y="10478"/>
                    </a:lnTo>
                    <a:lnTo>
                      <a:pt x="105727" y="0"/>
                    </a:lnTo>
                    <a:lnTo>
                      <a:pt x="126682" y="6668"/>
                    </a:lnTo>
                    <a:lnTo>
                      <a:pt x="127634" y="29528"/>
                    </a:lnTo>
                    <a:lnTo>
                      <a:pt x="109537" y="60960"/>
                    </a:lnTo>
                    <a:lnTo>
                      <a:pt x="86677" y="84773"/>
                    </a:lnTo>
                    <a:lnTo>
                      <a:pt x="57150" y="101918"/>
                    </a:lnTo>
                    <a:lnTo>
                      <a:pt x="21907" y="112396"/>
                    </a:lnTo>
                    <a:lnTo>
                      <a:pt x="952" y="105728"/>
                    </a:lnTo>
                    <a:lnTo>
                      <a:pt x="0" y="82868"/>
                    </a:lnTo>
                    <a:lnTo>
                      <a:pt x="18097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laurelL-03-leaf14-1"/>
              <p:cNvSpPr/>
              <p:nvPr/>
            </p:nvSpPr>
            <p:spPr>
              <a:xfrm>
                <a:off x="3508058" y="13530262"/>
                <a:ext cx="127634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4" h="112396">
                    <a:moveTo>
                      <a:pt x="86677" y="27623"/>
                    </a:moveTo>
                    <a:lnTo>
                      <a:pt x="109537" y="51436"/>
                    </a:lnTo>
                    <a:lnTo>
                      <a:pt x="127634" y="82868"/>
                    </a:lnTo>
                    <a:lnTo>
                      <a:pt x="126682" y="105728"/>
                    </a:lnTo>
                    <a:lnTo>
                      <a:pt x="105727" y="112396"/>
                    </a:lnTo>
                    <a:lnTo>
                      <a:pt x="70484" y="101918"/>
                    </a:lnTo>
                    <a:lnTo>
                      <a:pt x="40957" y="84773"/>
                    </a:lnTo>
                    <a:lnTo>
                      <a:pt x="18097" y="60960"/>
                    </a:lnTo>
                    <a:lnTo>
                      <a:pt x="0" y="29528"/>
                    </a:lnTo>
                    <a:lnTo>
                      <a:pt x="952" y="6668"/>
                    </a:lnTo>
                    <a:lnTo>
                      <a:pt x="21907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6" name="laurelR-03"/>
            <p:cNvGrpSpPr/>
            <p:nvPr/>
          </p:nvGrpSpPr>
          <p:grpSpPr>
            <a:xfrm>
              <a:off x="7728585" y="12441555"/>
              <a:ext cx="880110" cy="1334453"/>
              <a:chOff x="7728585" y="12441555"/>
              <a:chExt cx="880110" cy="1334453"/>
            </a:xfrm>
          </p:grpSpPr>
          <p:sp>
            <p:nvSpPr>
              <p:cNvPr id="185" name="laurelR-03-stem"/>
              <p:cNvSpPr/>
              <p:nvPr/>
            </p:nvSpPr>
            <p:spPr>
              <a:xfrm>
                <a:off x="7820025" y="12616815"/>
                <a:ext cx="64008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40080" h="1036320">
                    <a:moveTo>
                      <a:pt x="0" y="0"/>
                    </a:moveTo>
                    <a:lnTo>
                      <a:pt x="142875" y="13335"/>
                    </a:lnTo>
                    <a:lnTo>
                      <a:pt x="278130" y="51435"/>
                    </a:lnTo>
                    <a:lnTo>
                      <a:pt x="399097" y="113347"/>
                    </a:lnTo>
                    <a:lnTo>
                      <a:pt x="500063" y="195263"/>
                    </a:lnTo>
                    <a:lnTo>
                      <a:pt x="576263" y="293370"/>
                    </a:lnTo>
                    <a:lnTo>
                      <a:pt x="623887" y="402907"/>
                    </a:lnTo>
                    <a:lnTo>
                      <a:pt x="640080" y="518160"/>
                    </a:lnTo>
                    <a:lnTo>
                      <a:pt x="623887" y="633413"/>
                    </a:lnTo>
                    <a:lnTo>
                      <a:pt x="576263" y="742950"/>
                    </a:lnTo>
                    <a:lnTo>
                      <a:pt x="500063" y="841057"/>
                    </a:lnTo>
                    <a:lnTo>
                      <a:pt x="399097" y="922973"/>
                    </a:lnTo>
                    <a:lnTo>
                      <a:pt x="278130" y="984885"/>
                    </a:lnTo>
                    <a:lnTo>
                      <a:pt x="142875" y="1022985"/>
                    </a:lnTo>
                    <a:lnTo>
                      <a:pt x="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laurelR-03-leaf01"/>
              <p:cNvSpPr/>
              <p:nvPr/>
            </p:nvSpPr>
            <p:spPr>
              <a:xfrm>
                <a:off x="7728585" y="124415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3" y="150495"/>
                    </a:lnTo>
                    <a:lnTo>
                      <a:pt x="0" y="118110"/>
                    </a:lnTo>
                    <a:lnTo>
                      <a:pt x="25717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7" y="9525"/>
                    </a:lnTo>
                    <a:lnTo>
                      <a:pt x="182880" y="41910"/>
                    </a:lnTo>
                    <a:lnTo>
                      <a:pt x="157163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laurelR-03-leaf0-1"/>
              <p:cNvSpPr/>
              <p:nvPr/>
            </p:nvSpPr>
            <p:spPr>
              <a:xfrm>
                <a:off x="7728585" y="126320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7" y="86677"/>
                    </a:lnTo>
                    <a:lnTo>
                      <a:pt x="0" y="41910"/>
                    </a:lnTo>
                    <a:lnTo>
                      <a:pt x="953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3" y="73343"/>
                    </a:lnTo>
                    <a:lnTo>
                      <a:pt x="182880" y="118110"/>
                    </a:lnTo>
                    <a:lnTo>
                      <a:pt x="181927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laurelR-03-leaf11"/>
              <p:cNvSpPr/>
              <p:nvPr/>
            </p:nvSpPr>
            <p:spPr>
              <a:xfrm>
                <a:off x="7901940" y="12452032"/>
                <a:ext cx="162878" cy="174308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74308">
                    <a:moveTo>
                      <a:pt x="120015" y="120968"/>
                    </a:moveTo>
                    <a:lnTo>
                      <a:pt x="83820" y="151448"/>
                    </a:lnTo>
                    <a:lnTo>
                      <a:pt x="38100" y="174308"/>
                    </a:lnTo>
                    <a:lnTo>
                      <a:pt x="6668" y="170498"/>
                    </a:lnTo>
                    <a:lnTo>
                      <a:pt x="0" y="140018"/>
                    </a:lnTo>
                    <a:lnTo>
                      <a:pt x="17145" y="92393"/>
                    </a:lnTo>
                    <a:lnTo>
                      <a:pt x="42862" y="53340"/>
                    </a:lnTo>
                    <a:lnTo>
                      <a:pt x="79058" y="22860"/>
                    </a:lnTo>
                    <a:lnTo>
                      <a:pt x="123825" y="0"/>
                    </a:lnTo>
                    <a:lnTo>
                      <a:pt x="155258" y="2858"/>
                    </a:lnTo>
                    <a:lnTo>
                      <a:pt x="162878" y="33338"/>
                    </a:lnTo>
                    <a:lnTo>
                      <a:pt x="145732" y="8096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laurelR-03-leaf1-1"/>
              <p:cNvSpPr/>
              <p:nvPr/>
            </p:nvSpPr>
            <p:spPr>
              <a:xfrm>
                <a:off x="7842885" y="12654915"/>
                <a:ext cx="19812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1445">
                    <a:moveTo>
                      <a:pt x="75247" y="111443"/>
                    </a:moveTo>
                    <a:lnTo>
                      <a:pt x="37147" y="83820"/>
                    </a:lnTo>
                    <a:lnTo>
                      <a:pt x="3810" y="44767"/>
                    </a:lnTo>
                    <a:lnTo>
                      <a:pt x="0" y="14287"/>
                    </a:lnTo>
                    <a:lnTo>
                      <a:pt x="27623" y="0"/>
                    </a:lnTo>
                    <a:lnTo>
                      <a:pt x="78105" y="4763"/>
                    </a:lnTo>
                    <a:lnTo>
                      <a:pt x="122873" y="20003"/>
                    </a:lnTo>
                    <a:lnTo>
                      <a:pt x="160973" y="47625"/>
                    </a:lnTo>
                    <a:lnTo>
                      <a:pt x="194310" y="86677"/>
                    </a:lnTo>
                    <a:lnTo>
                      <a:pt x="198120" y="117157"/>
                    </a:lnTo>
                    <a:lnTo>
                      <a:pt x="170497" y="131445"/>
                    </a:lnTo>
                    <a:lnTo>
                      <a:pt x="120015" y="12668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laurelR-03-leaf21"/>
              <p:cNvSpPr/>
              <p:nvPr/>
            </p:nvSpPr>
            <p:spPr>
              <a:xfrm>
                <a:off x="8068628" y="12492038"/>
                <a:ext cx="137160" cy="187642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7642">
                    <a:moveTo>
                      <a:pt x="111442" y="120014"/>
                    </a:moveTo>
                    <a:lnTo>
                      <a:pt x="82867" y="155257"/>
                    </a:lnTo>
                    <a:lnTo>
                      <a:pt x="43814" y="185737"/>
                    </a:lnTo>
                    <a:lnTo>
                      <a:pt x="12382" y="187642"/>
                    </a:lnTo>
                    <a:lnTo>
                      <a:pt x="0" y="160020"/>
                    </a:lnTo>
                    <a:lnTo>
                      <a:pt x="7620" y="111442"/>
                    </a:lnTo>
                    <a:lnTo>
                      <a:pt x="25717" y="68580"/>
                    </a:lnTo>
                    <a:lnTo>
                      <a:pt x="54292" y="32384"/>
                    </a:lnTo>
                    <a:lnTo>
                      <a:pt x="94297" y="1904"/>
                    </a:lnTo>
                    <a:lnTo>
                      <a:pt x="124777" y="0"/>
                    </a:lnTo>
                    <a:lnTo>
                      <a:pt x="137160" y="27622"/>
                    </a:lnTo>
                    <a:lnTo>
                      <a:pt x="129540" y="771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laurelR-03-leaf2-1"/>
              <p:cNvSpPr/>
              <p:nvPr/>
            </p:nvSpPr>
            <p:spPr>
              <a:xfrm>
                <a:off x="7953375" y="12695872"/>
                <a:ext cx="20955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9538">
                    <a:moveTo>
                      <a:pt x="90487" y="102870"/>
                    </a:moveTo>
                    <a:lnTo>
                      <a:pt x="48577" y="82868"/>
                    </a:lnTo>
                    <a:lnTo>
                      <a:pt x="9525" y="52388"/>
                    </a:lnTo>
                    <a:lnTo>
                      <a:pt x="0" y="22860"/>
                    </a:lnTo>
                    <a:lnTo>
                      <a:pt x="23813" y="3810"/>
                    </a:lnTo>
                    <a:lnTo>
                      <a:pt x="73343" y="0"/>
                    </a:lnTo>
                    <a:lnTo>
                      <a:pt x="119063" y="6668"/>
                    </a:lnTo>
                    <a:lnTo>
                      <a:pt x="160973" y="25718"/>
                    </a:lnTo>
                    <a:lnTo>
                      <a:pt x="200025" y="57150"/>
                    </a:lnTo>
                    <a:lnTo>
                      <a:pt x="209550" y="85726"/>
                    </a:lnTo>
                    <a:lnTo>
                      <a:pt x="185737" y="104776"/>
                    </a:lnTo>
                    <a:lnTo>
                      <a:pt x="136207" y="10953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laurelR-03-leaf31"/>
              <p:cNvSpPr/>
              <p:nvPr/>
            </p:nvSpPr>
            <p:spPr>
              <a:xfrm>
                <a:off x="8220075" y="12558712"/>
                <a:ext cx="109537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202883">
                    <a:moveTo>
                      <a:pt x="100965" y="117158"/>
                    </a:moveTo>
                    <a:lnTo>
                      <a:pt x="80010" y="158116"/>
                    </a:lnTo>
                    <a:lnTo>
                      <a:pt x="48577" y="194310"/>
                    </a:lnTo>
                    <a:lnTo>
                      <a:pt x="19050" y="202883"/>
                    </a:lnTo>
                    <a:lnTo>
                      <a:pt x="1905" y="178118"/>
                    </a:lnTo>
                    <a:lnTo>
                      <a:pt x="0" y="129540"/>
                    </a:lnTo>
                    <a:lnTo>
                      <a:pt x="8573" y="85726"/>
                    </a:lnTo>
                    <a:lnTo>
                      <a:pt x="29527" y="44768"/>
                    </a:lnTo>
                    <a:lnTo>
                      <a:pt x="60960" y="8573"/>
                    </a:lnTo>
                    <a:lnTo>
                      <a:pt x="89535" y="0"/>
                    </a:lnTo>
                    <a:lnTo>
                      <a:pt x="107633" y="24766"/>
                    </a:lnTo>
                    <a:lnTo>
                      <a:pt x="109537" y="7334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laurelR-03-leaf3-1"/>
              <p:cNvSpPr/>
              <p:nvPr/>
            </p:nvSpPr>
            <p:spPr>
              <a:xfrm>
                <a:off x="8057198" y="12751118"/>
                <a:ext cx="212407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212407" h="97154">
                    <a:moveTo>
                      <a:pt x="101917" y="97154"/>
                    </a:moveTo>
                    <a:lnTo>
                      <a:pt x="58102" y="86677"/>
                    </a:lnTo>
                    <a:lnTo>
                      <a:pt x="15240" y="64770"/>
                    </a:lnTo>
                    <a:lnTo>
                      <a:pt x="0" y="39052"/>
                    </a:lnTo>
                    <a:lnTo>
                      <a:pt x="19050" y="16192"/>
                    </a:lnTo>
                    <a:lnTo>
                      <a:pt x="65722" y="1904"/>
                    </a:lnTo>
                    <a:lnTo>
                      <a:pt x="110490" y="0"/>
                    </a:lnTo>
                    <a:lnTo>
                      <a:pt x="154304" y="10477"/>
                    </a:lnTo>
                    <a:lnTo>
                      <a:pt x="198120" y="32384"/>
                    </a:lnTo>
                    <a:lnTo>
                      <a:pt x="212407" y="58102"/>
                    </a:lnTo>
                    <a:lnTo>
                      <a:pt x="193357" y="80962"/>
                    </a:lnTo>
                    <a:lnTo>
                      <a:pt x="146684" y="9429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laurelR-03-leaf41"/>
              <p:cNvSpPr/>
              <p:nvPr/>
            </p:nvSpPr>
            <p:spPr>
              <a:xfrm>
                <a:off x="8341042" y="12653962"/>
                <a:ext cx="95250" cy="207646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6">
                    <a:moveTo>
                      <a:pt x="95250" y="109538"/>
                    </a:moveTo>
                    <a:lnTo>
                      <a:pt x="83820" y="151448"/>
                    </a:lnTo>
                    <a:lnTo>
                      <a:pt x="60960" y="193358"/>
                    </a:lnTo>
                    <a:lnTo>
                      <a:pt x="35243" y="207646"/>
                    </a:lnTo>
                    <a:lnTo>
                      <a:pt x="13336" y="187643"/>
                    </a:lnTo>
                    <a:lnTo>
                      <a:pt x="953" y="141923"/>
                    </a:lnTo>
                    <a:lnTo>
                      <a:pt x="0" y="98108"/>
                    </a:lnTo>
                    <a:lnTo>
                      <a:pt x="11430" y="55246"/>
                    </a:lnTo>
                    <a:lnTo>
                      <a:pt x="33338" y="13336"/>
                    </a:lnTo>
                    <a:lnTo>
                      <a:pt x="59056" y="0"/>
                    </a:lnTo>
                    <a:lnTo>
                      <a:pt x="80963" y="19050"/>
                    </a:lnTo>
                    <a:lnTo>
                      <a:pt x="93346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laurelR-03-leaf4-1"/>
              <p:cNvSpPr/>
              <p:nvPr/>
            </p:nvSpPr>
            <p:spPr>
              <a:xfrm>
                <a:off x="8148638" y="12818745"/>
                <a:ext cx="2076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4" h="95250">
                    <a:moveTo>
                      <a:pt x="109537" y="95250"/>
                    </a:moveTo>
                    <a:lnTo>
                      <a:pt x="65722" y="94297"/>
                    </a:lnTo>
                    <a:lnTo>
                      <a:pt x="20002" y="82867"/>
                    </a:lnTo>
                    <a:lnTo>
                      <a:pt x="0" y="60960"/>
                    </a:lnTo>
                    <a:lnTo>
                      <a:pt x="13334" y="35243"/>
                    </a:lnTo>
                    <a:lnTo>
                      <a:pt x="55244" y="12383"/>
                    </a:lnTo>
                    <a:lnTo>
                      <a:pt x="97154" y="0"/>
                    </a:lnTo>
                    <a:lnTo>
                      <a:pt x="141922" y="953"/>
                    </a:lnTo>
                    <a:lnTo>
                      <a:pt x="187642" y="12383"/>
                    </a:lnTo>
                    <a:lnTo>
                      <a:pt x="207644" y="34290"/>
                    </a:lnTo>
                    <a:lnTo>
                      <a:pt x="193357" y="60007"/>
                    </a:lnTo>
                    <a:lnTo>
                      <a:pt x="152400" y="8286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laurelR-03-leaf51"/>
              <p:cNvSpPr/>
              <p:nvPr/>
            </p:nvSpPr>
            <p:spPr>
              <a:xfrm>
                <a:off x="8426768" y="12772072"/>
                <a:ext cx="93344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3344" h="202883">
                    <a:moveTo>
                      <a:pt x="93344" y="95250"/>
                    </a:moveTo>
                    <a:lnTo>
                      <a:pt x="92392" y="138113"/>
                    </a:lnTo>
                    <a:lnTo>
                      <a:pt x="80962" y="182880"/>
                    </a:lnTo>
                    <a:lnTo>
                      <a:pt x="59054" y="202883"/>
                    </a:lnTo>
                    <a:lnTo>
                      <a:pt x="34290" y="188596"/>
                    </a:lnTo>
                    <a:lnTo>
                      <a:pt x="11430" y="148590"/>
                    </a:lnTo>
                    <a:lnTo>
                      <a:pt x="0" y="106680"/>
                    </a:lnTo>
                    <a:lnTo>
                      <a:pt x="952" y="63818"/>
                    </a:lnTo>
                    <a:lnTo>
                      <a:pt x="12382" y="19050"/>
                    </a:lnTo>
                    <a:lnTo>
                      <a:pt x="33337" y="0"/>
                    </a:lnTo>
                    <a:lnTo>
                      <a:pt x="59054" y="13336"/>
                    </a:lnTo>
                    <a:lnTo>
                      <a:pt x="80962" y="5334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laurelR-03-leaf5-1"/>
              <p:cNvSpPr/>
              <p:nvPr/>
            </p:nvSpPr>
            <p:spPr>
              <a:xfrm>
                <a:off x="8224838" y="12893992"/>
                <a:ext cx="19050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6680">
                    <a:moveTo>
                      <a:pt x="112394" y="96203"/>
                    </a:moveTo>
                    <a:lnTo>
                      <a:pt x="70484" y="106680"/>
                    </a:lnTo>
                    <a:lnTo>
                      <a:pt x="23812" y="105728"/>
                    </a:lnTo>
                    <a:lnTo>
                      <a:pt x="0" y="90488"/>
                    </a:lnTo>
                    <a:lnTo>
                      <a:pt x="6667" y="61913"/>
                    </a:lnTo>
                    <a:lnTo>
                      <a:pt x="40957" y="30480"/>
                    </a:lnTo>
                    <a:lnTo>
                      <a:pt x="78104" y="9526"/>
                    </a:lnTo>
                    <a:lnTo>
                      <a:pt x="120014" y="0"/>
                    </a:lnTo>
                    <a:lnTo>
                      <a:pt x="166687" y="0"/>
                    </a:lnTo>
                    <a:lnTo>
                      <a:pt x="190500" y="16193"/>
                    </a:lnTo>
                    <a:lnTo>
                      <a:pt x="183832" y="43816"/>
                    </a:lnTo>
                    <a:lnTo>
                      <a:pt x="149542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laurelR-03-leaf61"/>
              <p:cNvSpPr/>
              <p:nvPr/>
            </p:nvSpPr>
            <p:spPr>
              <a:xfrm>
                <a:off x="8472488" y="12909232"/>
                <a:ext cx="105727" cy="183833"/>
              </a:xfrm>
              <a:custGeom>
                <a:avLst/>
                <a:gdLst/>
                <a:ahLst/>
                <a:cxnLst/>
                <a:rect l="l" t="t" r="r" b="b"/>
                <a:pathLst>
                  <a:path w="105727" h="183833">
                    <a:moveTo>
                      <a:pt x="94297" y="74296"/>
                    </a:moveTo>
                    <a:lnTo>
                      <a:pt x="104774" y="115253"/>
                    </a:lnTo>
                    <a:lnTo>
                      <a:pt x="105727" y="160973"/>
                    </a:lnTo>
                    <a:lnTo>
                      <a:pt x="90487" y="183833"/>
                    </a:lnTo>
                    <a:lnTo>
                      <a:pt x="62864" y="178118"/>
                    </a:lnTo>
                    <a:lnTo>
                      <a:pt x="31432" y="145733"/>
                    </a:lnTo>
                    <a:lnTo>
                      <a:pt x="10477" y="109538"/>
                    </a:lnTo>
                    <a:lnTo>
                      <a:pt x="0" y="68580"/>
                    </a:lnTo>
                    <a:lnTo>
                      <a:pt x="0" y="22860"/>
                    </a:lnTo>
                    <a:lnTo>
                      <a:pt x="15240" y="0"/>
                    </a:lnTo>
                    <a:lnTo>
                      <a:pt x="41910" y="5716"/>
                    </a:lnTo>
                    <a:lnTo>
                      <a:pt x="73342" y="381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laurelR-03-leaf6-1"/>
              <p:cNvSpPr/>
              <p:nvPr/>
            </p:nvSpPr>
            <p:spPr>
              <a:xfrm>
                <a:off x="8281988" y="12970192"/>
                <a:ext cx="161924" cy="136208"/>
              </a:xfrm>
              <a:custGeom>
                <a:avLst/>
                <a:gdLst/>
                <a:ahLst/>
                <a:cxnLst/>
                <a:rect l="l" t="t" r="r" b="b"/>
                <a:pathLst>
                  <a:path w="161924" h="136208">
                    <a:moveTo>
                      <a:pt x="108584" y="104776"/>
                    </a:moveTo>
                    <a:lnTo>
                      <a:pt x="70484" y="124778"/>
                    </a:lnTo>
                    <a:lnTo>
                      <a:pt x="27622" y="136208"/>
                    </a:lnTo>
                    <a:lnTo>
                      <a:pt x="952" y="126683"/>
                    </a:lnTo>
                    <a:lnTo>
                      <a:pt x="0" y="99060"/>
                    </a:lnTo>
                    <a:lnTo>
                      <a:pt x="23812" y="60960"/>
                    </a:lnTo>
                    <a:lnTo>
                      <a:pt x="54292" y="31433"/>
                    </a:lnTo>
                    <a:lnTo>
                      <a:pt x="91440" y="11430"/>
                    </a:lnTo>
                    <a:lnTo>
                      <a:pt x="135254" y="0"/>
                    </a:lnTo>
                    <a:lnTo>
                      <a:pt x="161924" y="8573"/>
                    </a:lnTo>
                    <a:lnTo>
                      <a:pt x="161924" y="37148"/>
                    </a:lnTo>
                    <a:lnTo>
                      <a:pt x="138112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laurelR-03-leaf71"/>
              <p:cNvSpPr/>
              <p:nvPr/>
            </p:nvSpPr>
            <p:spPr>
              <a:xfrm>
                <a:off x="8473440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50482"/>
                    </a:moveTo>
                    <a:lnTo>
                      <a:pt x="122872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2" y="156210"/>
                    </a:lnTo>
                    <a:lnTo>
                      <a:pt x="61912" y="134302"/>
                    </a:lnTo>
                    <a:lnTo>
                      <a:pt x="32385" y="105728"/>
                    </a:lnTo>
                    <a:lnTo>
                      <a:pt x="12382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2" y="0"/>
                    </a:lnTo>
                    <a:lnTo>
                      <a:pt x="73342" y="2190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laurelR-03-leaf7-1"/>
              <p:cNvSpPr/>
              <p:nvPr/>
            </p:nvSpPr>
            <p:spPr>
              <a:xfrm>
                <a:off x="8311515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105728"/>
                    </a:moveTo>
                    <a:lnTo>
                      <a:pt x="73343" y="134302"/>
                    </a:lnTo>
                    <a:lnTo>
                      <a:pt x="35243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3" y="86678"/>
                    </a:lnTo>
                    <a:lnTo>
                      <a:pt x="32385" y="50482"/>
                    </a:lnTo>
                    <a:lnTo>
                      <a:pt x="61913" y="21908"/>
                    </a:lnTo>
                    <a:lnTo>
                      <a:pt x="100013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3" y="6953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laurelR-03-leaf81"/>
              <p:cNvSpPr/>
              <p:nvPr/>
            </p:nvSpPr>
            <p:spPr>
              <a:xfrm>
                <a:off x="8443912" y="13203555"/>
                <a:ext cx="154306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54306" h="128587">
                    <a:moveTo>
                      <a:pt x="102870" y="29527"/>
                    </a:moveTo>
                    <a:lnTo>
                      <a:pt x="131446" y="57150"/>
                    </a:lnTo>
                    <a:lnTo>
                      <a:pt x="154306" y="93345"/>
                    </a:lnTo>
                    <a:lnTo>
                      <a:pt x="153353" y="120015"/>
                    </a:lnTo>
                    <a:lnTo>
                      <a:pt x="128588" y="128587"/>
                    </a:lnTo>
                    <a:lnTo>
                      <a:pt x="86678" y="118110"/>
                    </a:lnTo>
                    <a:lnTo>
                      <a:pt x="51436" y="99060"/>
                    </a:lnTo>
                    <a:lnTo>
                      <a:pt x="22860" y="71437"/>
                    </a:lnTo>
                    <a:lnTo>
                      <a:pt x="0" y="35243"/>
                    </a:lnTo>
                    <a:lnTo>
                      <a:pt x="953" y="8573"/>
                    </a:lnTo>
                    <a:lnTo>
                      <a:pt x="25718" y="0"/>
                    </a:lnTo>
                    <a:lnTo>
                      <a:pt x="67628" y="104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laurelR-03-leaf8-1"/>
              <p:cNvSpPr/>
              <p:nvPr/>
            </p:nvSpPr>
            <p:spPr>
              <a:xfrm>
                <a:off x="8317230" y="13145452"/>
                <a:ext cx="100012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75260">
                    <a:moveTo>
                      <a:pt x="90488" y="103823"/>
                    </a:moveTo>
                    <a:lnTo>
                      <a:pt x="69532" y="138113"/>
                    </a:lnTo>
                    <a:lnTo>
                      <a:pt x="40005" y="168593"/>
                    </a:lnTo>
                    <a:lnTo>
                      <a:pt x="14288" y="175260"/>
                    </a:lnTo>
                    <a:lnTo>
                      <a:pt x="0" y="152400"/>
                    </a:lnTo>
                    <a:lnTo>
                      <a:pt x="0" y="109538"/>
                    </a:lnTo>
                    <a:lnTo>
                      <a:pt x="9525" y="70486"/>
                    </a:lnTo>
                    <a:lnTo>
                      <a:pt x="30480" y="36196"/>
                    </a:lnTo>
                    <a:lnTo>
                      <a:pt x="60008" y="5716"/>
                    </a:lnTo>
                    <a:lnTo>
                      <a:pt x="85725" y="0"/>
                    </a:lnTo>
                    <a:lnTo>
                      <a:pt x="100012" y="21908"/>
                    </a:lnTo>
                    <a:lnTo>
                      <a:pt x="100012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laurelR-03-leaf91"/>
              <p:cNvSpPr/>
              <p:nvPr/>
            </p:nvSpPr>
            <p:spPr>
              <a:xfrm>
                <a:off x="8380095" y="13345478"/>
                <a:ext cx="171450" cy="9620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6202">
                    <a:moveTo>
                      <a:pt x="100965" y="8572"/>
                    </a:moveTo>
                    <a:lnTo>
                      <a:pt x="135255" y="27622"/>
                    </a:lnTo>
                    <a:lnTo>
                      <a:pt x="165735" y="56197"/>
                    </a:lnTo>
                    <a:lnTo>
                      <a:pt x="171450" y="80962"/>
                    </a:lnTo>
                    <a:lnTo>
                      <a:pt x="150495" y="95250"/>
                    </a:lnTo>
                    <a:lnTo>
                      <a:pt x="108585" y="96202"/>
                    </a:lnTo>
                    <a:lnTo>
                      <a:pt x="70485" y="86677"/>
                    </a:lnTo>
                    <a:lnTo>
                      <a:pt x="36195" y="67627"/>
                    </a:lnTo>
                    <a:lnTo>
                      <a:pt x="5715" y="39052"/>
                    </a:lnTo>
                    <a:lnTo>
                      <a:pt x="0" y="14287"/>
                    </a:lnTo>
                    <a:lnTo>
                      <a:pt x="20955" y="0"/>
                    </a:lnTo>
                    <a:lnTo>
                      <a:pt x="62865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laurelR-03-leaf9-1"/>
              <p:cNvSpPr/>
              <p:nvPr/>
            </p:nvSpPr>
            <p:spPr>
              <a:xfrm>
                <a:off x="8285798" y="13234988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83820" y="97154"/>
                    </a:moveTo>
                    <a:lnTo>
                      <a:pt x="73342" y="134302"/>
                    </a:lnTo>
                    <a:lnTo>
                      <a:pt x="52387" y="170497"/>
                    </a:lnTo>
                    <a:lnTo>
                      <a:pt x="30480" y="182880"/>
                    </a:lnTo>
                    <a:lnTo>
                      <a:pt x="10477" y="165734"/>
                    </a:lnTo>
                    <a:lnTo>
                      <a:pt x="0" y="124777"/>
                    </a:lnTo>
                    <a:lnTo>
                      <a:pt x="0" y="85724"/>
                    </a:lnTo>
                    <a:lnTo>
                      <a:pt x="10477" y="48577"/>
                    </a:lnTo>
                    <a:lnTo>
                      <a:pt x="30480" y="12382"/>
                    </a:lnTo>
                    <a:lnTo>
                      <a:pt x="53340" y="0"/>
                    </a:lnTo>
                    <a:lnTo>
                      <a:pt x="72390" y="17144"/>
                    </a:lnTo>
                    <a:lnTo>
                      <a:pt x="82867" y="581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laurelR-03-leaf101"/>
              <p:cNvSpPr/>
              <p:nvPr/>
            </p:nvSpPr>
            <p:spPr>
              <a:xfrm>
                <a:off x="8289608" y="13463588"/>
                <a:ext cx="178117" cy="81914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4">
                    <a:moveTo>
                      <a:pt x="94297" y="0"/>
                    </a:moveTo>
                    <a:lnTo>
                      <a:pt x="131444" y="10477"/>
                    </a:lnTo>
                    <a:lnTo>
                      <a:pt x="166687" y="30480"/>
                    </a:lnTo>
                    <a:lnTo>
                      <a:pt x="178117" y="52387"/>
                    </a:lnTo>
                    <a:lnTo>
                      <a:pt x="160972" y="71437"/>
                    </a:lnTo>
                    <a:lnTo>
                      <a:pt x="121920" y="80962"/>
                    </a:lnTo>
                    <a:lnTo>
                      <a:pt x="83820" y="81914"/>
                    </a:lnTo>
                    <a:lnTo>
                      <a:pt x="47624" y="71437"/>
                    </a:lnTo>
                    <a:lnTo>
                      <a:pt x="12382" y="51434"/>
                    </a:lnTo>
                    <a:lnTo>
                      <a:pt x="0" y="29527"/>
                    </a:lnTo>
                    <a:lnTo>
                      <a:pt x="17144" y="11430"/>
                    </a:lnTo>
                    <a:lnTo>
                      <a:pt x="57150" y="9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laurelR-03-leaf10-1"/>
              <p:cNvSpPr/>
              <p:nvPr/>
            </p:nvSpPr>
            <p:spPr>
              <a:xfrm>
                <a:off x="8221028" y="13322618"/>
                <a:ext cx="81914" cy="178117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178117">
                    <a:moveTo>
                      <a:pt x="81914" y="83820"/>
                    </a:moveTo>
                    <a:lnTo>
                      <a:pt x="80962" y="121920"/>
                    </a:lnTo>
                    <a:lnTo>
                      <a:pt x="69532" y="160972"/>
                    </a:lnTo>
                    <a:lnTo>
                      <a:pt x="51434" y="178117"/>
                    </a:lnTo>
                    <a:lnTo>
                      <a:pt x="29527" y="165734"/>
                    </a:lnTo>
                    <a:lnTo>
                      <a:pt x="9524" y="130492"/>
                    </a:lnTo>
                    <a:lnTo>
                      <a:pt x="0" y="93344"/>
                    </a:lnTo>
                    <a:lnTo>
                      <a:pt x="952" y="55244"/>
                    </a:lnTo>
                    <a:lnTo>
                      <a:pt x="11430" y="16192"/>
                    </a:lnTo>
                    <a:lnTo>
                      <a:pt x="30480" y="0"/>
                    </a:lnTo>
                    <a:lnTo>
                      <a:pt x="52387" y="11430"/>
                    </a:lnTo>
                    <a:lnTo>
                      <a:pt x="72390" y="47624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laurelR-03-leaf111"/>
              <p:cNvSpPr/>
              <p:nvPr/>
            </p:nvSpPr>
            <p:spPr>
              <a:xfrm>
                <a:off x="8177212" y="13556932"/>
                <a:ext cx="174308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74308" h="80010">
                    <a:moveTo>
                      <a:pt x="83820" y="0"/>
                    </a:moveTo>
                    <a:lnTo>
                      <a:pt x="120968" y="1906"/>
                    </a:lnTo>
                    <a:lnTo>
                      <a:pt x="158116" y="13336"/>
                    </a:lnTo>
                    <a:lnTo>
                      <a:pt x="174308" y="32386"/>
                    </a:lnTo>
                    <a:lnTo>
                      <a:pt x="161926" y="53340"/>
                    </a:lnTo>
                    <a:lnTo>
                      <a:pt x="126683" y="71438"/>
                    </a:lnTo>
                    <a:lnTo>
                      <a:pt x="90488" y="80010"/>
                    </a:lnTo>
                    <a:lnTo>
                      <a:pt x="54293" y="78106"/>
                    </a:lnTo>
                    <a:lnTo>
                      <a:pt x="16193" y="66676"/>
                    </a:lnTo>
                    <a:lnTo>
                      <a:pt x="0" y="47626"/>
                    </a:lnTo>
                    <a:lnTo>
                      <a:pt x="12383" y="26670"/>
                    </a:lnTo>
                    <a:lnTo>
                      <a:pt x="47626" y="857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laurelR-03-leaf11-1"/>
              <p:cNvSpPr/>
              <p:nvPr/>
            </p:nvSpPr>
            <p:spPr>
              <a:xfrm>
                <a:off x="8128635" y="13400722"/>
                <a:ext cx="89535" cy="164783"/>
              </a:xfrm>
              <a:custGeom>
                <a:avLst/>
                <a:gdLst/>
                <a:ahLst/>
                <a:cxnLst/>
                <a:rect l="l" t="t" r="r" b="b"/>
                <a:pathLst>
                  <a:path w="89535" h="164783">
                    <a:moveTo>
                      <a:pt x="82867" y="69533"/>
                    </a:moveTo>
                    <a:lnTo>
                      <a:pt x="89535" y="105728"/>
                    </a:lnTo>
                    <a:lnTo>
                      <a:pt x="87630" y="144780"/>
                    </a:lnTo>
                    <a:lnTo>
                      <a:pt x="73343" y="164783"/>
                    </a:lnTo>
                    <a:lnTo>
                      <a:pt x="50483" y="158116"/>
                    </a:lnTo>
                    <a:lnTo>
                      <a:pt x="24765" y="128588"/>
                    </a:lnTo>
                    <a:lnTo>
                      <a:pt x="7620" y="95250"/>
                    </a:lnTo>
                    <a:lnTo>
                      <a:pt x="0" y="59056"/>
                    </a:lnTo>
                    <a:lnTo>
                      <a:pt x="1905" y="20003"/>
                    </a:lnTo>
                    <a:lnTo>
                      <a:pt x="16193" y="0"/>
                    </a:lnTo>
                    <a:lnTo>
                      <a:pt x="40005" y="6668"/>
                    </a:lnTo>
                    <a:lnTo>
                      <a:pt x="65723" y="3619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laurelR-03-leaf121"/>
              <p:cNvSpPr/>
              <p:nvPr/>
            </p:nvSpPr>
            <p:spPr>
              <a:xfrm>
                <a:off x="8046720" y="13622655"/>
                <a:ext cx="16287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85725">
                    <a:moveTo>
                      <a:pt x="70485" y="5715"/>
                    </a:moveTo>
                    <a:lnTo>
                      <a:pt x="105728" y="0"/>
                    </a:lnTo>
                    <a:lnTo>
                      <a:pt x="144780" y="3810"/>
                    </a:lnTo>
                    <a:lnTo>
                      <a:pt x="162878" y="18097"/>
                    </a:lnTo>
                    <a:lnTo>
                      <a:pt x="155258" y="40957"/>
                    </a:lnTo>
                    <a:lnTo>
                      <a:pt x="125730" y="64770"/>
                    </a:lnTo>
                    <a:lnTo>
                      <a:pt x="93345" y="80010"/>
                    </a:lnTo>
                    <a:lnTo>
                      <a:pt x="57150" y="85725"/>
                    </a:lnTo>
                    <a:lnTo>
                      <a:pt x="19050" y="81915"/>
                    </a:lnTo>
                    <a:lnTo>
                      <a:pt x="0" y="67627"/>
                    </a:lnTo>
                    <a:lnTo>
                      <a:pt x="7620" y="44767"/>
                    </a:lnTo>
                    <a:lnTo>
                      <a:pt x="38100" y="2095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laurelR-03-leaf12-1"/>
              <p:cNvSpPr/>
              <p:nvPr/>
            </p:nvSpPr>
            <p:spPr>
              <a:xfrm>
                <a:off x="8014335" y="13465492"/>
                <a:ext cx="105727" cy="145733"/>
              </a:xfrm>
              <a:custGeom>
                <a:avLst/>
                <a:gdLst/>
                <a:ahLst/>
                <a:cxnLst/>
                <a:rect l="l" t="t" r="r" b="b"/>
                <a:pathLst>
                  <a:path w="105727" h="145733">
                    <a:moveTo>
                      <a:pt x="85725" y="52388"/>
                    </a:moveTo>
                    <a:lnTo>
                      <a:pt x="100013" y="85726"/>
                    </a:lnTo>
                    <a:lnTo>
                      <a:pt x="105727" y="123826"/>
                    </a:lnTo>
                    <a:lnTo>
                      <a:pt x="96203" y="145733"/>
                    </a:lnTo>
                    <a:lnTo>
                      <a:pt x="72390" y="143828"/>
                    </a:lnTo>
                    <a:lnTo>
                      <a:pt x="41910" y="120016"/>
                    </a:lnTo>
                    <a:lnTo>
                      <a:pt x="19050" y="92393"/>
                    </a:lnTo>
                    <a:lnTo>
                      <a:pt x="5715" y="59056"/>
                    </a:lnTo>
                    <a:lnTo>
                      <a:pt x="0" y="20956"/>
                    </a:lnTo>
                    <a:lnTo>
                      <a:pt x="9525" y="0"/>
                    </a:lnTo>
                    <a:lnTo>
                      <a:pt x="33337" y="953"/>
                    </a:lnTo>
                    <a:lnTo>
                      <a:pt x="63817" y="247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laurelR-03-leaf131"/>
              <p:cNvSpPr/>
              <p:nvPr/>
            </p:nvSpPr>
            <p:spPr>
              <a:xfrm>
                <a:off x="7904798" y="13658850"/>
                <a:ext cx="145732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45732" h="97155">
                    <a:moveTo>
                      <a:pt x="55244" y="15240"/>
                    </a:moveTo>
                    <a:lnTo>
                      <a:pt x="88582" y="2858"/>
                    </a:lnTo>
                    <a:lnTo>
                      <a:pt x="125730" y="0"/>
                    </a:lnTo>
                    <a:lnTo>
                      <a:pt x="145732" y="10478"/>
                    </a:lnTo>
                    <a:lnTo>
                      <a:pt x="142874" y="33338"/>
                    </a:lnTo>
                    <a:lnTo>
                      <a:pt x="119062" y="60960"/>
                    </a:lnTo>
                    <a:lnTo>
                      <a:pt x="90487" y="81915"/>
                    </a:lnTo>
                    <a:lnTo>
                      <a:pt x="57150" y="93345"/>
                    </a:lnTo>
                    <a:lnTo>
                      <a:pt x="20002" y="97155"/>
                    </a:lnTo>
                    <a:lnTo>
                      <a:pt x="0" y="86678"/>
                    </a:lnTo>
                    <a:lnTo>
                      <a:pt x="2857" y="63818"/>
                    </a:lnTo>
                    <a:lnTo>
                      <a:pt x="27622" y="3524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laurelR-03-leaf13-1"/>
              <p:cNvSpPr/>
              <p:nvPr/>
            </p:nvSpPr>
            <p:spPr>
              <a:xfrm>
                <a:off x="7886700" y="13509308"/>
                <a:ext cx="120015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28587">
                    <a:moveTo>
                      <a:pt x="88582" y="39052"/>
                    </a:moveTo>
                    <a:lnTo>
                      <a:pt x="107632" y="67627"/>
                    </a:lnTo>
                    <a:lnTo>
                      <a:pt x="120015" y="102870"/>
                    </a:lnTo>
                    <a:lnTo>
                      <a:pt x="115252" y="125730"/>
                    </a:lnTo>
                    <a:lnTo>
                      <a:pt x="92392" y="128587"/>
                    </a:lnTo>
                    <a:lnTo>
                      <a:pt x="59055" y="111442"/>
                    </a:lnTo>
                    <a:lnTo>
                      <a:pt x="32385" y="88582"/>
                    </a:lnTo>
                    <a:lnTo>
                      <a:pt x="13335" y="60007"/>
                    </a:lnTo>
                    <a:lnTo>
                      <a:pt x="0" y="24764"/>
                    </a:lnTo>
                    <a:lnTo>
                      <a:pt x="5715" y="1904"/>
                    </a:lnTo>
                    <a:lnTo>
                      <a:pt x="28575" y="0"/>
                    </a:lnTo>
                    <a:lnTo>
                      <a:pt x="61912" y="1619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laurelR-03-leaf141"/>
              <p:cNvSpPr/>
              <p:nvPr/>
            </p:nvSpPr>
            <p:spPr>
              <a:xfrm>
                <a:off x="7756208" y="13663612"/>
                <a:ext cx="127634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4" h="112396">
                    <a:moveTo>
                      <a:pt x="40957" y="27623"/>
                    </a:moveTo>
                    <a:lnTo>
                      <a:pt x="70484" y="10478"/>
                    </a:lnTo>
                    <a:lnTo>
                      <a:pt x="105727" y="0"/>
                    </a:lnTo>
                    <a:lnTo>
                      <a:pt x="126682" y="6668"/>
                    </a:lnTo>
                    <a:lnTo>
                      <a:pt x="127634" y="29528"/>
                    </a:lnTo>
                    <a:lnTo>
                      <a:pt x="109537" y="60960"/>
                    </a:lnTo>
                    <a:lnTo>
                      <a:pt x="86677" y="84773"/>
                    </a:lnTo>
                    <a:lnTo>
                      <a:pt x="57150" y="101918"/>
                    </a:lnTo>
                    <a:lnTo>
                      <a:pt x="21907" y="112396"/>
                    </a:lnTo>
                    <a:lnTo>
                      <a:pt x="952" y="105728"/>
                    </a:lnTo>
                    <a:lnTo>
                      <a:pt x="0" y="82868"/>
                    </a:lnTo>
                    <a:lnTo>
                      <a:pt x="18097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laurelR-03-leaf14-1"/>
              <p:cNvSpPr/>
              <p:nvPr/>
            </p:nvSpPr>
            <p:spPr>
              <a:xfrm>
                <a:off x="7756208" y="13530262"/>
                <a:ext cx="127634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4" h="112396">
                    <a:moveTo>
                      <a:pt x="86677" y="27623"/>
                    </a:moveTo>
                    <a:lnTo>
                      <a:pt x="109537" y="51436"/>
                    </a:lnTo>
                    <a:lnTo>
                      <a:pt x="127634" y="82868"/>
                    </a:lnTo>
                    <a:lnTo>
                      <a:pt x="126682" y="105728"/>
                    </a:lnTo>
                    <a:lnTo>
                      <a:pt x="105727" y="112396"/>
                    </a:lnTo>
                    <a:lnTo>
                      <a:pt x="70484" y="101918"/>
                    </a:lnTo>
                    <a:lnTo>
                      <a:pt x="40957" y="84773"/>
                    </a:lnTo>
                    <a:lnTo>
                      <a:pt x="18097" y="60960"/>
                    </a:lnTo>
                    <a:lnTo>
                      <a:pt x="0" y="29528"/>
                    </a:lnTo>
                    <a:lnTo>
                      <a:pt x="952" y="6668"/>
                    </a:lnTo>
                    <a:lnTo>
                      <a:pt x="21907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00" name="cardgrp-04"/>
          <p:cNvGrpSpPr/>
          <p:nvPr/>
        </p:nvGrpSpPr>
        <p:grpSpPr>
          <a:xfrm>
            <a:off x="15516225" y="9763125"/>
            <a:ext cx="14742795" cy="4914900"/>
            <a:chOff x="15516225" y="9763125"/>
            <a:chExt cx="14742795" cy="4914900"/>
          </a:xfrm>
        </p:grpSpPr>
        <p:sp>
          <p:nvSpPr>
            <p:cNvPr id="216" name="card-04"/>
            <p:cNvSpPr/>
            <p:nvPr/>
          </p:nvSpPr>
          <p:spPr>
            <a:xfrm>
              <a:off x="15516225" y="9763125"/>
              <a:ext cx="13535025" cy="4914900"/>
            </a:xfrm>
            <a:prstGeom prst="roundRect">
              <a:avLst>
                <a:gd name="adj" fmla="val 5038"/>
              </a:avLst>
            </a:prstGeom>
            <a:solidFill>
              <a:srgbClr val="FFFFFF"/>
            </a:solidFill>
            <a:ln w="19050">
              <a:solidFill>
                <a:srgbClr val="4BD3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lab-04"/>
            <p:cNvSpPr/>
            <p:nvPr/>
          </p:nvSpPr>
          <p:spPr>
            <a:xfrm>
              <a:off x="15516225" y="9791700"/>
              <a:ext cx="4933950" cy="4838700"/>
            </a:xfrm>
            <a:prstGeom prst="roundRect">
              <a:avLst>
                <a:gd name="adj" fmla="val 5118"/>
              </a:avLst>
            </a:prstGeom>
            <a:solidFill>
              <a:srgbClr val="CBF8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labnum-04"/>
            <p:cNvSpPr txBox="1"/>
            <p:nvPr/>
          </p:nvSpPr>
          <p:spPr>
            <a:xfrm>
              <a:off x="17268825" y="11359515"/>
              <a:ext cx="1428750" cy="13411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219" name="labname-04"/>
            <p:cNvSpPr txBox="1"/>
            <p:nvPr/>
          </p:nvSpPr>
          <p:spPr>
            <a:xfrm>
              <a:off x="15697200" y="12453938"/>
              <a:ext cx="4572000" cy="1219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质量里程碑</a:t>
              </a:r>
            </a:p>
          </p:txBody>
        </p:sp>
        <p:sp>
          <p:nvSpPr>
            <p:cNvPr id="220" name="desc1-04"/>
            <p:cNvSpPr txBox="1"/>
            <p:nvPr/>
          </p:nvSpPr>
          <p:spPr>
            <a:xfrm>
              <a:off x="21888450" y="10281285"/>
              <a:ext cx="6810375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客户质量投诉率同比下降</a:t>
              </a:r>
            </a:p>
          </p:txBody>
        </p:sp>
        <p:sp>
          <p:nvSpPr>
            <p:cNvPr id="221" name="desc2-04"/>
            <p:cNvSpPr txBox="1"/>
            <p:nvPr/>
          </p:nvSpPr>
          <p:spPr>
            <a:xfrm>
              <a:off x="21888450" y="10948035"/>
              <a:ext cx="837057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40%，品牌美誉度大幅提升</a:t>
              </a:r>
            </a:p>
          </p:txBody>
        </p:sp>
        <p:sp>
          <p:nvSpPr>
            <p:cNvPr id="222" name="metric-04"/>
            <p:cNvSpPr txBox="1"/>
            <p:nvPr/>
          </p:nvSpPr>
          <p:spPr>
            <a:xfrm>
              <a:off x="23202900" y="12032932"/>
              <a:ext cx="3048000" cy="12801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00" b="1" i="0">
                  <a:solidFill>
                    <a:srgbClr val="03EEFF"/>
                  </a:solidFill>
                  <a:latin typeface="Microsoft YaHei"/>
                  <a:ea typeface="Microsoft YaHei"/>
                  <a:cs typeface="Microsoft YaHei"/>
                </a:rPr>
                <a:t>99.2%</a:t>
              </a:r>
            </a:p>
          </p:txBody>
        </p:sp>
        <p:sp>
          <p:nvSpPr>
            <p:cNvPr id="223" name="cap-04"/>
            <p:cNvSpPr txBox="1"/>
            <p:nvPr/>
          </p:nvSpPr>
          <p:spPr>
            <a:xfrm>
              <a:off x="22109430" y="13395960"/>
              <a:ext cx="5349240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产品良品率首次突破</a:t>
              </a:r>
            </a:p>
          </p:txBody>
        </p:sp>
        <p:grpSp>
          <p:nvGrpSpPr>
            <p:cNvPr id="292" name="laurelL-04"/>
            <p:cNvGrpSpPr/>
            <p:nvPr/>
          </p:nvGrpSpPr>
          <p:grpSpPr>
            <a:xfrm>
              <a:off x="21595080" y="12441555"/>
              <a:ext cx="880110" cy="1334453"/>
              <a:chOff x="21595080" y="12441555"/>
              <a:chExt cx="880110" cy="1334453"/>
            </a:xfrm>
          </p:grpSpPr>
          <p:sp>
            <p:nvSpPr>
              <p:cNvPr id="224" name="laurelL-04-stem"/>
              <p:cNvSpPr/>
              <p:nvPr/>
            </p:nvSpPr>
            <p:spPr>
              <a:xfrm>
                <a:off x="21743670" y="12616815"/>
                <a:ext cx="64008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40080" h="1036320">
                    <a:moveTo>
                      <a:pt x="640080" y="0"/>
                    </a:moveTo>
                    <a:lnTo>
                      <a:pt x="497205" y="13335"/>
                    </a:lnTo>
                    <a:lnTo>
                      <a:pt x="361950" y="51435"/>
                    </a:lnTo>
                    <a:lnTo>
                      <a:pt x="240982" y="113347"/>
                    </a:lnTo>
                    <a:lnTo>
                      <a:pt x="140018" y="195263"/>
                    </a:lnTo>
                    <a:lnTo>
                      <a:pt x="63818" y="293370"/>
                    </a:lnTo>
                    <a:lnTo>
                      <a:pt x="16192" y="402907"/>
                    </a:lnTo>
                    <a:lnTo>
                      <a:pt x="0" y="518160"/>
                    </a:lnTo>
                    <a:lnTo>
                      <a:pt x="16192" y="633413"/>
                    </a:lnTo>
                    <a:lnTo>
                      <a:pt x="63818" y="742950"/>
                    </a:lnTo>
                    <a:lnTo>
                      <a:pt x="140018" y="841057"/>
                    </a:lnTo>
                    <a:lnTo>
                      <a:pt x="240982" y="922973"/>
                    </a:lnTo>
                    <a:lnTo>
                      <a:pt x="361950" y="984885"/>
                    </a:lnTo>
                    <a:lnTo>
                      <a:pt x="497205" y="1022985"/>
                    </a:lnTo>
                    <a:lnTo>
                      <a:pt x="64008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laurelL-04-leaf01"/>
              <p:cNvSpPr/>
              <p:nvPr/>
            </p:nvSpPr>
            <p:spPr>
              <a:xfrm>
                <a:off x="22292310" y="124415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laurelL-04-leaf0-1"/>
              <p:cNvSpPr/>
              <p:nvPr/>
            </p:nvSpPr>
            <p:spPr>
              <a:xfrm>
                <a:off x="22292310" y="126320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laurelL-04-leaf11"/>
              <p:cNvSpPr/>
              <p:nvPr/>
            </p:nvSpPr>
            <p:spPr>
              <a:xfrm>
                <a:off x="22121812" y="12472988"/>
                <a:ext cx="198120" cy="132397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2397">
                    <a:moveTo>
                      <a:pt x="122873" y="111442"/>
                    </a:moveTo>
                    <a:lnTo>
                      <a:pt x="78106" y="126682"/>
                    </a:lnTo>
                    <a:lnTo>
                      <a:pt x="27623" y="132397"/>
                    </a:lnTo>
                    <a:lnTo>
                      <a:pt x="0" y="118110"/>
                    </a:lnTo>
                    <a:lnTo>
                      <a:pt x="3810" y="86677"/>
                    </a:lnTo>
                    <a:lnTo>
                      <a:pt x="37148" y="48577"/>
                    </a:lnTo>
                    <a:lnTo>
                      <a:pt x="75248" y="20954"/>
                    </a:lnTo>
                    <a:lnTo>
                      <a:pt x="120016" y="4762"/>
                    </a:lnTo>
                    <a:lnTo>
                      <a:pt x="170498" y="0"/>
                    </a:lnTo>
                    <a:lnTo>
                      <a:pt x="198120" y="14287"/>
                    </a:lnTo>
                    <a:lnTo>
                      <a:pt x="193358" y="45720"/>
                    </a:lnTo>
                    <a:lnTo>
                      <a:pt x="160973" y="838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laurelL-04-leaf1-1"/>
              <p:cNvSpPr/>
              <p:nvPr/>
            </p:nvSpPr>
            <p:spPr>
              <a:xfrm>
                <a:off x="22180868" y="12633008"/>
                <a:ext cx="162877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175260">
                    <a:moveTo>
                      <a:pt x="42862" y="121920"/>
                    </a:moveTo>
                    <a:lnTo>
                      <a:pt x="17144" y="81914"/>
                    </a:lnTo>
                    <a:lnTo>
                      <a:pt x="0" y="34290"/>
                    </a:lnTo>
                    <a:lnTo>
                      <a:pt x="6667" y="3810"/>
                    </a:lnTo>
                    <a:lnTo>
                      <a:pt x="38100" y="0"/>
                    </a:lnTo>
                    <a:lnTo>
                      <a:pt x="83820" y="22860"/>
                    </a:lnTo>
                    <a:lnTo>
                      <a:pt x="120014" y="53340"/>
                    </a:lnTo>
                    <a:lnTo>
                      <a:pt x="145732" y="93344"/>
                    </a:lnTo>
                    <a:lnTo>
                      <a:pt x="162877" y="140970"/>
                    </a:lnTo>
                    <a:lnTo>
                      <a:pt x="155257" y="171450"/>
                    </a:lnTo>
                    <a:lnTo>
                      <a:pt x="123824" y="175260"/>
                    </a:lnTo>
                    <a:lnTo>
                      <a:pt x="79057" y="1524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laurelL-04-leaf21"/>
              <p:cNvSpPr/>
              <p:nvPr/>
            </p:nvSpPr>
            <p:spPr>
              <a:xfrm>
                <a:off x="21961792" y="12531090"/>
                <a:ext cx="20955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9538">
                    <a:moveTo>
                      <a:pt x="119063" y="102870"/>
                    </a:moveTo>
                    <a:lnTo>
                      <a:pt x="73343" y="109538"/>
                    </a:lnTo>
                    <a:lnTo>
                      <a:pt x="23813" y="105728"/>
                    </a:lnTo>
                    <a:lnTo>
                      <a:pt x="0" y="86678"/>
                    </a:lnTo>
                    <a:lnTo>
                      <a:pt x="9526" y="57150"/>
                    </a:lnTo>
                    <a:lnTo>
                      <a:pt x="48578" y="26670"/>
                    </a:lnTo>
                    <a:lnTo>
                      <a:pt x="90488" y="6668"/>
                    </a:lnTo>
                    <a:lnTo>
                      <a:pt x="136208" y="0"/>
                    </a:lnTo>
                    <a:lnTo>
                      <a:pt x="185738" y="4762"/>
                    </a:lnTo>
                    <a:lnTo>
                      <a:pt x="209550" y="23812"/>
                    </a:lnTo>
                    <a:lnTo>
                      <a:pt x="200026" y="52388"/>
                    </a:lnTo>
                    <a:lnTo>
                      <a:pt x="160973" y="8286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laurelL-04-leaf2-1"/>
              <p:cNvSpPr/>
              <p:nvPr/>
            </p:nvSpPr>
            <p:spPr>
              <a:xfrm>
                <a:off x="22077045" y="12655868"/>
                <a:ext cx="137160" cy="188594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8594">
                    <a:moveTo>
                      <a:pt x="25717" y="120014"/>
                    </a:moveTo>
                    <a:lnTo>
                      <a:pt x="7620" y="77152"/>
                    </a:lnTo>
                    <a:lnTo>
                      <a:pt x="0" y="28574"/>
                    </a:lnTo>
                    <a:lnTo>
                      <a:pt x="12383" y="0"/>
                    </a:lnTo>
                    <a:lnTo>
                      <a:pt x="42863" y="2857"/>
                    </a:lnTo>
                    <a:lnTo>
                      <a:pt x="82867" y="32384"/>
                    </a:lnTo>
                    <a:lnTo>
                      <a:pt x="111443" y="68580"/>
                    </a:lnTo>
                    <a:lnTo>
                      <a:pt x="129540" y="111442"/>
                    </a:lnTo>
                    <a:lnTo>
                      <a:pt x="137160" y="160972"/>
                    </a:lnTo>
                    <a:lnTo>
                      <a:pt x="124777" y="188594"/>
                    </a:lnTo>
                    <a:lnTo>
                      <a:pt x="94297" y="185737"/>
                    </a:lnTo>
                    <a:lnTo>
                      <a:pt x="54293" y="1562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laurelL-04-leaf31"/>
              <p:cNvSpPr/>
              <p:nvPr/>
            </p:nvSpPr>
            <p:spPr>
              <a:xfrm>
                <a:off x="21822728" y="12611100"/>
                <a:ext cx="213360" cy="98108"/>
              </a:xfrm>
              <a:custGeom>
                <a:avLst/>
                <a:gdLst/>
                <a:ahLst/>
                <a:cxnLst/>
                <a:rect l="l" t="t" r="r" b="b"/>
                <a:pathLst>
                  <a:path w="213360" h="98108">
                    <a:moveTo>
                      <a:pt x="110490" y="98108"/>
                    </a:moveTo>
                    <a:lnTo>
                      <a:pt x="65722" y="95250"/>
                    </a:lnTo>
                    <a:lnTo>
                      <a:pt x="19050" y="81915"/>
                    </a:lnTo>
                    <a:lnTo>
                      <a:pt x="0" y="59055"/>
                    </a:lnTo>
                    <a:lnTo>
                      <a:pt x="15240" y="32385"/>
                    </a:lnTo>
                    <a:lnTo>
                      <a:pt x="58102" y="10478"/>
                    </a:lnTo>
                    <a:lnTo>
                      <a:pt x="101917" y="0"/>
                    </a:lnTo>
                    <a:lnTo>
                      <a:pt x="147637" y="2858"/>
                    </a:lnTo>
                    <a:lnTo>
                      <a:pt x="193357" y="16192"/>
                    </a:lnTo>
                    <a:lnTo>
                      <a:pt x="213360" y="39052"/>
                    </a:lnTo>
                    <a:lnTo>
                      <a:pt x="198120" y="65722"/>
                    </a:lnTo>
                    <a:lnTo>
                      <a:pt x="155257" y="8763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laurelL-04-leaf3-1"/>
              <p:cNvSpPr/>
              <p:nvPr/>
            </p:nvSpPr>
            <p:spPr>
              <a:xfrm>
                <a:off x="21985605" y="12698730"/>
                <a:ext cx="109537" cy="201930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201930">
                    <a:moveTo>
                      <a:pt x="8573" y="117158"/>
                    </a:moveTo>
                    <a:lnTo>
                      <a:pt x="0" y="72390"/>
                    </a:lnTo>
                    <a:lnTo>
                      <a:pt x="1905" y="23812"/>
                    </a:lnTo>
                    <a:lnTo>
                      <a:pt x="20003" y="0"/>
                    </a:lnTo>
                    <a:lnTo>
                      <a:pt x="48577" y="7620"/>
                    </a:lnTo>
                    <a:lnTo>
                      <a:pt x="80010" y="44768"/>
                    </a:lnTo>
                    <a:lnTo>
                      <a:pt x="100965" y="84772"/>
                    </a:lnTo>
                    <a:lnTo>
                      <a:pt x="109537" y="129540"/>
                    </a:lnTo>
                    <a:lnTo>
                      <a:pt x="107633" y="177165"/>
                    </a:lnTo>
                    <a:lnTo>
                      <a:pt x="89535" y="201930"/>
                    </a:lnTo>
                    <a:lnTo>
                      <a:pt x="60960" y="193358"/>
                    </a:lnTo>
                    <a:lnTo>
                      <a:pt x="29527" y="15716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laurelL-04-leaf41"/>
              <p:cNvSpPr/>
              <p:nvPr/>
            </p:nvSpPr>
            <p:spPr>
              <a:xfrm>
                <a:off x="21711285" y="12710160"/>
                <a:ext cx="20764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7645" h="95250">
                    <a:moveTo>
                      <a:pt x="98107" y="95250"/>
                    </a:moveTo>
                    <a:lnTo>
                      <a:pt x="55245" y="82868"/>
                    </a:lnTo>
                    <a:lnTo>
                      <a:pt x="14287" y="60008"/>
                    </a:lnTo>
                    <a:lnTo>
                      <a:pt x="0" y="34290"/>
                    </a:lnTo>
                    <a:lnTo>
                      <a:pt x="20003" y="12382"/>
                    </a:lnTo>
                    <a:lnTo>
                      <a:pt x="65723" y="952"/>
                    </a:lnTo>
                    <a:lnTo>
                      <a:pt x="110490" y="0"/>
                    </a:lnTo>
                    <a:lnTo>
                      <a:pt x="152400" y="12382"/>
                    </a:lnTo>
                    <a:lnTo>
                      <a:pt x="194310" y="35242"/>
                    </a:lnTo>
                    <a:lnTo>
                      <a:pt x="207645" y="60960"/>
                    </a:lnTo>
                    <a:lnTo>
                      <a:pt x="187643" y="82868"/>
                    </a:lnTo>
                    <a:lnTo>
                      <a:pt x="141923" y="9429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laurelL-04-leaf4-1"/>
              <p:cNvSpPr/>
              <p:nvPr/>
            </p:nvSpPr>
            <p:spPr>
              <a:xfrm>
                <a:off x="21903690" y="12762548"/>
                <a:ext cx="95250" cy="2076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4">
                    <a:moveTo>
                      <a:pt x="0" y="109537"/>
                    </a:moveTo>
                    <a:lnTo>
                      <a:pt x="1905" y="64770"/>
                    </a:lnTo>
                    <a:lnTo>
                      <a:pt x="14288" y="19050"/>
                    </a:lnTo>
                    <a:lnTo>
                      <a:pt x="36195" y="0"/>
                    </a:lnTo>
                    <a:lnTo>
                      <a:pt x="61912" y="14287"/>
                    </a:lnTo>
                    <a:lnTo>
                      <a:pt x="83820" y="55244"/>
                    </a:lnTo>
                    <a:lnTo>
                      <a:pt x="95250" y="98107"/>
                    </a:lnTo>
                    <a:lnTo>
                      <a:pt x="94298" y="141922"/>
                    </a:lnTo>
                    <a:lnTo>
                      <a:pt x="81915" y="187642"/>
                    </a:lnTo>
                    <a:lnTo>
                      <a:pt x="60008" y="207644"/>
                    </a:lnTo>
                    <a:lnTo>
                      <a:pt x="34290" y="193357"/>
                    </a:lnTo>
                    <a:lnTo>
                      <a:pt x="11430" y="15144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laurelL-04-leaf51"/>
              <p:cNvSpPr/>
              <p:nvPr/>
            </p:nvSpPr>
            <p:spPr>
              <a:xfrm>
                <a:off x="21635085" y="12819698"/>
                <a:ext cx="19050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6680">
                    <a:moveTo>
                      <a:pt x="78105" y="97154"/>
                    </a:moveTo>
                    <a:lnTo>
                      <a:pt x="40957" y="76200"/>
                    </a:lnTo>
                    <a:lnTo>
                      <a:pt x="6667" y="44767"/>
                    </a:lnTo>
                    <a:lnTo>
                      <a:pt x="0" y="16192"/>
                    </a:lnTo>
                    <a:lnTo>
                      <a:pt x="23813" y="952"/>
                    </a:lnTo>
                    <a:lnTo>
                      <a:pt x="70485" y="0"/>
                    </a:lnTo>
                    <a:lnTo>
                      <a:pt x="112395" y="9524"/>
                    </a:lnTo>
                    <a:lnTo>
                      <a:pt x="149543" y="31432"/>
                    </a:lnTo>
                    <a:lnTo>
                      <a:pt x="183833" y="62864"/>
                    </a:lnTo>
                    <a:lnTo>
                      <a:pt x="190500" y="90487"/>
                    </a:lnTo>
                    <a:lnTo>
                      <a:pt x="166687" y="106680"/>
                    </a:lnTo>
                    <a:lnTo>
                      <a:pt x="120967" y="1066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laurelL-04-leaf5-1"/>
              <p:cNvSpPr/>
              <p:nvPr/>
            </p:nvSpPr>
            <p:spPr>
              <a:xfrm>
                <a:off x="21837015" y="12845415"/>
                <a:ext cx="93345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93345" h="202883">
                    <a:moveTo>
                      <a:pt x="0" y="96203"/>
                    </a:moveTo>
                    <a:lnTo>
                      <a:pt x="11430" y="54293"/>
                    </a:lnTo>
                    <a:lnTo>
                      <a:pt x="34290" y="13335"/>
                    </a:lnTo>
                    <a:lnTo>
                      <a:pt x="60007" y="0"/>
                    </a:lnTo>
                    <a:lnTo>
                      <a:pt x="80963" y="20003"/>
                    </a:lnTo>
                    <a:lnTo>
                      <a:pt x="92393" y="64770"/>
                    </a:lnTo>
                    <a:lnTo>
                      <a:pt x="93345" y="107633"/>
                    </a:lnTo>
                    <a:lnTo>
                      <a:pt x="81915" y="149543"/>
                    </a:lnTo>
                    <a:lnTo>
                      <a:pt x="59055" y="189547"/>
                    </a:lnTo>
                    <a:lnTo>
                      <a:pt x="33337" y="202883"/>
                    </a:lnTo>
                    <a:lnTo>
                      <a:pt x="12383" y="183833"/>
                    </a:lnTo>
                    <a:lnTo>
                      <a:pt x="953" y="13906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laurelL-04-leaf61"/>
              <p:cNvSpPr/>
              <p:nvPr/>
            </p:nvSpPr>
            <p:spPr>
              <a:xfrm>
                <a:off x="21597938" y="12933045"/>
                <a:ext cx="161924" cy="136207"/>
              </a:xfrm>
              <a:custGeom>
                <a:avLst/>
                <a:gdLst/>
                <a:ahLst/>
                <a:cxnLst/>
                <a:rect l="l" t="t" r="r" b="b"/>
                <a:pathLst>
                  <a:path w="161924" h="136207">
                    <a:moveTo>
                      <a:pt x="54292" y="104775"/>
                    </a:moveTo>
                    <a:lnTo>
                      <a:pt x="23812" y="75247"/>
                    </a:lnTo>
                    <a:lnTo>
                      <a:pt x="0" y="37147"/>
                    </a:lnTo>
                    <a:lnTo>
                      <a:pt x="952" y="9525"/>
                    </a:lnTo>
                    <a:lnTo>
                      <a:pt x="26670" y="0"/>
                    </a:lnTo>
                    <a:lnTo>
                      <a:pt x="70484" y="11430"/>
                    </a:lnTo>
                    <a:lnTo>
                      <a:pt x="107632" y="31433"/>
                    </a:lnTo>
                    <a:lnTo>
                      <a:pt x="138112" y="60960"/>
                    </a:lnTo>
                    <a:lnTo>
                      <a:pt x="161924" y="99060"/>
                    </a:lnTo>
                    <a:lnTo>
                      <a:pt x="160972" y="126683"/>
                    </a:lnTo>
                    <a:lnTo>
                      <a:pt x="134302" y="136207"/>
                    </a:lnTo>
                    <a:lnTo>
                      <a:pt x="91440" y="1247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laurelL-04-leaf6-1"/>
              <p:cNvSpPr/>
              <p:nvPr/>
            </p:nvSpPr>
            <p:spPr>
              <a:xfrm>
                <a:off x="21787485" y="12946380"/>
                <a:ext cx="105727" cy="183832"/>
              </a:xfrm>
              <a:custGeom>
                <a:avLst/>
                <a:gdLst/>
                <a:ahLst/>
                <a:cxnLst/>
                <a:rect l="l" t="t" r="r" b="b"/>
                <a:pathLst>
                  <a:path w="105727" h="183832">
                    <a:moveTo>
                      <a:pt x="10477" y="74295"/>
                    </a:moveTo>
                    <a:lnTo>
                      <a:pt x="32385" y="38100"/>
                    </a:lnTo>
                    <a:lnTo>
                      <a:pt x="63817" y="5715"/>
                    </a:lnTo>
                    <a:lnTo>
                      <a:pt x="90487" y="0"/>
                    </a:lnTo>
                    <a:lnTo>
                      <a:pt x="105727" y="22860"/>
                    </a:lnTo>
                    <a:lnTo>
                      <a:pt x="105727" y="68580"/>
                    </a:lnTo>
                    <a:lnTo>
                      <a:pt x="95250" y="108585"/>
                    </a:lnTo>
                    <a:lnTo>
                      <a:pt x="74295" y="145732"/>
                    </a:lnTo>
                    <a:lnTo>
                      <a:pt x="42863" y="178118"/>
                    </a:lnTo>
                    <a:lnTo>
                      <a:pt x="15240" y="183832"/>
                    </a:lnTo>
                    <a:lnTo>
                      <a:pt x="0" y="160020"/>
                    </a:lnTo>
                    <a:lnTo>
                      <a:pt x="953" y="1152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laurelL-04-leaf71"/>
              <p:cNvSpPr/>
              <p:nvPr/>
            </p:nvSpPr>
            <p:spPr>
              <a:xfrm>
                <a:off x="21595080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105728"/>
                    </a:moveTo>
                    <a:lnTo>
                      <a:pt x="12382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2" y="0"/>
                    </a:lnTo>
                    <a:lnTo>
                      <a:pt x="73342" y="21908"/>
                    </a:lnTo>
                    <a:lnTo>
                      <a:pt x="102870" y="50482"/>
                    </a:lnTo>
                    <a:lnTo>
                      <a:pt x="122872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2" y="156210"/>
                    </a:lnTo>
                    <a:lnTo>
                      <a:pt x="61912" y="1343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laurelL-04-leaf7-1"/>
              <p:cNvSpPr/>
              <p:nvPr/>
            </p:nvSpPr>
            <p:spPr>
              <a:xfrm>
                <a:off x="21757005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32385" y="50482"/>
                    </a:moveTo>
                    <a:lnTo>
                      <a:pt x="61913" y="21908"/>
                    </a:lnTo>
                    <a:lnTo>
                      <a:pt x="100013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3" y="69532"/>
                    </a:lnTo>
                    <a:lnTo>
                      <a:pt x="102870" y="105728"/>
                    </a:lnTo>
                    <a:lnTo>
                      <a:pt x="73343" y="134302"/>
                    </a:lnTo>
                    <a:lnTo>
                      <a:pt x="35243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3" y="866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laurelL-04-leaf81"/>
              <p:cNvSpPr/>
              <p:nvPr/>
            </p:nvSpPr>
            <p:spPr>
              <a:xfrm>
                <a:off x="21632228" y="13179742"/>
                <a:ext cx="100964" cy="176213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76213">
                    <a:moveTo>
                      <a:pt x="10477" y="104776"/>
                    </a:moveTo>
                    <a:lnTo>
                      <a:pt x="952" y="65723"/>
                    </a:lnTo>
                    <a:lnTo>
                      <a:pt x="0" y="22860"/>
                    </a:lnTo>
                    <a:lnTo>
                      <a:pt x="14287" y="0"/>
                    </a:lnTo>
                    <a:lnTo>
                      <a:pt x="40957" y="6668"/>
                    </a:lnTo>
                    <a:lnTo>
                      <a:pt x="70484" y="37148"/>
                    </a:lnTo>
                    <a:lnTo>
                      <a:pt x="90487" y="71438"/>
                    </a:lnTo>
                    <a:lnTo>
                      <a:pt x="100012" y="110490"/>
                    </a:lnTo>
                    <a:lnTo>
                      <a:pt x="100964" y="153353"/>
                    </a:lnTo>
                    <a:lnTo>
                      <a:pt x="86677" y="176213"/>
                    </a:lnTo>
                    <a:lnTo>
                      <a:pt x="60960" y="169546"/>
                    </a:lnTo>
                    <a:lnTo>
                      <a:pt x="30480" y="13906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laurelL-04-leaf8-1"/>
              <p:cNvSpPr/>
              <p:nvPr/>
            </p:nvSpPr>
            <p:spPr>
              <a:xfrm>
                <a:off x="21759862" y="13168312"/>
                <a:ext cx="153353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53353" h="128588">
                    <a:moveTo>
                      <a:pt x="51436" y="29528"/>
                    </a:moveTo>
                    <a:lnTo>
                      <a:pt x="86678" y="10478"/>
                    </a:lnTo>
                    <a:lnTo>
                      <a:pt x="127636" y="0"/>
                    </a:lnTo>
                    <a:lnTo>
                      <a:pt x="153353" y="8573"/>
                    </a:lnTo>
                    <a:lnTo>
                      <a:pt x="153353" y="35243"/>
                    </a:lnTo>
                    <a:lnTo>
                      <a:pt x="131446" y="71438"/>
                    </a:lnTo>
                    <a:lnTo>
                      <a:pt x="102870" y="99060"/>
                    </a:lnTo>
                    <a:lnTo>
                      <a:pt x="66676" y="118110"/>
                    </a:lnTo>
                    <a:lnTo>
                      <a:pt x="25718" y="128588"/>
                    </a:lnTo>
                    <a:lnTo>
                      <a:pt x="0" y="120016"/>
                    </a:lnTo>
                    <a:lnTo>
                      <a:pt x="0" y="94298"/>
                    </a:lnTo>
                    <a:lnTo>
                      <a:pt x="22860" y="5715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laurelL-04-leaf91"/>
              <p:cNvSpPr/>
              <p:nvPr/>
            </p:nvSpPr>
            <p:spPr>
              <a:xfrm>
                <a:off x="21696045" y="13301662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0" y="97156"/>
                    </a:moveTo>
                    <a:lnTo>
                      <a:pt x="953" y="58103"/>
                    </a:lnTo>
                    <a:lnTo>
                      <a:pt x="11430" y="17146"/>
                    </a:lnTo>
                    <a:lnTo>
                      <a:pt x="30480" y="0"/>
                    </a:lnTo>
                    <a:lnTo>
                      <a:pt x="53340" y="12383"/>
                    </a:lnTo>
                    <a:lnTo>
                      <a:pt x="73343" y="48578"/>
                    </a:lnTo>
                    <a:lnTo>
                      <a:pt x="83820" y="85726"/>
                    </a:lnTo>
                    <a:lnTo>
                      <a:pt x="82867" y="124778"/>
                    </a:lnTo>
                    <a:lnTo>
                      <a:pt x="72390" y="165736"/>
                    </a:lnTo>
                    <a:lnTo>
                      <a:pt x="53340" y="182880"/>
                    </a:lnTo>
                    <a:lnTo>
                      <a:pt x="30480" y="170498"/>
                    </a:lnTo>
                    <a:lnTo>
                      <a:pt x="10477" y="13430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laurelL-04-leaf9-1"/>
              <p:cNvSpPr/>
              <p:nvPr/>
            </p:nvSpPr>
            <p:spPr>
              <a:xfrm>
                <a:off x="21790342" y="13277850"/>
                <a:ext cx="172403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72403" h="97155">
                    <a:moveTo>
                      <a:pt x="70486" y="9525"/>
                    </a:moveTo>
                    <a:lnTo>
                      <a:pt x="108586" y="0"/>
                    </a:lnTo>
                    <a:lnTo>
                      <a:pt x="150496" y="952"/>
                    </a:lnTo>
                    <a:lnTo>
                      <a:pt x="172403" y="15240"/>
                    </a:lnTo>
                    <a:lnTo>
                      <a:pt x="165736" y="40005"/>
                    </a:lnTo>
                    <a:lnTo>
                      <a:pt x="135256" y="68580"/>
                    </a:lnTo>
                    <a:lnTo>
                      <a:pt x="100966" y="87630"/>
                    </a:lnTo>
                    <a:lnTo>
                      <a:pt x="62866" y="97155"/>
                    </a:lnTo>
                    <a:lnTo>
                      <a:pt x="21908" y="96202"/>
                    </a:lnTo>
                    <a:lnTo>
                      <a:pt x="0" y="81915"/>
                    </a:lnTo>
                    <a:lnTo>
                      <a:pt x="5716" y="57150"/>
                    </a:lnTo>
                    <a:lnTo>
                      <a:pt x="37148" y="2857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laurelL-04-leaf101"/>
              <p:cNvSpPr/>
              <p:nvPr/>
            </p:nvSpPr>
            <p:spPr>
              <a:xfrm>
                <a:off x="21783675" y="13415962"/>
                <a:ext cx="81915" cy="178118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78118">
                    <a:moveTo>
                      <a:pt x="0" y="83820"/>
                    </a:moveTo>
                    <a:lnTo>
                      <a:pt x="10477" y="47626"/>
                    </a:lnTo>
                    <a:lnTo>
                      <a:pt x="29527" y="11430"/>
                    </a:lnTo>
                    <a:lnTo>
                      <a:pt x="51435" y="0"/>
                    </a:lnTo>
                    <a:lnTo>
                      <a:pt x="70485" y="16193"/>
                    </a:lnTo>
                    <a:lnTo>
                      <a:pt x="80963" y="55246"/>
                    </a:lnTo>
                    <a:lnTo>
                      <a:pt x="81915" y="93346"/>
                    </a:lnTo>
                    <a:lnTo>
                      <a:pt x="72390" y="130493"/>
                    </a:lnTo>
                    <a:lnTo>
                      <a:pt x="53340" y="165736"/>
                    </a:lnTo>
                    <a:lnTo>
                      <a:pt x="30480" y="178118"/>
                    </a:lnTo>
                    <a:lnTo>
                      <a:pt x="12383" y="160973"/>
                    </a:lnTo>
                    <a:lnTo>
                      <a:pt x="953" y="12192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laurelL-04-leaf10-1"/>
              <p:cNvSpPr/>
              <p:nvPr/>
            </p:nvSpPr>
            <p:spPr>
              <a:xfrm>
                <a:off x="21853208" y="13370242"/>
                <a:ext cx="178117" cy="81916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6">
                    <a:moveTo>
                      <a:pt x="82867" y="0"/>
                    </a:moveTo>
                    <a:lnTo>
                      <a:pt x="120967" y="953"/>
                    </a:lnTo>
                    <a:lnTo>
                      <a:pt x="160972" y="11430"/>
                    </a:lnTo>
                    <a:lnTo>
                      <a:pt x="178117" y="29528"/>
                    </a:lnTo>
                    <a:lnTo>
                      <a:pt x="165734" y="51436"/>
                    </a:lnTo>
                    <a:lnTo>
                      <a:pt x="130492" y="71438"/>
                    </a:lnTo>
                    <a:lnTo>
                      <a:pt x="94297" y="81916"/>
                    </a:lnTo>
                    <a:lnTo>
                      <a:pt x="56197" y="80963"/>
                    </a:lnTo>
                    <a:lnTo>
                      <a:pt x="16192" y="71438"/>
                    </a:lnTo>
                    <a:lnTo>
                      <a:pt x="0" y="52388"/>
                    </a:lnTo>
                    <a:lnTo>
                      <a:pt x="11430" y="30480"/>
                    </a:lnTo>
                    <a:lnTo>
                      <a:pt x="46672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laurelL-04-leaf111"/>
              <p:cNvSpPr/>
              <p:nvPr/>
            </p:nvSpPr>
            <p:spPr>
              <a:xfrm>
                <a:off x="21894165" y="13514070"/>
                <a:ext cx="89535" cy="165735"/>
              </a:xfrm>
              <a:custGeom>
                <a:avLst/>
                <a:gdLst/>
                <a:ahLst/>
                <a:cxnLst/>
                <a:rect l="l" t="t" r="r" b="b"/>
                <a:pathLst>
                  <a:path w="89535" h="165735">
                    <a:moveTo>
                      <a:pt x="7620" y="69532"/>
                    </a:moveTo>
                    <a:lnTo>
                      <a:pt x="24765" y="37148"/>
                    </a:lnTo>
                    <a:lnTo>
                      <a:pt x="50483" y="6668"/>
                    </a:lnTo>
                    <a:lnTo>
                      <a:pt x="73343" y="0"/>
                    </a:lnTo>
                    <a:lnTo>
                      <a:pt x="87630" y="20002"/>
                    </a:lnTo>
                    <a:lnTo>
                      <a:pt x="89535" y="60008"/>
                    </a:lnTo>
                    <a:lnTo>
                      <a:pt x="82867" y="96202"/>
                    </a:lnTo>
                    <a:lnTo>
                      <a:pt x="65723" y="128588"/>
                    </a:lnTo>
                    <a:lnTo>
                      <a:pt x="40005" y="159068"/>
                    </a:lnTo>
                    <a:lnTo>
                      <a:pt x="16193" y="165735"/>
                    </a:lnTo>
                    <a:lnTo>
                      <a:pt x="1905" y="145732"/>
                    </a:lnTo>
                    <a:lnTo>
                      <a:pt x="0" y="10572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laurelL-04-leaf11-1"/>
              <p:cNvSpPr/>
              <p:nvPr/>
            </p:nvSpPr>
            <p:spPr>
              <a:xfrm>
                <a:off x="21942742" y="13443585"/>
                <a:ext cx="174308" cy="79057"/>
              </a:xfrm>
              <a:custGeom>
                <a:avLst/>
                <a:gdLst/>
                <a:ahLst/>
                <a:cxnLst/>
                <a:rect l="l" t="t" r="r" b="b"/>
                <a:pathLst>
                  <a:path w="174308" h="79057">
                    <a:moveTo>
                      <a:pt x="90488" y="0"/>
                    </a:moveTo>
                    <a:lnTo>
                      <a:pt x="126683" y="8573"/>
                    </a:lnTo>
                    <a:lnTo>
                      <a:pt x="161926" y="26670"/>
                    </a:lnTo>
                    <a:lnTo>
                      <a:pt x="174308" y="47625"/>
                    </a:lnTo>
                    <a:lnTo>
                      <a:pt x="158116" y="65723"/>
                    </a:lnTo>
                    <a:lnTo>
                      <a:pt x="120968" y="77153"/>
                    </a:lnTo>
                    <a:lnTo>
                      <a:pt x="83820" y="79057"/>
                    </a:lnTo>
                    <a:lnTo>
                      <a:pt x="47626" y="70485"/>
                    </a:lnTo>
                    <a:lnTo>
                      <a:pt x="12383" y="53340"/>
                    </a:lnTo>
                    <a:lnTo>
                      <a:pt x="0" y="31433"/>
                    </a:lnTo>
                    <a:lnTo>
                      <a:pt x="16193" y="13335"/>
                    </a:lnTo>
                    <a:lnTo>
                      <a:pt x="54293" y="190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laurelL-04-leaf121"/>
              <p:cNvSpPr/>
              <p:nvPr/>
            </p:nvSpPr>
            <p:spPr>
              <a:xfrm>
                <a:off x="22021800" y="13592175"/>
                <a:ext cx="106680" cy="146685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146685">
                    <a:moveTo>
                      <a:pt x="20002" y="53340"/>
                    </a:moveTo>
                    <a:lnTo>
                      <a:pt x="42862" y="25717"/>
                    </a:lnTo>
                    <a:lnTo>
                      <a:pt x="73342" y="1905"/>
                    </a:lnTo>
                    <a:lnTo>
                      <a:pt x="97155" y="0"/>
                    </a:lnTo>
                    <a:lnTo>
                      <a:pt x="106680" y="21907"/>
                    </a:lnTo>
                    <a:lnTo>
                      <a:pt x="100965" y="60007"/>
                    </a:lnTo>
                    <a:lnTo>
                      <a:pt x="86678" y="93345"/>
                    </a:lnTo>
                    <a:lnTo>
                      <a:pt x="64770" y="120967"/>
                    </a:lnTo>
                    <a:lnTo>
                      <a:pt x="34290" y="144780"/>
                    </a:lnTo>
                    <a:lnTo>
                      <a:pt x="10478" y="146685"/>
                    </a:lnTo>
                    <a:lnTo>
                      <a:pt x="0" y="124777"/>
                    </a:lnTo>
                    <a:lnTo>
                      <a:pt x="6668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laurelL-04-leaf12-1"/>
              <p:cNvSpPr/>
              <p:nvPr/>
            </p:nvSpPr>
            <p:spPr>
              <a:xfrm>
                <a:off x="22055138" y="13495972"/>
                <a:ext cx="162877" cy="84773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84773">
                    <a:moveTo>
                      <a:pt x="92392" y="4763"/>
                    </a:moveTo>
                    <a:lnTo>
                      <a:pt x="125730" y="20003"/>
                    </a:lnTo>
                    <a:lnTo>
                      <a:pt x="155257" y="43816"/>
                    </a:lnTo>
                    <a:lnTo>
                      <a:pt x="162877" y="66676"/>
                    </a:lnTo>
                    <a:lnTo>
                      <a:pt x="143827" y="80963"/>
                    </a:lnTo>
                    <a:lnTo>
                      <a:pt x="105727" y="84773"/>
                    </a:lnTo>
                    <a:lnTo>
                      <a:pt x="70484" y="79058"/>
                    </a:lnTo>
                    <a:lnTo>
                      <a:pt x="38100" y="63818"/>
                    </a:lnTo>
                    <a:lnTo>
                      <a:pt x="7620" y="40006"/>
                    </a:lnTo>
                    <a:lnTo>
                      <a:pt x="0" y="18098"/>
                    </a:lnTo>
                    <a:lnTo>
                      <a:pt x="19050" y="2858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laurelL-04-leaf131"/>
              <p:cNvSpPr/>
              <p:nvPr/>
            </p:nvSpPr>
            <p:spPr>
              <a:xfrm>
                <a:off x="22165628" y="13642658"/>
                <a:ext cx="120014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20014" h="128587">
                    <a:moveTo>
                      <a:pt x="32384" y="39052"/>
                    </a:moveTo>
                    <a:lnTo>
                      <a:pt x="59054" y="17144"/>
                    </a:lnTo>
                    <a:lnTo>
                      <a:pt x="92392" y="0"/>
                    </a:lnTo>
                    <a:lnTo>
                      <a:pt x="115252" y="2857"/>
                    </a:lnTo>
                    <a:lnTo>
                      <a:pt x="120014" y="24764"/>
                    </a:lnTo>
                    <a:lnTo>
                      <a:pt x="107632" y="60007"/>
                    </a:lnTo>
                    <a:lnTo>
                      <a:pt x="88582" y="89534"/>
                    </a:lnTo>
                    <a:lnTo>
                      <a:pt x="61912" y="112394"/>
                    </a:lnTo>
                    <a:lnTo>
                      <a:pt x="28574" y="128587"/>
                    </a:lnTo>
                    <a:lnTo>
                      <a:pt x="5714" y="126682"/>
                    </a:lnTo>
                    <a:lnTo>
                      <a:pt x="0" y="103822"/>
                    </a:lnTo>
                    <a:lnTo>
                      <a:pt x="13334" y="685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laurelL-04-leaf13-1"/>
              <p:cNvSpPr/>
              <p:nvPr/>
            </p:nvSpPr>
            <p:spPr>
              <a:xfrm>
                <a:off x="22183725" y="13524548"/>
                <a:ext cx="145733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145733" h="97154">
                    <a:moveTo>
                      <a:pt x="90487" y="15240"/>
                    </a:moveTo>
                    <a:lnTo>
                      <a:pt x="119063" y="35242"/>
                    </a:lnTo>
                    <a:lnTo>
                      <a:pt x="142875" y="63817"/>
                    </a:lnTo>
                    <a:lnTo>
                      <a:pt x="145733" y="86677"/>
                    </a:lnTo>
                    <a:lnTo>
                      <a:pt x="125730" y="97154"/>
                    </a:lnTo>
                    <a:lnTo>
                      <a:pt x="88583" y="93344"/>
                    </a:lnTo>
                    <a:lnTo>
                      <a:pt x="55245" y="81914"/>
                    </a:lnTo>
                    <a:lnTo>
                      <a:pt x="26670" y="61912"/>
                    </a:lnTo>
                    <a:lnTo>
                      <a:pt x="2857" y="33337"/>
                    </a:lnTo>
                    <a:lnTo>
                      <a:pt x="0" y="10477"/>
                    </a:lnTo>
                    <a:lnTo>
                      <a:pt x="20003" y="0"/>
                    </a:lnTo>
                    <a:lnTo>
                      <a:pt x="57150" y="381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laurelL-04-leaf141"/>
              <p:cNvSpPr/>
              <p:nvPr/>
            </p:nvSpPr>
            <p:spPr>
              <a:xfrm>
                <a:off x="22319932" y="136636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laurelL-04-leaf14-1"/>
              <p:cNvSpPr/>
              <p:nvPr/>
            </p:nvSpPr>
            <p:spPr>
              <a:xfrm>
                <a:off x="22319932" y="13530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4" name="laurelR-04"/>
            <p:cNvGrpSpPr/>
            <p:nvPr/>
          </p:nvGrpSpPr>
          <p:grpSpPr>
            <a:xfrm>
              <a:off x="26997660" y="12441555"/>
              <a:ext cx="872490" cy="1334453"/>
              <a:chOff x="26997660" y="12441555"/>
              <a:chExt cx="872490" cy="1334453"/>
            </a:xfrm>
          </p:grpSpPr>
          <p:sp>
            <p:nvSpPr>
              <p:cNvPr id="255" name="laurelR-04-stem"/>
              <p:cNvSpPr/>
              <p:nvPr/>
            </p:nvSpPr>
            <p:spPr>
              <a:xfrm>
                <a:off x="27089100" y="12616815"/>
                <a:ext cx="632460" cy="1036320"/>
              </a:xfrm>
              <a:custGeom>
                <a:avLst/>
                <a:gdLst/>
                <a:ahLst/>
                <a:cxnLst/>
                <a:rect l="l" t="t" r="r" b="b"/>
                <a:pathLst>
                  <a:path w="632460" h="1036320">
                    <a:moveTo>
                      <a:pt x="0" y="0"/>
                    </a:moveTo>
                    <a:lnTo>
                      <a:pt x="140970" y="13335"/>
                    </a:lnTo>
                    <a:lnTo>
                      <a:pt x="274320" y="51435"/>
                    </a:lnTo>
                    <a:lnTo>
                      <a:pt x="394335" y="113347"/>
                    </a:lnTo>
                    <a:lnTo>
                      <a:pt x="494348" y="195263"/>
                    </a:lnTo>
                    <a:lnTo>
                      <a:pt x="569595" y="293370"/>
                    </a:lnTo>
                    <a:lnTo>
                      <a:pt x="616268" y="402907"/>
                    </a:lnTo>
                    <a:lnTo>
                      <a:pt x="632460" y="518160"/>
                    </a:lnTo>
                    <a:lnTo>
                      <a:pt x="616268" y="633413"/>
                    </a:lnTo>
                    <a:lnTo>
                      <a:pt x="569595" y="742950"/>
                    </a:lnTo>
                    <a:lnTo>
                      <a:pt x="494348" y="841057"/>
                    </a:lnTo>
                    <a:lnTo>
                      <a:pt x="394335" y="922973"/>
                    </a:lnTo>
                    <a:lnTo>
                      <a:pt x="274320" y="984885"/>
                    </a:lnTo>
                    <a:lnTo>
                      <a:pt x="140970" y="1022985"/>
                    </a:lnTo>
                    <a:lnTo>
                      <a:pt x="0" y="1036320"/>
                    </a:lnTo>
                  </a:path>
                </a:pathLst>
              </a:custGeom>
              <a:noFill/>
              <a:ln w="57150">
                <a:solidFill>
                  <a:srgbClr val="0000C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laurelR-04-leaf01"/>
              <p:cNvSpPr/>
              <p:nvPr/>
            </p:nvSpPr>
            <p:spPr>
              <a:xfrm>
                <a:off x="26997660" y="124415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123825" y="120967"/>
                    </a:moveTo>
                    <a:lnTo>
                      <a:pt x="81915" y="144780"/>
                    </a:lnTo>
                    <a:lnTo>
                      <a:pt x="32385" y="160020"/>
                    </a:lnTo>
                    <a:lnTo>
                      <a:pt x="952" y="150495"/>
                    </a:lnTo>
                    <a:lnTo>
                      <a:pt x="0" y="118110"/>
                    </a:lnTo>
                    <a:lnTo>
                      <a:pt x="25718" y="73343"/>
                    </a:lnTo>
                    <a:lnTo>
                      <a:pt x="59055" y="39053"/>
                    </a:lnTo>
                    <a:lnTo>
                      <a:pt x="100965" y="15240"/>
                    </a:lnTo>
                    <a:lnTo>
                      <a:pt x="150495" y="0"/>
                    </a:lnTo>
                    <a:lnTo>
                      <a:pt x="181928" y="9525"/>
                    </a:lnTo>
                    <a:lnTo>
                      <a:pt x="182880" y="41910"/>
                    </a:lnTo>
                    <a:lnTo>
                      <a:pt x="157162" y="866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laurelR-04-leaf0-1"/>
              <p:cNvSpPr/>
              <p:nvPr/>
            </p:nvSpPr>
            <p:spPr>
              <a:xfrm>
                <a:off x="26997660" y="12632055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59055" y="120967"/>
                    </a:moveTo>
                    <a:lnTo>
                      <a:pt x="25718" y="86677"/>
                    </a:lnTo>
                    <a:lnTo>
                      <a:pt x="0" y="41910"/>
                    </a:lnTo>
                    <a:lnTo>
                      <a:pt x="952" y="9525"/>
                    </a:lnTo>
                    <a:lnTo>
                      <a:pt x="32385" y="0"/>
                    </a:lnTo>
                    <a:lnTo>
                      <a:pt x="81915" y="15240"/>
                    </a:lnTo>
                    <a:lnTo>
                      <a:pt x="123825" y="39053"/>
                    </a:lnTo>
                    <a:lnTo>
                      <a:pt x="157162" y="73343"/>
                    </a:lnTo>
                    <a:lnTo>
                      <a:pt x="182880" y="118110"/>
                    </a:lnTo>
                    <a:lnTo>
                      <a:pt x="181928" y="150495"/>
                    </a:lnTo>
                    <a:lnTo>
                      <a:pt x="150495" y="160020"/>
                    </a:lnTo>
                    <a:lnTo>
                      <a:pt x="100965" y="14478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laurelR-04-leaf11"/>
              <p:cNvSpPr/>
              <p:nvPr/>
            </p:nvSpPr>
            <p:spPr>
              <a:xfrm>
                <a:off x="27169110" y="12452032"/>
                <a:ext cx="162878" cy="174308"/>
              </a:xfrm>
              <a:custGeom>
                <a:avLst/>
                <a:gdLst/>
                <a:ahLst/>
                <a:cxnLst/>
                <a:rect l="l" t="t" r="r" b="b"/>
                <a:pathLst>
                  <a:path w="162878" h="174308">
                    <a:moveTo>
                      <a:pt x="120015" y="120968"/>
                    </a:moveTo>
                    <a:lnTo>
                      <a:pt x="83820" y="151448"/>
                    </a:lnTo>
                    <a:lnTo>
                      <a:pt x="39052" y="174308"/>
                    </a:lnTo>
                    <a:lnTo>
                      <a:pt x="7620" y="170498"/>
                    </a:lnTo>
                    <a:lnTo>
                      <a:pt x="0" y="140018"/>
                    </a:lnTo>
                    <a:lnTo>
                      <a:pt x="17145" y="92393"/>
                    </a:lnTo>
                    <a:lnTo>
                      <a:pt x="42862" y="53340"/>
                    </a:lnTo>
                    <a:lnTo>
                      <a:pt x="79058" y="22860"/>
                    </a:lnTo>
                    <a:lnTo>
                      <a:pt x="124778" y="0"/>
                    </a:lnTo>
                    <a:lnTo>
                      <a:pt x="155258" y="2858"/>
                    </a:lnTo>
                    <a:lnTo>
                      <a:pt x="162878" y="33338"/>
                    </a:lnTo>
                    <a:lnTo>
                      <a:pt x="145732" y="8096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laurelR-04-leaf1-1"/>
              <p:cNvSpPr/>
              <p:nvPr/>
            </p:nvSpPr>
            <p:spPr>
              <a:xfrm>
                <a:off x="27110055" y="12654915"/>
                <a:ext cx="198120" cy="131445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31445">
                    <a:moveTo>
                      <a:pt x="75247" y="111443"/>
                    </a:moveTo>
                    <a:lnTo>
                      <a:pt x="37147" y="83820"/>
                    </a:lnTo>
                    <a:lnTo>
                      <a:pt x="3810" y="45720"/>
                    </a:lnTo>
                    <a:lnTo>
                      <a:pt x="0" y="14287"/>
                    </a:lnTo>
                    <a:lnTo>
                      <a:pt x="27623" y="0"/>
                    </a:lnTo>
                    <a:lnTo>
                      <a:pt x="78105" y="4763"/>
                    </a:lnTo>
                    <a:lnTo>
                      <a:pt x="122873" y="20003"/>
                    </a:lnTo>
                    <a:lnTo>
                      <a:pt x="160973" y="47625"/>
                    </a:lnTo>
                    <a:lnTo>
                      <a:pt x="194310" y="86677"/>
                    </a:lnTo>
                    <a:lnTo>
                      <a:pt x="198120" y="117157"/>
                    </a:lnTo>
                    <a:lnTo>
                      <a:pt x="170497" y="131445"/>
                    </a:lnTo>
                    <a:lnTo>
                      <a:pt x="120015" y="12668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laurelR-04-leaf21"/>
              <p:cNvSpPr/>
              <p:nvPr/>
            </p:nvSpPr>
            <p:spPr>
              <a:xfrm>
                <a:off x="27334845" y="12492038"/>
                <a:ext cx="136207" cy="188594"/>
              </a:xfrm>
              <a:custGeom>
                <a:avLst/>
                <a:gdLst/>
                <a:ahLst/>
                <a:cxnLst/>
                <a:rect l="l" t="t" r="r" b="b"/>
                <a:pathLst>
                  <a:path w="136207" h="188594">
                    <a:moveTo>
                      <a:pt x="111443" y="119062"/>
                    </a:moveTo>
                    <a:lnTo>
                      <a:pt x="82867" y="155257"/>
                    </a:lnTo>
                    <a:lnTo>
                      <a:pt x="42863" y="185737"/>
                    </a:lnTo>
                    <a:lnTo>
                      <a:pt x="12383" y="188594"/>
                    </a:lnTo>
                    <a:lnTo>
                      <a:pt x="0" y="160020"/>
                    </a:lnTo>
                    <a:lnTo>
                      <a:pt x="7620" y="111442"/>
                    </a:lnTo>
                    <a:lnTo>
                      <a:pt x="24765" y="68580"/>
                    </a:lnTo>
                    <a:lnTo>
                      <a:pt x="54293" y="32384"/>
                    </a:lnTo>
                    <a:lnTo>
                      <a:pt x="93345" y="1904"/>
                    </a:lnTo>
                    <a:lnTo>
                      <a:pt x="123825" y="0"/>
                    </a:lnTo>
                    <a:lnTo>
                      <a:pt x="136207" y="27622"/>
                    </a:lnTo>
                    <a:lnTo>
                      <a:pt x="128587" y="762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laurelR-04-leaf2-1"/>
              <p:cNvSpPr/>
              <p:nvPr/>
            </p:nvSpPr>
            <p:spPr>
              <a:xfrm>
                <a:off x="27218640" y="12695872"/>
                <a:ext cx="210502" cy="108586"/>
              </a:xfrm>
              <a:custGeom>
                <a:avLst/>
                <a:gdLst/>
                <a:ahLst/>
                <a:cxnLst/>
                <a:rect l="l" t="t" r="r" b="b"/>
                <a:pathLst>
                  <a:path w="210502" h="108586">
                    <a:moveTo>
                      <a:pt x="91440" y="102870"/>
                    </a:moveTo>
                    <a:lnTo>
                      <a:pt x="49530" y="82868"/>
                    </a:lnTo>
                    <a:lnTo>
                      <a:pt x="10478" y="52388"/>
                    </a:lnTo>
                    <a:lnTo>
                      <a:pt x="0" y="23813"/>
                    </a:lnTo>
                    <a:lnTo>
                      <a:pt x="24765" y="4763"/>
                    </a:lnTo>
                    <a:lnTo>
                      <a:pt x="73342" y="0"/>
                    </a:lnTo>
                    <a:lnTo>
                      <a:pt x="119062" y="6668"/>
                    </a:lnTo>
                    <a:lnTo>
                      <a:pt x="161925" y="25718"/>
                    </a:lnTo>
                    <a:lnTo>
                      <a:pt x="200025" y="56198"/>
                    </a:lnTo>
                    <a:lnTo>
                      <a:pt x="210502" y="85726"/>
                    </a:lnTo>
                    <a:lnTo>
                      <a:pt x="186690" y="104776"/>
                    </a:lnTo>
                    <a:lnTo>
                      <a:pt x="137160" y="10858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laurelR-04-leaf31"/>
              <p:cNvSpPr/>
              <p:nvPr/>
            </p:nvSpPr>
            <p:spPr>
              <a:xfrm>
                <a:off x="27484388" y="12558712"/>
                <a:ext cx="109537" cy="202883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202883">
                    <a:moveTo>
                      <a:pt x="100964" y="117158"/>
                    </a:moveTo>
                    <a:lnTo>
                      <a:pt x="80010" y="157163"/>
                    </a:lnTo>
                    <a:lnTo>
                      <a:pt x="48577" y="194310"/>
                    </a:lnTo>
                    <a:lnTo>
                      <a:pt x="20002" y="202883"/>
                    </a:lnTo>
                    <a:lnTo>
                      <a:pt x="2857" y="178118"/>
                    </a:lnTo>
                    <a:lnTo>
                      <a:pt x="0" y="130493"/>
                    </a:lnTo>
                    <a:lnTo>
                      <a:pt x="8572" y="85726"/>
                    </a:lnTo>
                    <a:lnTo>
                      <a:pt x="28574" y="45720"/>
                    </a:lnTo>
                    <a:lnTo>
                      <a:pt x="60007" y="8573"/>
                    </a:lnTo>
                    <a:lnTo>
                      <a:pt x="89534" y="0"/>
                    </a:lnTo>
                    <a:lnTo>
                      <a:pt x="106680" y="24766"/>
                    </a:lnTo>
                    <a:lnTo>
                      <a:pt x="109537" y="7239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laurelR-04-leaf3-1"/>
              <p:cNvSpPr/>
              <p:nvPr/>
            </p:nvSpPr>
            <p:spPr>
              <a:xfrm>
                <a:off x="27321510" y="12751118"/>
                <a:ext cx="213360" cy="97154"/>
              </a:xfrm>
              <a:custGeom>
                <a:avLst/>
                <a:gdLst/>
                <a:ahLst/>
                <a:cxnLst/>
                <a:rect l="l" t="t" r="r" b="b"/>
                <a:pathLst>
                  <a:path w="213360" h="97154">
                    <a:moveTo>
                      <a:pt x="101918" y="97154"/>
                    </a:moveTo>
                    <a:lnTo>
                      <a:pt x="58102" y="86677"/>
                    </a:lnTo>
                    <a:lnTo>
                      <a:pt x="15240" y="65722"/>
                    </a:lnTo>
                    <a:lnTo>
                      <a:pt x="0" y="39052"/>
                    </a:lnTo>
                    <a:lnTo>
                      <a:pt x="19050" y="16192"/>
                    </a:lnTo>
                    <a:lnTo>
                      <a:pt x="65722" y="1904"/>
                    </a:lnTo>
                    <a:lnTo>
                      <a:pt x="110490" y="0"/>
                    </a:lnTo>
                    <a:lnTo>
                      <a:pt x="154305" y="9524"/>
                    </a:lnTo>
                    <a:lnTo>
                      <a:pt x="198120" y="31432"/>
                    </a:lnTo>
                    <a:lnTo>
                      <a:pt x="213360" y="57150"/>
                    </a:lnTo>
                    <a:lnTo>
                      <a:pt x="193358" y="80010"/>
                    </a:lnTo>
                    <a:lnTo>
                      <a:pt x="147638" y="9429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laurelR-04-leaf41"/>
              <p:cNvSpPr/>
              <p:nvPr/>
            </p:nvSpPr>
            <p:spPr>
              <a:xfrm>
                <a:off x="27604402" y="12653962"/>
                <a:ext cx="95250" cy="207646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07646">
                    <a:moveTo>
                      <a:pt x="95250" y="108586"/>
                    </a:moveTo>
                    <a:lnTo>
                      <a:pt x="83820" y="151448"/>
                    </a:lnTo>
                    <a:lnTo>
                      <a:pt x="61913" y="193358"/>
                    </a:lnTo>
                    <a:lnTo>
                      <a:pt x="36196" y="207646"/>
                    </a:lnTo>
                    <a:lnTo>
                      <a:pt x="14288" y="188596"/>
                    </a:lnTo>
                    <a:lnTo>
                      <a:pt x="953" y="142876"/>
                    </a:lnTo>
                    <a:lnTo>
                      <a:pt x="0" y="98108"/>
                    </a:lnTo>
                    <a:lnTo>
                      <a:pt x="10478" y="55246"/>
                    </a:lnTo>
                    <a:lnTo>
                      <a:pt x="33338" y="14288"/>
                    </a:lnTo>
                    <a:lnTo>
                      <a:pt x="59056" y="0"/>
                    </a:lnTo>
                    <a:lnTo>
                      <a:pt x="80963" y="19050"/>
                    </a:lnTo>
                    <a:lnTo>
                      <a:pt x="93346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laurelR-04-leaf4-1"/>
              <p:cNvSpPr/>
              <p:nvPr/>
            </p:nvSpPr>
            <p:spPr>
              <a:xfrm>
                <a:off x="27411998" y="12818745"/>
                <a:ext cx="20669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06692" h="95250">
                    <a:moveTo>
                      <a:pt x="109537" y="95250"/>
                    </a:moveTo>
                    <a:lnTo>
                      <a:pt x="65722" y="94297"/>
                    </a:lnTo>
                    <a:lnTo>
                      <a:pt x="20002" y="82867"/>
                    </a:lnTo>
                    <a:lnTo>
                      <a:pt x="0" y="61913"/>
                    </a:lnTo>
                    <a:lnTo>
                      <a:pt x="13334" y="35243"/>
                    </a:lnTo>
                    <a:lnTo>
                      <a:pt x="54292" y="12383"/>
                    </a:lnTo>
                    <a:lnTo>
                      <a:pt x="97154" y="0"/>
                    </a:lnTo>
                    <a:lnTo>
                      <a:pt x="140970" y="0"/>
                    </a:lnTo>
                    <a:lnTo>
                      <a:pt x="186690" y="11430"/>
                    </a:lnTo>
                    <a:lnTo>
                      <a:pt x="206692" y="33337"/>
                    </a:lnTo>
                    <a:lnTo>
                      <a:pt x="193357" y="59055"/>
                    </a:lnTo>
                    <a:lnTo>
                      <a:pt x="152400" y="8286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laurelR-04-leaf51"/>
              <p:cNvSpPr/>
              <p:nvPr/>
            </p:nvSpPr>
            <p:spPr>
              <a:xfrm>
                <a:off x="27689175" y="12772072"/>
                <a:ext cx="92393" cy="201930"/>
              </a:xfrm>
              <a:custGeom>
                <a:avLst/>
                <a:gdLst/>
                <a:ahLst/>
                <a:cxnLst/>
                <a:rect l="l" t="t" r="r" b="b"/>
                <a:pathLst>
                  <a:path w="92393" h="201930">
                    <a:moveTo>
                      <a:pt x="92393" y="95250"/>
                    </a:moveTo>
                    <a:lnTo>
                      <a:pt x="92393" y="138113"/>
                    </a:lnTo>
                    <a:lnTo>
                      <a:pt x="80963" y="182880"/>
                    </a:lnTo>
                    <a:lnTo>
                      <a:pt x="60007" y="201930"/>
                    </a:lnTo>
                    <a:lnTo>
                      <a:pt x="34290" y="189548"/>
                    </a:lnTo>
                    <a:lnTo>
                      <a:pt x="11430" y="148590"/>
                    </a:lnTo>
                    <a:lnTo>
                      <a:pt x="0" y="107633"/>
                    </a:lnTo>
                    <a:lnTo>
                      <a:pt x="953" y="63818"/>
                    </a:lnTo>
                    <a:lnTo>
                      <a:pt x="12383" y="19050"/>
                    </a:lnTo>
                    <a:lnTo>
                      <a:pt x="33337" y="0"/>
                    </a:lnTo>
                    <a:lnTo>
                      <a:pt x="58103" y="13336"/>
                    </a:lnTo>
                    <a:lnTo>
                      <a:pt x="80963" y="5334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laurelR-04-leaf5-1"/>
              <p:cNvSpPr/>
              <p:nvPr/>
            </p:nvSpPr>
            <p:spPr>
              <a:xfrm>
                <a:off x="27487245" y="12893992"/>
                <a:ext cx="189547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89547" h="106680">
                    <a:moveTo>
                      <a:pt x="112395" y="96203"/>
                    </a:moveTo>
                    <a:lnTo>
                      <a:pt x="70485" y="106680"/>
                    </a:lnTo>
                    <a:lnTo>
                      <a:pt x="23813" y="106680"/>
                    </a:lnTo>
                    <a:lnTo>
                      <a:pt x="0" y="90488"/>
                    </a:lnTo>
                    <a:lnTo>
                      <a:pt x="6667" y="62866"/>
                    </a:lnTo>
                    <a:lnTo>
                      <a:pt x="40005" y="31433"/>
                    </a:lnTo>
                    <a:lnTo>
                      <a:pt x="78105" y="9526"/>
                    </a:lnTo>
                    <a:lnTo>
                      <a:pt x="120015" y="0"/>
                    </a:lnTo>
                    <a:lnTo>
                      <a:pt x="165735" y="0"/>
                    </a:lnTo>
                    <a:lnTo>
                      <a:pt x="189547" y="15240"/>
                    </a:lnTo>
                    <a:lnTo>
                      <a:pt x="182880" y="43816"/>
                    </a:lnTo>
                    <a:lnTo>
                      <a:pt x="149543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laurelR-04-leaf61"/>
              <p:cNvSpPr/>
              <p:nvPr/>
            </p:nvSpPr>
            <p:spPr>
              <a:xfrm>
                <a:off x="27733942" y="12909232"/>
                <a:ext cx="105728" cy="183833"/>
              </a:xfrm>
              <a:custGeom>
                <a:avLst/>
                <a:gdLst/>
                <a:ahLst/>
                <a:cxnLst/>
                <a:rect l="l" t="t" r="r" b="b"/>
                <a:pathLst>
                  <a:path w="105728" h="183833">
                    <a:moveTo>
                      <a:pt x="95250" y="74296"/>
                    </a:moveTo>
                    <a:lnTo>
                      <a:pt x="104776" y="115253"/>
                    </a:lnTo>
                    <a:lnTo>
                      <a:pt x="105728" y="160973"/>
                    </a:lnTo>
                    <a:lnTo>
                      <a:pt x="90488" y="183833"/>
                    </a:lnTo>
                    <a:lnTo>
                      <a:pt x="63818" y="178118"/>
                    </a:lnTo>
                    <a:lnTo>
                      <a:pt x="32386" y="145733"/>
                    </a:lnTo>
                    <a:lnTo>
                      <a:pt x="10478" y="109538"/>
                    </a:lnTo>
                    <a:lnTo>
                      <a:pt x="0" y="68580"/>
                    </a:lnTo>
                    <a:lnTo>
                      <a:pt x="0" y="23813"/>
                    </a:lnTo>
                    <a:lnTo>
                      <a:pt x="14288" y="0"/>
                    </a:lnTo>
                    <a:lnTo>
                      <a:pt x="41910" y="5716"/>
                    </a:lnTo>
                    <a:lnTo>
                      <a:pt x="73343" y="3810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laurelR-04-leaf6-1"/>
              <p:cNvSpPr/>
              <p:nvPr/>
            </p:nvSpPr>
            <p:spPr>
              <a:xfrm>
                <a:off x="27544395" y="12970192"/>
                <a:ext cx="160973" cy="136208"/>
              </a:xfrm>
              <a:custGeom>
                <a:avLst/>
                <a:gdLst/>
                <a:ahLst/>
                <a:cxnLst/>
                <a:rect l="l" t="t" r="r" b="b"/>
                <a:pathLst>
                  <a:path w="160973" h="136208">
                    <a:moveTo>
                      <a:pt x="107633" y="104776"/>
                    </a:moveTo>
                    <a:lnTo>
                      <a:pt x="70485" y="124778"/>
                    </a:lnTo>
                    <a:lnTo>
                      <a:pt x="26670" y="136208"/>
                    </a:lnTo>
                    <a:lnTo>
                      <a:pt x="0" y="126683"/>
                    </a:lnTo>
                    <a:lnTo>
                      <a:pt x="0" y="99060"/>
                    </a:lnTo>
                    <a:lnTo>
                      <a:pt x="23813" y="60960"/>
                    </a:lnTo>
                    <a:lnTo>
                      <a:pt x="53340" y="31433"/>
                    </a:lnTo>
                    <a:lnTo>
                      <a:pt x="90487" y="11430"/>
                    </a:lnTo>
                    <a:lnTo>
                      <a:pt x="134303" y="0"/>
                    </a:lnTo>
                    <a:lnTo>
                      <a:pt x="160973" y="8573"/>
                    </a:lnTo>
                    <a:lnTo>
                      <a:pt x="160973" y="37148"/>
                    </a:lnTo>
                    <a:lnTo>
                      <a:pt x="137160" y="7524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laurelR-04-leaf71"/>
              <p:cNvSpPr/>
              <p:nvPr/>
            </p:nvSpPr>
            <p:spPr>
              <a:xfrm>
                <a:off x="27734895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50482"/>
                    </a:moveTo>
                    <a:lnTo>
                      <a:pt x="122873" y="86678"/>
                    </a:lnTo>
                    <a:lnTo>
                      <a:pt x="135255" y="128588"/>
                    </a:lnTo>
                    <a:lnTo>
                      <a:pt x="127635" y="154305"/>
                    </a:lnTo>
                    <a:lnTo>
                      <a:pt x="100013" y="156210"/>
                    </a:lnTo>
                    <a:lnTo>
                      <a:pt x="61913" y="134302"/>
                    </a:lnTo>
                    <a:lnTo>
                      <a:pt x="32385" y="105728"/>
                    </a:lnTo>
                    <a:lnTo>
                      <a:pt x="12383" y="69532"/>
                    </a:lnTo>
                    <a:lnTo>
                      <a:pt x="0" y="27622"/>
                    </a:lnTo>
                    <a:lnTo>
                      <a:pt x="7620" y="1905"/>
                    </a:lnTo>
                    <a:lnTo>
                      <a:pt x="35243" y="0"/>
                    </a:lnTo>
                    <a:lnTo>
                      <a:pt x="73343" y="2190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laurelR-04-leaf7-1"/>
              <p:cNvSpPr/>
              <p:nvPr/>
            </p:nvSpPr>
            <p:spPr>
              <a:xfrm>
                <a:off x="27572970" y="13056870"/>
                <a:ext cx="135255" cy="15621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56210">
                    <a:moveTo>
                      <a:pt x="102870" y="105728"/>
                    </a:moveTo>
                    <a:lnTo>
                      <a:pt x="73342" y="134302"/>
                    </a:lnTo>
                    <a:lnTo>
                      <a:pt x="35242" y="156210"/>
                    </a:lnTo>
                    <a:lnTo>
                      <a:pt x="7620" y="154305"/>
                    </a:lnTo>
                    <a:lnTo>
                      <a:pt x="0" y="128588"/>
                    </a:lnTo>
                    <a:lnTo>
                      <a:pt x="12382" y="86678"/>
                    </a:lnTo>
                    <a:lnTo>
                      <a:pt x="32385" y="50482"/>
                    </a:lnTo>
                    <a:lnTo>
                      <a:pt x="61912" y="21908"/>
                    </a:lnTo>
                    <a:lnTo>
                      <a:pt x="100012" y="0"/>
                    </a:lnTo>
                    <a:lnTo>
                      <a:pt x="127635" y="1905"/>
                    </a:lnTo>
                    <a:lnTo>
                      <a:pt x="135255" y="27622"/>
                    </a:lnTo>
                    <a:lnTo>
                      <a:pt x="122872" y="6953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laurelR-04-leaf81"/>
              <p:cNvSpPr/>
              <p:nvPr/>
            </p:nvSpPr>
            <p:spPr>
              <a:xfrm>
                <a:off x="27705368" y="13203555"/>
                <a:ext cx="154304" cy="128587"/>
              </a:xfrm>
              <a:custGeom>
                <a:avLst/>
                <a:gdLst/>
                <a:ahLst/>
                <a:cxnLst/>
                <a:rect l="l" t="t" r="r" b="b"/>
                <a:pathLst>
                  <a:path w="154304" h="128587">
                    <a:moveTo>
                      <a:pt x="102870" y="29527"/>
                    </a:moveTo>
                    <a:lnTo>
                      <a:pt x="131444" y="57150"/>
                    </a:lnTo>
                    <a:lnTo>
                      <a:pt x="154304" y="94297"/>
                    </a:lnTo>
                    <a:lnTo>
                      <a:pt x="153352" y="120967"/>
                    </a:lnTo>
                    <a:lnTo>
                      <a:pt x="128587" y="128587"/>
                    </a:lnTo>
                    <a:lnTo>
                      <a:pt x="86677" y="118110"/>
                    </a:lnTo>
                    <a:lnTo>
                      <a:pt x="51434" y="99060"/>
                    </a:lnTo>
                    <a:lnTo>
                      <a:pt x="22860" y="71437"/>
                    </a:lnTo>
                    <a:lnTo>
                      <a:pt x="0" y="34290"/>
                    </a:lnTo>
                    <a:lnTo>
                      <a:pt x="952" y="7620"/>
                    </a:lnTo>
                    <a:lnTo>
                      <a:pt x="26670" y="0"/>
                    </a:lnTo>
                    <a:lnTo>
                      <a:pt x="67627" y="104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laurelR-04-leaf8-1"/>
              <p:cNvSpPr/>
              <p:nvPr/>
            </p:nvSpPr>
            <p:spPr>
              <a:xfrm>
                <a:off x="27578685" y="13145452"/>
                <a:ext cx="100013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175260">
                    <a:moveTo>
                      <a:pt x="90487" y="103823"/>
                    </a:moveTo>
                    <a:lnTo>
                      <a:pt x="69533" y="138113"/>
                    </a:lnTo>
                    <a:lnTo>
                      <a:pt x="40005" y="168593"/>
                    </a:lnTo>
                    <a:lnTo>
                      <a:pt x="14287" y="175260"/>
                    </a:lnTo>
                    <a:lnTo>
                      <a:pt x="0" y="152400"/>
                    </a:lnTo>
                    <a:lnTo>
                      <a:pt x="0" y="109538"/>
                    </a:lnTo>
                    <a:lnTo>
                      <a:pt x="9525" y="70486"/>
                    </a:lnTo>
                    <a:lnTo>
                      <a:pt x="30480" y="36196"/>
                    </a:lnTo>
                    <a:lnTo>
                      <a:pt x="60007" y="5716"/>
                    </a:lnTo>
                    <a:lnTo>
                      <a:pt x="86677" y="0"/>
                    </a:lnTo>
                    <a:lnTo>
                      <a:pt x="100013" y="21908"/>
                    </a:lnTo>
                    <a:lnTo>
                      <a:pt x="100013" y="6477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laurelR-04-leaf91"/>
              <p:cNvSpPr/>
              <p:nvPr/>
            </p:nvSpPr>
            <p:spPr>
              <a:xfrm>
                <a:off x="27642502" y="13344525"/>
                <a:ext cx="171450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7155">
                    <a:moveTo>
                      <a:pt x="100966" y="9525"/>
                    </a:moveTo>
                    <a:lnTo>
                      <a:pt x="135256" y="28575"/>
                    </a:lnTo>
                    <a:lnTo>
                      <a:pt x="165736" y="57150"/>
                    </a:lnTo>
                    <a:lnTo>
                      <a:pt x="171450" y="82867"/>
                    </a:lnTo>
                    <a:lnTo>
                      <a:pt x="149543" y="97155"/>
                    </a:lnTo>
                    <a:lnTo>
                      <a:pt x="108586" y="97155"/>
                    </a:lnTo>
                    <a:lnTo>
                      <a:pt x="70486" y="87630"/>
                    </a:lnTo>
                    <a:lnTo>
                      <a:pt x="36196" y="68580"/>
                    </a:lnTo>
                    <a:lnTo>
                      <a:pt x="5716" y="40005"/>
                    </a:lnTo>
                    <a:lnTo>
                      <a:pt x="0" y="14287"/>
                    </a:lnTo>
                    <a:lnTo>
                      <a:pt x="21908" y="953"/>
                    </a:lnTo>
                    <a:lnTo>
                      <a:pt x="62866" y="0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laurelR-04-leaf9-1"/>
              <p:cNvSpPr/>
              <p:nvPr/>
            </p:nvSpPr>
            <p:spPr>
              <a:xfrm>
                <a:off x="27548205" y="13234988"/>
                <a:ext cx="8382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182880">
                    <a:moveTo>
                      <a:pt x="83820" y="97154"/>
                    </a:moveTo>
                    <a:lnTo>
                      <a:pt x="72390" y="134302"/>
                    </a:lnTo>
                    <a:lnTo>
                      <a:pt x="52387" y="170497"/>
                    </a:lnTo>
                    <a:lnTo>
                      <a:pt x="29527" y="182880"/>
                    </a:lnTo>
                    <a:lnTo>
                      <a:pt x="10477" y="165734"/>
                    </a:lnTo>
                    <a:lnTo>
                      <a:pt x="0" y="124777"/>
                    </a:lnTo>
                    <a:lnTo>
                      <a:pt x="0" y="85724"/>
                    </a:lnTo>
                    <a:lnTo>
                      <a:pt x="10477" y="48577"/>
                    </a:lnTo>
                    <a:lnTo>
                      <a:pt x="30480" y="12382"/>
                    </a:lnTo>
                    <a:lnTo>
                      <a:pt x="53340" y="0"/>
                    </a:lnTo>
                    <a:lnTo>
                      <a:pt x="72390" y="17144"/>
                    </a:lnTo>
                    <a:lnTo>
                      <a:pt x="82867" y="581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laurelR-04-leaf101"/>
              <p:cNvSpPr/>
              <p:nvPr/>
            </p:nvSpPr>
            <p:spPr>
              <a:xfrm>
                <a:off x="27552968" y="13463588"/>
                <a:ext cx="178117" cy="81914"/>
              </a:xfrm>
              <a:custGeom>
                <a:avLst/>
                <a:gdLst/>
                <a:ahLst/>
                <a:cxnLst/>
                <a:rect l="l" t="t" r="r" b="b"/>
                <a:pathLst>
                  <a:path w="178117" h="81914">
                    <a:moveTo>
                      <a:pt x="94297" y="0"/>
                    </a:moveTo>
                    <a:lnTo>
                      <a:pt x="131444" y="10477"/>
                    </a:lnTo>
                    <a:lnTo>
                      <a:pt x="166687" y="30480"/>
                    </a:lnTo>
                    <a:lnTo>
                      <a:pt x="178117" y="53340"/>
                    </a:lnTo>
                    <a:lnTo>
                      <a:pt x="160972" y="71437"/>
                    </a:lnTo>
                    <a:lnTo>
                      <a:pt x="121920" y="81914"/>
                    </a:lnTo>
                    <a:lnTo>
                      <a:pt x="83820" y="81914"/>
                    </a:lnTo>
                    <a:lnTo>
                      <a:pt x="46672" y="71437"/>
                    </a:lnTo>
                    <a:lnTo>
                      <a:pt x="11430" y="51434"/>
                    </a:lnTo>
                    <a:lnTo>
                      <a:pt x="0" y="28574"/>
                    </a:lnTo>
                    <a:lnTo>
                      <a:pt x="17144" y="10477"/>
                    </a:lnTo>
                    <a:lnTo>
                      <a:pt x="57150" y="95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laurelR-04-leaf10-1"/>
              <p:cNvSpPr/>
              <p:nvPr/>
            </p:nvSpPr>
            <p:spPr>
              <a:xfrm>
                <a:off x="27484388" y="13321665"/>
                <a:ext cx="81914" cy="179070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179070">
                    <a:moveTo>
                      <a:pt x="81914" y="85725"/>
                    </a:moveTo>
                    <a:lnTo>
                      <a:pt x="80010" y="122873"/>
                    </a:lnTo>
                    <a:lnTo>
                      <a:pt x="69532" y="161925"/>
                    </a:lnTo>
                    <a:lnTo>
                      <a:pt x="50482" y="179070"/>
                    </a:lnTo>
                    <a:lnTo>
                      <a:pt x="28574" y="166687"/>
                    </a:lnTo>
                    <a:lnTo>
                      <a:pt x="9524" y="131445"/>
                    </a:lnTo>
                    <a:lnTo>
                      <a:pt x="0" y="94297"/>
                    </a:lnTo>
                    <a:lnTo>
                      <a:pt x="952" y="56197"/>
                    </a:lnTo>
                    <a:lnTo>
                      <a:pt x="12382" y="17145"/>
                    </a:lnTo>
                    <a:lnTo>
                      <a:pt x="30480" y="0"/>
                    </a:lnTo>
                    <a:lnTo>
                      <a:pt x="53340" y="12383"/>
                    </a:lnTo>
                    <a:lnTo>
                      <a:pt x="72390" y="48577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laurelR-04-leaf111"/>
              <p:cNvSpPr/>
              <p:nvPr/>
            </p:nvSpPr>
            <p:spPr>
              <a:xfrm>
                <a:off x="27441525" y="13556932"/>
                <a:ext cx="174307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74307" h="80010">
                    <a:moveTo>
                      <a:pt x="83820" y="0"/>
                    </a:moveTo>
                    <a:lnTo>
                      <a:pt x="120967" y="2858"/>
                    </a:lnTo>
                    <a:lnTo>
                      <a:pt x="159067" y="14288"/>
                    </a:lnTo>
                    <a:lnTo>
                      <a:pt x="174307" y="32386"/>
                    </a:lnTo>
                    <a:lnTo>
                      <a:pt x="161925" y="54293"/>
                    </a:lnTo>
                    <a:lnTo>
                      <a:pt x="126683" y="71438"/>
                    </a:lnTo>
                    <a:lnTo>
                      <a:pt x="90487" y="80010"/>
                    </a:lnTo>
                    <a:lnTo>
                      <a:pt x="53340" y="78106"/>
                    </a:lnTo>
                    <a:lnTo>
                      <a:pt x="16193" y="66676"/>
                    </a:lnTo>
                    <a:lnTo>
                      <a:pt x="0" y="47626"/>
                    </a:lnTo>
                    <a:lnTo>
                      <a:pt x="12383" y="26670"/>
                    </a:lnTo>
                    <a:lnTo>
                      <a:pt x="47625" y="8573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laurelR-04-leaf11-1"/>
              <p:cNvSpPr/>
              <p:nvPr/>
            </p:nvSpPr>
            <p:spPr>
              <a:xfrm>
                <a:off x="27392948" y="13400722"/>
                <a:ext cx="89534" cy="164783"/>
              </a:xfrm>
              <a:custGeom>
                <a:avLst/>
                <a:gdLst/>
                <a:ahLst/>
                <a:cxnLst/>
                <a:rect l="l" t="t" r="r" b="b"/>
                <a:pathLst>
                  <a:path w="89534" h="164783">
                    <a:moveTo>
                      <a:pt x="82867" y="69533"/>
                    </a:moveTo>
                    <a:lnTo>
                      <a:pt x="89534" y="105728"/>
                    </a:lnTo>
                    <a:lnTo>
                      <a:pt x="87630" y="145733"/>
                    </a:lnTo>
                    <a:lnTo>
                      <a:pt x="73342" y="164783"/>
                    </a:lnTo>
                    <a:lnTo>
                      <a:pt x="49530" y="158116"/>
                    </a:lnTo>
                    <a:lnTo>
                      <a:pt x="23812" y="128588"/>
                    </a:lnTo>
                    <a:lnTo>
                      <a:pt x="7620" y="95250"/>
                    </a:lnTo>
                    <a:lnTo>
                      <a:pt x="0" y="59056"/>
                    </a:lnTo>
                    <a:lnTo>
                      <a:pt x="2857" y="20003"/>
                    </a:lnTo>
                    <a:lnTo>
                      <a:pt x="17144" y="0"/>
                    </a:lnTo>
                    <a:lnTo>
                      <a:pt x="40004" y="6668"/>
                    </a:lnTo>
                    <a:lnTo>
                      <a:pt x="65722" y="3619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laurelR-04-leaf121"/>
              <p:cNvSpPr/>
              <p:nvPr/>
            </p:nvSpPr>
            <p:spPr>
              <a:xfrm>
                <a:off x="27312938" y="13623608"/>
                <a:ext cx="162877" cy="84772"/>
              </a:xfrm>
              <a:custGeom>
                <a:avLst/>
                <a:gdLst/>
                <a:ahLst/>
                <a:cxnLst/>
                <a:rect l="l" t="t" r="r" b="b"/>
                <a:pathLst>
                  <a:path w="162877" h="84772">
                    <a:moveTo>
                      <a:pt x="70484" y="4762"/>
                    </a:moveTo>
                    <a:lnTo>
                      <a:pt x="105727" y="0"/>
                    </a:lnTo>
                    <a:lnTo>
                      <a:pt x="143827" y="2857"/>
                    </a:lnTo>
                    <a:lnTo>
                      <a:pt x="162877" y="18097"/>
                    </a:lnTo>
                    <a:lnTo>
                      <a:pt x="155257" y="40004"/>
                    </a:lnTo>
                    <a:lnTo>
                      <a:pt x="124777" y="63817"/>
                    </a:lnTo>
                    <a:lnTo>
                      <a:pt x="92392" y="79057"/>
                    </a:lnTo>
                    <a:lnTo>
                      <a:pt x="57150" y="84772"/>
                    </a:lnTo>
                    <a:lnTo>
                      <a:pt x="18097" y="80962"/>
                    </a:lnTo>
                    <a:lnTo>
                      <a:pt x="0" y="65722"/>
                    </a:lnTo>
                    <a:lnTo>
                      <a:pt x="7620" y="43814"/>
                    </a:lnTo>
                    <a:lnTo>
                      <a:pt x="37147" y="2000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laurelR-04-leaf12-1"/>
              <p:cNvSpPr/>
              <p:nvPr/>
            </p:nvSpPr>
            <p:spPr>
              <a:xfrm>
                <a:off x="27279600" y="13464540"/>
                <a:ext cx="105728" cy="146685"/>
              </a:xfrm>
              <a:custGeom>
                <a:avLst/>
                <a:gdLst/>
                <a:ahLst/>
                <a:cxnLst/>
                <a:rect l="l" t="t" r="r" b="b"/>
                <a:pathLst>
                  <a:path w="105728" h="146685">
                    <a:moveTo>
                      <a:pt x="86678" y="53340"/>
                    </a:moveTo>
                    <a:lnTo>
                      <a:pt x="100012" y="86678"/>
                    </a:lnTo>
                    <a:lnTo>
                      <a:pt x="105728" y="124778"/>
                    </a:lnTo>
                    <a:lnTo>
                      <a:pt x="96202" y="146685"/>
                    </a:lnTo>
                    <a:lnTo>
                      <a:pt x="72390" y="144780"/>
                    </a:lnTo>
                    <a:lnTo>
                      <a:pt x="41910" y="120968"/>
                    </a:lnTo>
                    <a:lnTo>
                      <a:pt x="20002" y="93345"/>
                    </a:lnTo>
                    <a:lnTo>
                      <a:pt x="5715" y="60008"/>
                    </a:lnTo>
                    <a:lnTo>
                      <a:pt x="0" y="21908"/>
                    </a:lnTo>
                    <a:lnTo>
                      <a:pt x="10478" y="0"/>
                    </a:lnTo>
                    <a:lnTo>
                      <a:pt x="34290" y="1905"/>
                    </a:lnTo>
                    <a:lnTo>
                      <a:pt x="63818" y="2571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laurelR-04-leaf131"/>
              <p:cNvSpPr/>
              <p:nvPr/>
            </p:nvSpPr>
            <p:spPr>
              <a:xfrm>
                <a:off x="27171968" y="13658850"/>
                <a:ext cx="146684" cy="97155"/>
              </a:xfrm>
              <a:custGeom>
                <a:avLst/>
                <a:gdLst/>
                <a:ahLst/>
                <a:cxnLst/>
                <a:rect l="l" t="t" r="r" b="b"/>
                <a:pathLst>
                  <a:path w="146684" h="97155">
                    <a:moveTo>
                      <a:pt x="56197" y="14288"/>
                    </a:moveTo>
                    <a:lnTo>
                      <a:pt x="88582" y="2858"/>
                    </a:lnTo>
                    <a:lnTo>
                      <a:pt x="125730" y="0"/>
                    </a:lnTo>
                    <a:lnTo>
                      <a:pt x="146684" y="10478"/>
                    </a:lnTo>
                    <a:lnTo>
                      <a:pt x="142874" y="33338"/>
                    </a:lnTo>
                    <a:lnTo>
                      <a:pt x="119062" y="61912"/>
                    </a:lnTo>
                    <a:lnTo>
                      <a:pt x="90487" y="81915"/>
                    </a:lnTo>
                    <a:lnTo>
                      <a:pt x="57150" y="93345"/>
                    </a:lnTo>
                    <a:lnTo>
                      <a:pt x="20002" y="97155"/>
                    </a:lnTo>
                    <a:lnTo>
                      <a:pt x="0" y="86678"/>
                    </a:lnTo>
                    <a:lnTo>
                      <a:pt x="2857" y="63818"/>
                    </a:lnTo>
                    <a:lnTo>
                      <a:pt x="27622" y="35242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laurelR-04-leaf13-1"/>
              <p:cNvSpPr/>
              <p:nvPr/>
            </p:nvSpPr>
            <p:spPr>
              <a:xfrm>
                <a:off x="27154822" y="13508355"/>
                <a:ext cx="120016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120016" h="129540">
                    <a:moveTo>
                      <a:pt x="87630" y="40005"/>
                    </a:moveTo>
                    <a:lnTo>
                      <a:pt x="106680" y="68580"/>
                    </a:lnTo>
                    <a:lnTo>
                      <a:pt x="120016" y="103823"/>
                    </a:lnTo>
                    <a:lnTo>
                      <a:pt x="114300" y="126683"/>
                    </a:lnTo>
                    <a:lnTo>
                      <a:pt x="91440" y="129540"/>
                    </a:lnTo>
                    <a:lnTo>
                      <a:pt x="58103" y="112395"/>
                    </a:lnTo>
                    <a:lnTo>
                      <a:pt x="31433" y="89535"/>
                    </a:lnTo>
                    <a:lnTo>
                      <a:pt x="12383" y="60960"/>
                    </a:lnTo>
                    <a:lnTo>
                      <a:pt x="0" y="25717"/>
                    </a:lnTo>
                    <a:lnTo>
                      <a:pt x="4763" y="2857"/>
                    </a:lnTo>
                    <a:lnTo>
                      <a:pt x="28576" y="0"/>
                    </a:lnTo>
                    <a:lnTo>
                      <a:pt x="60960" y="17145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laurelR-04-leaf141"/>
              <p:cNvSpPr/>
              <p:nvPr/>
            </p:nvSpPr>
            <p:spPr>
              <a:xfrm>
                <a:off x="27025282" y="1366361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40958" y="27623"/>
                    </a:moveTo>
                    <a:lnTo>
                      <a:pt x="70486" y="10478"/>
                    </a:lnTo>
                    <a:lnTo>
                      <a:pt x="105728" y="0"/>
                    </a:lnTo>
                    <a:lnTo>
                      <a:pt x="126683" y="6668"/>
                    </a:lnTo>
                    <a:lnTo>
                      <a:pt x="127636" y="29528"/>
                    </a:lnTo>
                    <a:lnTo>
                      <a:pt x="109538" y="60960"/>
                    </a:lnTo>
                    <a:lnTo>
                      <a:pt x="86678" y="84773"/>
                    </a:lnTo>
                    <a:lnTo>
                      <a:pt x="57150" y="101918"/>
                    </a:lnTo>
                    <a:lnTo>
                      <a:pt x="21908" y="112396"/>
                    </a:lnTo>
                    <a:lnTo>
                      <a:pt x="953" y="105728"/>
                    </a:lnTo>
                    <a:lnTo>
                      <a:pt x="0" y="82868"/>
                    </a:lnTo>
                    <a:lnTo>
                      <a:pt x="18098" y="51436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laurelR-04-leaf14-1"/>
              <p:cNvSpPr/>
              <p:nvPr/>
            </p:nvSpPr>
            <p:spPr>
              <a:xfrm>
                <a:off x="27025282" y="13530262"/>
                <a:ext cx="127636" cy="112396"/>
              </a:xfrm>
              <a:custGeom>
                <a:avLst/>
                <a:gdLst/>
                <a:ahLst/>
                <a:cxnLst/>
                <a:rect l="l" t="t" r="r" b="b"/>
                <a:pathLst>
                  <a:path w="127636" h="112396">
                    <a:moveTo>
                      <a:pt x="86678" y="27623"/>
                    </a:moveTo>
                    <a:lnTo>
                      <a:pt x="109538" y="51436"/>
                    </a:lnTo>
                    <a:lnTo>
                      <a:pt x="127636" y="82868"/>
                    </a:lnTo>
                    <a:lnTo>
                      <a:pt x="126683" y="105728"/>
                    </a:lnTo>
                    <a:lnTo>
                      <a:pt x="105728" y="112396"/>
                    </a:lnTo>
                    <a:lnTo>
                      <a:pt x="70486" y="101918"/>
                    </a:lnTo>
                    <a:lnTo>
                      <a:pt x="40958" y="84773"/>
                    </a:lnTo>
                    <a:lnTo>
                      <a:pt x="18098" y="60960"/>
                    </a:lnTo>
                    <a:lnTo>
                      <a:pt x="0" y="29528"/>
                    </a:lnTo>
                    <a:lnTo>
                      <a:pt x="953" y="6668"/>
                    </a:lnTo>
                    <a:lnTo>
                      <a:pt x="21908" y="0"/>
                    </a:lnTo>
                    <a:lnTo>
                      <a:pt x="57150" y="10478"/>
                    </a:lnTo>
                    <a:close/>
                  </a:path>
                </a:pathLst>
              </a:custGeom>
              <a:solidFill>
                <a:srgbClr val="0000C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86" name="hub-circle"/>
          <p:cNvSpPr/>
          <p:nvPr/>
        </p:nvSpPr>
        <p:spPr>
          <a:xfrm>
            <a:off x="13306425" y="7610475"/>
            <a:ext cx="3848100" cy="3790950"/>
          </a:xfrm>
          <a:prstGeom prst="ellipse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hub-l1"/>
          <p:cNvSpPr txBox="1"/>
          <p:nvPr/>
        </p:nvSpPr>
        <p:spPr>
          <a:xfrm>
            <a:off x="14182725" y="8477250"/>
            <a:ext cx="20955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88" name="hub-l2"/>
          <p:cNvSpPr txBox="1"/>
          <p:nvPr/>
        </p:nvSpPr>
        <p:spPr>
          <a:xfrm>
            <a:off x="14182725" y="9467850"/>
            <a:ext cx="20955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成就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