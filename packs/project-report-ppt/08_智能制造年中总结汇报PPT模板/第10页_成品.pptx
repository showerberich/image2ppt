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hoto-factory" descr="_photo_photo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876300"/>
            <a:ext cx="28689300" cy="15468600"/>
          </a:xfrm>
          <a:prstGeom prst="rect">
            <a:avLst/>
          </a:prstGeom>
          <a:effectLst/>
        </p:spPr>
      </p:pic>
      <p:sp>
        <p:nvSpPr>
          <p:cNvPr id="5" name="wash-title"/>
          <p:cNvSpPr/>
          <p:nvPr/>
        </p:nvSpPr>
        <p:spPr>
          <a:xfrm>
            <a:off x="1809750" y="4714875"/>
            <a:ext cx="10763250" cy="3333750"/>
          </a:xfrm>
          <a:prstGeom prst="rect">
            <a:avLst/>
          </a:prstGeom>
          <a:gradFill rotWithShape="1">
            <a:gsLst>
              <a:gs pos="0">
                <a:srgbClr val="EFF4F8"/>
              </a:gs>
              <a:gs pos="100000">
                <a:srgbClr val="FAFC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ash-sub"/>
          <p:cNvSpPr/>
          <p:nvPr/>
        </p:nvSpPr>
        <p:spPr>
          <a:xfrm>
            <a:off x="1809750" y="7905750"/>
            <a:ext cx="13525500" cy="1666875"/>
          </a:xfrm>
          <a:prstGeom prst="rect">
            <a:avLst/>
          </a:prstGeom>
          <a:gradFill rotWithShape="1">
            <a:gsLst>
              <a:gs pos="0">
                <a:srgbClr val="F0F4F8"/>
              </a:gs>
              <a:gs pos="100000">
                <a:srgbClr val="FBFC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sh-pill"/>
          <p:cNvSpPr/>
          <p:nvPr/>
        </p:nvSpPr>
        <p:spPr>
          <a:xfrm>
            <a:off x="1905000" y="9525000"/>
            <a:ext cx="7239000" cy="1714500"/>
          </a:xfrm>
          <a:prstGeom prst="rect">
            <a:avLst/>
          </a:prstGeom>
          <a:gradFill rotWithShape="1">
            <a:gsLst>
              <a:gs pos="0">
                <a:srgbClr val="EEF2F6"/>
              </a:gs>
              <a:gs pos="100000">
                <a:srgbClr val="F5F7F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diag-main"/>
          <p:cNvCxnSpPr/>
          <p:nvPr/>
        </p:nvCxnSpPr>
        <p:spPr>
          <a:xfrm flipH="1">
            <a:off x="8267700" y="876300"/>
            <a:ext cx="15468600" cy="15468600"/>
          </a:xfrm>
          <a:prstGeom prst="line">
            <a:avLst/>
          </a:prstGeom>
          <a:ln w="323850">
            <a:solidFill>
              <a:srgbClr val="03E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" name="diag-b"/>
          <p:cNvCxnSpPr/>
          <p:nvPr/>
        </p:nvCxnSpPr>
        <p:spPr>
          <a:xfrm flipH="1">
            <a:off x="16868775" y="876300"/>
            <a:ext cx="15468600" cy="15468600"/>
          </a:xfrm>
          <a:prstGeom prst="line">
            <a:avLst/>
          </a:prstGeom>
          <a:ln w="333375">
            <a:solidFill>
              <a:srgbClr val="03E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" name="diag-c"/>
          <p:cNvCxnSpPr/>
          <p:nvPr/>
        </p:nvCxnSpPr>
        <p:spPr>
          <a:xfrm flipH="1">
            <a:off x="24812625" y="10477500"/>
            <a:ext cx="3790950" cy="3790950"/>
          </a:xfrm>
          <a:prstGeom prst="line">
            <a:avLst/>
          </a:prstGeom>
          <a:ln w="323850">
            <a:solidFill>
              <a:srgbClr val="03E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1" name="diag-d"/>
          <p:cNvCxnSpPr/>
          <p:nvPr/>
        </p:nvCxnSpPr>
        <p:spPr>
          <a:xfrm>
            <a:off x="22936200" y="12382500"/>
            <a:ext cx="3962400" cy="3962400"/>
          </a:xfrm>
          <a:prstGeom prst="line">
            <a:avLst/>
          </a:prstGeom>
          <a:ln w="323850">
            <a:solidFill>
              <a:srgbClr val="03E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2" name="dot-0-0"/>
          <p:cNvSpPr/>
          <p:nvPr/>
        </p:nvSpPr>
        <p:spPr>
          <a:xfrm>
            <a:off x="885825" y="923925"/>
            <a:ext cx="400050" cy="400050"/>
          </a:xfrm>
          <a:prstGeom prst="ellipse">
            <a:avLst/>
          </a:prstGeom>
          <a:solidFill>
            <a:srgbClr val="03EEF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-0-1"/>
          <p:cNvSpPr/>
          <p:nvPr/>
        </p:nvSpPr>
        <p:spPr>
          <a:xfrm>
            <a:off x="1362075" y="923925"/>
            <a:ext cx="400050" cy="400050"/>
          </a:xfrm>
          <a:prstGeom prst="ellipse">
            <a:avLst/>
          </a:prstGeom>
          <a:solidFill>
            <a:srgbClr val="03EE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-0-2"/>
          <p:cNvSpPr/>
          <p:nvPr/>
        </p:nvSpPr>
        <p:spPr>
          <a:xfrm>
            <a:off x="1838325" y="923925"/>
            <a:ext cx="400050" cy="400050"/>
          </a:xfrm>
          <a:prstGeom prst="ellipse">
            <a:avLst/>
          </a:prstGeom>
          <a:solidFill>
            <a:srgbClr val="03EEFF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t-0-3"/>
          <p:cNvSpPr/>
          <p:nvPr/>
        </p:nvSpPr>
        <p:spPr>
          <a:xfrm>
            <a:off x="2314575" y="923925"/>
            <a:ext cx="400050" cy="400050"/>
          </a:xfrm>
          <a:prstGeom prst="ellipse">
            <a:avLst/>
          </a:prstGeom>
          <a:solidFill>
            <a:srgbClr val="03EEFF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0-4"/>
          <p:cNvSpPr/>
          <p:nvPr/>
        </p:nvSpPr>
        <p:spPr>
          <a:xfrm>
            <a:off x="2790825" y="923925"/>
            <a:ext cx="400050" cy="400050"/>
          </a:xfrm>
          <a:prstGeom prst="ellipse">
            <a:avLst/>
          </a:prstGeom>
          <a:solidFill>
            <a:srgbClr val="03EE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0-5"/>
          <p:cNvSpPr/>
          <p:nvPr/>
        </p:nvSpPr>
        <p:spPr>
          <a:xfrm>
            <a:off x="3267075" y="923925"/>
            <a:ext cx="400050" cy="400050"/>
          </a:xfrm>
          <a:prstGeom prst="ellipse">
            <a:avLst/>
          </a:prstGeom>
          <a:solidFill>
            <a:srgbClr val="03EE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0-6"/>
          <p:cNvSpPr/>
          <p:nvPr/>
        </p:nvSpPr>
        <p:spPr>
          <a:xfrm>
            <a:off x="3743325" y="923925"/>
            <a:ext cx="400050" cy="400050"/>
          </a:xfrm>
          <a:prstGeom prst="ellipse">
            <a:avLst/>
          </a:prstGeom>
          <a:solidFill>
            <a:srgbClr val="03EE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-1-0"/>
          <p:cNvSpPr/>
          <p:nvPr/>
        </p:nvSpPr>
        <p:spPr>
          <a:xfrm>
            <a:off x="885825" y="1457325"/>
            <a:ext cx="400050" cy="400050"/>
          </a:xfrm>
          <a:prstGeom prst="ellipse">
            <a:avLst/>
          </a:prstGeom>
          <a:solidFill>
            <a:srgbClr val="03EEFF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-1-1"/>
          <p:cNvSpPr/>
          <p:nvPr/>
        </p:nvSpPr>
        <p:spPr>
          <a:xfrm>
            <a:off x="1362075" y="1457325"/>
            <a:ext cx="400050" cy="400050"/>
          </a:xfrm>
          <a:prstGeom prst="ellipse">
            <a:avLst/>
          </a:prstGeom>
          <a:solidFill>
            <a:srgbClr val="03EE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t-1-2"/>
          <p:cNvSpPr/>
          <p:nvPr/>
        </p:nvSpPr>
        <p:spPr>
          <a:xfrm>
            <a:off x="1838325" y="1457325"/>
            <a:ext cx="400050" cy="400050"/>
          </a:xfrm>
          <a:prstGeom prst="ellipse">
            <a:avLst/>
          </a:prstGeom>
          <a:solidFill>
            <a:srgbClr val="03EE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t-1-3"/>
          <p:cNvSpPr/>
          <p:nvPr/>
        </p:nvSpPr>
        <p:spPr>
          <a:xfrm>
            <a:off x="2314575" y="1457325"/>
            <a:ext cx="400050" cy="400050"/>
          </a:xfrm>
          <a:prstGeom prst="ellipse">
            <a:avLst/>
          </a:prstGeom>
          <a:solidFill>
            <a:srgbClr val="03EE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t-1-4"/>
          <p:cNvSpPr/>
          <p:nvPr/>
        </p:nvSpPr>
        <p:spPr>
          <a:xfrm>
            <a:off x="2790825" y="1457325"/>
            <a:ext cx="400050" cy="400050"/>
          </a:xfrm>
          <a:prstGeom prst="ellipse">
            <a:avLst/>
          </a:prstGeom>
          <a:solidFill>
            <a:srgbClr val="03EE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-1-5"/>
          <p:cNvSpPr/>
          <p:nvPr/>
        </p:nvSpPr>
        <p:spPr>
          <a:xfrm>
            <a:off x="3267075" y="1457325"/>
            <a:ext cx="400050" cy="400050"/>
          </a:xfrm>
          <a:prstGeom prst="ellipse">
            <a:avLst/>
          </a:prstGeom>
          <a:solidFill>
            <a:srgbClr val="03EE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-2-0"/>
          <p:cNvSpPr/>
          <p:nvPr/>
        </p:nvSpPr>
        <p:spPr>
          <a:xfrm>
            <a:off x="885825" y="1990725"/>
            <a:ext cx="400050" cy="400050"/>
          </a:xfrm>
          <a:prstGeom prst="ellipse">
            <a:avLst/>
          </a:prstGeom>
          <a:solidFill>
            <a:srgbClr val="03EEFF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t-2-1"/>
          <p:cNvSpPr/>
          <p:nvPr/>
        </p:nvSpPr>
        <p:spPr>
          <a:xfrm>
            <a:off x="1362075" y="1990725"/>
            <a:ext cx="400050" cy="400050"/>
          </a:xfrm>
          <a:prstGeom prst="ellipse">
            <a:avLst/>
          </a:prstGeom>
          <a:solidFill>
            <a:srgbClr val="03EEFF">
              <a:alpha val="3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-2-2"/>
          <p:cNvSpPr/>
          <p:nvPr/>
        </p:nvSpPr>
        <p:spPr>
          <a:xfrm>
            <a:off x="1838325" y="1990725"/>
            <a:ext cx="400050" cy="400050"/>
          </a:xfrm>
          <a:prstGeom prst="ellipse">
            <a:avLst/>
          </a:prstGeom>
          <a:solidFill>
            <a:srgbClr val="03EEFF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-2-3"/>
          <p:cNvSpPr/>
          <p:nvPr/>
        </p:nvSpPr>
        <p:spPr>
          <a:xfrm>
            <a:off x="2314575" y="1990725"/>
            <a:ext cx="400050" cy="400050"/>
          </a:xfrm>
          <a:prstGeom prst="ellipse">
            <a:avLst/>
          </a:prstGeom>
          <a:solidFill>
            <a:srgbClr val="03EEFF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t-2-4"/>
          <p:cNvSpPr/>
          <p:nvPr/>
        </p:nvSpPr>
        <p:spPr>
          <a:xfrm>
            <a:off x="2790825" y="1990725"/>
            <a:ext cx="400050" cy="400050"/>
          </a:xfrm>
          <a:prstGeom prst="ellipse">
            <a:avLst/>
          </a:prstGeom>
          <a:solidFill>
            <a:srgbClr val="03EE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t-3-0"/>
          <p:cNvSpPr/>
          <p:nvPr/>
        </p:nvSpPr>
        <p:spPr>
          <a:xfrm>
            <a:off x="885825" y="2524125"/>
            <a:ext cx="400050" cy="400050"/>
          </a:xfrm>
          <a:prstGeom prst="ellipse">
            <a:avLst/>
          </a:prstGeom>
          <a:solidFill>
            <a:srgbClr val="03EEFF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t-3-1"/>
          <p:cNvSpPr/>
          <p:nvPr/>
        </p:nvSpPr>
        <p:spPr>
          <a:xfrm>
            <a:off x="1362075" y="2524125"/>
            <a:ext cx="400050" cy="400050"/>
          </a:xfrm>
          <a:prstGeom prst="ellipse">
            <a:avLst/>
          </a:prstGeom>
          <a:solidFill>
            <a:srgbClr val="03EE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t-3-2"/>
          <p:cNvSpPr/>
          <p:nvPr/>
        </p:nvSpPr>
        <p:spPr>
          <a:xfrm>
            <a:off x="1838325" y="2524125"/>
            <a:ext cx="400050" cy="400050"/>
          </a:xfrm>
          <a:prstGeom prst="ellipse">
            <a:avLst/>
          </a:prstGeom>
          <a:solidFill>
            <a:srgbClr val="03EE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t-4-0"/>
          <p:cNvSpPr/>
          <p:nvPr/>
        </p:nvSpPr>
        <p:spPr>
          <a:xfrm>
            <a:off x="885825" y="3057525"/>
            <a:ext cx="400050" cy="400050"/>
          </a:xfrm>
          <a:prstGeom prst="ellipse">
            <a:avLst/>
          </a:prstGeom>
          <a:solidFill>
            <a:srgbClr val="03EE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t-4-1"/>
          <p:cNvSpPr/>
          <p:nvPr/>
        </p:nvSpPr>
        <p:spPr>
          <a:xfrm>
            <a:off x="1362075" y="3057525"/>
            <a:ext cx="400050" cy="400050"/>
          </a:xfrm>
          <a:prstGeom prst="ellipse">
            <a:avLst/>
          </a:prstGeom>
          <a:solidFill>
            <a:srgbClr val="03EEFF">
              <a:alpha val="3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t-4-2"/>
          <p:cNvSpPr/>
          <p:nvPr/>
        </p:nvSpPr>
        <p:spPr>
          <a:xfrm>
            <a:off x="1838325" y="3057525"/>
            <a:ext cx="400050" cy="400050"/>
          </a:xfrm>
          <a:prstGeom prst="ellipse">
            <a:avLst/>
          </a:prstGeom>
          <a:solidFill>
            <a:srgbClr val="03EEFF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i-frame"/>
          <p:cNvSpPr/>
          <p:nvPr/>
        </p:nvSpPr>
        <p:spPr>
          <a:xfrm>
            <a:off x="866775" y="11572875"/>
            <a:ext cx="3419475" cy="4543425"/>
          </a:xfrm>
          <a:custGeom>
            <a:avLst/>
            <a:gdLst/>
            <a:ahLst/>
            <a:cxnLst/>
            <a:rect l="l" t="t" r="r" b="b"/>
            <a:pathLst>
              <a:path w="3419475" h="4543425">
                <a:moveTo>
                  <a:pt x="0" y="0"/>
                </a:moveTo>
                <a:lnTo>
                  <a:pt x="3419475" y="3457575"/>
                </a:lnTo>
                <a:lnTo>
                  <a:pt x="1419225" y="4543425"/>
                </a:lnTo>
                <a:lnTo>
                  <a:pt x="0" y="4543425"/>
                </a:lnTo>
              </a:path>
            </a:pathLst>
          </a:custGeom>
          <a:noFill/>
          <a:ln w="209550">
            <a:solidFill>
              <a:srgbClr val="03E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-thanks"/>
          <p:cNvSpPr txBox="1"/>
          <p:nvPr/>
        </p:nvSpPr>
        <p:spPr>
          <a:xfrm>
            <a:off x="2171700" y="4305300"/>
            <a:ext cx="10572750" cy="4000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75" b="1" i="0">
                <a:solidFill>
                  <a:srgbClr val="03EEFF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sp>
        <p:nvSpPr>
          <p:cNvPr id="38" name="t-sub"/>
          <p:cNvSpPr txBox="1"/>
          <p:nvPr/>
        </p:nvSpPr>
        <p:spPr>
          <a:xfrm>
            <a:off x="2171700" y="7705725"/>
            <a:ext cx="13335000" cy="1714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 i="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制造业数据驱动的专业汇报</a:t>
            </a:r>
          </a:p>
        </p:txBody>
      </p:sp>
      <p:grpSp>
        <p:nvGrpSpPr>
          <p:cNvPr id="42" name="tag-dept"/>
          <p:cNvGrpSpPr/>
          <p:nvPr/>
        </p:nvGrpSpPr>
        <p:grpSpPr>
          <a:xfrm>
            <a:off x="2305050" y="9715500"/>
            <a:ext cx="6410325" cy="1066800"/>
            <a:chOff x="2305050" y="9715500"/>
            <a:chExt cx="6410325" cy="1066800"/>
          </a:xfrm>
        </p:grpSpPr>
        <p:sp>
          <p:nvSpPr>
            <p:cNvPr id="39" name="tag-dept-bg"/>
            <p:cNvSpPr/>
            <p:nvPr/>
          </p:nvSpPr>
          <p:spPr>
            <a:xfrm>
              <a:off x="2305050" y="9715500"/>
              <a:ext cx="6410325" cy="1066800"/>
            </a:xfrm>
            <a:prstGeom prst="roundRect">
              <a:avLst>
                <a:gd name="adj" fmla="val 50000"/>
              </a:avLst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ag-dept-t"/>
            <p:cNvSpPr txBox="1"/>
            <p:nvPr/>
          </p:nvSpPr>
          <p:spPr>
            <a:xfrm>
              <a:off x="2305050" y="9715500"/>
              <a:ext cx="6410325" cy="1066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0B3540"/>
                  </a:solidFill>
                  <a:latin typeface="Microsoft YaHei"/>
                  <a:ea typeface="Microsoft YaHei"/>
                  <a:cs typeface="Microsoft YaHei"/>
                </a:rPr>
                <a:t>汇报部门：战略发展部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