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frame-top"/>
          <p:cNvCxnSpPr/>
          <p:nvPr/>
        </p:nvCxnSpPr>
        <p:spPr>
          <a:xfrm>
            <a:off x="0" y="28575"/>
            <a:ext cx="30470475" cy="0"/>
          </a:xfrm>
          <a:prstGeom prst="line">
            <a:avLst/>
          </a:prstGeom>
          <a:ln w="19050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frame-left"/>
          <p:cNvCxnSpPr/>
          <p:nvPr/>
        </p:nvCxnSpPr>
        <p:spPr>
          <a:xfrm>
            <a:off x="9525" y="0"/>
            <a:ext cx="0" cy="17145000"/>
          </a:xfrm>
          <a:prstGeom prst="line">
            <a:avLst/>
          </a:prstGeom>
          <a:ln w="19050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frame-right"/>
          <p:cNvCxnSpPr/>
          <p:nvPr/>
        </p:nvCxnSpPr>
        <p:spPr>
          <a:xfrm>
            <a:off x="30460950" y="0"/>
            <a:ext cx="0" cy="17145000"/>
          </a:xfrm>
          <a:prstGeom prst="line">
            <a:avLst/>
          </a:prstGeom>
          <a:ln w="19050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dot-matrix"/>
          <p:cNvGrpSpPr/>
          <p:nvPr/>
        </p:nvGrpSpPr>
        <p:grpSpPr>
          <a:xfrm>
            <a:off x="885825" y="914400"/>
            <a:ext cx="3514725" cy="3095625"/>
            <a:chOff x="885825" y="914400"/>
            <a:chExt cx="3514725" cy="3095625"/>
          </a:xfrm>
        </p:grpSpPr>
        <p:sp>
          <p:nvSpPr>
            <p:cNvPr id="6" name="dot-r0c0"/>
            <p:cNvSpPr/>
            <p:nvPr/>
          </p:nvSpPr>
          <p:spPr>
            <a:xfrm>
              <a:off x="885825" y="914400"/>
              <a:ext cx="495300" cy="428625"/>
            </a:xfrm>
            <a:prstGeom prst="ellipse">
              <a:avLst/>
            </a:prstGeom>
            <a:solidFill>
              <a:srgbClr val="7EF2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dot-r0c1"/>
            <p:cNvSpPr/>
            <p:nvPr/>
          </p:nvSpPr>
          <p:spPr>
            <a:xfrm>
              <a:off x="1362075" y="923925"/>
              <a:ext cx="495300" cy="419100"/>
            </a:xfrm>
            <a:prstGeom prst="ellipse">
              <a:avLst/>
            </a:prstGeom>
            <a:solidFill>
              <a:srgbClr val="85F4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dot-r0c2"/>
            <p:cNvSpPr/>
            <p:nvPr/>
          </p:nvSpPr>
          <p:spPr>
            <a:xfrm>
              <a:off x="1838325" y="923925"/>
              <a:ext cx="495300" cy="428625"/>
            </a:xfrm>
            <a:prstGeom prst="ellipse">
              <a:avLst/>
            </a:prstGeom>
            <a:solidFill>
              <a:srgbClr val="90F6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dot-r0c3"/>
            <p:cNvSpPr/>
            <p:nvPr/>
          </p:nvSpPr>
          <p:spPr>
            <a:xfrm>
              <a:off x="2314575" y="923925"/>
              <a:ext cx="495300" cy="419100"/>
            </a:xfrm>
            <a:prstGeom prst="ellipse">
              <a:avLst/>
            </a:prstGeom>
            <a:solidFill>
              <a:srgbClr val="9FF7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dot-r0c4"/>
            <p:cNvSpPr/>
            <p:nvPr/>
          </p:nvSpPr>
          <p:spPr>
            <a:xfrm>
              <a:off x="2790825" y="923925"/>
              <a:ext cx="495300" cy="419100"/>
            </a:xfrm>
            <a:prstGeom prst="ellipse">
              <a:avLst/>
            </a:prstGeom>
            <a:solidFill>
              <a:srgbClr val="B2F9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dot-r0c5"/>
            <p:cNvSpPr/>
            <p:nvPr/>
          </p:nvSpPr>
          <p:spPr>
            <a:xfrm>
              <a:off x="3267075" y="923925"/>
              <a:ext cx="495300" cy="409575"/>
            </a:xfrm>
            <a:prstGeom prst="ellipse">
              <a:avLst/>
            </a:prstGeom>
            <a:solidFill>
              <a:srgbClr val="C9FB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dot-r0c6"/>
            <p:cNvSpPr/>
            <p:nvPr/>
          </p:nvSpPr>
          <p:spPr>
            <a:xfrm>
              <a:off x="3743325" y="933450"/>
              <a:ext cx="400050" cy="390525"/>
            </a:xfrm>
            <a:prstGeom prst="ellipse">
              <a:avLst/>
            </a:prstGeom>
            <a:solidFill>
              <a:srgbClr val="E1F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dot-r0c7"/>
            <p:cNvSpPr/>
            <p:nvPr/>
          </p:nvSpPr>
          <p:spPr>
            <a:xfrm>
              <a:off x="4248150" y="952500"/>
              <a:ext cx="152400" cy="152400"/>
            </a:xfrm>
            <a:prstGeom prst="ellipse">
              <a:avLst/>
            </a:prstGeom>
            <a:solidFill>
              <a:srgbClr val="F5FE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dot-r1c0"/>
            <p:cNvSpPr/>
            <p:nvPr/>
          </p:nvSpPr>
          <p:spPr>
            <a:xfrm>
              <a:off x="885825" y="1457325"/>
              <a:ext cx="495300" cy="419100"/>
            </a:xfrm>
            <a:prstGeom prst="ellipse">
              <a:avLst/>
            </a:prstGeom>
            <a:solidFill>
              <a:srgbClr val="86F4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dot-r1c1"/>
            <p:cNvSpPr/>
            <p:nvPr/>
          </p:nvSpPr>
          <p:spPr>
            <a:xfrm>
              <a:off x="1362075" y="1447800"/>
              <a:ext cx="495300" cy="438150"/>
            </a:xfrm>
            <a:prstGeom prst="ellipse">
              <a:avLst/>
            </a:prstGeom>
            <a:solidFill>
              <a:srgbClr val="91F5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dot-r1c2"/>
            <p:cNvSpPr/>
            <p:nvPr/>
          </p:nvSpPr>
          <p:spPr>
            <a:xfrm>
              <a:off x="1838325" y="1457325"/>
              <a:ext cx="495300" cy="419100"/>
            </a:xfrm>
            <a:prstGeom prst="ellipse">
              <a:avLst/>
            </a:prstGeom>
            <a:solidFill>
              <a:srgbClr val="A1F8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dot-r1c3"/>
            <p:cNvSpPr/>
            <p:nvPr/>
          </p:nvSpPr>
          <p:spPr>
            <a:xfrm>
              <a:off x="2314575" y="1457325"/>
              <a:ext cx="495300" cy="419100"/>
            </a:xfrm>
            <a:prstGeom prst="ellipse">
              <a:avLst/>
            </a:prstGeom>
            <a:solidFill>
              <a:srgbClr val="B5F9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dot-r1c4"/>
            <p:cNvSpPr/>
            <p:nvPr/>
          </p:nvSpPr>
          <p:spPr>
            <a:xfrm>
              <a:off x="2790825" y="1457325"/>
              <a:ext cx="495300" cy="409575"/>
            </a:xfrm>
            <a:prstGeom prst="ellipse">
              <a:avLst/>
            </a:prstGeom>
            <a:solidFill>
              <a:srgbClr val="CCFB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dot-r1c5"/>
            <p:cNvSpPr/>
            <p:nvPr/>
          </p:nvSpPr>
          <p:spPr>
            <a:xfrm>
              <a:off x="3267075" y="1466850"/>
              <a:ext cx="400050" cy="390525"/>
            </a:xfrm>
            <a:prstGeom prst="ellipse">
              <a:avLst/>
            </a:prstGeom>
            <a:solidFill>
              <a:srgbClr val="E5F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dot-r2c0"/>
            <p:cNvSpPr/>
            <p:nvPr/>
          </p:nvSpPr>
          <p:spPr>
            <a:xfrm>
              <a:off x="885825" y="1990725"/>
              <a:ext cx="495300" cy="428625"/>
            </a:xfrm>
            <a:prstGeom prst="ellipse">
              <a:avLst/>
            </a:prstGeom>
            <a:solidFill>
              <a:srgbClr val="93F5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dot-r2c1"/>
            <p:cNvSpPr/>
            <p:nvPr/>
          </p:nvSpPr>
          <p:spPr>
            <a:xfrm>
              <a:off x="1362075" y="1990725"/>
              <a:ext cx="495300" cy="419100"/>
            </a:xfrm>
            <a:prstGeom prst="ellipse">
              <a:avLst/>
            </a:prstGeom>
            <a:solidFill>
              <a:srgbClr val="A3F8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dot-r2c2"/>
            <p:cNvSpPr/>
            <p:nvPr/>
          </p:nvSpPr>
          <p:spPr>
            <a:xfrm>
              <a:off x="1838325" y="2000250"/>
              <a:ext cx="495300" cy="409575"/>
            </a:xfrm>
            <a:prstGeom prst="ellipse">
              <a:avLst/>
            </a:prstGeom>
            <a:solidFill>
              <a:srgbClr val="B8F9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dot-r2c3"/>
            <p:cNvSpPr/>
            <p:nvPr/>
          </p:nvSpPr>
          <p:spPr>
            <a:xfrm>
              <a:off x="2314575" y="2000250"/>
              <a:ext cx="495300" cy="400050"/>
            </a:xfrm>
            <a:prstGeom prst="ellipse">
              <a:avLst/>
            </a:prstGeom>
            <a:solidFill>
              <a:srgbClr val="CFFB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dot-r2c4"/>
            <p:cNvSpPr/>
            <p:nvPr/>
          </p:nvSpPr>
          <p:spPr>
            <a:xfrm>
              <a:off x="2800350" y="2000250"/>
              <a:ext cx="371475" cy="381000"/>
            </a:xfrm>
            <a:prstGeom prst="ellipse">
              <a:avLst/>
            </a:prstGeom>
            <a:solidFill>
              <a:srgbClr val="E8F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dot-r3c0"/>
            <p:cNvSpPr/>
            <p:nvPr/>
          </p:nvSpPr>
          <p:spPr>
            <a:xfrm>
              <a:off x="885825" y="2524125"/>
              <a:ext cx="495300" cy="419100"/>
            </a:xfrm>
            <a:prstGeom prst="ellipse">
              <a:avLst/>
            </a:prstGeom>
            <a:solidFill>
              <a:srgbClr val="A5F8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dot-r3c1"/>
            <p:cNvSpPr/>
            <p:nvPr/>
          </p:nvSpPr>
          <p:spPr>
            <a:xfrm>
              <a:off x="1362075" y="2533650"/>
              <a:ext cx="495300" cy="409575"/>
            </a:xfrm>
            <a:prstGeom prst="ellipse">
              <a:avLst/>
            </a:prstGeom>
            <a:solidFill>
              <a:srgbClr val="BBF9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dot-r3c2"/>
            <p:cNvSpPr/>
            <p:nvPr/>
          </p:nvSpPr>
          <p:spPr>
            <a:xfrm>
              <a:off x="1838325" y="2533650"/>
              <a:ext cx="495300" cy="409575"/>
            </a:xfrm>
            <a:prstGeom prst="ellipse">
              <a:avLst/>
            </a:prstGeom>
            <a:solidFill>
              <a:srgbClr val="D4FC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dot-r3c3"/>
            <p:cNvSpPr/>
            <p:nvPr/>
          </p:nvSpPr>
          <p:spPr>
            <a:xfrm>
              <a:off x="2314575" y="2533650"/>
              <a:ext cx="371475" cy="381000"/>
            </a:xfrm>
            <a:prstGeom prst="ellipse">
              <a:avLst/>
            </a:prstGeom>
            <a:solidFill>
              <a:srgbClr val="EBF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dot-r4c0"/>
            <p:cNvSpPr/>
            <p:nvPr/>
          </p:nvSpPr>
          <p:spPr>
            <a:xfrm>
              <a:off x="885825" y="3067050"/>
              <a:ext cx="495300" cy="409575"/>
            </a:xfrm>
            <a:prstGeom prst="ellipse">
              <a:avLst/>
            </a:prstGeom>
            <a:solidFill>
              <a:srgbClr val="BEFA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dot-r4c1"/>
            <p:cNvSpPr/>
            <p:nvPr/>
          </p:nvSpPr>
          <p:spPr>
            <a:xfrm>
              <a:off x="1362075" y="3067050"/>
              <a:ext cx="495300" cy="409575"/>
            </a:xfrm>
            <a:prstGeom prst="ellipse">
              <a:avLst/>
            </a:prstGeom>
            <a:solidFill>
              <a:srgbClr val="D7FC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dot-r4c2"/>
            <p:cNvSpPr/>
            <p:nvPr/>
          </p:nvSpPr>
          <p:spPr>
            <a:xfrm>
              <a:off x="1847850" y="3076575"/>
              <a:ext cx="342900" cy="333375"/>
            </a:xfrm>
            <a:prstGeom prst="ellipse">
              <a:avLst/>
            </a:prstGeom>
            <a:solidFill>
              <a:srgbClr val="EDF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dot-r5c0"/>
            <p:cNvSpPr/>
            <p:nvPr/>
          </p:nvSpPr>
          <p:spPr>
            <a:xfrm>
              <a:off x="885825" y="3600450"/>
              <a:ext cx="495300" cy="409575"/>
            </a:xfrm>
            <a:prstGeom prst="ellipse">
              <a:avLst/>
            </a:prstGeom>
            <a:solidFill>
              <a:srgbClr val="DAFC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dot-r5c1"/>
            <p:cNvSpPr/>
            <p:nvPr/>
          </p:nvSpPr>
          <p:spPr>
            <a:xfrm>
              <a:off x="1371600" y="3609975"/>
              <a:ext cx="304800" cy="304800"/>
            </a:xfrm>
            <a:prstGeom prst="ellipse">
              <a:avLst/>
            </a:prstGeom>
            <a:solidFill>
              <a:srgbClr val="EFF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2" name="part-kicker"/>
          <p:cNvGrpSpPr/>
          <p:nvPr/>
        </p:nvGrpSpPr>
        <p:grpSpPr>
          <a:xfrm>
            <a:off x="2286000" y="5924550"/>
            <a:ext cx="4552950" cy="1485900"/>
            <a:chOff x="2286000" y="5924550"/>
            <a:chExt cx="4552950" cy="1485900"/>
          </a:xfrm>
        </p:grpSpPr>
        <p:sp>
          <p:nvSpPr>
            <p:cNvPr id="34" name="blob-icon"/>
            <p:cNvSpPr/>
            <p:nvPr/>
          </p:nvSpPr>
          <p:spPr>
            <a:xfrm>
              <a:off x="2286000" y="5924550"/>
              <a:ext cx="1504950" cy="1485900"/>
            </a:xfrm>
            <a:custGeom>
              <a:avLst/>
              <a:gdLst/>
              <a:ahLst/>
              <a:cxnLst/>
              <a:rect l="l" t="t" r="r" b="b"/>
              <a:pathLst>
                <a:path w="1504950" h="1485900">
                  <a:moveTo>
                    <a:pt x="304800" y="0"/>
                  </a:moveTo>
                  <a:lnTo>
                    <a:pt x="180975" y="28575"/>
                  </a:lnTo>
                  <a:lnTo>
                    <a:pt x="123825" y="57150"/>
                  </a:lnTo>
                  <a:lnTo>
                    <a:pt x="85725" y="85725"/>
                  </a:lnTo>
                  <a:lnTo>
                    <a:pt x="57150" y="114300"/>
                  </a:lnTo>
                  <a:lnTo>
                    <a:pt x="38100" y="142875"/>
                  </a:lnTo>
                  <a:lnTo>
                    <a:pt x="28575" y="171450"/>
                  </a:lnTo>
                  <a:lnTo>
                    <a:pt x="19050" y="200025"/>
                  </a:lnTo>
                  <a:lnTo>
                    <a:pt x="9525" y="228600"/>
                  </a:lnTo>
                  <a:lnTo>
                    <a:pt x="0" y="257175"/>
                  </a:lnTo>
                  <a:lnTo>
                    <a:pt x="0" y="285750"/>
                  </a:lnTo>
                  <a:lnTo>
                    <a:pt x="0" y="314325"/>
                  </a:lnTo>
                  <a:lnTo>
                    <a:pt x="0" y="342900"/>
                  </a:lnTo>
                  <a:lnTo>
                    <a:pt x="0" y="371475"/>
                  </a:lnTo>
                  <a:lnTo>
                    <a:pt x="0" y="400050"/>
                  </a:lnTo>
                  <a:lnTo>
                    <a:pt x="0" y="428625"/>
                  </a:lnTo>
                  <a:lnTo>
                    <a:pt x="0" y="457200"/>
                  </a:lnTo>
                  <a:lnTo>
                    <a:pt x="0" y="485775"/>
                  </a:lnTo>
                  <a:lnTo>
                    <a:pt x="0" y="514350"/>
                  </a:lnTo>
                  <a:lnTo>
                    <a:pt x="0" y="542925"/>
                  </a:lnTo>
                  <a:lnTo>
                    <a:pt x="9525" y="571500"/>
                  </a:lnTo>
                  <a:lnTo>
                    <a:pt x="9525" y="600075"/>
                  </a:lnTo>
                  <a:lnTo>
                    <a:pt x="9525" y="628650"/>
                  </a:lnTo>
                  <a:lnTo>
                    <a:pt x="19050" y="657225"/>
                  </a:lnTo>
                  <a:lnTo>
                    <a:pt x="19050" y="685800"/>
                  </a:lnTo>
                  <a:lnTo>
                    <a:pt x="28575" y="714375"/>
                  </a:lnTo>
                  <a:lnTo>
                    <a:pt x="28575" y="742950"/>
                  </a:lnTo>
                  <a:lnTo>
                    <a:pt x="38100" y="771525"/>
                  </a:lnTo>
                  <a:lnTo>
                    <a:pt x="47625" y="800100"/>
                  </a:lnTo>
                  <a:lnTo>
                    <a:pt x="57150" y="828675"/>
                  </a:lnTo>
                  <a:lnTo>
                    <a:pt x="57150" y="857250"/>
                  </a:lnTo>
                  <a:lnTo>
                    <a:pt x="66675" y="885825"/>
                  </a:lnTo>
                  <a:lnTo>
                    <a:pt x="76200" y="914400"/>
                  </a:lnTo>
                  <a:lnTo>
                    <a:pt x="85725" y="942975"/>
                  </a:lnTo>
                  <a:lnTo>
                    <a:pt x="95250" y="971550"/>
                  </a:lnTo>
                  <a:lnTo>
                    <a:pt x="114300" y="1000125"/>
                  </a:lnTo>
                  <a:lnTo>
                    <a:pt x="123825" y="1028700"/>
                  </a:lnTo>
                  <a:lnTo>
                    <a:pt x="142875" y="1057275"/>
                  </a:lnTo>
                  <a:lnTo>
                    <a:pt x="161925" y="1085850"/>
                  </a:lnTo>
                  <a:lnTo>
                    <a:pt x="171450" y="1114425"/>
                  </a:lnTo>
                  <a:lnTo>
                    <a:pt x="190500" y="1143000"/>
                  </a:lnTo>
                  <a:lnTo>
                    <a:pt x="219075" y="1171575"/>
                  </a:lnTo>
                  <a:lnTo>
                    <a:pt x="238125" y="1200150"/>
                  </a:lnTo>
                  <a:lnTo>
                    <a:pt x="266700" y="1228725"/>
                  </a:lnTo>
                  <a:lnTo>
                    <a:pt x="295275" y="1257300"/>
                  </a:lnTo>
                  <a:lnTo>
                    <a:pt x="314325" y="1285875"/>
                  </a:lnTo>
                  <a:lnTo>
                    <a:pt x="352425" y="1314450"/>
                  </a:lnTo>
                  <a:lnTo>
                    <a:pt x="390525" y="1343025"/>
                  </a:lnTo>
                  <a:lnTo>
                    <a:pt x="428625" y="1371600"/>
                  </a:lnTo>
                  <a:lnTo>
                    <a:pt x="476250" y="1400175"/>
                  </a:lnTo>
                  <a:lnTo>
                    <a:pt x="533400" y="1428750"/>
                  </a:lnTo>
                  <a:lnTo>
                    <a:pt x="609600" y="1457325"/>
                  </a:lnTo>
                  <a:lnTo>
                    <a:pt x="790575" y="1485900"/>
                  </a:lnTo>
                  <a:lnTo>
                    <a:pt x="847725" y="1485900"/>
                  </a:lnTo>
                  <a:lnTo>
                    <a:pt x="1009650" y="1457325"/>
                  </a:lnTo>
                  <a:lnTo>
                    <a:pt x="1095375" y="1428750"/>
                  </a:lnTo>
                  <a:lnTo>
                    <a:pt x="1152525" y="1400175"/>
                  </a:lnTo>
                  <a:lnTo>
                    <a:pt x="1200150" y="1371600"/>
                  </a:lnTo>
                  <a:lnTo>
                    <a:pt x="1247775" y="1343025"/>
                  </a:lnTo>
                  <a:lnTo>
                    <a:pt x="1276350" y="1314450"/>
                  </a:lnTo>
                  <a:lnTo>
                    <a:pt x="1304925" y="1285875"/>
                  </a:lnTo>
                  <a:lnTo>
                    <a:pt x="1333500" y="1257300"/>
                  </a:lnTo>
                  <a:lnTo>
                    <a:pt x="1352550" y="1228725"/>
                  </a:lnTo>
                  <a:lnTo>
                    <a:pt x="1371600" y="1200150"/>
                  </a:lnTo>
                  <a:lnTo>
                    <a:pt x="1390650" y="1171575"/>
                  </a:lnTo>
                  <a:lnTo>
                    <a:pt x="1409700" y="1143000"/>
                  </a:lnTo>
                  <a:lnTo>
                    <a:pt x="1428750" y="1114425"/>
                  </a:lnTo>
                  <a:lnTo>
                    <a:pt x="1438275" y="1085850"/>
                  </a:lnTo>
                  <a:lnTo>
                    <a:pt x="1447800" y="1057275"/>
                  </a:lnTo>
                  <a:lnTo>
                    <a:pt x="1457325" y="1028700"/>
                  </a:lnTo>
                  <a:lnTo>
                    <a:pt x="1466850" y="1000125"/>
                  </a:lnTo>
                  <a:lnTo>
                    <a:pt x="1476375" y="971550"/>
                  </a:lnTo>
                  <a:lnTo>
                    <a:pt x="1485900" y="942975"/>
                  </a:lnTo>
                  <a:lnTo>
                    <a:pt x="1485900" y="914400"/>
                  </a:lnTo>
                  <a:lnTo>
                    <a:pt x="1495425" y="885825"/>
                  </a:lnTo>
                  <a:lnTo>
                    <a:pt x="1495425" y="857250"/>
                  </a:lnTo>
                  <a:lnTo>
                    <a:pt x="1504950" y="828675"/>
                  </a:lnTo>
                  <a:lnTo>
                    <a:pt x="1504950" y="800100"/>
                  </a:lnTo>
                  <a:lnTo>
                    <a:pt x="1371600" y="771525"/>
                  </a:lnTo>
                  <a:lnTo>
                    <a:pt x="1390650" y="742950"/>
                  </a:lnTo>
                  <a:lnTo>
                    <a:pt x="1390650" y="714375"/>
                  </a:lnTo>
                  <a:lnTo>
                    <a:pt x="1400175" y="685800"/>
                  </a:lnTo>
                  <a:lnTo>
                    <a:pt x="1390650" y="657225"/>
                  </a:lnTo>
                  <a:lnTo>
                    <a:pt x="1381125" y="628650"/>
                  </a:lnTo>
                  <a:lnTo>
                    <a:pt x="1343025" y="600075"/>
                  </a:lnTo>
                  <a:lnTo>
                    <a:pt x="1495425" y="571500"/>
                  </a:lnTo>
                  <a:lnTo>
                    <a:pt x="1485900" y="542925"/>
                  </a:lnTo>
                  <a:lnTo>
                    <a:pt x="1485900" y="514350"/>
                  </a:lnTo>
                  <a:lnTo>
                    <a:pt x="1476375" y="485775"/>
                  </a:lnTo>
                  <a:lnTo>
                    <a:pt x="1466850" y="457200"/>
                  </a:lnTo>
                  <a:lnTo>
                    <a:pt x="1457325" y="428625"/>
                  </a:lnTo>
                  <a:lnTo>
                    <a:pt x="1447800" y="400050"/>
                  </a:lnTo>
                  <a:lnTo>
                    <a:pt x="1438275" y="371475"/>
                  </a:lnTo>
                  <a:lnTo>
                    <a:pt x="1419225" y="342900"/>
                  </a:lnTo>
                  <a:lnTo>
                    <a:pt x="1409700" y="314325"/>
                  </a:lnTo>
                  <a:lnTo>
                    <a:pt x="1400175" y="285750"/>
                  </a:lnTo>
                  <a:lnTo>
                    <a:pt x="1381125" y="257175"/>
                  </a:lnTo>
                  <a:lnTo>
                    <a:pt x="1362075" y="228600"/>
                  </a:lnTo>
                  <a:lnTo>
                    <a:pt x="1333500" y="200025"/>
                  </a:lnTo>
                  <a:lnTo>
                    <a:pt x="1314450" y="171450"/>
                  </a:lnTo>
                  <a:lnTo>
                    <a:pt x="1285875" y="142875"/>
                  </a:lnTo>
                  <a:lnTo>
                    <a:pt x="1257300" y="114300"/>
                  </a:lnTo>
                  <a:lnTo>
                    <a:pt x="1209675" y="85725"/>
                  </a:lnTo>
                  <a:lnTo>
                    <a:pt x="1162050" y="57150"/>
                  </a:lnTo>
                  <a:lnTo>
                    <a:pt x="1095375" y="28575"/>
                  </a:lnTo>
                  <a:lnTo>
                    <a:pt x="971550" y="0"/>
                  </a:lnTo>
                  <a:close/>
                </a:path>
              </a:pathLst>
            </a:custGeom>
            <a:solidFill>
              <a:srgbClr val="03EE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-part"/>
            <p:cNvSpPr txBox="1"/>
            <p:nvPr/>
          </p:nvSpPr>
          <p:spPr>
            <a:xfrm>
              <a:off x="3314700" y="6057900"/>
              <a:ext cx="3524250" cy="13430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6600" b="1" i="0" spc="352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PART 02</a:t>
              </a:r>
            </a:p>
          </p:txBody>
        </p:sp>
      </p:grpSp>
      <p:sp>
        <p:nvSpPr>
          <p:cNvPr id="36" name="t-title"/>
          <p:cNvSpPr txBox="1"/>
          <p:nvPr/>
        </p:nvSpPr>
        <p:spPr>
          <a:xfrm>
            <a:off x="2400300" y="7296150"/>
            <a:ext cx="13373100" cy="2286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250" b="1" i="0">
                <a:solidFill>
                  <a:srgbClr val="03EEFF"/>
                </a:solidFill>
                <a:latin typeface="Microsoft YaHei"/>
                <a:ea typeface="Microsoft YaHei"/>
                <a:cs typeface="Microsoft YaHei"/>
              </a:rPr>
              <a:t>各业务板块深度剖析</a:t>
            </a:r>
          </a:p>
        </p:txBody>
      </p:sp>
      <p:sp>
        <p:nvSpPr>
          <p:cNvPr id="37" name="divider-head"/>
          <p:cNvSpPr/>
          <p:nvPr/>
        </p:nvSpPr>
        <p:spPr>
          <a:xfrm>
            <a:off x="2486025" y="9601200"/>
            <a:ext cx="2095500" cy="104775"/>
          </a:xfrm>
          <a:prstGeom prst="rect">
            <a:avLst/>
          </a:prstGeom>
          <a:solidFill>
            <a:srgbClr val="03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ivider-tail"/>
          <p:cNvSpPr/>
          <p:nvPr/>
        </p:nvSpPr>
        <p:spPr>
          <a:xfrm>
            <a:off x="4581525" y="9620250"/>
            <a:ext cx="10525125" cy="38100"/>
          </a:xfrm>
          <a:prstGeom prst="rect">
            <a:avLst/>
          </a:prstGeom>
          <a:solidFill>
            <a:srgbClr val="6C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-sub"/>
          <p:cNvSpPr txBox="1"/>
          <p:nvPr/>
        </p:nvSpPr>
        <p:spPr>
          <a:xfrm>
            <a:off x="2447925" y="9906000"/>
            <a:ext cx="12758928" cy="14001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900" b="1" i="0" spc="33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生产、市场、供应链、研发分析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