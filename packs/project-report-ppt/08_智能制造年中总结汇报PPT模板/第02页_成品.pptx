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4" name="grp-photo"/>
          <p:cNvGrpSpPr/>
          <p:nvPr/>
        </p:nvGrpSpPr>
        <p:grpSpPr>
          <a:xfrm>
            <a:off x="895350" y="895350"/>
            <a:ext cx="28660725" cy="8077200"/>
            <a:chOff x="895350" y="895350"/>
            <a:chExt cx="28660725" cy="8077200"/>
          </a:xfrm>
        </p:grpSpPr>
        <p:pic>
          <p:nvPicPr>
            <p:cNvPr id="3" name="photo-factory" descr="_photo_photo_factory.jp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95350" y="895350"/>
              <a:ext cx="28660725" cy="8077200"/>
            </a:xfrm>
            <a:prstGeom prst="rect">
              <a:avLst/>
            </a:prstGeom>
            <a:effectLst/>
          </p:spPr>
        </p:pic>
      </p:grpSp>
      <p:grpSp>
        <p:nvGrpSpPr>
          <p:cNvPr id="22" name="grp-title"/>
          <p:cNvGrpSpPr/>
          <p:nvPr/>
        </p:nvGrpSpPr>
        <p:grpSpPr>
          <a:xfrm>
            <a:off x="2847975" y="8963025"/>
            <a:ext cx="6115050" cy="7334250"/>
            <a:chOff x="2847975" y="8963025"/>
            <a:chExt cx="6115050" cy="7334250"/>
          </a:xfrm>
        </p:grpSpPr>
        <p:sp>
          <p:nvSpPr>
            <p:cNvPr id="4" name="title-block"/>
            <p:cNvSpPr/>
            <p:nvPr/>
          </p:nvSpPr>
          <p:spPr>
            <a:xfrm>
              <a:off x="2847975" y="8963025"/>
              <a:ext cx="6115050" cy="7334250"/>
            </a:xfrm>
            <a:prstGeom prst="rect">
              <a:avLst/>
            </a:prstGeom>
            <a:solidFill>
              <a:srgbClr val="68F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itle-目录"/>
            <p:cNvSpPr txBox="1"/>
            <p:nvPr/>
          </p:nvSpPr>
          <p:spPr>
            <a:xfrm>
              <a:off x="3286125" y="11344275"/>
              <a:ext cx="5334000" cy="19050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2750" b="1" i="0" spc="-75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目录</a:t>
              </a:r>
            </a:p>
          </p:txBody>
        </p:sp>
      </p:grpSp>
      <p:grpSp>
        <p:nvGrpSpPr>
          <p:cNvPr id="23" name="grp-item-01"/>
          <p:cNvGrpSpPr/>
          <p:nvPr/>
        </p:nvGrpSpPr>
        <p:grpSpPr>
          <a:xfrm>
            <a:off x="9763125" y="10201275"/>
            <a:ext cx="8428101" cy="1514475"/>
            <a:chOff x="9763125" y="10201275"/>
            <a:chExt cx="8428101" cy="1514475"/>
          </a:xfrm>
        </p:grpSpPr>
        <p:sp>
          <p:nvSpPr>
            <p:cNvPr id="6" name="icon-1"/>
            <p:cNvSpPr/>
            <p:nvPr/>
          </p:nvSpPr>
          <p:spPr>
            <a:xfrm>
              <a:off x="9763125" y="10201275"/>
              <a:ext cx="1552575" cy="1514475"/>
            </a:xfrm>
            <a:custGeom>
              <a:avLst/>
              <a:gdLst/>
              <a:ahLst/>
              <a:cxnLst/>
              <a:rect l="l" t="t" r="r" b="b"/>
              <a:pathLst>
                <a:path w="1552575" h="1514475">
                  <a:moveTo>
                    <a:pt x="427673" y="0"/>
                  </a:moveTo>
                  <a:lnTo>
                    <a:pt x="199073" y="29527"/>
                  </a:lnTo>
                  <a:lnTo>
                    <a:pt x="129540" y="59055"/>
                  </a:lnTo>
                  <a:lnTo>
                    <a:pt x="89535" y="88583"/>
                  </a:lnTo>
                  <a:lnTo>
                    <a:pt x="69533" y="118110"/>
                  </a:lnTo>
                  <a:lnTo>
                    <a:pt x="49530" y="147637"/>
                  </a:lnTo>
                  <a:lnTo>
                    <a:pt x="40005" y="177165"/>
                  </a:lnTo>
                  <a:lnTo>
                    <a:pt x="20003" y="206693"/>
                  </a:lnTo>
                  <a:lnTo>
                    <a:pt x="9525" y="236220"/>
                  </a:lnTo>
                  <a:lnTo>
                    <a:pt x="9525" y="265747"/>
                  </a:lnTo>
                  <a:lnTo>
                    <a:pt x="0" y="295275"/>
                  </a:lnTo>
                  <a:lnTo>
                    <a:pt x="0" y="324803"/>
                  </a:lnTo>
                  <a:lnTo>
                    <a:pt x="0" y="354330"/>
                  </a:lnTo>
                  <a:lnTo>
                    <a:pt x="0" y="383857"/>
                  </a:lnTo>
                  <a:lnTo>
                    <a:pt x="0" y="413385"/>
                  </a:lnTo>
                  <a:lnTo>
                    <a:pt x="0" y="442913"/>
                  </a:lnTo>
                  <a:lnTo>
                    <a:pt x="0" y="472440"/>
                  </a:lnTo>
                  <a:lnTo>
                    <a:pt x="0" y="501967"/>
                  </a:lnTo>
                  <a:lnTo>
                    <a:pt x="0" y="530543"/>
                  </a:lnTo>
                  <a:lnTo>
                    <a:pt x="9525" y="560070"/>
                  </a:lnTo>
                  <a:lnTo>
                    <a:pt x="9525" y="589597"/>
                  </a:lnTo>
                  <a:lnTo>
                    <a:pt x="20003" y="619125"/>
                  </a:lnTo>
                  <a:lnTo>
                    <a:pt x="20003" y="648653"/>
                  </a:lnTo>
                  <a:lnTo>
                    <a:pt x="20003" y="678180"/>
                  </a:lnTo>
                  <a:lnTo>
                    <a:pt x="29527" y="707707"/>
                  </a:lnTo>
                  <a:lnTo>
                    <a:pt x="29527" y="737235"/>
                  </a:lnTo>
                  <a:lnTo>
                    <a:pt x="40005" y="766763"/>
                  </a:lnTo>
                  <a:lnTo>
                    <a:pt x="40005" y="796290"/>
                  </a:lnTo>
                  <a:lnTo>
                    <a:pt x="49530" y="825817"/>
                  </a:lnTo>
                  <a:lnTo>
                    <a:pt x="60007" y="855345"/>
                  </a:lnTo>
                  <a:lnTo>
                    <a:pt x="69533" y="884873"/>
                  </a:lnTo>
                  <a:lnTo>
                    <a:pt x="80010" y="914400"/>
                  </a:lnTo>
                  <a:lnTo>
                    <a:pt x="89535" y="943927"/>
                  </a:lnTo>
                  <a:lnTo>
                    <a:pt x="99060" y="973455"/>
                  </a:lnTo>
                  <a:lnTo>
                    <a:pt x="109537" y="1002983"/>
                  </a:lnTo>
                  <a:lnTo>
                    <a:pt x="129540" y="1032510"/>
                  </a:lnTo>
                  <a:lnTo>
                    <a:pt x="129540" y="1062037"/>
                  </a:lnTo>
                  <a:lnTo>
                    <a:pt x="159067" y="1091565"/>
                  </a:lnTo>
                  <a:lnTo>
                    <a:pt x="179070" y="1121093"/>
                  </a:lnTo>
                  <a:lnTo>
                    <a:pt x="189547" y="1150620"/>
                  </a:lnTo>
                  <a:lnTo>
                    <a:pt x="219075" y="1180147"/>
                  </a:lnTo>
                  <a:lnTo>
                    <a:pt x="239077" y="1209675"/>
                  </a:lnTo>
                  <a:lnTo>
                    <a:pt x="268605" y="1239203"/>
                  </a:lnTo>
                  <a:lnTo>
                    <a:pt x="288607" y="1268730"/>
                  </a:lnTo>
                  <a:lnTo>
                    <a:pt x="318135" y="1298257"/>
                  </a:lnTo>
                  <a:lnTo>
                    <a:pt x="358140" y="1327785"/>
                  </a:lnTo>
                  <a:lnTo>
                    <a:pt x="378143" y="1357313"/>
                  </a:lnTo>
                  <a:lnTo>
                    <a:pt x="427673" y="1386840"/>
                  </a:lnTo>
                  <a:lnTo>
                    <a:pt x="478155" y="1416367"/>
                  </a:lnTo>
                  <a:lnTo>
                    <a:pt x="527685" y="1445895"/>
                  </a:lnTo>
                  <a:lnTo>
                    <a:pt x="597217" y="1475423"/>
                  </a:lnTo>
                  <a:lnTo>
                    <a:pt x="686753" y="1504950"/>
                  </a:lnTo>
                  <a:lnTo>
                    <a:pt x="905827" y="1514475"/>
                  </a:lnTo>
                  <a:lnTo>
                    <a:pt x="1055370" y="1484947"/>
                  </a:lnTo>
                  <a:lnTo>
                    <a:pt x="1134427" y="1455420"/>
                  </a:lnTo>
                  <a:lnTo>
                    <a:pt x="1194435" y="1425893"/>
                  </a:lnTo>
                  <a:lnTo>
                    <a:pt x="1243965" y="1396365"/>
                  </a:lnTo>
                  <a:lnTo>
                    <a:pt x="1283970" y="1366837"/>
                  </a:lnTo>
                  <a:lnTo>
                    <a:pt x="1323975" y="1337310"/>
                  </a:lnTo>
                  <a:lnTo>
                    <a:pt x="1343977" y="1307783"/>
                  </a:lnTo>
                  <a:lnTo>
                    <a:pt x="1373505" y="1278255"/>
                  </a:lnTo>
                  <a:lnTo>
                    <a:pt x="1403033" y="1248727"/>
                  </a:lnTo>
                  <a:lnTo>
                    <a:pt x="1423035" y="1219200"/>
                  </a:lnTo>
                  <a:lnTo>
                    <a:pt x="1443037" y="1189673"/>
                  </a:lnTo>
                  <a:lnTo>
                    <a:pt x="1453515" y="1160145"/>
                  </a:lnTo>
                  <a:lnTo>
                    <a:pt x="1472565" y="1130617"/>
                  </a:lnTo>
                  <a:lnTo>
                    <a:pt x="1483043" y="1101090"/>
                  </a:lnTo>
                  <a:lnTo>
                    <a:pt x="1492567" y="1071563"/>
                  </a:lnTo>
                  <a:lnTo>
                    <a:pt x="1503045" y="1042035"/>
                  </a:lnTo>
                  <a:lnTo>
                    <a:pt x="1512570" y="1012507"/>
                  </a:lnTo>
                  <a:lnTo>
                    <a:pt x="1523047" y="983933"/>
                  </a:lnTo>
                  <a:lnTo>
                    <a:pt x="1532573" y="954405"/>
                  </a:lnTo>
                  <a:lnTo>
                    <a:pt x="1532573" y="924877"/>
                  </a:lnTo>
                  <a:lnTo>
                    <a:pt x="1543050" y="895350"/>
                  </a:lnTo>
                  <a:lnTo>
                    <a:pt x="1543050" y="865823"/>
                  </a:lnTo>
                  <a:lnTo>
                    <a:pt x="1552575" y="836295"/>
                  </a:lnTo>
                  <a:lnTo>
                    <a:pt x="1552575" y="806767"/>
                  </a:lnTo>
                  <a:lnTo>
                    <a:pt x="1552575" y="777240"/>
                  </a:lnTo>
                  <a:lnTo>
                    <a:pt x="1552575" y="747713"/>
                  </a:lnTo>
                  <a:lnTo>
                    <a:pt x="1552575" y="718185"/>
                  </a:lnTo>
                  <a:lnTo>
                    <a:pt x="1552575" y="688657"/>
                  </a:lnTo>
                  <a:lnTo>
                    <a:pt x="1543050" y="659130"/>
                  </a:lnTo>
                  <a:lnTo>
                    <a:pt x="1543050" y="629603"/>
                  </a:lnTo>
                  <a:lnTo>
                    <a:pt x="1543050" y="600075"/>
                  </a:lnTo>
                  <a:lnTo>
                    <a:pt x="1532573" y="570547"/>
                  </a:lnTo>
                  <a:lnTo>
                    <a:pt x="1532573" y="541020"/>
                  </a:lnTo>
                  <a:lnTo>
                    <a:pt x="1523047" y="511493"/>
                  </a:lnTo>
                  <a:lnTo>
                    <a:pt x="1512570" y="481965"/>
                  </a:lnTo>
                  <a:lnTo>
                    <a:pt x="1503045" y="452437"/>
                  </a:lnTo>
                  <a:lnTo>
                    <a:pt x="1492567" y="422910"/>
                  </a:lnTo>
                  <a:lnTo>
                    <a:pt x="1483043" y="393383"/>
                  </a:lnTo>
                  <a:lnTo>
                    <a:pt x="1472565" y="363855"/>
                  </a:lnTo>
                  <a:lnTo>
                    <a:pt x="1453515" y="334327"/>
                  </a:lnTo>
                  <a:lnTo>
                    <a:pt x="1443037" y="304800"/>
                  </a:lnTo>
                  <a:lnTo>
                    <a:pt x="1423035" y="275273"/>
                  </a:lnTo>
                  <a:lnTo>
                    <a:pt x="1403033" y="245745"/>
                  </a:lnTo>
                  <a:lnTo>
                    <a:pt x="1383030" y="216217"/>
                  </a:lnTo>
                  <a:lnTo>
                    <a:pt x="1353503" y="186690"/>
                  </a:lnTo>
                  <a:lnTo>
                    <a:pt x="1333500" y="157163"/>
                  </a:lnTo>
                  <a:lnTo>
                    <a:pt x="1303973" y="127635"/>
                  </a:lnTo>
                  <a:lnTo>
                    <a:pt x="1254443" y="98107"/>
                  </a:lnTo>
                  <a:lnTo>
                    <a:pt x="1203960" y="68580"/>
                  </a:lnTo>
                  <a:lnTo>
                    <a:pt x="1144905" y="39053"/>
                  </a:lnTo>
                  <a:lnTo>
                    <a:pt x="1024890" y="9525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um-01"/>
            <p:cNvSpPr txBox="1"/>
            <p:nvPr/>
          </p:nvSpPr>
          <p:spPr>
            <a:xfrm>
              <a:off x="10744200" y="10601325"/>
              <a:ext cx="104775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75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8" name="label-01"/>
            <p:cNvSpPr txBox="1"/>
            <p:nvPr/>
          </p:nvSpPr>
          <p:spPr>
            <a:xfrm>
              <a:off x="12039600" y="10606088"/>
              <a:ext cx="6151626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 spc="-135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上半年总体业绩回顾</a:t>
              </a:r>
            </a:p>
          </p:txBody>
        </p:sp>
      </p:grpSp>
      <p:grpSp>
        <p:nvGrpSpPr>
          <p:cNvPr id="20" name="grp-item-02"/>
          <p:cNvGrpSpPr/>
          <p:nvPr/>
        </p:nvGrpSpPr>
        <p:grpSpPr>
          <a:xfrm>
            <a:off x="19478625" y="10201275"/>
            <a:ext cx="8428101" cy="1514475"/>
            <a:chOff x="19478625" y="10201275"/>
            <a:chExt cx="8428101" cy="1514475"/>
          </a:xfrm>
        </p:grpSpPr>
        <p:sp>
          <p:nvSpPr>
            <p:cNvPr id="9" name="icon-2"/>
            <p:cNvSpPr/>
            <p:nvPr/>
          </p:nvSpPr>
          <p:spPr>
            <a:xfrm>
              <a:off x="19478625" y="10201275"/>
              <a:ext cx="1571625" cy="1514475"/>
            </a:xfrm>
            <a:custGeom>
              <a:avLst/>
              <a:gdLst/>
              <a:ahLst/>
              <a:cxnLst/>
              <a:rect l="l" t="t" r="r" b="b"/>
              <a:pathLst>
                <a:path w="1571625" h="1514475">
                  <a:moveTo>
                    <a:pt x="410527" y="0"/>
                  </a:moveTo>
                  <a:lnTo>
                    <a:pt x="210503" y="29527"/>
                  </a:lnTo>
                  <a:lnTo>
                    <a:pt x="130493" y="59055"/>
                  </a:lnTo>
                  <a:lnTo>
                    <a:pt x="90487" y="88583"/>
                  </a:lnTo>
                  <a:lnTo>
                    <a:pt x="70485" y="118110"/>
                  </a:lnTo>
                  <a:lnTo>
                    <a:pt x="49530" y="147637"/>
                  </a:lnTo>
                  <a:lnTo>
                    <a:pt x="30480" y="177165"/>
                  </a:lnTo>
                  <a:lnTo>
                    <a:pt x="20003" y="206693"/>
                  </a:lnTo>
                  <a:lnTo>
                    <a:pt x="20003" y="236220"/>
                  </a:lnTo>
                  <a:lnTo>
                    <a:pt x="10477" y="265747"/>
                  </a:lnTo>
                  <a:lnTo>
                    <a:pt x="0" y="295275"/>
                  </a:lnTo>
                  <a:lnTo>
                    <a:pt x="0" y="324803"/>
                  </a:lnTo>
                  <a:lnTo>
                    <a:pt x="0" y="354330"/>
                  </a:lnTo>
                  <a:lnTo>
                    <a:pt x="0" y="383857"/>
                  </a:lnTo>
                  <a:lnTo>
                    <a:pt x="0" y="413385"/>
                  </a:lnTo>
                  <a:lnTo>
                    <a:pt x="0" y="442913"/>
                  </a:lnTo>
                  <a:lnTo>
                    <a:pt x="0" y="472440"/>
                  </a:lnTo>
                  <a:lnTo>
                    <a:pt x="0" y="501967"/>
                  </a:lnTo>
                  <a:lnTo>
                    <a:pt x="10477" y="530543"/>
                  </a:lnTo>
                  <a:lnTo>
                    <a:pt x="10477" y="560070"/>
                  </a:lnTo>
                  <a:lnTo>
                    <a:pt x="10477" y="589597"/>
                  </a:lnTo>
                  <a:lnTo>
                    <a:pt x="10477" y="619125"/>
                  </a:lnTo>
                  <a:lnTo>
                    <a:pt x="20003" y="648653"/>
                  </a:lnTo>
                  <a:lnTo>
                    <a:pt x="20003" y="678180"/>
                  </a:lnTo>
                  <a:lnTo>
                    <a:pt x="30480" y="707707"/>
                  </a:lnTo>
                  <a:lnTo>
                    <a:pt x="30480" y="737235"/>
                  </a:lnTo>
                  <a:lnTo>
                    <a:pt x="40005" y="766763"/>
                  </a:lnTo>
                  <a:lnTo>
                    <a:pt x="40005" y="796290"/>
                  </a:lnTo>
                  <a:lnTo>
                    <a:pt x="49530" y="825817"/>
                  </a:lnTo>
                  <a:lnTo>
                    <a:pt x="60007" y="855345"/>
                  </a:lnTo>
                  <a:lnTo>
                    <a:pt x="70485" y="884873"/>
                  </a:lnTo>
                  <a:lnTo>
                    <a:pt x="80010" y="914400"/>
                  </a:lnTo>
                  <a:lnTo>
                    <a:pt x="90487" y="943927"/>
                  </a:lnTo>
                  <a:lnTo>
                    <a:pt x="100013" y="973455"/>
                  </a:lnTo>
                  <a:lnTo>
                    <a:pt x="110490" y="1002983"/>
                  </a:lnTo>
                  <a:lnTo>
                    <a:pt x="130493" y="1032510"/>
                  </a:lnTo>
                  <a:lnTo>
                    <a:pt x="140017" y="1062037"/>
                  </a:lnTo>
                  <a:lnTo>
                    <a:pt x="160020" y="1091565"/>
                  </a:lnTo>
                  <a:lnTo>
                    <a:pt x="180023" y="1121093"/>
                  </a:lnTo>
                  <a:lnTo>
                    <a:pt x="190500" y="1150620"/>
                  </a:lnTo>
                  <a:lnTo>
                    <a:pt x="220027" y="1180147"/>
                  </a:lnTo>
                  <a:lnTo>
                    <a:pt x="240030" y="1209675"/>
                  </a:lnTo>
                  <a:lnTo>
                    <a:pt x="270510" y="1239203"/>
                  </a:lnTo>
                  <a:lnTo>
                    <a:pt x="290513" y="1268730"/>
                  </a:lnTo>
                  <a:lnTo>
                    <a:pt x="320040" y="1298257"/>
                  </a:lnTo>
                  <a:lnTo>
                    <a:pt x="350520" y="1327785"/>
                  </a:lnTo>
                  <a:lnTo>
                    <a:pt x="400050" y="1357313"/>
                  </a:lnTo>
                  <a:lnTo>
                    <a:pt x="430530" y="1386840"/>
                  </a:lnTo>
                  <a:lnTo>
                    <a:pt x="480060" y="1416367"/>
                  </a:lnTo>
                  <a:lnTo>
                    <a:pt x="530543" y="1445895"/>
                  </a:lnTo>
                  <a:lnTo>
                    <a:pt x="590550" y="1475423"/>
                  </a:lnTo>
                  <a:lnTo>
                    <a:pt x="730567" y="1504950"/>
                  </a:lnTo>
                  <a:lnTo>
                    <a:pt x="881063" y="1514475"/>
                  </a:lnTo>
                  <a:lnTo>
                    <a:pt x="1070610" y="1484947"/>
                  </a:lnTo>
                  <a:lnTo>
                    <a:pt x="1141095" y="1455420"/>
                  </a:lnTo>
                  <a:lnTo>
                    <a:pt x="1211580" y="1425893"/>
                  </a:lnTo>
                  <a:lnTo>
                    <a:pt x="1261110" y="1396365"/>
                  </a:lnTo>
                  <a:lnTo>
                    <a:pt x="1291590" y="1366837"/>
                  </a:lnTo>
                  <a:lnTo>
                    <a:pt x="1331595" y="1337310"/>
                  </a:lnTo>
                  <a:lnTo>
                    <a:pt x="1361123" y="1307783"/>
                  </a:lnTo>
                  <a:lnTo>
                    <a:pt x="1381125" y="1278255"/>
                  </a:lnTo>
                  <a:lnTo>
                    <a:pt x="1411605" y="1248727"/>
                  </a:lnTo>
                  <a:lnTo>
                    <a:pt x="1431607" y="1219200"/>
                  </a:lnTo>
                  <a:lnTo>
                    <a:pt x="1451610" y="1189673"/>
                  </a:lnTo>
                  <a:lnTo>
                    <a:pt x="1461135" y="1160145"/>
                  </a:lnTo>
                  <a:lnTo>
                    <a:pt x="1481137" y="1130617"/>
                  </a:lnTo>
                  <a:lnTo>
                    <a:pt x="1491615" y="1101090"/>
                  </a:lnTo>
                  <a:lnTo>
                    <a:pt x="1501140" y="1071563"/>
                  </a:lnTo>
                  <a:lnTo>
                    <a:pt x="1522095" y="1042035"/>
                  </a:lnTo>
                  <a:lnTo>
                    <a:pt x="1531620" y="1012507"/>
                  </a:lnTo>
                  <a:lnTo>
                    <a:pt x="1531620" y="983933"/>
                  </a:lnTo>
                  <a:lnTo>
                    <a:pt x="1541145" y="954405"/>
                  </a:lnTo>
                  <a:lnTo>
                    <a:pt x="1541145" y="924877"/>
                  </a:lnTo>
                  <a:lnTo>
                    <a:pt x="1551623" y="895350"/>
                  </a:lnTo>
                  <a:lnTo>
                    <a:pt x="1551623" y="865823"/>
                  </a:lnTo>
                  <a:lnTo>
                    <a:pt x="1561147" y="836295"/>
                  </a:lnTo>
                  <a:lnTo>
                    <a:pt x="1561147" y="806767"/>
                  </a:lnTo>
                  <a:lnTo>
                    <a:pt x="1571625" y="777240"/>
                  </a:lnTo>
                  <a:lnTo>
                    <a:pt x="1561147" y="747713"/>
                  </a:lnTo>
                  <a:lnTo>
                    <a:pt x="1561147" y="718185"/>
                  </a:lnTo>
                  <a:lnTo>
                    <a:pt x="1561147" y="688657"/>
                  </a:lnTo>
                  <a:lnTo>
                    <a:pt x="1561147" y="659130"/>
                  </a:lnTo>
                  <a:lnTo>
                    <a:pt x="1561147" y="629603"/>
                  </a:lnTo>
                  <a:lnTo>
                    <a:pt x="1551623" y="600075"/>
                  </a:lnTo>
                  <a:lnTo>
                    <a:pt x="1541145" y="570547"/>
                  </a:lnTo>
                  <a:lnTo>
                    <a:pt x="1541145" y="541020"/>
                  </a:lnTo>
                  <a:lnTo>
                    <a:pt x="1531620" y="511493"/>
                  </a:lnTo>
                  <a:lnTo>
                    <a:pt x="1522095" y="481965"/>
                  </a:lnTo>
                  <a:lnTo>
                    <a:pt x="1522095" y="452437"/>
                  </a:lnTo>
                  <a:lnTo>
                    <a:pt x="1501140" y="422910"/>
                  </a:lnTo>
                  <a:lnTo>
                    <a:pt x="1491615" y="393383"/>
                  </a:lnTo>
                  <a:lnTo>
                    <a:pt x="1481137" y="363855"/>
                  </a:lnTo>
                  <a:lnTo>
                    <a:pt x="1471613" y="334327"/>
                  </a:lnTo>
                  <a:lnTo>
                    <a:pt x="1451610" y="304800"/>
                  </a:lnTo>
                  <a:lnTo>
                    <a:pt x="1441133" y="275273"/>
                  </a:lnTo>
                  <a:lnTo>
                    <a:pt x="1411605" y="245745"/>
                  </a:lnTo>
                  <a:lnTo>
                    <a:pt x="1391603" y="216217"/>
                  </a:lnTo>
                  <a:lnTo>
                    <a:pt x="1361123" y="186690"/>
                  </a:lnTo>
                  <a:lnTo>
                    <a:pt x="1331595" y="157163"/>
                  </a:lnTo>
                  <a:lnTo>
                    <a:pt x="1311593" y="127635"/>
                  </a:lnTo>
                  <a:lnTo>
                    <a:pt x="1261110" y="98107"/>
                  </a:lnTo>
                  <a:lnTo>
                    <a:pt x="1211580" y="68580"/>
                  </a:lnTo>
                  <a:lnTo>
                    <a:pt x="1141095" y="39053"/>
                  </a:lnTo>
                  <a:lnTo>
                    <a:pt x="1031557" y="9525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num-02"/>
            <p:cNvSpPr txBox="1"/>
            <p:nvPr/>
          </p:nvSpPr>
          <p:spPr>
            <a:xfrm>
              <a:off x="20469225" y="10601325"/>
              <a:ext cx="104775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75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" name="label-02"/>
            <p:cNvSpPr txBox="1"/>
            <p:nvPr/>
          </p:nvSpPr>
          <p:spPr>
            <a:xfrm>
              <a:off x="21755100" y="10606088"/>
              <a:ext cx="6151626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 spc="-135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各业务板块深度剖析</a:t>
              </a:r>
            </a:p>
          </p:txBody>
        </p:sp>
      </p:grpSp>
      <p:grpSp>
        <p:nvGrpSpPr>
          <p:cNvPr id="19" name="grp-item-03"/>
          <p:cNvGrpSpPr/>
          <p:nvPr/>
        </p:nvGrpSpPr>
        <p:grpSpPr>
          <a:xfrm>
            <a:off x="9763125" y="12877800"/>
            <a:ext cx="7773162" cy="1514475"/>
            <a:chOff x="9763125" y="12877800"/>
            <a:chExt cx="7773162" cy="1514475"/>
          </a:xfrm>
        </p:grpSpPr>
        <p:sp>
          <p:nvSpPr>
            <p:cNvPr id="12" name="icon-3"/>
            <p:cNvSpPr/>
            <p:nvPr/>
          </p:nvSpPr>
          <p:spPr>
            <a:xfrm>
              <a:off x="9763125" y="12877800"/>
              <a:ext cx="1552575" cy="1514475"/>
            </a:xfrm>
            <a:custGeom>
              <a:avLst/>
              <a:gdLst/>
              <a:ahLst/>
              <a:cxnLst/>
              <a:rect l="l" t="t" r="r" b="b"/>
              <a:pathLst>
                <a:path w="1552575" h="1514475">
                  <a:moveTo>
                    <a:pt x="487680" y="0"/>
                  </a:moveTo>
                  <a:lnTo>
                    <a:pt x="228600" y="29528"/>
                  </a:lnTo>
                  <a:lnTo>
                    <a:pt x="139065" y="59055"/>
                  </a:lnTo>
                  <a:lnTo>
                    <a:pt x="99060" y="88582"/>
                  </a:lnTo>
                  <a:lnTo>
                    <a:pt x="69533" y="118110"/>
                  </a:lnTo>
                  <a:lnTo>
                    <a:pt x="40005" y="147638"/>
                  </a:lnTo>
                  <a:lnTo>
                    <a:pt x="40005" y="177165"/>
                  </a:lnTo>
                  <a:lnTo>
                    <a:pt x="20003" y="206692"/>
                  </a:lnTo>
                  <a:lnTo>
                    <a:pt x="9525" y="236220"/>
                  </a:lnTo>
                  <a:lnTo>
                    <a:pt x="9525" y="265748"/>
                  </a:lnTo>
                  <a:lnTo>
                    <a:pt x="0" y="295275"/>
                  </a:lnTo>
                  <a:lnTo>
                    <a:pt x="0" y="324802"/>
                  </a:lnTo>
                  <a:lnTo>
                    <a:pt x="0" y="354330"/>
                  </a:lnTo>
                  <a:lnTo>
                    <a:pt x="0" y="383858"/>
                  </a:lnTo>
                  <a:lnTo>
                    <a:pt x="0" y="413385"/>
                  </a:lnTo>
                  <a:lnTo>
                    <a:pt x="0" y="442912"/>
                  </a:lnTo>
                  <a:lnTo>
                    <a:pt x="0" y="472440"/>
                  </a:lnTo>
                  <a:lnTo>
                    <a:pt x="0" y="501968"/>
                  </a:lnTo>
                  <a:lnTo>
                    <a:pt x="0" y="530542"/>
                  </a:lnTo>
                  <a:lnTo>
                    <a:pt x="9525" y="560070"/>
                  </a:lnTo>
                  <a:lnTo>
                    <a:pt x="9525" y="589598"/>
                  </a:lnTo>
                  <a:lnTo>
                    <a:pt x="9525" y="619125"/>
                  </a:lnTo>
                  <a:lnTo>
                    <a:pt x="20003" y="648652"/>
                  </a:lnTo>
                  <a:lnTo>
                    <a:pt x="20003" y="678180"/>
                  </a:lnTo>
                  <a:lnTo>
                    <a:pt x="29527" y="707708"/>
                  </a:lnTo>
                  <a:lnTo>
                    <a:pt x="40005" y="737235"/>
                  </a:lnTo>
                  <a:lnTo>
                    <a:pt x="40005" y="766762"/>
                  </a:lnTo>
                  <a:lnTo>
                    <a:pt x="40005" y="796290"/>
                  </a:lnTo>
                  <a:lnTo>
                    <a:pt x="49530" y="825818"/>
                  </a:lnTo>
                  <a:lnTo>
                    <a:pt x="60007" y="855345"/>
                  </a:lnTo>
                  <a:lnTo>
                    <a:pt x="69533" y="884872"/>
                  </a:lnTo>
                  <a:lnTo>
                    <a:pt x="69533" y="914400"/>
                  </a:lnTo>
                  <a:lnTo>
                    <a:pt x="89535" y="943928"/>
                  </a:lnTo>
                  <a:lnTo>
                    <a:pt x="99060" y="973455"/>
                  </a:lnTo>
                  <a:lnTo>
                    <a:pt x="109537" y="1002982"/>
                  </a:lnTo>
                  <a:lnTo>
                    <a:pt x="119063" y="1032510"/>
                  </a:lnTo>
                  <a:lnTo>
                    <a:pt x="139065" y="1062038"/>
                  </a:lnTo>
                  <a:lnTo>
                    <a:pt x="159067" y="1091565"/>
                  </a:lnTo>
                  <a:lnTo>
                    <a:pt x="179070" y="1121092"/>
                  </a:lnTo>
                  <a:lnTo>
                    <a:pt x="189547" y="1150620"/>
                  </a:lnTo>
                  <a:lnTo>
                    <a:pt x="208597" y="1180148"/>
                  </a:lnTo>
                  <a:lnTo>
                    <a:pt x="228600" y="1209675"/>
                  </a:lnTo>
                  <a:lnTo>
                    <a:pt x="259080" y="1239202"/>
                  </a:lnTo>
                  <a:lnTo>
                    <a:pt x="288607" y="1268730"/>
                  </a:lnTo>
                  <a:lnTo>
                    <a:pt x="318135" y="1298258"/>
                  </a:lnTo>
                  <a:lnTo>
                    <a:pt x="348615" y="1327785"/>
                  </a:lnTo>
                  <a:lnTo>
                    <a:pt x="378143" y="1357312"/>
                  </a:lnTo>
                  <a:lnTo>
                    <a:pt x="418147" y="1386840"/>
                  </a:lnTo>
                  <a:lnTo>
                    <a:pt x="467677" y="1416368"/>
                  </a:lnTo>
                  <a:lnTo>
                    <a:pt x="517207" y="1445895"/>
                  </a:lnTo>
                  <a:lnTo>
                    <a:pt x="577215" y="1475422"/>
                  </a:lnTo>
                  <a:lnTo>
                    <a:pt x="677227" y="1504950"/>
                  </a:lnTo>
                  <a:lnTo>
                    <a:pt x="955357" y="1514475"/>
                  </a:lnTo>
                  <a:lnTo>
                    <a:pt x="1064895" y="1484948"/>
                  </a:lnTo>
                  <a:lnTo>
                    <a:pt x="1154430" y="1455420"/>
                  </a:lnTo>
                  <a:lnTo>
                    <a:pt x="1203960" y="1425892"/>
                  </a:lnTo>
                  <a:lnTo>
                    <a:pt x="1254443" y="1396365"/>
                  </a:lnTo>
                  <a:lnTo>
                    <a:pt x="1293495" y="1366838"/>
                  </a:lnTo>
                  <a:lnTo>
                    <a:pt x="1333500" y="1337310"/>
                  </a:lnTo>
                  <a:lnTo>
                    <a:pt x="1363027" y="1307782"/>
                  </a:lnTo>
                  <a:lnTo>
                    <a:pt x="1383030" y="1278255"/>
                  </a:lnTo>
                  <a:lnTo>
                    <a:pt x="1403033" y="1248728"/>
                  </a:lnTo>
                  <a:lnTo>
                    <a:pt x="1423035" y="1219200"/>
                  </a:lnTo>
                  <a:lnTo>
                    <a:pt x="1443037" y="1189672"/>
                  </a:lnTo>
                  <a:lnTo>
                    <a:pt x="1463040" y="1160145"/>
                  </a:lnTo>
                  <a:lnTo>
                    <a:pt x="1472565" y="1130618"/>
                  </a:lnTo>
                  <a:lnTo>
                    <a:pt x="1483043" y="1101090"/>
                  </a:lnTo>
                  <a:lnTo>
                    <a:pt x="1492567" y="1071562"/>
                  </a:lnTo>
                  <a:lnTo>
                    <a:pt x="1512570" y="1042035"/>
                  </a:lnTo>
                  <a:lnTo>
                    <a:pt x="1523047" y="1012508"/>
                  </a:lnTo>
                  <a:lnTo>
                    <a:pt x="1523047" y="983932"/>
                  </a:lnTo>
                  <a:lnTo>
                    <a:pt x="1532573" y="954405"/>
                  </a:lnTo>
                  <a:lnTo>
                    <a:pt x="1532573" y="924878"/>
                  </a:lnTo>
                  <a:lnTo>
                    <a:pt x="1543050" y="895350"/>
                  </a:lnTo>
                  <a:lnTo>
                    <a:pt x="1543050" y="865822"/>
                  </a:lnTo>
                  <a:lnTo>
                    <a:pt x="1552575" y="836295"/>
                  </a:lnTo>
                  <a:lnTo>
                    <a:pt x="1552575" y="806768"/>
                  </a:lnTo>
                  <a:lnTo>
                    <a:pt x="1552575" y="777240"/>
                  </a:lnTo>
                  <a:lnTo>
                    <a:pt x="1552575" y="747712"/>
                  </a:lnTo>
                  <a:lnTo>
                    <a:pt x="1552575" y="718185"/>
                  </a:lnTo>
                  <a:lnTo>
                    <a:pt x="1543050" y="688658"/>
                  </a:lnTo>
                  <a:lnTo>
                    <a:pt x="1552575" y="659130"/>
                  </a:lnTo>
                  <a:lnTo>
                    <a:pt x="1543050" y="629602"/>
                  </a:lnTo>
                  <a:lnTo>
                    <a:pt x="1543050" y="600075"/>
                  </a:lnTo>
                  <a:lnTo>
                    <a:pt x="1532573" y="570548"/>
                  </a:lnTo>
                  <a:lnTo>
                    <a:pt x="1523047" y="541020"/>
                  </a:lnTo>
                  <a:lnTo>
                    <a:pt x="1523047" y="511492"/>
                  </a:lnTo>
                  <a:lnTo>
                    <a:pt x="1512570" y="481965"/>
                  </a:lnTo>
                  <a:lnTo>
                    <a:pt x="1503045" y="452438"/>
                  </a:lnTo>
                  <a:lnTo>
                    <a:pt x="1492567" y="422910"/>
                  </a:lnTo>
                  <a:lnTo>
                    <a:pt x="1483043" y="393382"/>
                  </a:lnTo>
                  <a:lnTo>
                    <a:pt x="1463040" y="363855"/>
                  </a:lnTo>
                  <a:lnTo>
                    <a:pt x="1453515" y="334328"/>
                  </a:lnTo>
                  <a:lnTo>
                    <a:pt x="1443037" y="304800"/>
                  </a:lnTo>
                  <a:lnTo>
                    <a:pt x="1423035" y="275272"/>
                  </a:lnTo>
                  <a:lnTo>
                    <a:pt x="1403033" y="245745"/>
                  </a:lnTo>
                  <a:lnTo>
                    <a:pt x="1383030" y="216218"/>
                  </a:lnTo>
                  <a:lnTo>
                    <a:pt x="1353503" y="186690"/>
                  </a:lnTo>
                  <a:lnTo>
                    <a:pt x="1323975" y="157162"/>
                  </a:lnTo>
                  <a:lnTo>
                    <a:pt x="1293495" y="127635"/>
                  </a:lnTo>
                  <a:lnTo>
                    <a:pt x="1254443" y="98108"/>
                  </a:lnTo>
                  <a:lnTo>
                    <a:pt x="1194435" y="68580"/>
                  </a:lnTo>
                  <a:lnTo>
                    <a:pt x="1124903" y="39052"/>
                  </a:lnTo>
                  <a:lnTo>
                    <a:pt x="975360" y="9525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num-03"/>
            <p:cNvSpPr txBox="1"/>
            <p:nvPr/>
          </p:nvSpPr>
          <p:spPr>
            <a:xfrm>
              <a:off x="10744200" y="13287375"/>
              <a:ext cx="104775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75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4" name="label-03"/>
            <p:cNvSpPr txBox="1"/>
            <p:nvPr/>
          </p:nvSpPr>
          <p:spPr>
            <a:xfrm>
              <a:off x="12068175" y="13292138"/>
              <a:ext cx="5468112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 spc="-135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问题、挑战与反思</a:t>
              </a:r>
            </a:p>
          </p:txBody>
        </p:sp>
      </p:grpSp>
      <p:grpSp>
        <p:nvGrpSpPr>
          <p:cNvPr id="21" name="grp-item-04"/>
          <p:cNvGrpSpPr/>
          <p:nvPr/>
        </p:nvGrpSpPr>
        <p:grpSpPr>
          <a:xfrm>
            <a:off x="19488150" y="12877800"/>
            <a:ext cx="9111615" cy="1514475"/>
            <a:chOff x="19488150" y="12877800"/>
            <a:chExt cx="9111615" cy="1514475"/>
          </a:xfrm>
        </p:grpSpPr>
        <p:sp>
          <p:nvSpPr>
            <p:cNvPr id="15" name="icon-4"/>
            <p:cNvSpPr/>
            <p:nvPr/>
          </p:nvSpPr>
          <p:spPr>
            <a:xfrm>
              <a:off x="19488150" y="12877800"/>
              <a:ext cx="1562100" cy="1514475"/>
            </a:xfrm>
            <a:custGeom>
              <a:avLst/>
              <a:gdLst/>
              <a:ahLst/>
              <a:cxnLst/>
              <a:rect l="l" t="t" r="r" b="b"/>
              <a:pathLst>
                <a:path w="1562100" h="1514475">
                  <a:moveTo>
                    <a:pt x="501015" y="0"/>
                  </a:moveTo>
                  <a:lnTo>
                    <a:pt x="220028" y="29528"/>
                  </a:lnTo>
                  <a:lnTo>
                    <a:pt x="130492" y="59055"/>
                  </a:lnTo>
                  <a:lnTo>
                    <a:pt x="110490" y="88582"/>
                  </a:lnTo>
                  <a:lnTo>
                    <a:pt x="70485" y="118110"/>
                  </a:lnTo>
                  <a:lnTo>
                    <a:pt x="50482" y="147638"/>
                  </a:lnTo>
                  <a:lnTo>
                    <a:pt x="29528" y="177165"/>
                  </a:lnTo>
                  <a:lnTo>
                    <a:pt x="29528" y="206692"/>
                  </a:lnTo>
                  <a:lnTo>
                    <a:pt x="20002" y="236220"/>
                  </a:lnTo>
                  <a:lnTo>
                    <a:pt x="9525" y="265748"/>
                  </a:lnTo>
                  <a:lnTo>
                    <a:pt x="9525" y="295275"/>
                  </a:lnTo>
                  <a:lnTo>
                    <a:pt x="9525" y="324802"/>
                  </a:lnTo>
                  <a:lnTo>
                    <a:pt x="0" y="354330"/>
                  </a:lnTo>
                  <a:lnTo>
                    <a:pt x="0" y="383858"/>
                  </a:lnTo>
                  <a:lnTo>
                    <a:pt x="0" y="413385"/>
                  </a:lnTo>
                  <a:lnTo>
                    <a:pt x="0" y="442912"/>
                  </a:lnTo>
                  <a:lnTo>
                    <a:pt x="0" y="472440"/>
                  </a:lnTo>
                  <a:lnTo>
                    <a:pt x="0" y="501968"/>
                  </a:lnTo>
                  <a:lnTo>
                    <a:pt x="9525" y="530542"/>
                  </a:lnTo>
                  <a:lnTo>
                    <a:pt x="9525" y="560070"/>
                  </a:lnTo>
                  <a:lnTo>
                    <a:pt x="9525" y="589598"/>
                  </a:lnTo>
                  <a:lnTo>
                    <a:pt x="9525" y="619125"/>
                  </a:lnTo>
                  <a:lnTo>
                    <a:pt x="20002" y="648652"/>
                  </a:lnTo>
                  <a:lnTo>
                    <a:pt x="20002" y="678180"/>
                  </a:lnTo>
                  <a:lnTo>
                    <a:pt x="29528" y="707708"/>
                  </a:lnTo>
                  <a:lnTo>
                    <a:pt x="29528" y="737235"/>
                  </a:lnTo>
                  <a:lnTo>
                    <a:pt x="40005" y="766762"/>
                  </a:lnTo>
                  <a:lnTo>
                    <a:pt x="50482" y="796290"/>
                  </a:lnTo>
                  <a:lnTo>
                    <a:pt x="50482" y="825818"/>
                  </a:lnTo>
                  <a:lnTo>
                    <a:pt x="70485" y="855345"/>
                  </a:lnTo>
                  <a:lnTo>
                    <a:pt x="70485" y="884872"/>
                  </a:lnTo>
                  <a:lnTo>
                    <a:pt x="80010" y="914400"/>
                  </a:lnTo>
                  <a:lnTo>
                    <a:pt x="80010" y="943928"/>
                  </a:lnTo>
                  <a:lnTo>
                    <a:pt x="100012" y="973455"/>
                  </a:lnTo>
                  <a:lnTo>
                    <a:pt x="110490" y="1002982"/>
                  </a:lnTo>
                  <a:lnTo>
                    <a:pt x="120015" y="1032510"/>
                  </a:lnTo>
                  <a:lnTo>
                    <a:pt x="140018" y="1062038"/>
                  </a:lnTo>
                  <a:lnTo>
                    <a:pt x="160020" y="1091565"/>
                  </a:lnTo>
                  <a:lnTo>
                    <a:pt x="180022" y="1121092"/>
                  </a:lnTo>
                  <a:lnTo>
                    <a:pt x="200025" y="1150620"/>
                  </a:lnTo>
                  <a:lnTo>
                    <a:pt x="210502" y="1180148"/>
                  </a:lnTo>
                  <a:lnTo>
                    <a:pt x="240030" y="1209675"/>
                  </a:lnTo>
                  <a:lnTo>
                    <a:pt x="260032" y="1239202"/>
                  </a:lnTo>
                  <a:lnTo>
                    <a:pt x="290512" y="1268730"/>
                  </a:lnTo>
                  <a:lnTo>
                    <a:pt x="310515" y="1298258"/>
                  </a:lnTo>
                  <a:lnTo>
                    <a:pt x="350520" y="1327785"/>
                  </a:lnTo>
                  <a:lnTo>
                    <a:pt x="381000" y="1357312"/>
                  </a:lnTo>
                  <a:lnTo>
                    <a:pt x="420052" y="1386840"/>
                  </a:lnTo>
                  <a:lnTo>
                    <a:pt x="470535" y="1416368"/>
                  </a:lnTo>
                  <a:lnTo>
                    <a:pt x="530542" y="1445895"/>
                  </a:lnTo>
                  <a:lnTo>
                    <a:pt x="590550" y="1475422"/>
                  </a:lnTo>
                  <a:lnTo>
                    <a:pt x="690562" y="1504950"/>
                  </a:lnTo>
                  <a:lnTo>
                    <a:pt x="941070" y="1514475"/>
                  </a:lnTo>
                  <a:lnTo>
                    <a:pt x="1071562" y="1484948"/>
                  </a:lnTo>
                  <a:lnTo>
                    <a:pt x="1162050" y="1455420"/>
                  </a:lnTo>
                  <a:lnTo>
                    <a:pt x="1222058" y="1425892"/>
                  </a:lnTo>
                  <a:lnTo>
                    <a:pt x="1262062" y="1396365"/>
                  </a:lnTo>
                  <a:lnTo>
                    <a:pt x="1302068" y="1366838"/>
                  </a:lnTo>
                  <a:lnTo>
                    <a:pt x="1331595" y="1337310"/>
                  </a:lnTo>
                  <a:lnTo>
                    <a:pt x="1362075" y="1307782"/>
                  </a:lnTo>
                  <a:lnTo>
                    <a:pt x="1391602" y="1278255"/>
                  </a:lnTo>
                  <a:lnTo>
                    <a:pt x="1422082" y="1248728"/>
                  </a:lnTo>
                  <a:lnTo>
                    <a:pt x="1442085" y="1219200"/>
                  </a:lnTo>
                  <a:lnTo>
                    <a:pt x="1451610" y="1189672"/>
                  </a:lnTo>
                  <a:lnTo>
                    <a:pt x="1471612" y="1160145"/>
                  </a:lnTo>
                  <a:lnTo>
                    <a:pt x="1482090" y="1130618"/>
                  </a:lnTo>
                  <a:lnTo>
                    <a:pt x="1502092" y="1101090"/>
                  </a:lnTo>
                  <a:lnTo>
                    <a:pt x="1502092" y="1071562"/>
                  </a:lnTo>
                  <a:lnTo>
                    <a:pt x="1502092" y="1042035"/>
                  </a:lnTo>
                  <a:lnTo>
                    <a:pt x="1522095" y="1012508"/>
                  </a:lnTo>
                  <a:lnTo>
                    <a:pt x="1542098" y="983932"/>
                  </a:lnTo>
                  <a:lnTo>
                    <a:pt x="1542098" y="954405"/>
                  </a:lnTo>
                  <a:lnTo>
                    <a:pt x="1542098" y="924878"/>
                  </a:lnTo>
                  <a:lnTo>
                    <a:pt x="1552575" y="895350"/>
                  </a:lnTo>
                  <a:lnTo>
                    <a:pt x="1562100" y="865822"/>
                  </a:lnTo>
                  <a:lnTo>
                    <a:pt x="1562100" y="836295"/>
                  </a:lnTo>
                  <a:lnTo>
                    <a:pt x="1562100" y="806768"/>
                  </a:lnTo>
                  <a:lnTo>
                    <a:pt x="1562100" y="777240"/>
                  </a:lnTo>
                  <a:lnTo>
                    <a:pt x="1562100" y="747712"/>
                  </a:lnTo>
                  <a:lnTo>
                    <a:pt x="1562100" y="718185"/>
                  </a:lnTo>
                  <a:lnTo>
                    <a:pt x="1562100" y="688658"/>
                  </a:lnTo>
                  <a:lnTo>
                    <a:pt x="1562100" y="659130"/>
                  </a:lnTo>
                  <a:lnTo>
                    <a:pt x="1562100" y="629602"/>
                  </a:lnTo>
                  <a:lnTo>
                    <a:pt x="1552575" y="600075"/>
                  </a:lnTo>
                  <a:lnTo>
                    <a:pt x="1542098" y="570548"/>
                  </a:lnTo>
                  <a:lnTo>
                    <a:pt x="1542098" y="541020"/>
                  </a:lnTo>
                  <a:lnTo>
                    <a:pt x="1532572" y="511492"/>
                  </a:lnTo>
                  <a:lnTo>
                    <a:pt x="1532572" y="481965"/>
                  </a:lnTo>
                  <a:lnTo>
                    <a:pt x="1511618" y="452438"/>
                  </a:lnTo>
                  <a:lnTo>
                    <a:pt x="1502092" y="422910"/>
                  </a:lnTo>
                  <a:lnTo>
                    <a:pt x="1491615" y="393382"/>
                  </a:lnTo>
                  <a:lnTo>
                    <a:pt x="1482090" y="363855"/>
                  </a:lnTo>
                  <a:lnTo>
                    <a:pt x="1462088" y="334328"/>
                  </a:lnTo>
                  <a:lnTo>
                    <a:pt x="1451610" y="304800"/>
                  </a:lnTo>
                  <a:lnTo>
                    <a:pt x="1431608" y="275272"/>
                  </a:lnTo>
                  <a:lnTo>
                    <a:pt x="1411605" y="245745"/>
                  </a:lnTo>
                  <a:lnTo>
                    <a:pt x="1391602" y="216218"/>
                  </a:lnTo>
                  <a:lnTo>
                    <a:pt x="1362075" y="186690"/>
                  </a:lnTo>
                  <a:lnTo>
                    <a:pt x="1331595" y="157162"/>
                  </a:lnTo>
                  <a:lnTo>
                    <a:pt x="1291590" y="127635"/>
                  </a:lnTo>
                  <a:lnTo>
                    <a:pt x="1262062" y="98108"/>
                  </a:lnTo>
                  <a:lnTo>
                    <a:pt x="1211580" y="68580"/>
                  </a:lnTo>
                  <a:lnTo>
                    <a:pt x="1131570" y="39052"/>
                  </a:lnTo>
                  <a:lnTo>
                    <a:pt x="991552" y="9525"/>
                  </a:lnTo>
                  <a:close/>
                </a:path>
              </a:pathLst>
            </a:custGeom>
            <a:solidFill>
              <a:srgbClr val="03EE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um-04"/>
            <p:cNvSpPr txBox="1"/>
            <p:nvPr/>
          </p:nvSpPr>
          <p:spPr>
            <a:xfrm>
              <a:off x="20469225" y="13287375"/>
              <a:ext cx="104775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375" b="1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17" name="label-04"/>
            <p:cNvSpPr txBox="1"/>
            <p:nvPr/>
          </p:nvSpPr>
          <p:spPr>
            <a:xfrm>
              <a:off x="21764625" y="13292138"/>
              <a:ext cx="683514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175" b="1" i="0" spc="-135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下半年工作规划与目标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