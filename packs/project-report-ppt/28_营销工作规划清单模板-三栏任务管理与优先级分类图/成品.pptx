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3299400" cy="20097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3299400" cy="20097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-panel"/>
          <p:cNvSpPr/>
          <p:nvPr/>
        </p:nvSpPr>
        <p:spPr>
          <a:xfrm>
            <a:off x="1057275" y="1057275"/>
            <a:ext cx="31194375" cy="18011775"/>
          </a:xfrm>
          <a:prstGeom prst="rect">
            <a:avLst/>
          </a:prstGeom>
          <a:gradFill rotWithShape="1">
            <a:gsLst>
              <a:gs pos="0">
                <a:srgbClr val="001228"/>
              </a:gs>
              <a:gs pos="62000">
                <a:srgbClr val="00041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-hglow-0"/>
          <p:cNvSpPr/>
          <p:nvPr/>
        </p:nvSpPr>
        <p:spPr>
          <a:xfrm>
            <a:off x="1057275" y="15240000"/>
            <a:ext cx="31194375" cy="157162"/>
          </a:xfrm>
          <a:prstGeom prst="rect">
            <a:avLst/>
          </a:prstGeom>
          <a:solidFill>
            <a:srgbClr val="0B4E8E">
              <a:alpha val="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g-hglow-1"/>
          <p:cNvSpPr/>
          <p:nvPr/>
        </p:nvSpPr>
        <p:spPr>
          <a:xfrm>
            <a:off x="1057275" y="15387638"/>
            <a:ext cx="31194375" cy="157162"/>
          </a:xfrm>
          <a:prstGeom prst="rect">
            <a:avLst/>
          </a:prstGeom>
          <a:solidFill>
            <a:srgbClr val="0B4E8E">
              <a:alpha val="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g-hglow-2"/>
          <p:cNvSpPr/>
          <p:nvPr/>
        </p:nvSpPr>
        <p:spPr>
          <a:xfrm>
            <a:off x="1057275" y="15534322"/>
            <a:ext cx="31194375" cy="157162"/>
          </a:xfrm>
          <a:prstGeom prst="rect">
            <a:avLst/>
          </a:prstGeom>
          <a:solidFill>
            <a:srgbClr val="0B4E8E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g-hglow-3"/>
          <p:cNvSpPr/>
          <p:nvPr/>
        </p:nvSpPr>
        <p:spPr>
          <a:xfrm>
            <a:off x="1057275" y="15681960"/>
            <a:ext cx="31194375" cy="157162"/>
          </a:xfrm>
          <a:prstGeom prst="rect">
            <a:avLst/>
          </a:prstGeom>
          <a:solidFill>
            <a:srgbClr val="0B4E8E">
              <a:alpha val="1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g-hglow-4"/>
          <p:cNvSpPr/>
          <p:nvPr/>
        </p:nvSpPr>
        <p:spPr>
          <a:xfrm>
            <a:off x="1057275" y="15828645"/>
            <a:ext cx="31194375" cy="157162"/>
          </a:xfrm>
          <a:prstGeom prst="rect">
            <a:avLst/>
          </a:prstGeom>
          <a:solidFill>
            <a:srgbClr val="0B4E8E">
              <a:alpha val="17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g-hglow-5"/>
          <p:cNvSpPr/>
          <p:nvPr/>
        </p:nvSpPr>
        <p:spPr>
          <a:xfrm>
            <a:off x="1057275" y="15976282"/>
            <a:ext cx="31194375" cy="157162"/>
          </a:xfrm>
          <a:prstGeom prst="rect">
            <a:avLst/>
          </a:prstGeom>
          <a:solidFill>
            <a:srgbClr val="0B4E8E">
              <a:alpha val="2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g-hglow-6"/>
          <p:cNvSpPr/>
          <p:nvPr/>
        </p:nvSpPr>
        <p:spPr>
          <a:xfrm>
            <a:off x="1057275" y="16123920"/>
            <a:ext cx="31194375" cy="157162"/>
          </a:xfrm>
          <a:prstGeom prst="rect">
            <a:avLst/>
          </a:prstGeom>
          <a:solidFill>
            <a:srgbClr val="0B4E8E">
              <a:alpha val="3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g-hglow-7"/>
          <p:cNvSpPr/>
          <p:nvPr/>
        </p:nvSpPr>
        <p:spPr>
          <a:xfrm>
            <a:off x="1057275" y="16270605"/>
            <a:ext cx="31194375" cy="157162"/>
          </a:xfrm>
          <a:prstGeom prst="rect">
            <a:avLst/>
          </a:prstGeom>
          <a:solidFill>
            <a:srgbClr val="0B4E8E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g-hglow-8"/>
          <p:cNvSpPr/>
          <p:nvPr/>
        </p:nvSpPr>
        <p:spPr>
          <a:xfrm>
            <a:off x="1057275" y="16418242"/>
            <a:ext cx="31194375" cy="157162"/>
          </a:xfrm>
          <a:prstGeom prst="rect">
            <a:avLst/>
          </a:prstGeom>
          <a:solidFill>
            <a:srgbClr val="0B4E8E">
              <a:alpha val="49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g-hglow-9"/>
          <p:cNvSpPr/>
          <p:nvPr/>
        </p:nvSpPr>
        <p:spPr>
          <a:xfrm>
            <a:off x="1057275" y="16565880"/>
            <a:ext cx="31194375" cy="157162"/>
          </a:xfrm>
          <a:prstGeom prst="rect">
            <a:avLst/>
          </a:prstGeom>
          <a:solidFill>
            <a:srgbClr val="0B4E8E">
              <a:alpha val="59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g-hglow-10"/>
          <p:cNvSpPr/>
          <p:nvPr/>
        </p:nvSpPr>
        <p:spPr>
          <a:xfrm>
            <a:off x="1057275" y="16712565"/>
            <a:ext cx="31194375" cy="157162"/>
          </a:xfrm>
          <a:prstGeom prst="rect">
            <a:avLst/>
          </a:prstGeom>
          <a:solidFill>
            <a:srgbClr val="0B4E8E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g-hglow-11"/>
          <p:cNvSpPr/>
          <p:nvPr/>
        </p:nvSpPr>
        <p:spPr>
          <a:xfrm>
            <a:off x="1057275" y="16860202"/>
            <a:ext cx="31194375" cy="157162"/>
          </a:xfrm>
          <a:prstGeom prst="rect">
            <a:avLst/>
          </a:prstGeom>
          <a:solidFill>
            <a:srgbClr val="0B4E8E">
              <a:alpha val="81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g-hglow-12"/>
          <p:cNvSpPr/>
          <p:nvPr/>
        </p:nvSpPr>
        <p:spPr>
          <a:xfrm>
            <a:off x="1057275" y="17006888"/>
            <a:ext cx="31194375" cy="157162"/>
          </a:xfrm>
          <a:prstGeom prst="rect">
            <a:avLst/>
          </a:prstGeom>
          <a:solidFill>
            <a:srgbClr val="0B4E8E">
              <a:alpha val="9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g-hglow-13"/>
          <p:cNvSpPr/>
          <p:nvPr/>
        </p:nvSpPr>
        <p:spPr>
          <a:xfrm>
            <a:off x="1057275" y="17154525"/>
            <a:ext cx="31194375" cy="157162"/>
          </a:xfrm>
          <a:prstGeom prst="rect">
            <a:avLst/>
          </a:prstGeom>
          <a:solidFill>
            <a:srgbClr val="0B4E8E">
              <a:alpha val="10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g-hglow-14"/>
          <p:cNvSpPr/>
          <p:nvPr/>
        </p:nvSpPr>
        <p:spPr>
          <a:xfrm>
            <a:off x="1057275" y="17302162"/>
            <a:ext cx="31194375" cy="157162"/>
          </a:xfrm>
          <a:prstGeom prst="rect">
            <a:avLst/>
          </a:prstGeom>
          <a:solidFill>
            <a:srgbClr val="0B4E8E">
              <a:alpha val="11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g-hglow-15"/>
          <p:cNvSpPr/>
          <p:nvPr/>
        </p:nvSpPr>
        <p:spPr>
          <a:xfrm>
            <a:off x="1057275" y="17448848"/>
            <a:ext cx="31194375" cy="157162"/>
          </a:xfrm>
          <a:prstGeom prst="rect">
            <a:avLst/>
          </a:prstGeom>
          <a:solidFill>
            <a:srgbClr val="0B4E8E">
              <a:alpha val="131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g-hglow-16"/>
          <p:cNvSpPr/>
          <p:nvPr/>
        </p:nvSpPr>
        <p:spPr>
          <a:xfrm>
            <a:off x="1057275" y="17596485"/>
            <a:ext cx="31194375" cy="157162"/>
          </a:xfrm>
          <a:prstGeom prst="rect">
            <a:avLst/>
          </a:prstGeom>
          <a:solidFill>
            <a:srgbClr val="0B4E8E">
              <a:alpha val="145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g-hglow-17"/>
          <p:cNvSpPr/>
          <p:nvPr/>
        </p:nvSpPr>
        <p:spPr>
          <a:xfrm>
            <a:off x="1057275" y="17743170"/>
            <a:ext cx="31194375" cy="157162"/>
          </a:xfrm>
          <a:prstGeom prst="rect">
            <a:avLst/>
          </a:prstGeom>
          <a:solidFill>
            <a:srgbClr val="0B4E8E">
              <a:alpha val="161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g-hglow-18"/>
          <p:cNvSpPr/>
          <p:nvPr/>
        </p:nvSpPr>
        <p:spPr>
          <a:xfrm>
            <a:off x="1057275" y="17890808"/>
            <a:ext cx="31194375" cy="157162"/>
          </a:xfrm>
          <a:prstGeom prst="rect">
            <a:avLst/>
          </a:prstGeom>
          <a:solidFill>
            <a:srgbClr val="0B4E8E">
              <a:alpha val="17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g-hglow-19"/>
          <p:cNvSpPr/>
          <p:nvPr/>
        </p:nvSpPr>
        <p:spPr>
          <a:xfrm>
            <a:off x="1057275" y="18038445"/>
            <a:ext cx="31194375" cy="157162"/>
          </a:xfrm>
          <a:prstGeom prst="rect">
            <a:avLst/>
          </a:prstGeom>
          <a:solidFill>
            <a:srgbClr val="0B4E8E">
              <a:alpha val="19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g-hglow-20"/>
          <p:cNvSpPr/>
          <p:nvPr/>
        </p:nvSpPr>
        <p:spPr>
          <a:xfrm>
            <a:off x="1057275" y="18185130"/>
            <a:ext cx="31194375" cy="157162"/>
          </a:xfrm>
          <a:prstGeom prst="rect">
            <a:avLst/>
          </a:prstGeom>
          <a:solidFill>
            <a:srgbClr val="0B4E8E">
              <a:alpha val="209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g-hglow-21"/>
          <p:cNvSpPr/>
          <p:nvPr/>
        </p:nvSpPr>
        <p:spPr>
          <a:xfrm>
            <a:off x="1057275" y="18332768"/>
            <a:ext cx="31194375" cy="157162"/>
          </a:xfrm>
          <a:prstGeom prst="rect">
            <a:avLst/>
          </a:prstGeom>
          <a:solidFill>
            <a:srgbClr val="0B4E8E">
              <a:alpha val="22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g-hglow-22"/>
          <p:cNvSpPr/>
          <p:nvPr/>
        </p:nvSpPr>
        <p:spPr>
          <a:xfrm>
            <a:off x="1057275" y="18480405"/>
            <a:ext cx="31194375" cy="157162"/>
          </a:xfrm>
          <a:prstGeom prst="rect">
            <a:avLst/>
          </a:prstGeom>
          <a:solidFill>
            <a:srgbClr val="0B4E8E">
              <a:alpha val="24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g-hglow-23"/>
          <p:cNvSpPr/>
          <p:nvPr/>
        </p:nvSpPr>
        <p:spPr>
          <a:xfrm>
            <a:off x="1057275" y="18627090"/>
            <a:ext cx="31194375" cy="157162"/>
          </a:xfrm>
          <a:prstGeom prst="rect">
            <a:avLst/>
          </a:prstGeom>
          <a:solidFill>
            <a:srgbClr val="0B4E8E">
              <a:alpha val="26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g-hglow-24"/>
          <p:cNvSpPr/>
          <p:nvPr/>
        </p:nvSpPr>
        <p:spPr>
          <a:xfrm>
            <a:off x="1057275" y="18774728"/>
            <a:ext cx="31194375" cy="157162"/>
          </a:xfrm>
          <a:prstGeom prst="rect">
            <a:avLst/>
          </a:prstGeom>
          <a:solidFill>
            <a:srgbClr val="0B4E8E">
              <a:alpha val="281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g-hglow-25"/>
          <p:cNvSpPr/>
          <p:nvPr/>
        </p:nvSpPr>
        <p:spPr>
          <a:xfrm>
            <a:off x="1057275" y="18921412"/>
            <a:ext cx="31194375" cy="157162"/>
          </a:xfrm>
          <a:prstGeom prst="rect">
            <a:avLst/>
          </a:prstGeom>
          <a:solidFill>
            <a:srgbClr val="0B4E8E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g-cglow-0"/>
          <p:cNvSpPr/>
          <p:nvPr/>
        </p:nvSpPr>
        <p:spPr>
          <a:xfrm>
            <a:off x="9410700" y="18230850"/>
            <a:ext cx="14478000" cy="1676400"/>
          </a:xfrm>
          <a:prstGeom prst="ellipse">
            <a:avLst/>
          </a:prstGeom>
          <a:solidFill>
            <a:srgbClr val="0B4E8E">
              <a:alpha val="2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g-cglow-1"/>
          <p:cNvSpPr/>
          <p:nvPr/>
        </p:nvSpPr>
        <p:spPr>
          <a:xfrm>
            <a:off x="10351770" y="18339435"/>
            <a:ext cx="12595860" cy="1459230"/>
          </a:xfrm>
          <a:prstGeom prst="ellipse">
            <a:avLst/>
          </a:prstGeom>
          <a:solidFill>
            <a:srgbClr val="0B4E8E">
              <a:alpha val="2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g-cglow-2"/>
          <p:cNvSpPr/>
          <p:nvPr/>
        </p:nvSpPr>
        <p:spPr>
          <a:xfrm>
            <a:off x="11292840" y="18448972"/>
            <a:ext cx="10713720" cy="1240155"/>
          </a:xfrm>
          <a:prstGeom prst="ellipse">
            <a:avLst/>
          </a:prstGeom>
          <a:solidFill>
            <a:srgbClr val="0B4E8E">
              <a:alpha val="2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g-cglow-3"/>
          <p:cNvSpPr/>
          <p:nvPr/>
        </p:nvSpPr>
        <p:spPr>
          <a:xfrm>
            <a:off x="12233910" y="18557558"/>
            <a:ext cx="8831580" cy="1022985"/>
          </a:xfrm>
          <a:prstGeom prst="ellipse">
            <a:avLst/>
          </a:prstGeom>
          <a:solidFill>
            <a:srgbClr val="0B4E8E">
              <a:alpha val="2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g-cglow-4"/>
          <p:cNvSpPr/>
          <p:nvPr/>
        </p:nvSpPr>
        <p:spPr>
          <a:xfrm>
            <a:off x="13174980" y="18667095"/>
            <a:ext cx="6949440" cy="803910"/>
          </a:xfrm>
          <a:prstGeom prst="ellipse">
            <a:avLst/>
          </a:prstGeom>
          <a:solidFill>
            <a:srgbClr val="0B4E8E">
              <a:alpha val="2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g-cglow-5"/>
          <p:cNvSpPr/>
          <p:nvPr/>
        </p:nvSpPr>
        <p:spPr>
          <a:xfrm>
            <a:off x="14116050" y="18775680"/>
            <a:ext cx="5067300" cy="586740"/>
          </a:xfrm>
          <a:prstGeom prst="ellipse">
            <a:avLst/>
          </a:prstGeom>
          <a:solidFill>
            <a:srgbClr val="0B4E8E">
              <a:alpha val="2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g-streak-0"/>
          <p:cNvSpPr/>
          <p:nvPr/>
        </p:nvSpPr>
        <p:spPr>
          <a:xfrm>
            <a:off x="1905000" y="1057275"/>
            <a:ext cx="28575" cy="18011775"/>
          </a:xfrm>
          <a:prstGeom prst="rect">
            <a:avLst/>
          </a:prstGeom>
          <a:solidFill>
            <a:srgbClr val="8FC6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g-streak-1"/>
          <p:cNvSpPr/>
          <p:nvPr/>
        </p:nvSpPr>
        <p:spPr>
          <a:xfrm>
            <a:off x="2495550" y="1057275"/>
            <a:ext cx="28575" cy="18011775"/>
          </a:xfrm>
          <a:prstGeom prst="rect">
            <a:avLst/>
          </a:prstGeom>
          <a:solidFill>
            <a:srgbClr val="8FC6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g-streak-2"/>
          <p:cNvSpPr/>
          <p:nvPr/>
        </p:nvSpPr>
        <p:spPr>
          <a:xfrm>
            <a:off x="7239000" y="1057275"/>
            <a:ext cx="38100" cy="18011775"/>
          </a:xfrm>
          <a:prstGeom prst="rect">
            <a:avLst/>
          </a:prstGeom>
          <a:solidFill>
            <a:srgbClr val="8FC6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g-streak-3"/>
          <p:cNvSpPr/>
          <p:nvPr/>
        </p:nvSpPr>
        <p:spPr>
          <a:xfrm>
            <a:off x="20764500" y="1057275"/>
            <a:ext cx="47625" cy="18011775"/>
          </a:xfrm>
          <a:prstGeom prst="rect">
            <a:avLst/>
          </a:prstGeom>
          <a:solidFill>
            <a:srgbClr val="8FC6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g-streak-4"/>
          <p:cNvSpPr/>
          <p:nvPr/>
        </p:nvSpPr>
        <p:spPr>
          <a:xfrm>
            <a:off x="29051250" y="1057275"/>
            <a:ext cx="57150" cy="18011775"/>
          </a:xfrm>
          <a:prstGeom prst="rect">
            <a:avLst/>
          </a:prstGeom>
          <a:solidFill>
            <a:srgbClr val="8FC6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g-streak-5"/>
          <p:cNvSpPr/>
          <p:nvPr/>
        </p:nvSpPr>
        <p:spPr>
          <a:xfrm>
            <a:off x="30727650" y="1057275"/>
            <a:ext cx="28575" cy="18011775"/>
          </a:xfrm>
          <a:prstGeom prst="rect">
            <a:avLst/>
          </a:prstGeom>
          <a:solidFill>
            <a:srgbClr val="8FC6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g-streak-6"/>
          <p:cNvSpPr/>
          <p:nvPr/>
        </p:nvSpPr>
        <p:spPr>
          <a:xfrm>
            <a:off x="31261050" y="1057275"/>
            <a:ext cx="47625" cy="18011775"/>
          </a:xfrm>
          <a:prstGeom prst="rect">
            <a:avLst/>
          </a:prstGeom>
          <a:solidFill>
            <a:srgbClr val="8FC6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g-streak-7"/>
          <p:cNvSpPr/>
          <p:nvPr/>
        </p:nvSpPr>
        <p:spPr>
          <a:xfrm>
            <a:off x="32156400" y="1057275"/>
            <a:ext cx="28575" cy="18011775"/>
          </a:xfrm>
          <a:prstGeom prst="rect">
            <a:avLst/>
          </a:prstGeom>
          <a:solidFill>
            <a:srgbClr val="8FC6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g-dot-0"/>
          <p:cNvSpPr/>
          <p:nvPr/>
        </p:nvSpPr>
        <p:spPr>
          <a:xfrm>
            <a:off x="31367730" y="14694218"/>
            <a:ext cx="129540" cy="129540"/>
          </a:xfrm>
          <a:prstGeom prst="ellipse">
            <a:avLst/>
          </a:prstGeom>
          <a:solidFill>
            <a:srgbClr val="43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g-dot-1"/>
          <p:cNvSpPr/>
          <p:nvPr/>
        </p:nvSpPr>
        <p:spPr>
          <a:xfrm>
            <a:off x="31917322" y="16845915"/>
            <a:ext cx="97155" cy="97155"/>
          </a:xfrm>
          <a:prstGeom prst="ellipse">
            <a:avLst/>
          </a:prstGeom>
          <a:solidFill>
            <a:srgbClr val="163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g-dot-2"/>
          <p:cNvSpPr/>
          <p:nvPr/>
        </p:nvSpPr>
        <p:spPr>
          <a:xfrm>
            <a:off x="3630930" y="18087975"/>
            <a:ext cx="129540" cy="129540"/>
          </a:xfrm>
          <a:prstGeom prst="ellipse">
            <a:avLst/>
          </a:prstGeom>
          <a:solidFill>
            <a:srgbClr val="0A2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bg-dot-3"/>
          <p:cNvSpPr/>
          <p:nvPr/>
        </p:nvSpPr>
        <p:spPr>
          <a:xfrm>
            <a:off x="7114222" y="1972628"/>
            <a:ext cx="97155" cy="97155"/>
          </a:xfrm>
          <a:prstGeom prst="ellipse">
            <a:avLst/>
          </a:prstGeom>
          <a:solidFill>
            <a:srgbClr val="244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g-dot-5"/>
          <p:cNvSpPr/>
          <p:nvPr/>
        </p:nvSpPr>
        <p:spPr>
          <a:xfrm>
            <a:off x="27535822" y="10629900"/>
            <a:ext cx="97155" cy="97155"/>
          </a:xfrm>
          <a:prstGeom prst="ellipse">
            <a:avLst/>
          </a:prstGeom>
          <a:solidFill>
            <a:srgbClr val="233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g-dot-6"/>
          <p:cNvSpPr/>
          <p:nvPr/>
        </p:nvSpPr>
        <p:spPr>
          <a:xfrm>
            <a:off x="26262330" y="5121592"/>
            <a:ext cx="129540" cy="129540"/>
          </a:xfrm>
          <a:prstGeom prst="ellipse">
            <a:avLst/>
          </a:prstGeom>
          <a:solidFill>
            <a:srgbClr val="26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g-dot-8"/>
          <p:cNvSpPr/>
          <p:nvPr/>
        </p:nvSpPr>
        <p:spPr>
          <a:xfrm>
            <a:off x="5231130" y="8897302"/>
            <a:ext cx="129540" cy="129540"/>
          </a:xfrm>
          <a:prstGeom prst="ellipse">
            <a:avLst/>
          </a:prstGeom>
          <a:solidFill>
            <a:srgbClr val="122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g-dot-9"/>
          <p:cNvSpPr/>
          <p:nvPr/>
        </p:nvSpPr>
        <p:spPr>
          <a:xfrm>
            <a:off x="25935622" y="1972628"/>
            <a:ext cx="97155" cy="97155"/>
          </a:xfrm>
          <a:prstGeom prst="ellipse">
            <a:avLst/>
          </a:prstGeom>
          <a:solidFill>
            <a:srgbClr val="396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g-dot-10"/>
          <p:cNvSpPr/>
          <p:nvPr/>
        </p:nvSpPr>
        <p:spPr>
          <a:xfrm>
            <a:off x="31710630" y="8401050"/>
            <a:ext cx="129540" cy="129540"/>
          </a:xfrm>
          <a:prstGeom prst="ellipse">
            <a:avLst/>
          </a:prstGeom>
          <a:solidFill>
            <a:srgbClr val="0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g-dot-12"/>
          <p:cNvSpPr/>
          <p:nvPr/>
        </p:nvSpPr>
        <p:spPr>
          <a:xfrm>
            <a:off x="28869322" y="15472410"/>
            <a:ext cx="97155" cy="97155"/>
          </a:xfrm>
          <a:prstGeom prst="ellipse">
            <a:avLst/>
          </a:prstGeom>
          <a:solidFill>
            <a:srgbClr val="274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g-dot-13"/>
          <p:cNvSpPr/>
          <p:nvPr/>
        </p:nvSpPr>
        <p:spPr>
          <a:xfrm>
            <a:off x="6243638" y="18796635"/>
            <a:ext cx="161925" cy="161925"/>
          </a:xfrm>
          <a:prstGeom prst="ellipse">
            <a:avLst/>
          </a:prstGeom>
          <a:solidFill>
            <a:srgbClr val="0A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bg-dot-14"/>
          <p:cNvSpPr/>
          <p:nvPr/>
        </p:nvSpPr>
        <p:spPr>
          <a:xfrm>
            <a:off x="27612022" y="13985558"/>
            <a:ext cx="97155" cy="97155"/>
          </a:xfrm>
          <a:prstGeom prst="ellipse">
            <a:avLst/>
          </a:prstGeom>
          <a:solidFill>
            <a:srgbClr val="173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g-dot-16"/>
          <p:cNvSpPr/>
          <p:nvPr/>
        </p:nvSpPr>
        <p:spPr>
          <a:xfrm>
            <a:off x="28793122" y="12727305"/>
            <a:ext cx="97155" cy="97155"/>
          </a:xfrm>
          <a:prstGeom prst="ellipse">
            <a:avLst/>
          </a:prstGeom>
          <a:solidFill>
            <a:srgbClr val="19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g-dot-20"/>
          <p:cNvSpPr/>
          <p:nvPr/>
        </p:nvSpPr>
        <p:spPr>
          <a:xfrm>
            <a:off x="27078622" y="16349662"/>
            <a:ext cx="97155" cy="97155"/>
          </a:xfrm>
          <a:prstGeom prst="ellipse">
            <a:avLst/>
          </a:prstGeom>
          <a:solidFill>
            <a:srgbClr val="18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g-dot-21"/>
          <p:cNvSpPr/>
          <p:nvPr/>
        </p:nvSpPr>
        <p:spPr>
          <a:xfrm>
            <a:off x="28776930" y="12481560"/>
            <a:ext cx="129540" cy="129540"/>
          </a:xfrm>
          <a:prstGeom prst="ellipse">
            <a:avLst/>
          </a:prstGeom>
          <a:solidFill>
            <a:srgbClr val="26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g-dot-23"/>
          <p:cNvSpPr/>
          <p:nvPr/>
        </p:nvSpPr>
        <p:spPr>
          <a:xfrm>
            <a:off x="27552015" y="12399645"/>
            <a:ext cx="64770" cy="64770"/>
          </a:xfrm>
          <a:prstGeom prst="ellipse">
            <a:avLst/>
          </a:prstGeom>
          <a:solidFill>
            <a:srgbClr val="0F2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g-dot-25"/>
          <p:cNvSpPr/>
          <p:nvPr/>
        </p:nvSpPr>
        <p:spPr>
          <a:xfrm>
            <a:off x="8698230" y="17515522"/>
            <a:ext cx="129540" cy="129540"/>
          </a:xfrm>
          <a:prstGeom prst="ellipse">
            <a:avLst/>
          </a:prstGeom>
          <a:solidFill>
            <a:srgbClr val="152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g-dot-27"/>
          <p:cNvSpPr/>
          <p:nvPr/>
        </p:nvSpPr>
        <p:spPr>
          <a:xfrm>
            <a:off x="31351538" y="16661130"/>
            <a:ext cx="161925" cy="161925"/>
          </a:xfrm>
          <a:prstGeom prst="ellipse">
            <a:avLst/>
          </a:prstGeom>
          <a:solidFill>
            <a:srgbClr val="112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g-dot-29"/>
          <p:cNvSpPr/>
          <p:nvPr/>
        </p:nvSpPr>
        <p:spPr>
          <a:xfrm>
            <a:off x="1306830" y="8401050"/>
            <a:ext cx="129540" cy="129540"/>
          </a:xfrm>
          <a:prstGeom prst="ellipse">
            <a:avLst/>
          </a:prstGeom>
          <a:solidFill>
            <a:srgbClr val="14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bg-dot-34"/>
          <p:cNvSpPr/>
          <p:nvPr/>
        </p:nvSpPr>
        <p:spPr>
          <a:xfrm>
            <a:off x="24988838" y="18529935"/>
            <a:ext cx="161925" cy="161925"/>
          </a:xfrm>
          <a:prstGeom prst="ellipse">
            <a:avLst/>
          </a:prstGeom>
          <a:solidFill>
            <a:srgbClr val="0A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g-dot-35"/>
          <p:cNvSpPr/>
          <p:nvPr/>
        </p:nvSpPr>
        <p:spPr>
          <a:xfrm>
            <a:off x="10282238" y="18834735"/>
            <a:ext cx="161925" cy="161925"/>
          </a:xfrm>
          <a:prstGeom prst="ellipse">
            <a:avLst/>
          </a:prstGeom>
          <a:solidFill>
            <a:srgbClr val="0F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g-dot-36"/>
          <p:cNvSpPr/>
          <p:nvPr/>
        </p:nvSpPr>
        <p:spPr>
          <a:xfrm>
            <a:off x="4164330" y="15456218"/>
            <a:ext cx="129540" cy="129540"/>
          </a:xfrm>
          <a:prstGeom prst="ellipse">
            <a:avLst/>
          </a:prstGeom>
          <a:solidFill>
            <a:srgbClr val="183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g-dot-39"/>
          <p:cNvSpPr/>
          <p:nvPr/>
        </p:nvSpPr>
        <p:spPr>
          <a:xfrm>
            <a:off x="29304615" y="6603683"/>
            <a:ext cx="64770" cy="64770"/>
          </a:xfrm>
          <a:prstGeom prst="ellipse">
            <a:avLst/>
          </a:prstGeom>
          <a:solidFill>
            <a:srgbClr val="344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bg-dot-41"/>
          <p:cNvSpPr/>
          <p:nvPr/>
        </p:nvSpPr>
        <p:spPr>
          <a:xfrm>
            <a:off x="4659630" y="1613535"/>
            <a:ext cx="129540" cy="129540"/>
          </a:xfrm>
          <a:prstGeom prst="ellipse">
            <a:avLst/>
          </a:prstGeom>
          <a:solidFill>
            <a:srgbClr val="164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bg-dot-42"/>
          <p:cNvSpPr/>
          <p:nvPr/>
        </p:nvSpPr>
        <p:spPr>
          <a:xfrm>
            <a:off x="26719530" y="3710940"/>
            <a:ext cx="129540" cy="1295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bg-dot-44"/>
          <p:cNvSpPr/>
          <p:nvPr/>
        </p:nvSpPr>
        <p:spPr>
          <a:xfrm>
            <a:off x="6755130" y="5121592"/>
            <a:ext cx="129540" cy="129540"/>
          </a:xfrm>
          <a:prstGeom prst="ellipse">
            <a:avLst/>
          </a:prstGeom>
          <a:solidFill>
            <a:srgbClr val="487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bg-dot-45"/>
          <p:cNvSpPr/>
          <p:nvPr/>
        </p:nvSpPr>
        <p:spPr>
          <a:xfrm>
            <a:off x="1627822" y="14748510"/>
            <a:ext cx="97155" cy="97155"/>
          </a:xfrm>
          <a:prstGeom prst="ellipse">
            <a:avLst/>
          </a:prstGeom>
          <a:solidFill>
            <a:srgbClr val="7A87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bg-dot-47"/>
          <p:cNvSpPr/>
          <p:nvPr/>
        </p:nvSpPr>
        <p:spPr>
          <a:xfrm>
            <a:off x="25957530" y="15189518"/>
            <a:ext cx="129540" cy="129540"/>
          </a:xfrm>
          <a:prstGeom prst="ellipse">
            <a:avLst/>
          </a:prstGeom>
          <a:solidFill>
            <a:srgbClr val="183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bg-dot-49"/>
          <p:cNvSpPr/>
          <p:nvPr/>
        </p:nvSpPr>
        <p:spPr>
          <a:xfrm>
            <a:off x="28738830" y="13168312"/>
            <a:ext cx="129540" cy="129540"/>
          </a:xfrm>
          <a:prstGeom prst="ellipse">
            <a:avLst/>
          </a:prstGeom>
          <a:solidFill>
            <a:srgbClr val="1328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bg-dot-55"/>
          <p:cNvSpPr/>
          <p:nvPr/>
        </p:nvSpPr>
        <p:spPr>
          <a:xfrm>
            <a:off x="6297930" y="3710940"/>
            <a:ext cx="129540" cy="1295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bg-dot-56"/>
          <p:cNvSpPr/>
          <p:nvPr/>
        </p:nvSpPr>
        <p:spPr>
          <a:xfrm>
            <a:off x="5149215" y="6870383"/>
            <a:ext cx="64770" cy="64770"/>
          </a:xfrm>
          <a:prstGeom prst="ellipse">
            <a:avLst/>
          </a:prstGeom>
          <a:solidFill>
            <a:srgbClr val="F58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bg-dot-57"/>
          <p:cNvSpPr/>
          <p:nvPr/>
        </p:nvSpPr>
        <p:spPr>
          <a:xfrm>
            <a:off x="29272230" y="2605088"/>
            <a:ext cx="129540" cy="129540"/>
          </a:xfrm>
          <a:prstGeom prst="ellipse">
            <a:avLst/>
          </a:prstGeom>
          <a:solidFill>
            <a:srgbClr val="656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bg-dot-59"/>
          <p:cNvSpPr/>
          <p:nvPr/>
        </p:nvSpPr>
        <p:spPr>
          <a:xfrm>
            <a:off x="15077122" y="16731615"/>
            <a:ext cx="97155" cy="9715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bg-dot-61"/>
          <p:cNvSpPr/>
          <p:nvPr/>
        </p:nvSpPr>
        <p:spPr>
          <a:xfrm>
            <a:off x="28793122" y="4490085"/>
            <a:ext cx="97155" cy="97155"/>
          </a:xfrm>
          <a:prstGeom prst="ellipse">
            <a:avLst/>
          </a:prstGeom>
          <a:solidFill>
            <a:srgbClr val="162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bg-dot-63"/>
          <p:cNvSpPr/>
          <p:nvPr/>
        </p:nvSpPr>
        <p:spPr>
          <a:xfrm>
            <a:off x="6330315" y="5840730"/>
            <a:ext cx="64770" cy="64770"/>
          </a:xfrm>
          <a:prstGeom prst="ellipse">
            <a:avLst/>
          </a:prstGeom>
          <a:solidFill>
            <a:srgbClr val="142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bg-dot-64"/>
          <p:cNvSpPr/>
          <p:nvPr/>
        </p:nvSpPr>
        <p:spPr>
          <a:xfrm>
            <a:off x="2433638" y="8308658"/>
            <a:ext cx="161925" cy="161925"/>
          </a:xfrm>
          <a:prstGeom prst="ellipse">
            <a:avLst/>
          </a:prstGeom>
          <a:solidFill>
            <a:srgbClr val="328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bg-dot-65"/>
          <p:cNvSpPr/>
          <p:nvPr/>
        </p:nvSpPr>
        <p:spPr>
          <a:xfrm>
            <a:off x="28199715" y="11369992"/>
            <a:ext cx="64770" cy="64770"/>
          </a:xfrm>
          <a:prstGeom prst="ellipse">
            <a:avLst/>
          </a:prstGeom>
          <a:solidFill>
            <a:srgbClr val="17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bg-dot-66"/>
          <p:cNvSpPr/>
          <p:nvPr/>
        </p:nvSpPr>
        <p:spPr>
          <a:xfrm>
            <a:off x="32091630" y="14999018"/>
            <a:ext cx="129540" cy="129540"/>
          </a:xfrm>
          <a:prstGeom prst="ellipse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bg-dot-69"/>
          <p:cNvSpPr/>
          <p:nvPr/>
        </p:nvSpPr>
        <p:spPr>
          <a:xfrm>
            <a:off x="30317122" y="16960215"/>
            <a:ext cx="97155" cy="97155"/>
          </a:xfrm>
          <a:prstGeom prst="ellipse">
            <a:avLst/>
          </a:prstGeom>
          <a:solidFill>
            <a:srgbClr val="0E2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bg-dot-72"/>
          <p:cNvSpPr/>
          <p:nvPr/>
        </p:nvSpPr>
        <p:spPr>
          <a:xfrm>
            <a:off x="28357830" y="1613535"/>
            <a:ext cx="129540" cy="129540"/>
          </a:xfrm>
          <a:prstGeom prst="ellipse">
            <a:avLst/>
          </a:prstGeom>
          <a:solidFill>
            <a:srgbClr val="115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bg-dot-74"/>
          <p:cNvSpPr/>
          <p:nvPr/>
        </p:nvSpPr>
        <p:spPr>
          <a:xfrm>
            <a:off x="27024330" y="16905922"/>
            <a:ext cx="129540" cy="129540"/>
          </a:xfrm>
          <a:prstGeom prst="ellipse">
            <a:avLst/>
          </a:prstGeom>
          <a:solidFill>
            <a:srgbClr val="112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bg-dot-82"/>
          <p:cNvSpPr/>
          <p:nvPr/>
        </p:nvSpPr>
        <p:spPr>
          <a:xfrm>
            <a:off x="6504622" y="15892462"/>
            <a:ext cx="97155" cy="97155"/>
          </a:xfrm>
          <a:prstGeom prst="ellipse">
            <a:avLst/>
          </a:prstGeom>
          <a:solidFill>
            <a:srgbClr val="0F2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bg-dot-83"/>
          <p:cNvSpPr/>
          <p:nvPr/>
        </p:nvSpPr>
        <p:spPr>
          <a:xfrm>
            <a:off x="27132915" y="15412402"/>
            <a:ext cx="64770" cy="64770"/>
          </a:xfrm>
          <a:prstGeom prst="ellipse">
            <a:avLst/>
          </a:prstGeom>
          <a:solidFill>
            <a:srgbClr val="1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bg-dot-85"/>
          <p:cNvSpPr/>
          <p:nvPr/>
        </p:nvSpPr>
        <p:spPr>
          <a:xfrm>
            <a:off x="30981015" y="8357235"/>
            <a:ext cx="64770" cy="64770"/>
          </a:xfrm>
          <a:prstGeom prst="ellipse">
            <a:avLst/>
          </a:prstGeom>
          <a:solidFill>
            <a:srgbClr val="1D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bg-dot-88"/>
          <p:cNvSpPr/>
          <p:nvPr/>
        </p:nvSpPr>
        <p:spPr>
          <a:xfrm>
            <a:off x="24449722" y="12459653"/>
            <a:ext cx="97155" cy="97155"/>
          </a:xfrm>
          <a:prstGeom prst="ellipse">
            <a:avLst/>
          </a:prstGeom>
          <a:solidFill>
            <a:srgbClr val="11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bg-dot-90"/>
          <p:cNvSpPr/>
          <p:nvPr/>
        </p:nvSpPr>
        <p:spPr>
          <a:xfrm>
            <a:off x="24465915" y="6183630"/>
            <a:ext cx="64770" cy="64770"/>
          </a:xfrm>
          <a:prstGeom prst="ellipse">
            <a:avLst/>
          </a:prstGeom>
          <a:solidFill>
            <a:srgbClr val="12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bg-dot-91"/>
          <p:cNvSpPr/>
          <p:nvPr/>
        </p:nvSpPr>
        <p:spPr>
          <a:xfrm>
            <a:off x="4469130" y="4206240"/>
            <a:ext cx="129540" cy="129540"/>
          </a:xfrm>
          <a:prstGeom prst="ellipse">
            <a:avLst/>
          </a:prstGeom>
          <a:solidFill>
            <a:srgbClr val="0C1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bg-dot-92"/>
          <p:cNvSpPr/>
          <p:nvPr/>
        </p:nvSpPr>
        <p:spPr>
          <a:xfrm>
            <a:off x="7206615" y="18120360"/>
            <a:ext cx="64770" cy="64770"/>
          </a:xfrm>
          <a:prstGeom prst="ellipse">
            <a:avLst/>
          </a:prstGeom>
          <a:solidFill>
            <a:srgbClr val="12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bg-dot-93"/>
          <p:cNvSpPr/>
          <p:nvPr/>
        </p:nvSpPr>
        <p:spPr>
          <a:xfrm>
            <a:off x="27519630" y="16219170"/>
            <a:ext cx="129540" cy="129540"/>
          </a:xfrm>
          <a:prstGeom prst="ellipse">
            <a:avLst/>
          </a:prstGeom>
          <a:solidFill>
            <a:srgbClr val="0C2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bg-dot-94"/>
          <p:cNvSpPr/>
          <p:nvPr/>
        </p:nvSpPr>
        <p:spPr>
          <a:xfrm>
            <a:off x="5111115" y="8815388"/>
            <a:ext cx="64770" cy="64770"/>
          </a:xfrm>
          <a:prstGeom prst="ellipse">
            <a:avLst/>
          </a:prstGeom>
          <a:solidFill>
            <a:srgbClr val="72C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bg-dot-95"/>
          <p:cNvSpPr/>
          <p:nvPr/>
        </p:nvSpPr>
        <p:spPr>
          <a:xfrm>
            <a:off x="31612522" y="12269153"/>
            <a:ext cx="97155" cy="97155"/>
          </a:xfrm>
          <a:prstGeom prst="ellipse">
            <a:avLst/>
          </a:prstGeom>
          <a:solidFill>
            <a:srgbClr val="0E2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bg-dot-96"/>
          <p:cNvSpPr/>
          <p:nvPr/>
        </p:nvSpPr>
        <p:spPr>
          <a:xfrm>
            <a:off x="27650122" y="7044690"/>
            <a:ext cx="97155" cy="97155"/>
          </a:xfrm>
          <a:prstGeom prst="ellipse">
            <a:avLst/>
          </a:prstGeom>
          <a:solidFill>
            <a:srgbClr val="102A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bg-dot-97"/>
          <p:cNvSpPr/>
          <p:nvPr/>
        </p:nvSpPr>
        <p:spPr>
          <a:xfrm>
            <a:off x="4224338" y="16775430"/>
            <a:ext cx="161925" cy="161925"/>
          </a:xfrm>
          <a:prstGeom prst="ellipse">
            <a:avLst/>
          </a:prstGeom>
          <a:solidFill>
            <a:srgbClr val="24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bg-dot-99"/>
          <p:cNvSpPr/>
          <p:nvPr/>
        </p:nvSpPr>
        <p:spPr>
          <a:xfrm>
            <a:off x="1170622" y="16845915"/>
            <a:ext cx="97155" cy="97155"/>
          </a:xfrm>
          <a:prstGeom prst="ellipse">
            <a:avLst/>
          </a:prstGeom>
          <a:solidFill>
            <a:srgbClr val="1D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bg-dot-100"/>
          <p:cNvSpPr/>
          <p:nvPr/>
        </p:nvSpPr>
        <p:spPr>
          <a:xfrm>
            <a:off x="31329630" y="15113318"/>
            <a:ext cx="129540" cy="129540"/>
          </a:xfrm>
          <a:prstGeom prst="ellipse">
            <a:avLst/>
          </a:prstGeom>
          <a:solidFill>
            <a:srgbClr val="315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bg-dot-105"/>
          <p:cNvSpPr/>
          <p:nvPr/>
        </p:nvSpPr>
        <p:spPr>
          <a:xfrm>
            <a:off x="27247215" y="10607992"/>
            <a:ext cx="64770" cy="64770"/>
          </a:xfrm>
          <a:prstGeom prst="ellipse">
            <a:avLst/>
          </a:prstGeom>
          <a:solidFill>
            <a:srgbClr val="152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bg-dot-106"/>
          <p:cNvSpPr/>
          <p:nvPr/>
        </p:nvSpPr>
        <p:spPr>
          <a:xfrm>
            <a:off x="21897022" y="16731615"/>
            <a:ext cx="97155" cy="9715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bg-dot-109"/>
          <p:cNvSpPr/>
          <p:nvPr/>
        </p:nvSpPr>
        <p:spPr>
          <a:xfrm>
            <a:off x="1263015" y="10684192"/>
            <a:ext cx="64770" cy="64770"/>
          </a:xfrm>
          <a:prstGeom prst="ellipse">
            <a:avLst/>
          </a:prstGeom>
          <a:solidFill>
            <a:srgbClr val="173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bg-dot-110"/>
          <p:cNvSpPr/>
          <p:nvPr/>
        </p:nvSpPr>
        <p:spPr>
          <a:xfrm>
            <a:off x="3745230" y="2643188"/>
            <a:ext cx="129540" cy="129540"/>
          </a:xfrm>
          <a:prstGeom prst="ellipse">
            <a:avLst/>
          </a:prstGeom>
          <a:solidFill>
            <a:srgbClr val="8F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bg-dot-114"/>
          <p:cNvSpPr/>
          <p:nvPr/>
        </p:nvSpPr>
        <p:spPr>
          <a:xfrm>
            <a:off x="7021830" y="18698528"/>
            <a:ext cx="129540" cy="129540"/>
          </a:xfrm>
          <a:prstGeom prst="ellipse">
            <a:avLst/>
          </a:prstGeom>
          <a:solidFill>
            <a:srgbClr val="1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bg-dot-119"/>
          <p:cNvSpPr/>
          <p:nvPr/>
        </p:nvSpPr>
        <p:spPr>
          <a:xfrm>
            <a:off x="7059930" y="15189518"/>
            <a:ext cx="129540" cy="129540"/>
          </a:xfrm>
          <a:prstGeom prst="ellipse">
            <a:avLst/>
          </a:prstGeom>
          <a:solidFill>
            <a:srgbClr val="1E3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bg-dot-120"/>
          <p:cNvSpPr/>
          <p:nvPr/>
        </p:nvSpPr>
        <p:spPr>
          <a:xfrm>
            <a:off x="32037338" y="9910762"/>
            <a:ext cx="161925" cy="161925"/>
          </a:xfrm>
          <a:prstGeom prst="ellipse">
            <a:avLst/>
          </a:prstGeom>
          <a:solidFill>
            <a:srgbClr val="112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bg-dot-122"/>
          <p:cNvSpPr/>
          <p:nvPr/>
        </p:nvSpPr>
        <p:spPr>
          <a:xfrm>
            <a:off x="32047815" y="5001578"/>
            <a:ext cx="64770" cy="64770"/>
          </a:xfrm>
          <a:prstGeom prst="ellipse">
            <a:avLst/>
          </a:prstGeom>
          <a:solidFill>
            <a:srgbClr val="152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bg-dot-123"/>
          <p:cNvSpPr/>
          <p:nvPr/>
        </p:nvSpPr>
        <p:spPr>
          <a:xfrm>
            <a:off x="6847522" y="8570595"/>
            <a:ext cx="97155" cy="9715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bg-dot-124"/>
          <p:cNvSpPr/>
          <p:nvPr/>
        </p:nvSpPr>
        <p:spPr>
          <a:xfrm>
            <a:off x="25532715" y="8014335"/>
            <a:ext cx="64770" cy="64770"/>
          </a:xfrm>
          <a:prstGeom prst="ellipse">
            <a:avLst/>
          </a:prstGeom>
          <a:solidFill>
            <a:srgbClr val="13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bg-dot-125"/>
          <p:cNvSpPr/>
          <p:nvPr/>
        </p:nvSpPr>
        <p:spPr>
          <a:xfrm>
            <a:off x="26681430" y="13855065"/>
            <a:ext cx="129540" cy="129540"/>
          </a:xfrm>
          <a:prstGeom prst="ellipse">
            <a:avLst/>
          </a:prstGeom>
          <a:solidFill>
            <a:srgbClr val="273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bg-dot-128"/>
          <p:cNvSpPr/>
          <p:nvPr/>
        </p:nvSpPr>
        <p:spPr>
          <a:xfrm>
            <a:off x="24199215" y="12209145"/>
            <a:ext cx="64770" cy="64770"/>
          </a:xfrm>
          <a:prstGeom prst="ellipse">
            <a:avLst/>
          </a:prstGeom>
          <a:solidFill>
            <a:srgbClr val="0E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bg-dot-130"/>
          <p:cNvSpPr/>
          <p:nvPr/>
        </p:nvSpPr>
        <p:spPr>
          <a:xfrm>
            <a:off x="6597015" y="10416540"/>
            <a:ext cx="64770" cy="64770"/>
          </a:xfrm>
          <a:prstGeom prst="ellipse">
            <a:avLst/>
          </a:prstGeom>
          <a:solidFill>
            <a:srgbClr val="0D2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bg-dot-132"/>
          <p:cNvSpPr/>
          <p:nvPr/>
        </p:nvSpPr>
        <p:spPr>
          <a:xfrm>
            <a:off x="27916822" y="6854190"/>
            <a:ext cx="97155" cy="9715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bg-dot-134"/>
          <p:cNvSpPr/>
          <p:nvPr/>
        </p:nvSpPr>
        <p:spPr>
          <a:xfrm>
            <a:off x="4828222" y="17265015"/>
            <a:ext cx="97155" cy="97155"/>
          </a:xfrm>
          <a:prstGeom prst="ellipse">
            <a:avLst/>
          </a:prstGeom>
          <a:solidFill>
            <a:srgbClr val="0C1D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bg-dot-135"/>
          <p:cNvSpPr/>
          <p:nvPr/>
        </p:nvSpPr>
        <p:spPr>
          <a:xfrm>
            <a:off x="28548330" y="4168140"/>
            <a:ext cx="129540" cy="129540"/>
          </a:xfrm>
          <a:prstGeom prst="ellipse">
            <a:avLst/>
          </a:prstGeom>
          <a:solidFill>
            <a:srgbClr val="0F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bg-dot-139"/>
          <p:cNvSpPr/>
          <p:nvPr/>
        </p:nvSpPr>
        <p:spPr>
          <a:xfrm>
            <a:off x="2564130" y="8821102"/>
            <a:ext cx="129540" cy="129540"/>
          </a:xfrm>
          <a:prstGeom prst="ellipse">
            <a:avLst/>
          </a:prstGeom>
          <a:solidFill>
            <a:srgbClr val="427C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bg-dot-141"/>
          <p:cNvSpPr/>
          <p:nvPr/>
        </p:nvSpPr>
        <p:spPr>
          <a:xfrm>
            <a:off x="5492115" y="16213455"/>
            <a:ext cx="64770" cy="64770"/>
          </a:xfrm>
          <a:prstGeom prst="ellipse">
            <a:avLst/>
          </a:prstGeom>
          <a:solidFill>
            <a:srgbClr val="0B1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bg-dot-144"/>
          <p:cNvSpPr/>
          <p:nvPr/>
        </p:nvSpPr>
        <p:spPr>
          <a:xfrm>
            <a:off x="20128230" y="6837998"/>
            <a:ext cx="129540" cy="129540"/>
          </a:xfrm>
          <a:prstGeom prst="ellipse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bg-dot-148"/>
          <p:cNvSpPr/>
          <p:nvPr/>
        </p:nvSpPr>
        <p:spPr>
          <a:xfrm>
            <a:off x="5437822" y="7044690"/>
            <a:ext cx="97155" cy="97155"/>
          </a:xfrm>
          <a:prstGeom prst="ellipse">
            <a:avLst/>
          </a:prstGeom>
          <a:solidFill>
            <a:srgbClr val="274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bg-dot-149"/>
          <p:cNvSpPr/>
          <p:nvPr/>
        </p:nvSpPr>
        <p:spPr>
          <a:xfrm>
            <a:off x="31879222" y="14786610"/>
            <a:ext cx="97155" cy="97155"/>
          </a:xfrm>
          <a:prstGeom prst="ellipse">
            <a:avLst/>
          </a:prstGeom>
          <a:solidFill>
            <a:srgbClr val="12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bg-dot-150"/>
          <p:cNvSpPr/>
          <p:nvPr/>
        </p:nvSpPr>
        <p:spPr>
          <a:xfrm>
            <a:off x="29402722" y="18104168"/>
            <a:ext cx="97155" cy="97155"/>
          </a:xfrm>
          <a:prstGeom prst="ellipse">
            <a:avLst/>
          </a:prstGeom>
          <a:solidFill>
            <a:srgbClr val="173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bg-dot-151"/>
          <p:cNvSpPr/>
          <p:nvPr/>
        </p:nvSpPr>
        <p:spPr>
          <a:xfrm>
            <a:off x="29065538" y="9147810"/>
            <a:ext cx="161925" cy="161925"/>
          </a:xfrm>
          <a:prstGeom prst="ellipse">
            <a:avLst/>
          </a:prstGeom>
          <a:solidFill>
            <a:srgbClr val="3C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bg-dot-152"/>
          <p:cNvSpPr/>
          <p:nvPr/>
        </p:nvSpPr>
        <p:spPr>
          <a:xfrm>
            <a:off x="30148530" y="18126075"/>
            <a:ext cx="129540" cy="129540"/>
          </a:xfrm>
          <a:prstGeom prst="ellipse">
            <a:avLst/>
          </a:prstGeom>
          <a:solidFill>
            <a:srgbClr val="102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bg-dot-158"/>
          <p:cNvSpPr/>
          <p:nvPr/>
        </p:nvSpPr>
        <p:spPr>
          <a:xfrm>
            <a:off x="5415915" y="10035540"/>
            <a:ext cx="64770" cy="64770"/>
          </a:xfrm>
          <a:prstGeom prst="ellipse">
            <a:avLst/>
          </a:prstGeom>
          <a:solidFill>
            <a:srgbClr val="132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bg-dot-159"/>
          <p:cNvSpPr/>
          <p:nvPr/>
        </p:nvSpPr>
        <p:spPr>
          <a:xfrm>
            <a:off x="29114115" y="8510588"/>
            <a:ext cx="64770" cy="64770"/>
          </a:xfrm>
          <a:prstGeom prst="ellipse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bg-dot-160"/>
          <p:cNvSpPr/>
          <p:nvPr/>
        </p:nvSpPr>
        <p:spPr>
          <a:xfrm>
            <a:off x="28847415" y="3857625"/>
            <a:ext cx="64770" cy="64770"/>
          </a:xfrm>
          <a:prstGeom prst="ellipse">
            <a:avLst/>
          </a:prstGeom>
          <a:solidFill>
            <a:srgbClr val="0F1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bg-dot-162"/>
          <p:cNvSpPr/>
          <p:nvPr/>
        </p:nvSpPr>
        <p:spPr>
          <a:xfrm>
            <a:off x="26888122" y="10591800"/>
            <a:ext cx="97155" cy="97155"/>
          </a:xfrm>
          <a:prstGeom prst="ellipse">
            <a:avLst/>
          </a:prstGeom>
          <a:solidFill>
            <a:srgbClr val="2A4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bg-dot-165"/>
          <p:cNvSpPr/>
          <p:nvPr/>
        </p:nvSpPr>
        <p:spPr>
          <a:xfrm>
            <a:off x="31764922" y="10668000"/>
            <a:ext cx="97155" cy="97155"/>
          </a:xfrm>
          <a:prstGeom prst="ellipse">
            <a:avLst/>
          </a:prstGeom>
          <a:solidFill>
            <a:srgbClr val="15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bg-dot-168"/>
          <p:cNvSpPr/>
          <p:nvPr/>
        </p:nvSpPr>
        <p:spPr>
          <a:xfrm>
            <a:off x="25989915" y="16785908"/>
            <a:ext cx="64770" cy="64770"/>
          </a:xfrm>
          <a:prstGeom prst="ellipse">
            <a:avLst/>
          </a:prstGeom>
          <a:solidFill>
            <a:srgbClr val="FC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bg-dot-170"/>
          <p:cNvSpPr/>
          <p:nvPr/>
        </p:nvSpPr>
        <p:spPr>
          <a:xfrm>
            <a:off x="29462730" y="17096422"/>
            <a:ext cx="129540" cy="129540"/>
          </a:xfrm>
          <a:prstGeom prst="ellipse">
            <a:avLst/>
          </a:prstGeom>
          <a:solidFill>
            <a:srgbClr val="0F2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bg-dot-171"/>
          <p:cNvSpPr/>
          <p:nvPr/>
        </p:nvSpPr>
        <p:spPr>
          <a:xfrm>
            <a:off x="8578215" y="13200697"/>
            <a:ext cx="64770" cy="64770"/>
          </a:xfrm>
          <a:prstGeom prst="ellipse">
            <a:avLst/>
          </a:prstGeom>
          <a:solidFill>
            <a:srgbClr val="11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bg-dot-172"/>
          <p:cNvSpPr/>
          <p:nvPr/>
        </p:nvSpPr>
        <p:spPr>
          <a:xfrm>
            <a:off x="5454015" y="13467397"/>
            <a:ext cx="64770" cy="64770"/>
          </a:xfrm>
          <a:prstGeom prst="ellipse">
            <a:avLst/>
          </a:prstGeom>
          <a:solidFill>
            <a:srgbClr val="10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bg-dot-173"/>
          <p:cNvSpPr/>
          <p:nvPr/>
        </p:nvSpPr>
        <p:spPr>
          <a:xfrm>
            <a:off x="26751915" y="2026920"/>
            <a:ext cx="64770" cy="64770"/>
          </a:xfrm>
          <a:prstGeom prst="ellipse">
            <a:avLst/>
          </a:prstGeom>
          <a:solidFill>
            <a:srgbClr val="0D1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bg-dot-174"/>
          <p:cNvSpPr/>
          <p:nvPr/>
        </p:nvSpPr>
        <p:spPr>
          <a:xfrm>
            <a:off x="30904815" y="13200697"/>
            <a:ext cx="64770" cy="64770"/>
          </a:xfrm>
          <a:prstGeom prst="ellipse">
            <a:avLst/>
          </a:prstGeom>
          <a:solidFill>
            <a:srgbClr val="112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bg-dot-177"/>
          <p:cNvSpPr/>
          <p:nvPr/>
        </p:nvSpPr>
        <p:spPr>
          <a:xfrm>
            <a:off x="29380815" y="12857797"/>
            <a:ext cx="64770" cy="64770"/>
          </a:xfrm>
          <a:prstGeom prst="ellipse">
            <a:avLst/>
          </a:prstGeom>
          <a:solidFill>
            <a:srgbClr val="212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bg-dot-178"/>
          <p:cNvSpPr/>
          <p:nvPr/>
        </p:nvSpPr>
        <p:spPr>
          <a:xfrm>
            <a:off x="26599515" y="15260002"/>
            <a:ext cx="64770" cy="64770"/>
          </a:xfrm>
          <a:prstGeom prst="ellipse">
            <a:avLst/>
          </a:prstGeom>
          <a:solidFill>
            <a:srgbClr val="0F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bg-dot-181"/>
          <p:cNvSpPr/>
          <p:nvPr/>
        </p:nvSpPr>
        <p:spPr>
          <a:xfrm>
            <a:off x="29402722" y="17226915"/>
            <a:ext cx="97155" cy="97155"/>
          </a:xfrm>
          <a:prstGeom prst="ellipse">
            <a:avLst/>
          </a:prstGeom>
          <a:solidFill>
            <a:srgbClr val="09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bg-dot-183"/>
          <p:cNvSpPr/>
          <p:nvPr/>
        </p:nvSpPr>
        <p:spPr>
          <a:xfrm>
            <a:off x="25021222" y="17188815"/>
            <a:ext cx="97155" cy="97155"/>
          </a:xfrm>
          <a:prstGeom prst="ellipse">
            <a:avLst/>
          </a:prstGeom>
          <a:solidFill>
            <a:srgbClr val="0D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bg-dot-185"/>
          <p:cNvSpPr/>
          <p:nvPr/>
        </p:nvSpPr>
        <p:spPr>
          <a:xfrm>
            <a:off x="26469022" y="10438448"/>
            <a:ext cx="97155" cy="97155"/>
          </a:xfrm>
          <a:prstGeom prst="ellipse">
            <a:avLst/>
          </a:prstGeom>
          <a:solidFill>
            <a:srgbClr val="0C1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bg-dot-190"/>
          <p:cNvSpPr/>
          <p:nvPr/>
        </p:nvSpPr>
        <p:spPr>
          <a:xfrm>
            <a:off x="28123515" y="7557135"/>
            <a:ext cx="64770" cy="64770"/>
          </a:xfrm>
          <a:prstGeom prst="ellipse">
            <a:avLst/>
          </a:prstGeom>
          <a:solidFill>
            <a:srgbClr val="172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bg-dot-191"/>
          <p:cNvSpPr/>
          <p:nvPr/>
        </p:nvSpPr>
        <p:spPr>
          <a:xfrm>
            <a:off x="5933122" y="16349662"/>
            <a:ext cx="97155" cy="97155"/>
          </a:xfrm>
          <a:prstGeom prst="ellipse">
            <a:avLst/>
          </a:prstGeom>
          <a:solidFill>
            <a:srgbClr val="284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bg-dot-194"/>
          <p:cNvSpPr/>
          <p:nvPr/>
        </p:nvSpPr>
        <p:spPr>
          <a:xfrm>
            <a:off x="3663315" y="17205008"/>
            <a:ext cx="64770" cy="64770"/>
          </a:xfrm>
          <a:prstGeom prst="ellipse">
            <a:avLst/>
          </a:prstGeom>
          <a:solidFill>
            <a:srgbClr val="1B2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bg-dot-198"/>
          <p:cNvSpPr/>
          <p:nvPr/>
        </p:nvSpPr>
        <p:spPr>
          <a:xfrm>
            <a:off x="8883015" y="12209145"/>
            <a:ext cx="64770" cy="64770"/>
          </a:xfrm>
          <a:prstGeom prst="ellipse">
            <a:avLst/>
          </a:prstGeom>
          <a:solidFill>
            <a:srgbClr val="16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bg-dot-204"/>
          <p:cNvSpPr/>
          <p:nvPr/>
        </p:nvSpPr>
        <p:spPr>
          <a:xfrm>
            <a:off x="28733115" y="16137255"/>
            <a:ext cx="64770" cy="64770"/>
          </a:xfrm>
          <a:prstGeom prst="ellipse">
            <a:avLst/>
          </a:prstGeom>
          <a:solidFill>
            <a:srgbClr val="072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bg-dot-206"/>
          <p:cNvSpPr/>
          <p:nvPr/>
        </p:nvSpPr>
        <p:spPr>
          <a:xfrm>
            <a:off x="4196715" y="17509808"/>
            <a:ext cx="64770" cy="64770"/>
          </a:xfrm>
          <a:prstGeom prst="ellipse">
            <a:avLst/>
          </a:prstGeom>
          <a:solidFill>
            <a:srgbClr val="1F3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bg-dot-211"/>
          <p:cNvSpPr/>
          <p:nvPr/>
        </p:nvSpPr>
        <p:spPr>
          <a:xfrm>
            <a:off x="29898022" y="1438275"/>
            <a:ext cx="97155" cy="97155"/>
          </a:xfrm>
          <a:prstGeom prst="ellipse">
            <a:avLst/>
          </a:prstGeom>
          <a:solidFill>
            <a:srgbClr val="10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bg-dot-217"/>
          <p:cNvSpPr/>
          <p:nvPr/>
        </p:nvSpPr>
        <p:spPr>
          <a:xfrm>
            <a:off x="12045315" y="17777460"/>
            <a:ext cx="64770" cy="64770"/>
          </a:xfrm>
          <a:prstGeom prst="ellipse">
            <a:avLst/>
          </a:prstGeom>
          <a:solidFill>
            <a:srgbClr val="71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bg-dot-218"/>
          <p:cNvSpPr/>
          <p:nvPr/>
        </p:nvSpPr>
        <p:spPr>
          <a:xfrm>
            <a:off x="6787515" y="2942273"/>
            <a:ext cx="64770" cy="64770"/>
          </a:xfrm>
          <a:prstGeom prst="ellipse">
            <a:avLst/>
          </a:prstGeom>
          <a:solidFill>
            <a:srgbClr val="0E2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bg-dot-221"/>
          <p:cNvSpPr/>
          <p:nvPr/>
        </p:nvSpPr>
        <p:spPr>
          <a:xfrm>
            <a:off x="8409622" y="7540942"/>
            <a:ext cx="97155" cy="97155"/>
          </a:xfrm>
          <a:prstGeom prst="ellipse">
            <a:avLst/>
          </a:prstGeom>
          <a:solidFill>
            <a:srgbClr val="1A2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bg-dot-222"/>
          <p:cNvSpPr/>
          <p:nvPr/>
        </p:nvSpPr>
        <p:spPr>
          <a:xfrm>
            <a:off x="7549515" y="7976235"/>
            <a:ext cx="64770" cy="64770"/>
          </a:xfrm>
          <a:prstGeom prst="ellipse">
            <a:avLst/>
          </a:prstGeom>
          <a:solidFill>
            <a:srgbClr val="0C1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bg-dot-224"/>
          <p:cNvSpPr/>
          <p:nvPr/>
        </p:nvSpPr>
        <p:spPr>
          <a:xfrm>
            <a:off x="28733115" y="14001750"/>
            <a:ext cx="64770" cy="64770"/>
          </a:xfrm>
          <a:prstGeom prst="ellipse">
            <a:avLst/>
          </a:prstGeom>
          <a:solidFill>
            <a:srgbClr val="12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bg-dot-225"/>
          <p:cNvSpPr/>
          <p:nvPr/>
        </p:nvSpPr>
        <p:spPr>
          <a:xfrm>
            <a:off x="26751915" y="5840730"/>
            <a:ext cx="64770" cy="64770"/>
          </a:xfrm>
          <a:prstGeom prst="ellipse">
            <a:avLst/>
          </a:prstGeom>
          <a:solidFill>
            <a:srgbClr val="162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bg-dot-234"/>
          <p:cNvSpPr/>
          <p:nvPr/>
        </p:nvSpPr>
        <p:spPr>
          <a:xfrm>
            <a:off x="4006215" y="13467397"/>
            <a:ext cx="64770" cy="64770"/>
          </a:xfrm>
          <a:prstGeom prst="ellipse">
            <a:avLst/>
          </a:prstGeom>
          <a:solidFill>
            <a:srgbClr val="F2C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bg-dot-236"/>
          <p:cNvSpPr/>
          <p:nvPr/>
        </p:nvSpPr>
        <p:spPr>
          <a:xfrm>
            <a:off x="1491615" y="11522392"/>
            <a:ext cx="64770" cy="64770"/>
          </a:xfrm>
          <a:prstGeom prst="ellipse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bg-dot-237"/>
          <p:cNvSpPr/>
          <p:nvPr/>
        </p:nvSpPr>
        <p:spPr>
          <a:xfrm>
            <a:off x="28085415" y="16365855"/>
            <a:ext cx="64770" cy="64770"/>
          </a:xfrm>
          <a:prstGeom prst="ellipse">
            <a:avLst/>
          </a:prstGeom>
          <a:solidFill>
            <a:srgbClr val="0E1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bg-dot-239"/>
          <p:cNvSpPr/>
          <p:nvPr/>
        </p:nvSpPr>
        <p:spPr>
          <a:xfrm>
            <a:off x="4272915" y="4467225"/>
            <a:ext cx="64770" cy="64770"/>
          </a:xfrm>
          <a:prstGeom prst="ellipse">
            <a:avLst/>
          </a:prstGeom>
          <a:solidFill>
            <a:srgbClr val="152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board"/>
          <p:cNvSpPr/>
          <p:nvPr/>
        </p:nvSpPr>
        <p:spPr>
          <a:xfrm>
            <a:off x="3152775" y="3657600"/>
            <a:ext cx="27003375" cy="13039725"/>
          </a:xfrm>
          <a:prstGeom prst="roundRect">
            <a:avLst>
              <a:gd name="adj" fmla="val 4674"/>
            </a:avLst>
          </a:prstGeom>
          <a:solidFill>
            <a:srgbClr val="000814">
              <a:alpha val="30000"/>
            </a:srgbClr>
          </a:solidFill>
          <a:ln w="57150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board-hdr-divider"/>
          <p:cNvCxnSpPr/>
          <p:nvPr/>
        </p:nvCxnSpPr>
        <p:spPr>
          <a:xfrm>
            <a:off x="3152775" y="5457825"/>
            <a:ext cx="27003375" cy="0"/>
          </a:xfrm>
          <a:prstGeom prst="line">
            <a:avLst/>
          </a:prstGeom>
          <a:ln w="57150">
            <a:solidFill>
              <a:srgbClr val="FEFEF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board-div-1"/>
          <p:cNvCxnSpPr/>
          <p:nvPr/>
        </p:nvCxnSpPr>
        <p:spPr>
          <a:xfrm>
            <a:off x="11258550" y="3657600"/>
            <a:ext cx="0" cy="13039725"/>
          </a:xfrm>
          <a:prstGeom prst="line">
            <a:avLst/>
          </a:prstGeom>
          <a:ln w="57150">
            <a:solidFill>
              <a:srgbClr val="FEFEF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board-div-2"/>
          <p:cNvCxnSpPr/>
          <p:nvPr/>
        </p:nvCxnSpPr>
        <p:spPr>
          <a:xfrm>
            <a:off x="22050375" y="3657600"/>
            <a:ext cx="0" cy="13039725"/>
          </a:xfrm>
          <a:prstGeom prst="line">
            <a:avLst/>
          </a:prstGeom>
          <a:ln w="57150">
            <a:solidFill>
              <a:srgbClr val="FEFEF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itle"/>
          <p:cNvSpPr txBox="1"/>
          <p:nvPr/>
        </p:nvSpPr>
        <p:spPr>
          <a:xfrm>
            <a:off x="13498830" y="1766888"/>
            <a:ext cx="6339840" cy="1390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营销工作规划清单</a:t>
            </a:r>
          </a:p>
        </p:txBody>
      </p:sp>
      <p:sp>
        <p:nvSpPr>
          <p:cNvPr id="161" name="hdr-todo"/>
          <p:cNvSpPr txBox="1"/>
          <p:nvPr/>
        </p:nvSpPr>
        <p:spPr>
          <a:xfrm>
            <a:off x="3400425" y="3919538"/>
            <a:ext cx="7620000" cy="137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075" b="1" i="0" spc="5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 DO LIST</a:t>
            </a:r>
          </a:p>
        </p:txBody>
      </p:sp>
      <p:sp>
        <p:nvSpPr>
          <p:cNvPr id="162" name="hdr-progress"/>
          <p:cNvSpPr txBox="1"/>
          <p:nvPr/>
        </p:nvSpPr>
        <p:spPr>
          <a:xfrm>
            <a:off x="12372975" y="3919538"/>
            <a:ext cx="8572500" cy="137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0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 PROGRESS</a:t>
            </a:r>
          </a:p>
        </p:txBody>
      </p:sp>
      <p:sp>
        <p:nvSpPr>
          <p:cNvPr id="163" name="hdr-done"/>
          <p:cNvSpPr txBox="1"/>
          <p:nvPr/>
        </p:nvSpPr>
        <p:spPr>
          <a:xfrm>
            <a:off x="23269575" y="3919538"/>
            <a:ext cx="5715000" cy="137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0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DONE</a:t>
            </a:r>
          </a:p>
        </p:txBody>
      </p:sp>
      <p:sp>
        <p:nvSpPr>
          <p:cNvPr id="164" name="todo-tag-1"/>
          <p:cNvSpPr/>
          <p:nvPr/>
        </p:nvSpPr>
        <p:spPr>
          <a:xfrm>
            <a:off x="3962400" y="6591300"/>
            <a:ext cx="1257300" cy="1066800"/>
          </a:xfrm>
          <a:custGeom>
            <a:avLst/>
            <a:gdLst/>
            <a:ahLst/>
            <a:cxnLst/>
            <a:rect l="l" t="t" r="r" b="b"/>
            <a:pathLst>
              <a:path w="1257300" h="1066800">
                <a:moveTo>
                  <a:pt x="457200" y="0"/>
                </a:moveTo>
                <a:lnTo>
                  <a:pt x="427672" y="952"/>
                </a:lnTo>
                <a:lnTo>
                  <a:pt x="398145" y="4762"/>
                </a:lnTo>
                <a:lnTo>
                  <a:pt x="368618" y="10478"/>
                </a:lnTo>
                <a:lnTo>
                  <a:pt x="339090" y="18098"/>
                </a:lnTo>
                <a:lnTo>
                  <a:pt x="310515" y="28575"/>
                </a:lnTo>
                <a:lnTo>
                  <a:pt x="282892" y="40958"/>
                </a:lnTo>
                <a:lnTo>
                  <a:pt x="255270" y="55245"/>
                </a:lnTo>
                <a:lnTo>
                  <a:pt x="228600" y="71438"/>
                </a:lnTo>
                <a:lnTo>
                  <a:pt x="203835" y="89535"/>
                </a:lnTo>
                <a:lnTo>
                  <a:pt x="179070" y="110490"/>
                </a:lnTo>
                <a:lnTo>
                  <a:pt x="156210" y="132398"/>
                </a:lnTo>
                <a:lnTo>
                  <a:pt x="134302" y="156210"/>
                </a:lnTo>
                <a:lnTo>
                  <a:pt x="113348" y="181928"/>
                </a:lnTo>
                <a:lnTo>
                  <a:pt x="94298" y="208598"/>
                </a:lnTo>
                <a:lnTo>
                  <a:pt x="77152" y="237172"/>
                </a:lnTo>
                <a:lnTo>
                  <a:pt x="60960" y="266700"/>
                </a:lnTo>
                <a:lnTo>
                  <a:pt x="47625" y="297180"/>
                </a:lnTo>
                <a:lnTo>
                  <a:pt x="35242" y="329565"/>
                </a:lnTo>
                <a:lnTo>
                  <a:pt x="23812" y="361950"/>
                </a:lnTo>
                <a:lnTo>
                  <a:pt x="15240" y="395288"/>
                </a:lnTo>
                <a:lnTo>
                  <a:pt x="8572" y="429578"/>
                </a:lnTo>
                <a:lnTo>
                  <a:pt x="3810" y="463868"/>
                </a:lnTo>
                <a:lnTo>
                  <a:pt x="952" y="498158"/>
                </a:lnTo>
                <a:lnTo>
                  <a:pt x="0" y="533400"/>
                </a:lnTo>
                <a:lnTo>
                  <a:pt x="952" y="568642"/>
                </a:lnTo>
                <a:lnTo>
                  <a:pt x="3810" y="602932"/>
                </a:lnTo>
                <a:lnTo>
                  <a:pt x="8572" y="637222"/>
                </a:lnTo>
                <a:lnTo>
                  <a:pt x="15240" y="671512"/>
                </a:lnTo>
                <a:lnTo>
                  <a:pt x="23812" y="704850"/>
                </a:lnTo>
                <a:lnTo>
                  <a:pt x="35242" y="737235"/>
                </a:lnTo>
                <a:lnTo>
                  <a:pt x="47625" y="769620"/>
                </a:lnTo>
                <a:lnTo>
                  <a:pt x="60960" y="800100"/>
                </a:lnTo>
                <a:lnTo>
                  <a:pt x="77152" y="829628"/>
                </a:lnTo>
                <a:lnTo>
                  <a:pt x="94298" y="858202"/>
                </a:lnTo>
                <a:lnTo>
                  <a:pt x="113348" y="884872"/>
                </a:lnTo>
                <a:lnTo>
                  <a:pt x="134302" y="910590"/>
                </a:lnTo>
                <a:lnTo>
                  <a:pt x="156210" y="934402"/>
                </a:lnTo>
                <a:lnTo>
                  <a:pt x="179070" y="956310"/>
                </a:lnTo>
                <a:lnTo>
                  <a:pt x="203835" y="977265"/>
                </a:lnTo>
                <a:lnTo>
                  <a:pt x="228600" y="995362"/>
                </a:lnTo>
                <a:lnTo>
                  <a:pt x="255270" y="1011555"/>
                </a:lnTo>
                <a:lnTo>
                  <a:pt x="282892" y="1025842"/>
                </a:lnTo>
                <a:lnTo>
                  <a:pt x="310515" y="1038225"/>
                </a:lnTo>
                <a:lnTo>
                  <a:pt x="339090" y="1048702"/>
                </a:lnTo>
                <a:lnTo>
                  <a:pt x="368618" y="1056322"/>
                </a:lnTo>
                <a:lnTo>
                  <a:pt x="398145" y="1062038"/>
                </a:lnTo>
                <a:lnTo>
                  <a:pt x="427672" y="1065848"/>
                </a:lnTo>
                <a:lnTo>
                  <a:pt x="457200" y="1066800"/>
                </a:lnTo>
                <a:lnTo>
                  <a:pt x="474345" y="1066800"/>
                </a:lnTo>
                <a:lnTo>
                  <a:pt x="490538" y="1065848"/>
                </a:lnTo>
                <a:lnTo>
                  <a:pt x="507682" y="1063942"/>
                </a:lnTo>
                <a:lnTo>
                  <a:pt x="523875" y="1062038"/>
                </a:lnTo>
                <a:lnTo>
                  <a:pt x="541020" y="1060132"/>
                </a:lnTo>
                <a:lnTo>
                  <a:pt x="557212" y="1056322"/>
                </a:lnTo>
                <a:lnTo>
                  <a:pt x="574358" y="1052512"/>
                </a:lnTo>
                <a:lnTo>
                  <a:pt x="590550" y="1048702"/>
                </a:lnTo>
                <a:lnTo>
                  <a:pt x="607695" y="1043940"/>
                </a:lnTo>
                <a:lnTo>
                  <a:pt x="623888" y="1038225"/>
                </a:lnTo>
                <a:lnTo>
                  <a:pt x="641032" y="1032510"/>
                </a:lnTo>
                <a:lnTo>
                  <a:pt x="657225" y="1025842"/>
                </a:lnTo>
                <a:lnTo>
                  <a:pt x="674370" y="1019175"/>
                </a:lnTo>
                <a:lnTo>
                  <a:pt x="690562" y="1011555"/>
                </a:lnTo>
                <a:lnTo>
                  <a:pt x="707708" y="1003935"/>
                </a:lnTo>
                <a:lnTo>
                  <a:pt x="723900" y="995362"/>
                </a:lnTo>
                <a:lnTo>
                  <a:pt x="741045" y="986790"/>
                </a:lnTo>
                <a:lnTo>
                  <a:pt x="757238" y="977265"/>
                </a:lnTo>
                <a:lnTo>
                  <a:pt x="774382" y="966788"/>
                </a:lnTo>
                <a:lnTo>
                  <a:pt x="790575" y="956310"/>
                </a:lnTo>
                <a:lnTo>
                  <a:pt x="807720" y="945832"/>
                </a:lnTo>
                <a:lnTo>
                  <a:pt x="823912" y="934402"/>
                </a:lnTo>
                <a:lnTo>
                  <a:pt x="841058" y="922972"/>
                </a:lnTo>
                <a:lnTo>
                  <a:pt x="857250" y="910590"/>
                </a:lnTo>
                <a:lnTo>
                  <a:pt x="874395" y="898208"/>
                </a:lnTo>
                <a:lnTo>
                  <a:pt x="890588" y="884872"/>
                </a:lnTo>
                <a:lnTo>
                  <a:pt x="907732" y="871538"/>
                </a:lnTo>
                <a:lnTo>
                  <a:pt x="923925" y="858202"/>
                </a:lnTo>
                <a:lnTo>
                  <a:pt x="941070" y="843915"/>
                </a:lnTo>
                <a:lnTo>
                  <a:pt x="957262" y="829628"/>
                </a:lnTo>
                <a:lnTo>
                  <a:pt x="974408" y="815340"/>
                </a:lnTo>
                <a:lnTo>
                  <a:pt x="990600" y="800100"/>
                </a:lnTo>
                <a:lnTo>
                  <a:pt x="1007745" y="784860"/>
                </a:lnTo>
                <a:lnTo>
                  <a:pt x="1023938" y="769620"/>
                </a:lnTo>
                <a:lnTo>
                  <a:pt x="1041082" y="753428"/>
                </a:lnTo>
                <a:lnTo>
                  <a:pt x="1057275" y="737235"/>
                </a:lnTo>
                <a:lnTo>
                  <a:pt x="1074420" y="721042"/>
                </a:lnTo>
                <a:lnTo>
                  <a:pt x="1090612" y="704850"/>
                </a:lnTo>
                <a:lnTo>
                  <a:pt x="1107758" y="688658"/>
                </a:lnTo>
                <a:lnTo>
                  <a:pt x="1123950" y="671512"/>
                </a:lnTo>
                <a:lnTo>
                  <a:pt x="1141095" y="654368"/>
                </a:lnTo>
                <a:lnTo>
                  <a:pt x="1157288" y="637222"/>
                </a:lnTo>
                <a:lnTo>
                  <a:pt x="1174432" y="620078"/>
                </a:lnTo>
                <a:lnTo>
                  <a:pt x="1190625" y="602932"/>
                </a:lnTo>
                <a:lnTo>
                  <a:pt x="1207770" y="585788"/>
                </a:lnTo>
                <a:lnTo>
                  <a:pt x="1223962" y="568642"/>
                </a:lnTo>
                <a:lnTo>
                  <a:pt x="1241108" y="550545"/>
                </a:lnTo>
                <a:lnTo>
                  <a:pt x="1257300" y="533400"/>
                </a:lnTo>
                <a:lnTo>
                  <a:pt x="1241108" y="516255"/>
                </a:lnTo>
                <a:lnTo>
                  <a:pt x="1223962" y="498158"/>
                </a:lnTo>
                <a:lnTo>
                  <a:pt x="1207770" y="481012"/>
                </a:lnTo>
                <a:lnTo>
                  <a:pt x="1190625" y="463868"/>
                </a:lnTo>
                <a:lnTo>
                  <a:pt x="1174432" y="446722"/>
                </a:lnTo>
                <a:lnTo>
                  <a:pt x="1157288" y="429578"/>
                </a:lnTo>
                <a:lnTo>
                  <a:pt x="1141095" y="412432"/>
                </a:lnTo>
                <a:lnTo>
                  <a:pt x="1123950" y="395288"/>
                </a:lnTo>
                <a:lnTo>
                  <a:pt x="1107758" y="378142"/>
                </a:lnTo>
                <a:lnTo>
                  <a:pt x="1090612" y="361950"/>
                </a:lnTo>
                <a:lnTo>
                  <a:pt x="1074420" y="345758"/>
                </a:lnTo>
                <a:lnTo>
                  <a:pt x="1057275" y="329565"/>
                </a:lnTo>
                <a:lnTo>
                  <a:pt x="1041082" y="313372"/>
                </a:lnTo>
                <a:lnTo>
                  <a:pt x="1023938" y="297180"/>
                </a:lnTo>
                <a:lnTo>
                  <a:pt x="1007745" y="281940"/>
                </a:lnTo>
                <a:lnTo>
                  <a:pt x="990600" y="266700"/>
                </a:lnTo>
                <a:lnTo>
                  <a:pt x="974408" y="251460"/>
                </a:lnTo>
                <a:lnTo>
                  <a:pt x="957262" y="237172"/>
                </a:lnTo>
                <a:lnTo>
                  <a:pt x="941070" y="222885"/>
                </a:lnTo>
                <a:lnTo>
                  <a:pt x="923925" y="208598"/>
                </a:lnTo>
                <a:lnTo>
                  <a:pt x="907732" y="195262"/>
                </a:lnTo>
                <a:lnTo>
                  <a:pt x="890588" y="181928"/>
                </a:lnTo>
                <a:lnTo>
                  <a:pt x="874395" y="168592"/>
                </a:lnTo>
                <a:lnTo>
                  <a:pt x="857250" y="156210"/>
                </a:lnTo>
                <a:lnTo>
                  <a:pt x="841058" y="143828"/>
                </a:lnTo>
                <a:lnTo>
                  <a:pt x="823912" y="132398"/>
                </a:lnTo>
                <a:lnTo>
                  <a:pt x="807720" y="120968"/>
                </a:lnTo>
                <a:lnTo>
                  <a:pt x="790575" y="110490"/>
                </a:lnTo>
                <a:lnTo>
                  <a:pt x="774382" y="100012"/>
                </a:lnTo>
                <a:lnTo>
                  <a:pt x="757238" y="89535"/>
                </a:lnTo>
                <a:lnTo>
                  <a:pt x="741045" y="80010"/>
                </a:lnTo>
                <a:lnTo>
                  <a:pt x="723900" y="71438"/>
                </a:lnTo>
                <a:lnTo>
                  <a:pt x="707708" y="62865"/>
                </a:lnTo>
                <a:lnTo>
                  <a:pt x="690562" y="55245"/>
                </a:lnTo>
                <a:lnTo>
                  <a:pt x="674370" y="47625"/>
                </a:lnTo>
                <a:lnTo>
                  <a:pt x="657225" y="40958"/>
                </a:lnTo>
                <a:lnTo>
                  <a:pt x="641032" y="34290"/>
                </a:lnTo>
                <a:lnTo>
                  <a:pt x="623888" y="28575"/>
                </a:lnTo>
                <a:lnTo>
                  <a:pt x="607695" y="22860"/>
                </a:lnTo>
                <a:lnTo>
                  <a:pt x="590550" y="18098"/>
                </a:lnTo>
                <a:lnTo>
                  <a:pt x="574358" y="14288"/>
                </a:lnTo>
                <a:lnTo>
                  <a:pt x="557212" y="10478"/>
                </a:lnTo>
                <a:lnTo>
                  <a:pt x="541020" y="6668"/>
                </a:lnTo>
                <a:lnTo>
                  <a:pt x="523875" y="4762"/>
                </a:lnTo>
                <a:lnTo>
                  <a:pt x="507682" y="2858"/>
                </a:lnTo>
                <a:lnTo>
                  <a:pt x="490538" y="952"/>
                </a:lnTo>
                <a:lnTo>
                  <a:pt x="474345" y="0"/>
                </a:lnTo>
                <a:close/>
              </a:path>
            </a:pathLst>
          </a:custGeom>
          <a:solidFill>
            <a:srgbClr val="F98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odo-task-1"/>
          <p:cNvSpPr txBox="1"/>
          <p:nvPr/>
        </p:nvSpPr>
        <p:spPr>
          <a:xfrm>
            <a:off x="5676900" y="6253162"/>
            <a:ext cx="5019675" cy="182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制定Q3新品上市推</a:t>
            </a:r>
          </a:p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广方案</a:t>
            </a:r>
          </a:p>
        </p:txBody>
      </p:sp>
      <p:sp>
        <p:nvSpPr>
          <p:cNvPr id="166" name="todo-tag-2"/>
          <p:cNvSpPr/>
          <p:nvPr/>
        </p:nvSpPr>
        <p:spPr>
          <a:xfrm>
            <a:off x="3962400" y="8582025"/>
            <a:ext cx="1257300" cy="1066800"/>
          </a:xfrm>
          <a:custGeom>
            <a:avLst/>
            <a:gdLst/>
            <a:ahLst/>
            <a:cxnLst/>
            <a:rect l="l" t="t" r="r" b="b"/>
            <a:pathLst>
              <a:path w="1257300" h="1066800">
                <a:moveTo>
                  <a:pt x="457200" y="0"/>
                </a:moveTo>
                <a:lnTo>
                  <a:pt x="427672" y="953"/>
                </a:lnTo>
                <a:lnTo>
                  <a:pt x="398145" y="4763"/>
                </a:lnTo>
                <a:lnTo>
                  <a:pt x="368618" y="10477"/>
                </a:lnTo>
                <a:lnTo>
                  <a:pt x="339090" y="18097"/>
                </a:lnTo>
                <a:lnTo>
                  <a:pt x="310515" y="28575"/>
                </a:lnTo>
                <a:lnTo>
                  <a:pt x="282892" y="40957"/>
                </a:lnTo>
                <a:lnTo>
                  <a:pt x="255270" y="55245"/>
                </a:lnTo>
                <a:lnTo>
                  <a:pt x="228600" y="71437"/>
                </a:lnTo>
                <a:lnTo>
                  <a:pt x="203835" y="89535"/>
                </a:lnTo>
                <a:lnTo>
                  <a:pt x="179070" y="110490"/>
                </a:lnTo>
                <a:lnTo>
                  <a:pt x="156210" y="132397"/>
                </a:lnTo>
                <a:lnTo>
                  <a:pt x="134302" y="156210"/>
                </a:lnTo>
                <a:lnTo>
                  <a:pt x="113348" y="181927"/>
                </a:lnTo>
                <a:lnTo>
                  <a:pt x="94298" y="208597"/>
                </a:lnTo>
                <a:lnTo>
                  <a:pt x="77152" y="237173"/>
                </a:lnTo>
                <a:lnTo>
                  <a:pt x="60960" y="266700"/>
                </a:lnTo>
                <a:lnTo>
                  <a:pt x="47625" y="297180"/>
                </a:lnTo>
                <a:lnTo>
                  <a:pt x="35242" y="329565"/>
                </a:lnTo>
                <a:lnTo>
                  <a:pt x="23812" y="361950"/>
                </a:lnTo>
                <a:lnTo>
                  <a:pt x="15240" y="395287"/>
                </a:lnTo>
                <a:lnTo>
                  <a:pt x="8572" y="429577"/>
                </a:lnTo>
                <a:lnTo>
                  <a:pt x="3810" y="463867"/>
                </a:lnTo>
                <a:lnTo>
                  <a:pt x="952" y="498157"/>
                </a:lnTo>
                <a:lnTo>
                  <a:pt x="0" y="533400"/>
                </a:lnTo>
                <a:lnTo>
                  <a:pt x="952" y="568643"/>
                </a:lnTo>
                <a:lnTo>
                  <a:pt x="3810" y="602933"/>
                </a:lnTo>
                <a:lnTo>
                  <a:pt x="8572" y="637223"/>
                </a:lnTo>
                <a:lnTo>
                  <a:pt x="15240" y="671513"/>
                </a:lnTo>
                <a:lnTo>
                  <a:pt x="23812" y="704850"/>
                </a:lnTo>
                <a:lnTo>
                  <a:pt x="35242" y="737235"/>
                </a:lnTo>
                <a:lnTo>
                  <a:pt x="47625" y="769620"/>
                </a:lnTo>
                <a:lnTo>
                  <a:pt x="60960" y="800100"/>
                </a:lnTo>
                <a:lnTo>
                  <a:pt x="77152" y="829627"/>
                </a:lnTo>
                <a:lnTo>
                  <a:pt x="94298" y="858203"/>
                </a:lnTo>
                <a:lnTo>
                  <a:pt x="113348" y="884873"/>
                </a:lnTo>
                <a:lnTo>
                  <a:pt x="134302" y="910590"/>
                </a:lnTo>
                <a:lnTo>
                  <a:pt x="156210" y="934403"/>
                </a:lnTo>
                <a:lnTo>
                  <a:pt x="179070" y="956310"/>
                </a:lnTo>
                <a:lnTo>
                  <a:pt x="203835" y="977265"/>
                </a:lnTo>
                <a:lnTo>
                  <a:pt x="228600" y="995363"/>
                </a:lnTo>
                <a:lnTo>
                  <a:pt x="255270" y="1011555"/>
                </a:lnTo>
                <a:lnTo>
                  <a:pt x="282892" y="1025843"/>
                </a:lnTo>
                <a:lnTo>
                  <a:pt x="310515" y="1038225"/>
                </a:lnTo>
                <a:lnTo>
                  <a:pt x="339090" y="1048703"/>
                </a:lnTo>
                <a:lnTo>
                  <a:pt x="368618" y="1056323"/>
                </a:lnTo>
                <a:lnTo>
                  <a:pt x="398145" y="1062037"/>
                </a:lnTo>
                <a:lnTo>
                  <a:pt x="427672" y="1065847"/>
                </a:lnTo>
                <a:lnTo>
                  <a:pt x="457200" y="1066800"/>
                </a:lnTo>
                <a:lnTo>
                  <a:pt x="474345" y="1066800"/>
                </a:lnTo>
                <a:lnTo>
                  <a:pt x="490538" y="1065847"/>
                </a:lnTo>
                <a:lnTo>
                  <a:pt x="507682" y="1063943"/>
                </a:lnTo>
                <a:lnTo>
                  <a:pt x="523875" y="1062037"/>
                </a:lnTo>
                <a:lnTo>
                  <a:pt x="541020" y="1060133"/>
                </a:lnTo>
                <a:lnTo>
                  <a:pt x="557212" y="1056323"/>
                </a:lnTo>
                <a:lnTo>
                  <a:pt x="574358" y="1052513"/>
                </a:lnTo>
                <a:lnTo>
                  <a:pt x="590550" y="1048703"/>
                </a:lnTo>
                <a:lnTo>
                  <a:pt x="607695" y="1043940"/>
                </a:lnTo>
                <a:lnTo>
                  <a:pt x="623888" y="1038225"/>
                </a:lnTo>
                <a:lnTo>
                  <a:pt x="641032" y="1032510"/>
                </a:lnTo>
                <a:lnTo>
                  <a:pt x="657225" y="1025843"/>
                </a:lnTo>
                <a:lnTo>
                  <a:pt x="674370" y="1019175"/>
                </a:lnTo>
                <a:lnTo>
                  <a:pt x="690562" y="1011555"/>
                </a:lnTo>
                <a:lnTo>
                  <a:pt x="707708" y="1003935"/>
                </a:lnTo>
                <a:lnTo>
                  <a:pt x="723900" y="995363"/>
                </a:lnTo>
                <a:lnTo>
                  <a:pt x="741045" y="986790"/>
                </a:lnTo>
                <a:lnTo>
                  <a:pt x="757238" y="977265"/>
                </a:lnTo>
                <a:lnTo>
                  <a:pt x="774382" y="966787"/>
                </a:lnTo>
                <a:lnTo>
                  <a:pt x="790575" y="956310"/>
                </a:lnTo>
                <a:lnTo>
                  <a:pt x="807720" y="945833"/>
                </a:lnTo>
                <a:lnTo>
                  <a:pt x="823912" y="934403"/>
                </a:lnTo>
                <a:lnTo>
                  <a:pt x="841058" y="922973"/>
                </a:lnTo>
                <a:lnTo>
                  <a:pt x="857250" y="910590"/>
                </a:lnTo>
                <a:lnTo>
                  <a:pt x="874395" y="898207"/>
                </a:lnTo>
                <a:lnTo>
                  <a:pt x="890588" y="884873"/>
                </a:lnTo>
                <a:lnTo>
                  <a:pt x="907732" y="871537"/>
                </a:lnTo>
                <a:lnTo>
                  <a:pt x="923925" y="858203"/>
                </a:lnTo>
                <a:lnTo>
                  <a:pt x="941070" y="843915"/>
                </a:lnTo>
                <a:lnTo>
                  <a:pt x="957262" y="829627"/>
                </a:lnTo>
                <a:lnTo>
                  <a:pt x="974408" y="815340"/>
                </a:lnTo>
                <a:lnTo>
                  <a:pt x="990600" y="800100"/>
                </a:lnTo>
                <a:lnTo>
                  <a:pt x="1007745" y="784860"/>
                </a:lnTo>
                <a:lnTo>
                  <a:pt x="1023938" y="769620"/>
                </a:lnTo>
                <a:lnTo>
                  <a:pt x="1041082" y="753427"/>
                </a:lnTo>
                <a:lnTo>
                  <a:pt x="1057275" y="737235"/>
                </a:lnTo>
                <a:lnTo>
                  <a:pt x="1074420" y="721043"/>
                </a:lnTo>
                <a:lnTo>
                  <a:pt x="1090612" y="704850"/>
                </a:lnTo>
                <a:lnTo>
                  <a:pt x="1107758" y="688657"/>
                </a:lnTo>
                <a:lnTo>
                  <a:pt x="1123950" y="671513"/>
                </a:lnTo>
                <a:lnTo>
                  <a:pt x="1141095" y="654367"/>
                </a:lnTo>
                <a:lnTo>
                  <a:pt x="1157288" y="637223"/>
                </a:lnTo>
                <a:lnTo>
                  <a:pt x="1174432" y="620077"/>
                </a:lnTo>
                <a:lnTo>
                  <a:pt x="1190625" y="602933"/>
                </a:lnTo>
                <a:lnTo>
                  <a:pt x="1207770" y="585787"/>
                </a:lnTo>
                <a:lnTo>
                  <a:pt x="1223962" y="568643"/>
                </a:lnTo>
                <a:lnTo>
                  <a:pt x="1241108" y="550545"/>
                </a:lnTo>
                <a:lnTo>
                  <a:pt x="1257300" y="533400"/>
                </a:lnTo>
                <a:lnTo>
                  <a:pt x="1241108" y="516255"/>
                </a:lnTo>
                <a:lnTo>
                  <a:pt x="1223962" y="498157"/>
                </a:lnTo>
                <a:lnTo>
                  <a:pt x="1207770" y="481013"/>
                </a:lnTo>
                <a:lnTo>
                  <a:pt x="1190625" y="463867"/>
                </a:lnTo>
                <a:lnTo>
                  <a:pt x="1174432" y="446723"/>
                </a:lnTo>
                <a:lnTo>
                  <a:pt x="1157288" y="429577"/>
                </a:lnTo>
                <a:lnTo>
                  <a:pt x="1141095" y="412433"/>
                </a:lnTo>
                <a:lnTo>
                  <a:pt x="1123950" y="395287"/>
                </a:lnTo>
                <a:lnTo>
                  <a:pt x="1107758" y="378143"/>
                </a:lnTo>
                <a:lnTo>
                  <a:pt x="1090612" y="361950"/>
                </a:lnTo>
                <a:lnTo>
                  <a:pt x="1074420" y="345757"/>
                </a:lnTo>
                <a:lnTo>
                  <a:pt x="1057275" y="329565"/>
                </a:lnTo>
                <a:lnTo>
                  <a:pt x="1041082" y="313373"/>
                </a:lnTo>
                <a:lnTo>
                  <a:pt x="1023938" y="297180"/>
                </a:lnTo>
                <a:lnTo>
                  <a:pt x="1007745" y="281940"/>
                </a:lnTo>
                <a:lnTo>
                  <a:pt x="990600" y="266700"/>
                </a:lnTo>
                <a:lnTo>
                  <a:pt x="974408" y="251460"/>
                </a:lnTo>
                <a:lnTo>
                  <a:pt x="957262" y="237173"/>
                </a:lnTo>
                <a:lnTo>
                  <a:pt x="941070" y="222885"/>
                </a:lnTo>
                <a:lnTo>
                  <a:pt x="923925" y="208597"/>
                </a:lnTo>
                <a:lnTo>
                  <a:pt x="907732" y="195263"/>
                </a:lnTo>
                <a:lnTo>
                  <a:pt x="890588" y="181927"/>
                </a:lnTo>
                <a:lnTo>
                  <a:pt x="874395" y="168593"/>
                </a:lnTo>
                <a:lnTo>
                  <a:pt x="857250" y="156210"/>
                </a:lnTo>
                <a:lnTo>
                  <a:pt x="841058" y="143827"/>
                </a:lnTo>
                <a:lnTo>
                  <a:pt x="823912" y="132397"/>
                </a:lnTo>
                <a:lnTo>
                  <a:pt x="807720" y="120967"/>
                </a:lnTo>
                <a:lnTo>
                  <a:pt x="790575" y="110490"/>
                </a:lnTo>
                <a:lnTo>
                  <a:pt x="774382" y="100013"/>
                </a:lnTo>
                <a:lnTo>
                  <a:pt x="757238" y="89535"/>
                </a:lnTo>
                <a:lnTo>
                  <a:pt x="741045" y="80010"/>
                </a:lnTo>
                <a:lnTo>
                  <a:pt x="723900" y="71437"/>
                </a:lnTo>
                <a:lnTo>
                  <a:pt x="707708" y="62865"/>
                </a:lnTo>
                <a:lnTo>
                  <a:pt x="690562" y="55245"/>
                </a:lnTo>
                <a:lnTo>
                  <a:pt x="674370" y="47625"/>
                </a:lnTo>
                <a:lnTo>
                  <a:pt x="657225" y="40957"/>
                </a:lnTo>
                <a:lnTo>
                  <a:pt x="641032" y="34290"/>
                </a:lnTo>
                <a:lnTo>
                  <a:pt x="623888" y="28575"/>
                </a:lnTo>
                <a:lnTo>
                  <a:pt x="607695" y="22860"/>
                </a:lnTo>
                <a:lnTo>
                  <a:pt x="590550" y="18097"/>
                </a:lnTo>
                <a:lnTo>
                  <a:pt x="574358" y="14287"/>
                </a:lnTo>
                <a:lnTo>
                  <a:pt x="557212" y="10477"/>
                </a:lnTo>
                <a:lnTo>
                  <a:pt x="541020" y="6667"/>
                </a:lnTo>
                <a:lnTo>
                  <a:pt x="523875" y="4763"/>
                </a:lnTo>
                <a:lnTo>
                  <a:pt x="507682" y="2857"/>
                </a:lnTo>
                <a:lnTo>
                  <a:pt x="490538" y="953"/>
                </a:lnTo>
                <a:lnTo>
                  <a:pt x="474345" y="0"/>
                </a:lnTo>
                <a:close/>
              </a:path>
            </a:pathLst>
          </a:custGeom>
          <a:solidFill>
            <a:srgbClr val="5CD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odo-task-2"/>
          <p:cNvSpPr txBox="1"/>
          <p:nvPr/>
        </p:nvSpPr>
        <p:spPr>
          <a:xfrm>
            <a:off x="5676900" y="8243888"/>
            <a:ext cx="4781550" cy="182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与设计团队沟通海</a:t>
            </a:r>
          </a:p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报视觉稿</a:t>
            </a:r>
          </a:p>
        </p:txBody>
      </p:sp>
      <p:sp>
        <p:nvSpPr>
          <p:cNvPr id="168" name="todo-tag-3"/>
          <p:cNvSpPr/>
          <p:nvPr/>
        </p:nvSpPr>
        <p:spPr>
          <a:xfrm>
            <a:off x="3962400" y="10572750"/>
            <a:ext cx="1257300" cy="1066800"/>
          </a:xfrm>
          <a:custGeom>
            <a:avLst/>
            <a:gdLst/>
            <a:ahLst/>
            <a:cxnLst/>
            <a:rect l="l" t="t" r="r" b="b"/>
            <a:pathLst>
              <a:path w="1257300" h="1066800">
                <a:moveTo>
                  <a:pt x="457200" y="0"/>
                </a:moveTo>
                <a:lnTo>
                  <a:pt x="427672" y="952"/>
                </a:lnTo>
                <a:lnTo>
                  <a:pt x="398145" y="4762"/>
                </a:lnTo>
                <a:lnTo>
                  <a:pt x="368618" y="10478"/>
                </a:lnTo>
                <a:lnTo>
                  <a:pt x="339090" y="18098"/>
                </a:lnTo>
                <a:lnTo>
                  <a:pt x="310515" y="28575"/>
                </a:lnTo>
                <a:lnTo>
                  <a:pt x="282892" y="40958"/>
                </a:lnTo>
                <a:lnTo>
                  <a:pt x="255270" y="55245"/>
                </a:lnTo>
                <a:lnTo>
                  <a:pt x="228600" y="71438"/>
                </a:lnTo>
                <a:lnTo>
                  <a:pt x="203835" y="89535"/>
                </a:lnTo>
                <a:lnTo>
                  <a:pt x="179070" y="110490"/>
                </a:lnTo>
                <a:lnTo>
                  <a:pt x="156210" y="132398"/>
                </a:lnTo>
                <a:lnTo>
                  <a:pt x="134302" y="156210"/>
                </a:lnTo>
                <a:lnTo>
                  <a:pt x="113348" y="181928"/>
                </a:lnTo>
                <a:lnTo>
                  <a:pt x="94298" y="208598"/>
                </a:lnTo>
                <a:lnTo>
                  <a:pt x="77152" y="237172"/>
                </a:lnTo>
                <a:lnTo>
                  <a:pt x="60960" y="266700"/>
                </a:lnTo>
                <a:lnTo>
                  <a:pt x="47625" y="297180"/>
                </a:lnTo>
                <a:lnTo>
                  <a:pt x="35242" y="329565"/>
                </a:lnTo>
                <a:lnTo>
                  <a:pt x="23812" y="361950"/>
                </a:lnTo>
                <a:lnTo>
                  <a:pt x="15240" y="395288"/>
                </a:lnTo>
                <a:lnTo>
                  <a:pt x="8572" y="429578"/>
                </a:lnTo>
                <a:lnTo>
                  <a:pt x="3810" y="463868"/>
                </a:lnTo>
                <a:lnTo>
                  <a:pt x="952" y="498158"/>
                </a:lnTo>
                <a:lnTo>
                  <a:pt x="0" y="533400"/>
                </a:lnTo>
                <a:lnTo>
                  <a:pt x="952" y="568642"/>
                </a:lnTo>
                <a:lnTo>
                  <a:pt x="3810" y="602932"/>
                </a:lnTo>
                <a:lnTo>
                  <a:pt x="8572" y="637222"/>
                </a:lnTo>
                <a:lnTo>
                  <a:pt x="15240" y="671512"/>
                </a:lnTo>
                <a:lnTo>
                  <a:pt x="23812" y="704850"/>
                </a:lnTo>
                <a:lnTo>
                  <a:pt x="35242" y="737235"/>
                </a:lnTo>
                <a:lnTo>
                  <a:pt x="47625" y="769620"/>
                </a:lnTo>
                <a:lnTo>
                  <a:pt x="60960" y="800100"/>
                </a:lnTo>
                <a:lnTo>
                  <a:pt x="77152" y="829628"/>
                </a:lnTo>
                <a:lnTo>
                  <a:pt x="94298" y="858202"/>
                </a:lnTo>
                <a:lnTo>
                  <a:pt x="113348" y="884872"/>
                </a:lnTo>
                <a:lnTo>
                  <a:pt x="134302" y="910590"/>
                </a:lnTo>
                <a:lnTo>
                  <a:pt x="156210" y="934402"/>
                </a:lnTo>
                <a:lnTo>
                  <a:pt x="179070" y="956310"/>
                </a:lnTo>
                <a:lnTo>
                  <a:pt x="203835" y="977265"/>
                </a:lnTo>
                <a:lnTo>
                  <a:pt x="228600" y="995362"/>
                </a:lnTo>
                <a:lnTo>
                  <a:pt x="255270" y="1011555"/>
                </a:lnTo>
                <a:lnTo>
                  <a:pt x="282892" y="1025842"/>
                </a:lnTo>
                <a:lnTo>
                  <a:pt x="310515" y="1038225"/>
                </a:lnTo>
                <a:lnTo>
                  <a:pt x="339090" y="1048702"/>
                </a:lnTo>
                <a:lnTo>
                  <a:pt x="368618" y="1056322"/>
                </a:lnTo>
                <a:lnTo>
                  <a:pt x="398145" y="1062038"/>
                </a:lnTo>
                <a:lnTo>
                  <a:pt x="427672" y="1065848"/>
                </a:lnTo>
                <a:lnTo>
                  <a:pt x="457200" y="1066800"/>
                </a:lnTo>
                <a:lnTo>
                  <a:pt x="474345" y="1066800"/>
                </a:lnTo>
                <a:lnTo>
                  <a:pt x="490538" y="1065848"/>
                </a:lnTo>
                <a:lnTo>
                  <a:pt x="507682" y="1063942"/>
                </a:lnTo>
                <a:lnTo>
                  <a:pt x="523875" y="1062038"/>
                </a:lnTo>
                <a:lnTo>
                  <a:pt x="541020" y="1060132"/>
                </a:lnTo>
                <a:lnTo>
                  <a:pt x="557212" y="1056322"/>
                </a:lnTo>
                <a:lnTo>
                  <a:pt x="574358" y="1052512"/>
                </a:lnTo>
                <a:lnTo>
                  <a:pt x="590550" y="1048702"/>
                </a:lnTo>
                <a:lnTo>
                  <a:pt x="607695" y="1043940"/>
                </a:lnTo>
                <a:lnTo>
                  <a:pt x="623888" y="1038225"/>
                </a:lnTo>
                <a:lnTo>
                  <a:pt x="641032" y="1032510"/>
                </a:lnTo>
                <a:lnTo>
                  <a:pt x="657225" y="1025842"/>
                </a:lnTo>
                <a:lnTo>
                  <a:pt x="674370" y="1019175"/>
                </a:lnTo>
                <a:lnTo>
                  <a:pt x="690562" y="1011555"/>
                </a:lnTo>
                <a:lnTo>
                  <a:pt x="707708" y="1003935"/>
                </a:lnTo>
                <a:lnTo>
                  <a:pt x="723900" y="995362"/>
                </a:lnTo>
                <a:lnTo>
                  <a:pt x="741045" y="986790"/>
                </a:lnTo>
                <a:lnTo>
                  <a:pt x="757238" y="977265"/>
                </a:lnTo>
                <a:lnTo>
                  <a:pt x="774382" y="966788"/>
                </a:lnTo>
                <a:lnTo>
                  <a:pt x="790575" y="956310"/>
                </a:lnTo>
                <a:lnTo>
                  <a:pt x="807720" y="945832"/>
                </a:lnTo>
                <a:lnTo>
                  <a:pt x="823912" y="934402"/>
                </a:lnTo>
                <a:lnTo>
                  <a:pt x="841058" y="922972"/>
                </a:lnTo>
                <a:lnTo>
                  <a:pt x="857250" y="910590"/>
                </a:lnTo>
                <a:lnTo>
                  <a:pt x="874395" y="898208"/>
                </a:lnTo>
                <a:lnTo>
                  <a:pt x="890588" y="884872"/>
                </a:lnTo>
                <a:lnTo>
                  <a:pt x="907732" y="871538"/>
                </a:lnTo>
                <a:lnTo>
                  <a:pt x="923925" y="858202"/>
                </a:lnTo>
                <a:lnTo>
                  <a:pt x="941070" y="843915"/>
                </a:lnTo>
                <a:lnTo>
                  <a:pt x="957262" y="829628"/>
                </a:lnTo>
                <a:lnTo>
                  <a:pt x="974408" y="815340"/>
                </a:lnTo>
                <a:lnTo>
                  <a:pt x="990600" y="800100"/>
                </a:lnTo>
                <a:lnTo>
                  <a:pt x="1007745" y="784860"/>
                </a:lnTo>
                <a:lnTo>
                  <a:pt x="1023938" y="769620"/>
                </a:lnTo>
                <a:lnTo>
                  <a:pt x="1041082" y="753428"/>
                </a:lnTo>
                <a:lnTo>
                  <a:pt x="1057275" y="737235"/>
                </a:lnTo>
                <a:lnTo>
                  <a:pt x="1074420" y="721042"/>
                </a:lnTo>
                <a:lnTo>
                  <a:pt x="1090612" y="704850"/>
                </a:lnTo>
                <a:lnTo>
                  <a:pt x="1107758" y="688658"/>
                </a:lnTo>
                <a:lnTo>
                  <a:pt x="1123950" y="671512"/>
                </a:lnTo>
                <a:lnTo>
                  <a:pt x="1141095" y="654368"/>
                </a:lnTo>
                <a:lnTo>
                  <a:pt x="1157288" y="637222"/>
                </a:lnTo>
                <a:lnTo>
                  <a:pt x="1174432" y="620078"/>
                </a:lnTo>
                <a:lnTo>
                  <a:pt x="1190625" y="602932"/>
                </a:lnTo>
                <a:lnTo>
                  <a:pt x="1207770" y="585788"/>
                </a:lnTo>
                <a:lnTo>
                  <a:pt x="1223962" y="568642"/>
                </a:lnTo>
                <a:lnTo>
                  <a:pt x="1241108" y="550545"/>
                </a:lnTo>
                <a:lnTo>
                  <a:pt x="1257300" y="533400"/>
                </a:lnTo>
                <a:lnTo>
                  <a:pt x="1241108" y="516255"/>
                </a:lnTo>
                <a:lnTo>
                  <a:pt x="1223962" y="498158"/>
                </a:lnTo>
                <a:lnTo>
                  <a:pt x="1207770" y="481012"/>
                </a:lnTo>
                <a:lnTo>
                  <a:pt x="1190625" y="463868"/>
                </a:lnTo>
                <a:lnTo>
                  <a:pt x="1174432" y="446722"/>
                </a:lnTo>
                <a:lnTo>
                  <a:pt x="1157288" y="429578"/>
                </a:lnTo>
                <a:lnTo>
                  <a:pt x="1141095" y="412432"/>
                </a:lnTo>
                <a:lnTo>
                  <a:pt x="1123950" y="395288"/>
                </a:lnTo>
                <a:lnTo>
                  <a:pt x="1107758" y="378142"/>
                </a:lnTo>
                <a:lnTo>
                  <a:pt x="1090612" y="361950"/>
                </a:lnTo>
                <a:lnTo>
                  <a:pt x="1074420" y="345758"/>
                </a:lnTo>
                <a:lnTo>
                  <a:pt x="1057275" y="329565"/>
                </a:lnTo>
                <a:lnTo>
                  <a:pt x="1041082" y="313372"/>
                </a:lnTo>
                <a:lnTo>
                  <a:pt x="1023938" y="297180"/>
                </a:lnTo>
                <a:lnTo>
                  <a:pt x="1007745" y="281940"/>
                </a:lnTo>
                <a:lnTo>
                  <a:pt x="990600" y="266700"/>
                </a:lnTo>
                <a:lnTo>
                  <a:pt x="974408" y="251460"/>
                </a:lnTo>
                <a:lnTo>
                  <a:pt x="957262" y="237172"/>
                </a:lnTo>
                <a:lnTo>
                  <a:pt x="941070" y="222885"/>
                </a:lnTo>
                <a:lnTo>
                  <a:pt x="923925" y="208598"/>
                </a:lnTo>
                <a:lnTo>
                  <a:pt x="907732" y="195262"/>
                </a:lnTo>
                <a:lnTo>
                  <a:pt x="890588" y="181928"/>
                </a:lnTo>
                <a:lnTo>
                  <a:pt x="874395" y="168592"/>
                </a:lnTo>
                <a:lnTo>
                  <a:pt x="857250" y="156210"/>
                </a:lnTo>
                <a:lnTo>
                  <a:pt x="841058" y="143828"/>
                </a:lnTo>
                <a:lnTo>
                  <a:pt x="823912" y="132398"/>
                </a:lnTo>
                <a:lnTo>
                  <a:pt x="807720" y="120968"/>
                </a:lnTo>
                <a:lnTo>
                  <a:pt x="790575" y="110490"/>
                </a:lnTo>
                <a:lnTo>
                  <a:pt x="774382" y="100012"/>
                </a:lnTo>
                <a:lnTo>
                  <a:pt x="757238" y="89535"/>
                </a:lnTo>
                <a:lnTo>
                  <a:pt x="741045" y="80010"/>
                </a:lnTo>
                <a:lnTo>
                  <a:pt x="723900" y="71438"/>
                </a:lnTo>
                <a:lnTo>
                  <a:pt x="707708" y="62865"/>
                </a:lnTo>
                <a:lnTo>
                  <a:pt x="690562" y="55245"/>
                </a:lnTo>
                <a:lnTo>
                  <a:pt x="674370" y="47625"/>
                </a:lnTo>
                <a:lnTo>
                  <a:pt x="657225" y="40958"/>
                </a:lnTo>
                <a:lnTo>
                  <a:pt x="641032" y="34290"/>
                </a:lnTo>
                <a:lnTo>
                  <a:pt x="623888" y="28575"/>
                </a:lnTo>
                <a:lnTo>
                  <a:pt x="607695" y="22860"/>
                </a:lnTo>
                <a:lnTo>
                  <a:pt x="590550" y="18098"/>
                </a:lnTo>
                <a:lnTo>
                  <a:pt x="574358" y="14288"/>
                </a:lnTo>
                <a:lnTo>
                  <a:pt x="557212" y="10478"/>
                </a:lnTo>
                <a:lnTo>
                  <a:pt x="541020" y="6668"/>
                </a:lnTo>
                <a:lnTo>
                  <a:pt x="523875" y="4762"/>
                </a:lnTo>
                <a:lnTo>
                  <a:pt x="507682" y="2858"/>
                </a:lnTo>
                <a:lnTo>
                  <a:pt x="490538" y="952"/>
                </a:lnTo>
                <a:lnTo>
                  <a:pt x="474345" y="0"/>
                </a:lnTo>
                <a:close/>
              </a:path>
            </a:pathLst>
          </a:custGeom>
          <a:solidFill>
            <a:srgbClr val="7AD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odo-task-3"/>
          <p:cNvSpPr txBox="1"/>
          <p:nvPr/>
        </p:nvSpPr>
        <p:spPr>
          <a:xfrm>
            <a:off x="5676900" y="10234612"/>
            <a:ext cx="4762500" cy="182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整理行业竞品促销</a:t>
            </a:r>
          </a:p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案例库</a:t>
            </a:r>
          </a:p>
        </p:txBody>
      </p:sp>
      <p:sp>
        <p:nvSpPr>
          <p:cNvPr id="170" name="todo-tag-4"/>
          <p:cNvSpPr/>
          <p:nvPr/>
        </p:nvSpPr>
        <p:spPr>
          <a:xfrm>
            <a:off x="3962400" y="12525375"/>
            <a:ext cx="1257300" cy="1066800"/>
          </a:xfrm>
          <a:custGeom>
            <a:avLst/>
            <a:gdLst/>
            <a:ahLst/>
            <a:cxnLst/>
            <a:rect l="l" t="t" r="r" b="b"/>
            <a:pathLst>
              <a:path w="1257300" h="1066800">
                <a:moveTo>
                  <a:pt x="457200" y="0"/>
                </a:moveTo>
                <a:lnTo>
                  <a:pt x="427672" y="953"/>
                </a:lnTo>
                <a:lnTo>
                  <a:pt x="398145" y="4763"/>
                </a:lnTo>
                <a:lnTo>
                  <a:pt x="368618" y="10477"/>
                </a:lnTo>
                <a:lnTo>
                  <a:pt x="339090" y="18097"/>
                </a:lnTo>
                <a:lnTo>
                  <a:pt x="310515" y="28575"/>
                </a:lnTo>
                <a:lnTo>
                  <a:pt x="282892" y="40957"/>
                </a:lnTo>
                <a:lnTo>
                  <a:pt x="255270" y="55245"/>
                </a:lnTo>
                <a:lnTo>
                  <a:pt x="228600" y="71437"/>
                </a:lnTo>
                <a:lnTo>
                  <a:pt x="203835" y="89535"/>
                </a:lnTo>
                <a:lnTo>
                  <a:pt x="179070" y="110490"/>
                </a:lnTo>
                <a:lnTo>
                  <a:pt x="156210" y="132397"/>
                </a:lnTo>
                <a:lnTo>
                  <a:pt x="134302" y="156210"/>
                </a:lnTo>
                <a:lnTo>
                  <a:pt x="113348" y="181927"/>
                </a:lnTo>
                <a:lnTo>
                  <a:pt x="94298" y="208597"/>
                </a:lnTo>
                <a:lnTo>
                  <a:pt x="77152" y="237173"/>
                </a:lnTo>
                <a:lnTo>
                  <a:pt x="60960" y="266700"/>
                </a:lnTo>
                <a:lnTo>
                  <a:pt x="47625" y="297180"/>
                </a:lnTo>
                <a:lnTo>
                  <a:pt x="35242" y="329565"/>
                </a:lnTo>
                <a:lnTo>
                  <a:pt x="23812" y="361950"/>
                </a:lnTo>
                <a:lnTo>
                  <a:pt x="15240" y="395287"/>
                </a:lnTo>
                <a:lnTo>
                  <a:pt x="8572" y="429577"/>
                </a:lnTo>
                <a:lnTo>
                  <a:pt x="3810" y="463867"/>
                </a:lnTo>
                <a:lnTo>
                  <a:pt x="952" y="498157"/>
                </a:lnTo>
                <a:lnTo>
                  <a:pt x="0" y="533400"/>
                </a:lnTo>
                <a:lnTo>
                  <a:pt x="952" y="568643"/>
                </a:lnTo>
                <a:lnTo>
                  <a:pt x="3810" y="602933"/>
                </a:lnTo>
                <a:lnTo>
                  <a:pt x="8572" y="637223"/>
                </a:lnTo>
                <a:lnTo>
                  <a:pt x="15240" y="671513"/>
                </a:lnTo>
                <a:lnTo>
                  <a:pt x="23812" y="704850"/>
                </a:lnTo>
                <a:lnTo>
                  <a:pt x="35242" y="737235"/>
                </a:lnTo>
                <a:lnTo>
                  <a:pt x="47625" y="769620"/>
                </a:lnTo>
                <a:lnTo>
                  <a:pt x="60960" y="800100"/>
                </a:lnTo>
                <a:lnTo>
                  <a:pt x="77152" y="829627"/>
                </a:lnTo>
                <a:lnTo>
                  <a:pt x="94298" y="858203"/>
                </a:lnTo>
                <a:lnTo>
                  <a:pt x="113348" y="884873"/>
                </a:lnTo>
                <a:lnTo>
                  <a:pt x="134302" y="910590"/>
                </a:lnTo>
                <a:lnTo>
                  <a:pt x="156210" y="934403"/>
                </a:lnTo>
                <a:lnTo>
                  <a:pt x="179070" y="956310"/>
                </a:lnTo>
                <a:lnTo>
                  <a:pt x="203835" y="977265"/>
                </a:lnTo>
                <a:lnTo>
                  <a:pt x="228600" y="995363"/>
                </a:lnTo>
                <a:lnTo>
                  <a:pt x="255270" y="1011555"/>
                </a:lnTo>
                <a:lnTo>
                  <a:pt x="282892" y="1025843"/>
                </a:lnTo>
                <a:lnTo>
                  <a:pt x="310515" y="1038225"/>
                </a:lnTo>
                <a:lnTo>
                  <a:pt x="339090" y="1048703"/>
                </a:lnTo>
                <a:lnTo>
                  <a:pt x="368618" y="1056323"/>
                </a:lnTo>
                <a:lnTo>
                  <a:pt x="398145" y="1062037"/>
                </a:lnTo>
                <a:lnTo>
                  <a:pt x="427672" y="1065847"/>
                </a:lnTo>
                <a:lnTo>
                  <a:pt x="457200" y="1066800"/>
                </a:lnTo>
                <a:lnTo>
                  <a:pt x="474345" y="1066800"/>
                </a:lnTo>
                <a:lnTo>
                  <a:pt x="490538" y="1065847"/>
                </a:lnTo>
                <a:lnTo>
                  <a:pt x="507682" y="1063943"/>
                </a:lnTo>
                <a:lnTo>
                  <a:pt x="523875" y="1062037"/>
                </a:lnTo>
                <a:lnTo>
                  <a:pt x="541020" y="1060133"/>
                </a:lnTo>
                <a:lnTo>
                  <a:pt x="557212" y="1056323"/>
                </a:lnTo>
                <a:lnTo>
                  <a:pt x="574358" y="1052513"/>
                </a:lnTo>
                <a:lnTo>
                  <a:pt x="590550" y="1048703"/>
                </a:lnTo>
                <a:lnTo>
                  <a:pt x="607695" y="1043940"/>
                </a:lnTo>
                <a:lnTo>
                  <a:pt x="623888" y="1038225"/>
                </a:lnTo>
                <a:lnTo>
                  <a:pt x="641032" y="1032510"/>
                </a:lnTo>
                <a:lnTo>
                  <a:pt x="657225" y="1025843"/>
                </a:lnTo>
                <a:lnTo>
                  <a:pt x="674370" y="1019175"/>
                </a:lnTo>
                <a:lnTo>
                  <a:pt x="690562" y="1011555"/>
                </a:lnTo>
                <a:lnTo>
                  <a:pt x="707708" y="1003935"/>
                </a:lnTo>
                <a:lnTo>
                  <a:pt x="723900" y="995363"/>
                </a:lnTo>
                <a:lnTo>
                  <a:pt x="741045" y="986790"/>
                </a:lnTo>
                <a:lnTo>
                  <a:pt x="757238" y="977265"/>
                </a:lnTo>
                <a:lnTo>
                  <a:pt x="774382" y="966787"/>
                </a:lnTo>
                <a:lnTo>
                  <a:pt x="790575" y="956310"/>
                </a:lnTo>
                <a:lnTo>
                  <a:pt x="807720" y="945833"/>
                </a:lnTo>
                <a:lnTo>
                  <a:pt x="823912" y="934403"/>
                </a:lnTo>
                <a:lnTo>
                  <a:pt x="841058" y="922973"/>
                </a:lnTo>
                <a:lnTo>
                  <a:pt x="857250" y="910590"/>
                </a:lnTo>
                <a:lnTo>
                  <a:pt x="874395" y="898207"/>
                </a:lnTo>
                <a:lnTo>
                  <a:pt x="890588" y="884873"/>
                </a:lnTo>
                <a:lnTo>
                  <a:pt x="907732" y="871537"/>
                </a:lnTo>
                <a:lnTo>
                  <a:pt x="923925" y="858203"/>
                </a:lnTo>
                <a:lnTo>
                  <a:pt x="941070" y="843915"/>
                </a:lnTo>
                <a:lnTo>
                  <a:pt x="957262" y="829627"/>
                </a:lnTo>
                <a:lnTo>
                  <a:pt x="974408" y="815340"/>
                </a:lnTo>
                <a:lnTo>
                  <a:pt x="990600" y="800100"/>
                </a:lnTo>
                <a:lnTo>
                  <a:pt x="1007745" y="784860"/>
                </a:lnTo>
                <a:lnTo>
                  <a:pt x="1023938" y="769620"/>
                </a:lnTo>
                <a:lnTo>
                  <a:pt x="1041082" y="753427"/>
                </a:lnTo>
                <a:lnTo>
                  <a:pt x="1057275" y="737235"/>
                </a:lnTo>
                <a:lnTo>
                  <a:pt x="1074420" y="721043"/>
                </a:lnTo>
                <a:lnTo>
                  <a:pt x="1090612" y="704850"/>
                </a:lnTo>
                <a:lnTo>
                  <a:pt x="1107758" y="688657"/>
                </a:lnTo>
                <a:lnTo>
                  <a:pt x="1123950" y="671513"/>
                </a:lnTo>
                <a:lnTo>
                  <a:pt x="1141095" y="654367"/>
                </a:lnTo>
                <a:lnTo>
                  <a:pt x="1157288" y="637223"/>
                </a:lnTo>
                <a:lnTo>
                  <a:pt x="1174432" y="620077"/>
                </a:lnTo>
                <a:lnTo>
                  <a:pt x="1190625" y="602933"/>
                </a:lnTo>
                <a:lnTo>
                  <a:pt x="1207770" y="585787"/>
                </a:lnTo>
                <a:lnTo>
                  <a:pt x="1223962" y="568643"/>
                </a:lnTo>
                <a:lnTo>
                  <a:pt x="1241108" y="550545"/>
                </a:lnTo>
                <a:lnTo>
                  <a:pt x="1257300" y="533400"/>
                </a:lnTo>
                <a:lnTo>
                  <a:pt x="1241108" y="516255"/>
                </a:lnTo>
                <a:lnTo>
                  <a:pt x="1223962" y="498157"/>
                </a:lnTo>
                <a:lnTo>
                  <a:pt x="1207770" y="481013"/>
                </a:lnTo>
                <a:lnTo>
                  <a:pt x="1190625" y="463867"/>
                </a:lnTo>
                <a:lnTo>
                  <a:pt x="1174432" y="446723"/>
                </a:lnTo>
                <a:lnTo>
                  <a:pt x="1157288" y="429577"/>
                </a:lnTo>
                <a:lnTo>
                  <a:pt x="1141095" y="412433"/>
                </a:lnTo>
                <a:lnTo>
                  <a:pt x="1123950" y="395287"/>
                </a:lnTo>
                <a:lnTo>
                  <a:pt x="1107758" y="378143"/>
                </a:lnTo>
                <a:lnTo>
                  <a:pt x="1090612" y="361950"/>
                </a:lnTo>
                <a:lnTo>
                  <a:pt x="1074420" y="345757"/>
                </a:lnTo>
                <a:lnTo>
                  <a:pt x="1057275" y="329565"/>
                </a:lnTo>
                <a:lnTo>
                  <a:pt x="1041082" y="313373"/>
                </a:lnTo>
                <a:lnTo>
                  <a:pt x="1023938" y="297180"/>
                </a:lnTo>
                <a:lnTo>
                  <a:pt x="1007745" y="281940"/>
                </a:lnTo>
                <a:lnTo>
                  <a:pt x="990600" y="266700"/>
                </a:lnTo>
                <a:lnTo>
                  <a:pt x="974408" y="251460"/>
                </a:lnTo>
                <a:lnTo>
                  <a:pt x="957262" y="237173"/>
                </a:lnTo>
                <a:lnTo>
                  <a:pt x="941070" y="222885"/>
                </a:lnTo>
                <a:lnTo>
                  <a:pt x="923925" y="208597"/>
                </a:lnTo>
                <a:lnTo>
                  <a:pt x="907732" y="195263"/>
                </a:lnTo>
                <a:lnTo>
                  <a:pt x="890588" y="181927"/>
                </a:lnTo>
                <a:lnTo>
                  <a:pt x="874395" y="168593"/>
                </a:lnTo>
                <a:lnTo>
                  <a:pt x="857250" y="156210"/>
                </a:lnTo>
                <a:lnTo>
                  <a:pt x="841058" y="143827"/>
                </a:lnTo>
                <a:lnTo>
                  <a:pt x="823912" y="132397"/>
                </a:lnTo>
                <a:lnTo>
                  <a:pt x="807720" y="120967"/>
                </a:lnTo>
                <a:lnTo>
                  <a:pt x="790575" y="110490"/>
                </a:lnTo>
                <a:lnTo>
                  <a:pt x="774382" y="100013"/>
                </a:lnTo>
                <a:lnTo>
                  <a:pt x="757238" y="89535"/>
                </a:lnTo>
                <a:lnTo>
                  <a:pt x="741045" y="80010"/>
                </a:lnTo>
                <a:lnTo>
                  <a:pt x="723900" y="71437"/>
                </a:lnTo>
                <a:lnTo>
                  <a:pt x="707708" y="62865"/>
                </a:lnTo>
                <a:lnTo>
                  <a:pt x="690562" y="55245"/>
                </a:lnTo>
                <a:lnTo>
                  <a:pt x="674370" y="47625"/>
                </a:lnTo>
                <a:lnTo>
                  <a:pt x="657225" y="40957"/>
                </a:lnTo>
                <a:lnTo>
                  <a:pt x="641032" y="34290"/>
                </a:lnTo>
                <a:lnTo>
                  <a:pt x="623888" y="28575"/>
                </a:lnTo>
                <a:lnTo>
                  <a:pt x="607695" y="22860"/>
                </a:lnTo>
                <a:lnTo>
                  <a:pt x="590550" y="18097"/>
                </a:lnTo>
                <a:lnTo>
                  <a:pt x="574358" y="14287"/>
                </a:lnTo>
                <a:lnTo>
                  <a:pt x="557212" y="10477"/>
                </a:lnTo>
                <a:lnTo>
                  <a:pt x="541020" y="6667"/>
                </a:lnTo>
                <a:lnTo>
                  <a:pt x="523875" y="4763"/>
                </a:lnTo>
                <a:lnTo>
                  <a:pt x="507682" y="2857"/>
                </a:lnTo>
                <a:lnTo>
                  <a:pt x="490538" y="953"/>
                </a:lnTo>
                <a:lnTo>
                  <a:pt x="474345" y="0"/>
                </a:lnTo>
                <a:close/>
              </a:path>
            </a:pathLst>
          </a:custGeom>
          <a:solidFill>
            <a:srgbClr val="FFC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odo-task-4"/>
          <p:cNvSpPr txBox="1"/>
          <p:nvPr/>
        </p:nvSpPr>
        <p:spPr>
          <a:xfrm>
            <a:off x="5676900" y="12177712"/>
            <a:ext cx="4791075" cy="182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提交年度品牌传播</a:t>
            </a:r>
          </a:p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预算申请</a:t>
            </a:r>
          </a:p>
        </p:txBody>
      </p:sp>
      <p:sp>
        <p:nvSpPr>
          <p:cNvPr id="172" name="prog-tag-1"/>
          <p:cNvSpPr/>
          <p:nvPr/>
        </p:nvSpPr>
        <p:spPr>
          <a:xfrm>
            <a:off x="12077700" y="6591300"/>
            <a:ext cx="1257300" cy="1066800"/>
          </a:xfrm>
          <a:custGeom>
            <a:avLst/>
            <a:gdLst/>
            <a:ahLst/>
            <a:cxnLst/>
            <a:rect l="l" t="t" r="r" b="b"/>
            <a:pathLst>
              <a:path w="1257300" h="1066800">
                <a:moveTo>
                  <a:pt x="457200" y="0"/>
                </a:moveTo>
                <a:lnTo>
                  <a:pt x="427672" y="952"/>
                </a:lnTo>
                <a:lnTo>
                  <a:pt x="398145" y="4762"/>
                </a:lnTo>
                <a:lnTo>
                  <a:pt x="368618" y="10478"/>
                </a:lnTo>
                <a:lnTo>
                  <a:pt x="339090" y="18098"/>
                </a:lnTo>
                <a:lnTo>
                  <a:pt x="310515" y="28575"/>
                </a:lnTo>
                <a:lnTo>
                  <a:pt x="282892" y="40958"/>
                </a:lnTo>
                <a:lnTo>
                  <a:pt x="255270" y="55245"/>
                </a:lnTo>
                <a:lnTo>
                  <a:pt x="228600" y="71438"/>
                </a:lnTo>
                <a:lnTo>
                  <a:pt x="203835" y="89535"/>
                </a:lnTo>
                <a:lnTo>
                  <a:pt x="179070" y="110490"/>
                </a:lnTo>
                <a:lnTo>
                  <a:pt x="156210" y="132398"/>
                </a:lnTo>
                <a:lnTo>
                  <a:pt x="134302" y="156210"/>
                </a:lnTo>
                <a:lnTo>
                  <a:pt x="113348" y="181928"/>
                </a:lnTo>
                <a:lnTo>
                  <a:pt x="94298" y="208598"/>
                </a:lnTo>
                <a:lnTo>
                  <a:pt x="77152" y="237172"/>
                </a:lnTo>
                <a:lnTo>
                  <a:pt x="60960" y="266700"/>
                </a:lnTo>
                <a:lnTo>
                  <a:pt x="47625" y="297180"/>
                </a:lnTo>
                <a:lnTo>
                  <a:pt x="35242" y="329565"/>
                </a:lnTo>
                <a:lnTo>
                  <a:pt x="23812" y="361950"/>
                </a:lnTo>
                <a:lnTo>
                  <a:pt x="15240" y="395288"/>
                </a:lnTo>
                <a:lnTo>
                  <a:pt x="8572" y="429578"/>
                </a:lnTo>
                <a:lnTo>
                  <a:pt x="3810" y="463868"/>
                </a:lnTo>
                <a:lnTo>
                  <a:pt x="952" y="498158"/>
                </a:lnTo>
                <a:lnTo>
                  <a:pt x="0" y="533400"/>
                </a:lnTo>
                <a:lnTo>
                  <a:pt x="952" y="568642"/>
                </a:lnTo>
                <a:lnTo>
                  <a:pt x="3810" y="602932"/>
                </a:lnTo>
                <a:lnTo>
                  <a:pt x="8572" y="637222"/>
                </a:lnTo>
                <a:lnTo>
                  <a:pt x="15240" y="671512"/>
                </a:lnTo>
                <a:lnTo>
                  <a:pt x="23812" y="704850"/>
                </a:lnTo>
                <a:lnTo>
                  <a:pt x="35242" y="737235"/>
                </a:lnTo>
                <a:lnTo>
                  <a:pt x="47625" y="769620"/>
                </a:lnTo>
                <a:lnTo>
                  <a:pt x="60960" y="800100"/>
                </a:lnTo>
                <a:lnTo>
                  <a:pt x="77152" y="829628"/>
                </a:lnTo>
                <a:lnTo>
                  <a:pt x="94298" y="858202"/>
                </a:lnTo>
                <a:lnTo>
                  <a:pt x="113348" y="884872"/>
                </a:lnTo>
                <a:lnTo>
                  <a:pt x="134302" y="910590"/>
                </a:lnTo>
                <a:lnTo>
                  <a:pt x="156210" y="934402"/>
                </a:lnTo>
                <a:lnTo>
                  <a:pt x="179070" y="956310"/>
                </a:lnTo>
                <a:lnTo>
                  <a:pt x="203835" y="977265"/>
                </a:lnTo>
                <a:lnTo>
                  <a:pt x="228600" y="995362"/>
                </a:lnTo>
                <a:lnTo>
                  <a:pt x="255270" y="1011555"/>
                </a:lnTo>
                <a:lnTo>
                  <a:pt x="282892" y="1025842"/>
                </a:lnTo>
                <a:lnTo>
                  <a:pt x="310515" y="1038225"/>
                </a:lnTo>
                <a:lnTo>
                  <a:pt x="339090" y="1048702"/>
                </a:lnTo>
                <a:lnTo>
                  <a:pt x="368618" y="1056322"/>
                </a:lnTo>
                <a:lnTo>
                  <a:pt x="398145" y="1062038"/>
                </a:lnTo>
                <a:lnTo>
                  <a:pt x="427672" y="1065848"/>
                </a:lnTo>
                <a:lnTo>
                  <a:pt x="457200" y="1066800"/>
                </a:lnTo>
                <a:lnTo>
                  <a:pt x="474345" y="1066800"/>
                </a:lnTo>
                <a:lnTo>
                  <a:pt x="490538" y="1065848"/>
                </a:lnTo>
                <a:lnTo>
                  <a:pt x="507682" y="1063942"/>
                </a:lnTo>
                <a:lnTo>
                  <a:pt x="523875" y="1062038"/>
                </a:lnTo>
                <a:lnTo>
                  <a:pt x="541020" y="1060132"/>
                </a:lnTo>
                <a:lnTo>
                  <a:pt x="557212" y="1056322"/>
                </a:lnTo>
                <a:lnTo>
                  <a:pt x="574358" y="1052512"/>
                </a:lnTo>
                <a:lnTo>
                  <a:pt x="590550" y="1048702"/>
                </a:lnTo>
                <a:lnTo>
                  <a:pt x="607695" y="1043940"/>
                </a:lnTo>
                <a:lnTo>
                  <a:pt x="623888" y="1038225"/>
                </a:lnTo>
                <a:lnTo>
                  <a:pt x="641032" y="1032510"/>
                </a:lnTo>
                <a:lnTo>
                  <a:pt x="657225" y="1025842"/>
                </a:lnTo>
                <a:lnTo>
                  <a:pt x="674370" y="1019175"/>
                </a:lnTo>
                <a:lnTo>
                  <a:pt x="690562" y="1011555"/>
                </a:lnTo>
                <a:lnTo>
                  <a:pt x="707708" y="1003935"/>
                </a:lnTo>
                <a:lnTo>
                  <a:pt x="723900" y="995362"/>
                </a:lnTo>
                <a:lnTo>
                  <a:pt x="741045" y="986790"/>
                </a:lnTo>
                <a:lnTo>
                  <a:pt x="757238" y="977265"/>
                </a:lnTo>
                <a:lnTo>
                  <a:pt x="774382" y="966788"/>
                </a:lnTo>
                <a:lnTo>
                  <a:pt x="790575" y="956310"/>
                </a:lnTo>
                <a:lnTo>
                  <a:pt x="807720" y="945832"/>
                </a:lnTo>
                <a:lnTo>
                  <a:pt x="823912" y="934402"/>
                </a:lnTo>
                <a:lnTo>
                  <a:pt x="841058" y="922972"/>
                </a:lnTo>
                <a:lnTo>
                  <a:pt x="857250" y="910590"/>
                </a:lnTo>
                <a:lnTo>
                  <a:pt x="874395" y="898208"/>
                </a:lnTo>
                <a:lnTo>
                  <a:pt x="890588" y="884872"/>
                </a:lnTo>
                <a:lnTo>
                  <a:pt x="907732" y="871538"/>
                </a:lnTo>
                <a:lnTo>
                  <a:pt x="923925" y="858202"/>
                </a:lnTo>
                <a:lnTo>
                  <a:pt x="941070" y="843915"/>
                </a:lnTo>
                <a:lnTo>
                  <a:pt x="957262" y="829628"/>
                </a:lnTo>
                <a:lnTo>
                  <a:pt x="974408" y="815340"/>
                </a:lnTo>
                <a:lnTo>
                  <a:pt x="990600" y="800100"/>
                </a:lnTo>
                <a:lnTo>
                  <a:pt x="1007745" y="784860"/>
                </a:lnTo>
                <a:lnTo>
                  <a:pt x="1023938" y="769620"/>
                </a:lnTo>
                <a:lnTo>
                  <a:pt x="1041082" y="753428"/>
                </a:lnTo>
                <a:lnTo>
                  <a:pt x="1057275" y="737235"/>
                </a:lnTo>
                <a:lnTo>
                  <a:pt x="1074420" y="721042"/>
                </a:lnTo>
                <a:lnTo>
                  <a:pt x="1090612" y="704850"/>
                </a:lnTo>
                <a:lnTo>
                  <a:pt x="1107758" y="688658"/>
                </a:lnTo>
                <a:lnTo>
                  <a:pt x="1123950" y="671512"/>
                </a:lnTo>
                <a:lnTo>
                  <a:pt x="1141095" y="654368"/>
                </a:lnTo>
                <a:lnTo>
                  <a:pt x="1157288" y="637222"/>
                </a:lnTo>
                <a:lnTo>
                  <a:pt x="1174432" y="620078"/>
                </a:lnTo>
                <a:lnTo>
                  <a:pt x="1190625" y="602932"/>
                </a:lnTo>
                <a:lnTo>
                  <a:pt x="1207770" y="585788"/>
                </a:lnTo>
                <a:lnTo>
                  <a:pt x="1223962" y="568642"/>
                </a:lnTo>
                <a:lnTo>
                  <a:pt x="1241108" y="550545"/>
                </a:lnTo>
                <a:lnTo>
                  <a:pt x="1257300" y="533400"/>
                </a:lnTo>
                <a:lnTo>
                  <a:pt x="1241108" y="516255"/>
                </a:lnTo>
                <a:lnTo>
                  <a:pt x="1223962" y="498158"/>
                </a:lnTo>
                <a:lnTo>
                  <a:pt x="1207770" y="481012"/>
                </a:lnTo>
                <a:lnTo>
                  <a:pt x="1190625" y="463868"/>
                </a:lnTo>
                <a:lnTo>
                  <a:pt x="1174432" y="446722"/>
                </a:lnTo>
                <a:lnTo>
                  <a:pt x="1157288" y="429578"/>
                </a:lnTo>
                <a:lnTo>
                  <a:pt x="1141095" y="412432"/>
                </a:lnTo>
                <a:lnTo>
                  <a:pt x="1123950" y="395288"/>
                </a:lnTo>
                <a:lnTo>
                  <a:pt x="1107758" y="378142"/>
                </a:lnTo>
                <a:lnTo>
                  <a:pt x="1090612" y="361950"/>
                </a:lnTo>
                <a:lnTo>
                  <a:pt x="1074420" y="345758"/>
                </a:lnTo>
                <a:lnTo>
                  <a:pt x="1057275" y="329565"/>
                </a:lnTo>
                <a:lnTo>
                  <a:pt x="1041082" y="313372"/>
                </a:lnTo>
                <a:lnTo>
                  <a:pt x="1023938" y="297180"/>
                </a:lnTo>
                <a:lnTo>
                  <a:pt x="1007745" y="281940"/>
                </a:lnTo>
                <a:lnTo>
                  <a:pt x="990600" y="266700"/>
                </a:lnTo>
                <a:lnTo>
                  <a:pt x="974408" y="251460"/>
                </a:lnTo>
                <a:lnTo>
                  <a:pt x="957262" y="237172"/>
                </a:lnTo>
                <a:lnTo>
                  <a:pt x="941070" y="222885"/>
                </a:lnTo>
                <a:lnTo>
                  <a:pt x="923925" y="208598"/>
                </a:lnTo>
                <a:lnTo>
                  <a:pt x="907732" y="195262"/>
                </a:lnTo>
                <a:lnTo>
                  <a:pt x="890588" y="181928"/>
                </a:lnTo>
                <a:lnTo>
                  <a:pt x="874395" y="168592"/>
                </a:lnTo>
                <a:lnTo>
                  <a:pt x="857250" y="156210"/>
                </a:lnTo>
                <a:lnTo>
                  <a:pt x="841058" y="143828"/>
                </a:lnTo>
                <a:lnTo>
                  <a:pt x="823912" y="132398"/>
                </a:lnTo>
                <a:lnTo>
                  <a:pt x="807720" y="120968"/>
                </a:lnTo>
                <a:lnTo>
                  <a:pt x="790575" y="110490"/>
                </a:lnTo>
                <a:lnTo>
                  <a:pt x="774382" y="100012"/>
                </a:lnTo>
                <a:lnTo>
                  <a:pt x="757238" y="89535"/>
                </a:lnTo>
                <a:lnTo>
                  <a:pt x="741045" y="80010"/>
                </a:lnTo>
                <a:lnTo>
                  <a:pt x="723900" y="71438"/>
                </a:lnTo>
                <a:lnTo>
                  <a:pt x="707708" y="62865"/>
                </a:lnTo>
                <a:lnTo>
                  <a:pt x="690562" y="55245"/>
                </a:lnTo>
                <a:lnTo>
                  <a:pt x="674370" y="47625"/>
                </a:lnTo>
                <a:lnTo>
                  <a:pt x="657225" y="40958"/>
                </a:lnTo>
                <a:lnTo>
                  <a:pt x="641032" y="34290"/>
                </a:lnTo>
                <a:lnTo>
                  <a:pt x="623888" y="28575"/>
                </a:lnTo>
                <a:lnTo>
                  <a:pt x="607695" y="22860"/>
                </a:lnTo>
                <a:lnTo>
                  <a:pt x="590550" y="18098"/>
                </a:lnTo>
                <a:lnTo>
                  <a:pt x="574358" y="14288"/>
                </a:lnTo>
                <a:lnTo>
                  <a:pt x="557212" y="10478"/>
                </a:lnTo>
                <a:lnTo>
                  <a:pt x="541020" y="6668"/>
                </a:lnTo>
                <a:lnTo>
                  <a:pt x="523875" y="4762"/>
                </a:lnTo>
                <a:lnTo>
                  <a:pt x="507682" y="2858"/>
                </a:lnTo>
                <a:lnTo>
                  <a:pt x="490538" y="952"/>
                </a:lnTo>
                <a:lnTo>
                  <a:pt x="474345" y="0"/>
                </a:lnTo>
                <a:close/>
              </a:path>
            </a:pathLst>
          </a:custGeom>
          <a:solidFill>
            <a:srgbClr val="F98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prog-task-1"/>
          <p:cNvSpPr txBox="1"/>
          <p:nvPr/>
        </p:nvSpPr>
        <p:spPr>
          <a:xfrm>
            <a:off x="13839825" y="6677025"/>
            <a:ext cx="772668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执行短视频平台内容投放计划</a:t>
            </a:r>
          </a:p>
        </p:txBody>
      </p:sp>
      <p:sp>
        <p:nvSpPr>
          <p:cNvPr id="174" name="prog-tag-2"/>
          <p:cNvSpPr/>
          <p:nvPr/>
        </p:nvSpPr>
        <p:spPr>
          <a:xfrm>
            <a:off x="12077700" y="8582025"/>
            <a:ext cx="1257300" cy="1066800"/>
          </a:xfrm>
          <a:custGeom>
            <a:avLst/>
            <a:gdLst/>
            <a:ahLst/>
            <a:cxnLst/>
            <a:rect l="l" t="t" r="r" b="b"/>
            <a:pathLst>
              <a:path w="1257300" h="1066800">
                <a:moveTo>
                  <a:pt x="457200" y="0"/>
                </a:moveTo>
                <a:lnTo>
                  <a:pt x="427672" y="953"/>
                </a:lnTo>
                <a:lnTo>
                  <a:pt x="398145" y="4763"/>
                </a:lnTo>
                <a:lnTo>
                  <a:pt x="368618" y="10477"/>
                </a:lnTo>
                <a:lnTo>
                  <a:pt x="339090" y="18097"/>
                </a:lnTo>
                <a:lnTo>
                  <a:pt x="310515" y="28575"/>
                </a:lnTo>
                <a:lnTo>
                  <a:pt x="282892" y="40957"/>
                </a:lnTo>
                <a:lnTo>
                  <a:pt x="255270" y="55245"/>
                </a:lnTo>
                <a:lnTo>
                  <a:pt x="228600" y="71437"/>
                </a:lnTo>
                <a:lnTo>
                  <a:pt x="203835" y="89535"/>
                </a:lnTo>
                <a:lnTo>
                  <a:pt x="179070" y="110490"/>
                </a:lnTo>
                <a:lnTo>
                  <a:pt x="156210" y="132397"/>
                </a:lnTo>
                <a:lnTo>
                  <a:pt x="134302" y="156210"/>
                </a:lnTo>
                <a:lnTo>
                  <a:pt x="113348" y="181927"/>
                </a:lnTo>
                <a:lnTo>
                  <a:pt x="94298" y="208597"/>
                </a:lnTo>
                <a:lnTo>
                  <a:pt x="77152" y="237173"/>
                </a:lnTo>
                <a:lnTo>
                  <a:pt x="60960" y="266700"/>
                </a:lnTo>
                <a:lnTo>
                  <a:pt x="47625" y="297180"/>
                </a:lnTo>
                <a:lnTo>
                  <a:pt x="35242" y="329565"/>
                </a:lnTo>
                <a:lnTo>
                  <a:pt x="23812" y="361950"/>
                </a:lnTo>
                <a:lnTo>
                  <a:pt x="15240" y="395287"/>
                </a:lnTo>
                <a:lnTo>
                  <a:pt x="8572" y="429577"/>
                </a:lnTo>
                <a:lnTo>
                  <a:pt x="3810" y="463867"/>
                </a:lnTo>
                <a:lnTo>
                  <a:pt x="952" y="498157"/>
                </a:lnTo>
                <a:lnTo>
                  <a:pt x="0" y="533400"/>
                </a:lnTo>
                <a:lnTo>
                  <a:pt x="952" y="568643"/>
                </a:lnTo>
                <a:lnTo>
                  <a:pt x="3810" y="602933"/>
                </a:lnTo>
                <a:lnTo>
                  <a:pt x="8572" y="637223"/>
                </a:lnTo>
                <a:lnTo>
                  <a:pt x="15240" y="671513"/>
                </a:lnTo>
                <a:lnTo>
                  <a:pt x="23812" y="704850"/>
                </a:lnTo>
                <a:lnTo>
                  <a:pt x="35242" y="737235"/>
                </a:lnTo>
                <a:lnTo>
                  <a:pt x="47625" y="769620"/>
                </a:lnTo>
                <a:lnTo>
                  <a:pt x="60960" y="800100"/>
                </a:lnTo>
                <a:lnTo>
                  <a:pt x="77152" y="829627"/>
                </a:lnTo>
                <a:lnTo>
                  <a:pt x="94298" y="858203"/>
                </a:lnTo>
                <a:lnTo>
                  <a:pt x="113348" y="884873"/>
                </a:lnTo>
                <a:lnTo>
                  <a:pt x="134302" y="910590"/>
                </a:lnTo>
                <a:lnTo>
                  <a:pt x="156210" y="934403"/>
                </a:lnTo>
                <a:lnTo>
                  <a:pt x="179070" y="956310"/>
                </a:lnTo>
                <a:lnTo>
                  <a:pt x="203835" y="977265"/>
                </a:lnTo>
                <a:lnTo>
                  <a:pt x="228600" y="995363"/>
                </a:lnTo>
                <a:lnTo>
                  <a:pt x="255270" y="1011555"/>
                </a:lnTo>
                <a:lnTo>
                  <a:pt x="282892" y="1025843"/>
                </a:lnTo>
                <a:lnTo>
                  <a:pt x="310515" y="1038225"/>
                </a:lnTo>
                <a:lnTo>
                  <a:pt x="339090" y="1048703"/>
                </a:lnTo>
                <a:lnTo>
                  <a:pt x="368618" y="1056323"/>
                </a:lnTo>
                <a:lnTo>
                  <a:pt x="398145" y="1062037"/>
                </a:lnTo>
                <a:lnTo>
                  <a:pt x="427672" y="1065847"/>
                </a:lnTo>
                <a:lnTo>
                  <a:pt x="457200" y="1066800"/>
                </a:lnTo>
                <a:lnTo>
                  <a:pt x="474345" y="1066800"/>
                </a:lnTo>
                <a:lnTo>
                  <a:pt x="490538" y="1065847"/>
                </a:lnTo>
                <a:lnTo>
                  <a:pt x="507682" y="1063943"/>
                </a:lnTo>
                <a:lnTo>
                  <a:pt x="523875" y="1062037"/>
                </a:lnTo>
                <a:lnTo>
                  <a:pt x="541020" y="1060133"/>
                </a:lnTo>
                <a:lnTo>
                  <a:pt x="557212" y="1056323"/>
                </a:lnTo>
                <a:lnTo>
                  <a:pt x="574358" y="1052513"/>
                </a:lnTo>
                <a:lnTo>
                  <a:pt x="590550" y="1048703"/>
                </a:lnTo>
                <a:lnTo>
                  <a:pt x="607695" y="1043940"/>
                </a:lnTo>
                <a:lnTo>
                  <a:pt x="623888" y="1038225"/>
                </a:lnTo>
                <a:lnTo>
                  <a:pt x="641032" y="1032510"/>
                </a:lnTo>
                <a:lnTo>
                  <a:pt x="657225" y="1025843"/>
                </a:lnTo>
                <a:lnTo>
                  <a:pt x="674370" y="1019175"/>
                </a:lnTo>
                <a:lnTo>
                  <a:pt x="690562" y="1011555"/>
                </a:lnTo>
                <a:lnTo>
                  <a:pt x="707708" y="1003935"/>
                </a:lnTo>
                <a:lnTo>
                  <a:pt x="723900" y="995363"/>
                </a:lnTo>
                <a:lnTo>
                  <a:pt x="741045" y="986790"/>
                </a:lnTo>
                <a:lnTo>
                  <a:pt x="757238" y="977265"/>
                </a:lnTo>
                <a:lnTo>
                  <a:pt x="774382" y="966787"/>
                </a:lnTo>
                <a:lnTo>
                  <a:pt x="790575" y="956310"/>
                </a:lnTo>
                <a:lnTo>
                  <a:pt x="807720" y="945833"/>
                </a:lnTo>
                <a:lnTo>
                  <a:pt x="823912" y="934403"/>
                </a:lnTo>
                <a:lnTo>
                  <a:pt x="841058" y="922973"/>
                </a:lnTo>
                <a:lnTo>
                  <a:pt x="857250" y="910590"/>
                </a:lnTo>
                <a:lnTo>
                  <a:pt x="874395" y="898207"/>
                </a:lnTo>
                <a:lnTo>
                  <a:pt x="890588" y="884873"/>
                </a:lnTo>
                <a:lnTo>
                  <a:pt x="907732" y="871537"/>
                </a:lnTo>
                <a:lnTo>
                  <a:pt x="923925" y="858203"/>
                </a:lnTo>
                <a:lnTo>
                  <a:pt x="941070" y="843915"/>
                </a:lnTo>
                <a:lnTo>
                  <a:pt x="957262" y="829627"/>
                </a:lnTo>
                <a:lnTo>
                  <a:pt x="974408" y="815340"/>
                </a:lnTo>
                <a:lnTo>
                  <a:pt x="990600" y="800100"/>
                </a:lnTo>
                <a:lnTo>
                  <a:pt x="1007745" y="784860"/>
                </a:lnTo>
                <a:lnTo>
                  <a:pt x="1023938" y="769620"/>
                </a:lnTo>
                <a:lnTo>
                  <a:pt x="1041082" y="753427"/>
                </a:lnTo>
                <a:lnTo>
                  <a:pt x="1057275" y="737235"/>
                </a:lnTo>
                <a:lnTo>
                  <a:pt x="1074420" y="721043"/>
                </a:lnTo>
                <a:lnTo>
                  <a:pt x="1090612" y="704850"/>
                </a:lnTo>
                <a:lnTo>
                  <a:pt x="1107758" y="688657"/>
                </a:lnTo>
                <a:lnTo>
                  <a:pt x="1123950" y="671513"/>
                </a:lnTo>
                <a:lnTo>
                  <a:pt x="1141095" y="654367"/>
                </a:lnTo>
                <a:lnTo>
                  <a:pt x="1157288" y="637223"/>
                </a:lnTo>
                <a:lnTo>
                  <a:pt x="1174432" y="620077"/>
                </a:lnTo>
                <a:lnTo>
                  <a:pt x="1190625" y="602933"/>
                </a:lnTo>
                <a:lnTo>
                  <a:pt x="1207770" y="585787"/>
                </a:lnTo>
                <a:lnTo>
                  <a:pt x="1223962" y="568643"/>
                </a:lnTo>
                <a:lnTo>
                  <a:pt x="1241108" y="550545"/>
                </a:lnTo>
                <a:lnTo>
                  <a:pt x="1257300" y="533400"/>
                </a:lnTo>
                <a:lnTo>
                  <a:pt x="1241108" y="516255"/>
                </a:lnTo>
                <a:lnTo>
                  <a:pt x="1223962" y="498157"/>
                </a:lnTo>
                <a:lnTo>
                  <a:pt x="1207770" y="481013"/>
                </a:lnTo>
                <a:lnTo>
                  <a:pt x="1190625" y="463867"/>
                </a:lnTo>
                <a:lnTo>
                  <a:pt x="1174432" y="446723"/>
                </a:lnTo>
                <a:lnTo>
                  <a:pt x="1157288" y="429577"/>
                </a:lnTo>
                <a:lnTo>
                  <a:pt x="1141095" y="412433"/>
                </a:lnTo>
                <a:lnTo>
                  <a:pt x="1123950" y="395287"/>
                </a:lnTo>
                <a:lnTo>
                  <a:pt x="1107758" y="378143"/>
                </a:lnTo>
                <a:lnTo>
                  <a:pt x="1090612" y="361950"/>
                </a:lnTo>
                <a:lnTo>
                  <a:pt x="1074420" y="345757"/>
                </a:lnTo>
                <a:lnTo>
                  <a:pt x="1057275" y="329565"/>
                </a:lnTo>
                <a:lnTo>
                  <a:pt x="1041082" y="313373"/>
                </a:lnTo>
                <a:lnTo>
                  <a:pt x="1023938" y="297180"/>
                </a:lnTo>
                <a:lnTo>
                  <a:pt x="1007745" y="281940"/>
                </a:lnTo>
                <a:lnTo>
                  <a:pt x="990600" y="266700"/>
                </a:lnTo>
                <a:lnTo>
                  <a:pt x="974408" y="251460"/>
                </a:lnTo>
                <a:lnTo>
                  <a:pt x="957262" y="237173"/>
                </a:lnTo>
                <a:lnTo>
                  <a:pt x="941070" y="222885"/>
                </a:lnTo>
                <a:lnTo>
                  <a:pt x="923925" y="208597"/>
                </a:lnTo>
                <a:lnTo>
                  <a:pt x="907732" y="195263"/>
                </a:lnTo>
                <a:lnTo>
                  <a:pt x="890588" y="181927"/>
                </a:lnTo>
                <a:lnTo>
                  <a:pt x="874395" y="168593"/>
                </a:lnTo>
                <a:lnTo>
                  <a:pt x="857250" y="156210"/>
                </a:lnTo>
                <a:lnTo>
                  <a:pt x="841058" y="143827"/>
                </a:lnTo>
                <a:lnTo>
                  <a:pt x="823912" y="132397"/>
                </a:lnTo>
                <a:lnTo>
                  <a:pt x="807720" y="120967"/>
                </a:lnTo>
                <a:lnTo>
                  <a:pt x="790575" y="110490"/>
                </a:lnTo>
                <a:lnTo>
                  <a:pt x="774382" y="100013"/>
                </a:lnTo>
                <a:lnTo>
                  <a:pt x="757238" y="89535"/>
                </a:lnTo>
                <a:lnTo>
                  <a:pt x="741045" y="80010"/>
                </a:lnTo>
                <a:lnTo>
                  <a:pt x="723900" y="71437"/>
                </a:lnTo>
                <a:lnTo>
                  <a:pt x="707708" y="62865"/>
                </a:lnTo>
                <a:lnTo>
                  <a:pt x="690562" y="55245"/>
                </a:lnTo>
                <a:lnTo>
                  <a:pt x="674370" y="47625"/>
                </a:lnTo>
                <a:lnTo>
                  <a:pt x="657225" y="40957"/>
                </a:lnTo>
                <a:lnTo>
                  <a:pt x="641032" y="34290"/>
                </a:lnTo>
                <a:lnTo>
                  <a:pt x="623888" y="28575"/>
                </a:lnTo>
                <a:lnTo>
                  <a:pt x="607695" y="22860"/>
                </a:lnTo>
                <a:lnTo>
                  <a:pt x="590550" y="18097"/>
                </a:lnTo>
                <a:lnTo>
                  <a:pt x="574358" y="14287"/>
                </a:lnTo>
                <a:lnTo>
                  <a:pt x="557212" y="10477"/>
                </a:lnTo>
                <a:lnTo>
                  <a:pt x="541020" y="6667"/>
                </a:lnTo>
                <a:lnTo>
                  <a:pt x="523875" y="4763"/>
                </a:lnTo>
                <a:lnTo>
                  <a:pt x="507682" y="2857"/>
                </a:lnTo>
                <a:lnTo>
                  <a:pt x="490538" y="953"/>
                </a:lnTo>
                <a:lnTo>
                  <a:pt x="474345" y="0"/>
                </a:lnTo>
                <a:close/>
              </a:path>
            </a:pathLst>
          </a:custGeom>
          <a:solidFill>
            <a:srgbClr val="5CD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prog-task-2"/>
          <p:cNvSpPr txBox="1"/>
          <p:nvPr/>
        </p:nvSpPr>
        <p:spPr>
          <a:xfrm>
            <a:off x="13839825" y="8662988"/>
            <a:ext cx="7084771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跟进KOL合作合同细节确认</a:t>
            </a:r>
          </a:p>
        </p:txBody>
      </p:sp>
      <p:sp>
        <p:nvSpPr>
          <p:cNvPr id="176" name="prog-tag-3"/>
          <p:cNvSpPr/>
          <p:nvPr/>
        </p:nvSpPr>
        <p:spPr>
          <a:xfrm>
            <a:off x="12077700" y="10572750"/>
            <a:ext cx="1257300" cy="1066800"/>
          </a:xfrm>
          <a:custGeom>
            <a:avLst/>
            <a:gdLst/>
            <a:ahLst/>
            <a:cxnLst/>
            <a:rect l="l" t="t" r="r" b="b"/>
            <a:pathLst>
              <a:path w="1257300" h="1066800">
                <a:moveTo>
                  <a:pt x="457200" y="0"/>
                </a:moveTo>
                <a:lnTo>
                  <a:pt x="427672" y="952"/>
                </a:lnTo>
                <a:lnTo>
                  <a:pt x="398145" y="4762"/>
                </a:lnTo>
                <a:lnTo>
                  <a:pt x="368618" y="10478"/>
                </a:lnTo>
                <a:lnTo>
                  <a:pt x="339090" y="18098"/>
                </a:lnTo>
                <a:lnTo>
                  <a:pt x="310515" y="28575"/>
                </a:lnTo>
                <a:lnTo>
                  <a:pt x="282892" y="40958"/>
                </a:lnTo>
                <a:lnTo>
                  <a:pt x="255270" y="55245"/>
                </a:lnTo>
                <a:lnTo>
                  <a:pt x="228600" y="71438"/>
                </a:lnTo>
                <a:lnTo>
                  <a:pt x="203835" y="89535"/>
                </a:lnTo>
                <a:lnTo>
                  <a:pt x="179070" y="110490"/>
                </a:lnTo>
                <a:lnTo>
                  <a:pt x="156210" y="132398"/>
                </a:lnTo>
                <a:lnTo>
                  <a:pt x="134302" y="156210"/>
                </a:lnTo>
                <a:lnTo>
                  <a:pt x="113348" y="181928"/>
                </a:lnTo>
                <a:lnTo>
                  <a:pt x="94298" y="208598"/>
                </a:lnTo>
                <a:lnTo>
                  <a:pt x="77152" y="237172"/>
                </a:lnTo>
                <a:lnTo>
                  <a:pt x="60960" y="266700"/>
                </a:lnTo>
                <a:lnTo>
                  <a:pt x="47625" y="297180"/>
                </a:lnTo>
                <a:lnTo>
                  <a:pt x="35242" y="329565"/>
                </a:lnTo>
                <a:lnTo>
                  <a:pt x="23812" y="361950"/>
                </a:lnTo>
                <a:lnTo>
                  <a:pt x="15240" y="395288"/>
                </a:lnTo>
                <a:lnTo>
                  <a:pt x="8572" y="429578"/>
                </a:lnTo>
                <a:lnTo>
                  <a:pt x="3810" y="463868"/>
                </a:lnTo>
                <a:lnTo>
                  <a:pt x="952" y="498158"/>
                </a:lnTo>
                <a:lnTo>
                  <a:pt x="0" y="533400"/>
                </a:lnTo>
                <a:lnTo>
                  <a:pt x="952" y="568642"/>
                </a:lnTo>
                <a:lnTo>
                  <a:pt x="3810" y="602932"/>
                </a:lnTo>
                <a:lnTo>
                  <a:pt x="8572" y="637222"/>
                </a:lnTo>
                <a:lnTo>
                  <a:pt x="15240" y="671512"/>
                </a:lnTo>
                <a:lnTo>
                  <a:pt x="23812" y="704850"/>
                </a:lnTo>
                <a:lnTo>
                  <a:pt x="35242" y="737235"/>
                </a:lnTo>
                <a:lnTo>
                  <a:pt x="47625" y="769620"/>
                </a:lnTo>
                <a:lnTo>
                  <a:pt x="60960" y="800100"/>
                </a:lnTo>
                <a:lnTo>
                  <a:pt x="77152" y="829628"/>
                </a:lnTo>
                <a:lnTo>
                  <a:pt x="94298" y="858202"/>
                </a:lnTo>
                <a:lnTo>
                  <a:pt x="113348" y="884872"/>
                </a:lnTo>
                <a:lnTo>
                  <a:pt x="134302" y="910590"/>
                </a:lnTo>
                <a:lnTo>
                  <a:pt x="156210" y="934402"/>
                </a:lnTo>
                <a:lnTo>
                  <a:pt x="179070" y="956310"/>
                </a:lnTo>
                <a:lnTo>
                  <a:pt x="203835" y="977265"/>
                </a:lnTo>
                <a:lnTo>
                  <a:pt x="228600" y="995362"/>
                </a:lnTo>
                <a:lnTo>
                  <a:pt x="255270" y="1011555"/>
                </a:lnTo>
                <a:lnTo>
                  <a:pt x="282892" y="1025842"/>
                </a:lnTo>
                <a:lnTo>
                  <a:pt x="310515" y="1038225"/>
                </a:lnTo>
                <a:lnTo>
                  <a:pt x="339090" y="1048702"/>
                </a:lnTo>
                <a:lnTo>
                  <a:pt x="368618" y="1056322"/>
                </a:lnTo>
                <a:lnTo>
                  <a:pt x="398145" y="1062038"/>
                </a:lnTo>
                <a:lnTo>
                  <a:pt x="427672" y="1065848"/>
                </a:lnTo>
                <a:lnTo>
                  <a:pt x="457200" y="1066800"/>
                </a:lnTo>
                <a:lnTo>
                  <a:pt x="474345" y="1066800"/>
                </a:lnTo>
                <a:lnTo>
                  <a:pt x="490538" y="1065848"/>
                </a:lnTo>
                <a:lnTo>
                  <a:pt x="507682" y="1063942"/>
                </a:lnTo>
                <a:lnTo>
                  <a:pt x="523875" y="1062038"/>
                </a:lnTo>
                <a:lnTo>
                  <a:pt x="541020" y="1060132"/>
                </a:lnTo>
                <a:lnTo>
                  <a:pt x="557212" y="1056322"/>
                </a:lnTo>
                <a:lnTo>
                  <a:pt x="574358" y="1052512"/>
                </a:lnTo>
                <a:lnTo>
                  <a:pt x="590550" y="1048702"/>
                </a:lnTo>
                <a:lnTo>
                  <a:pt x="607695" y="1043940"/>
                </a:lnTo>
                <a:lnTo>
                  <a:pt x="623888" y="1038225"/>
                </a:lnTo>
                <a:lnTo>
                  <a:pt x="641032" y="1032510"/>
                </a:lnTo>
                <a:lnTo>
                  <a:pt x="657225" y="1025842"/>
                </a:lnTo>
                <a:lnTo>
                  <a:pt x="674370" y="1019175"/>
                </a:lnTo>
                <a:lnTo>
                  <a:pt x="690562" y="1011555"/>
                </a:lnTo>
                <a:lnTo>
                  <a:pt x="707708" y="1003935"/>
                </a:lnTo>
                <a:lnTo>
                  <a:pt x="723900" y="995362"/>
                </a:lnTo>
                <a:lnTo>
                  <a:pt x="741045" y="986790"/>
                </a:lnTo>
                <a:lnTo>
                  <a:pt x="757238" y="977265"/>
                </a:lnTo>
                <a:lnTo>
                  <a:pt x="774382" y="966788"/>
                </a:lnTo>
                <a:lnTo>
                  <a:pt x="790575" y="956310"/>
                </a:lnTo>
                <a:lnTo>
                  <a:pt x="807720" y="945832"/>
                </a:lnTo>
                <a:lnTo>
                  <a:pt x="823912" y="934402"/>
                </a:lnTo>
                <a:lnTo>
                  <a:pt x="841058" y="922972"/>
                </a:lnTo>
                <a:lnTo>
                  <a:pt x="857250" y="910590"/>
                </a:lnTo>
                <a:lnTo>
                  <a:pt x="874395" y="898208"/>
                </a:lnTo>
                <a:lnTo>
                  <a:pt x="890588" y="884872"/>
                </a:lnTo>
                <a:lnTo>
                  <a:pt x="907732" y="871538"/>
                </a:lnTo>
                <a:lnTo>
                  <a:pt x="923925" y="858202"/>
                </a:lnTo>
                <a:lnTo>
                  <a:pt x="941070" y="843915"/>
                </a:lnTo>
                <a:lnTo>
                  <a:pt x="957262" y="829628"/>
                </a:lnTo>
                <a:lnTo>
                  <a:pt x="974408" y="815340"/>
                </a:lnTo>
                <a:lnTo>
                  <a:pt x="990600" y="800100"/>
                </a:lnTo>
                <a:lnTo>
                  <a:pt x="1007745" y="784860"/>
                </a:lnTo>
                <a:lnTo>
                  <a:pt x="1023938" y="769620"/>
                </a:lnTo>
                <a:lnTo>
                  <a:pt x="1041082" y="753428"/>
                </a:lnTo>
                <a:lnTo>
                  <a:pt x="1057275" y="737235"/>
                </a:lnTo>
                <a:lnTo>
                  <a:pt x="1074420" y="721042"/>
                </a:lnTo>
                <a:lnTo>
                  <a:pt x="1090612" y="704850"/>
                </a:lnTo>
                <a:lnTo>
                  <a:pt x="1107758" y="688658"/>
                </a:lnTo>
                <a:lnTo>
                  <a:pt x="1123950" y="671512"/>
                </a:lnTo>
                <a:lnTo>
                  <a:pt x="1141095" y="654368"/>
                </a:lnTo>
                <a:lnTo>
                  <a:pt x="1157288" y="637222"/>
                </a:lnTo>
                <a:lnTo>
                  <a:pt x="1174432" y="620078"/>
                </a:lnTo>
                <a:lnTo>
                  <a:pt x="1190625" y="602932"/>
                </a:lnTo>
                <a:lnTo>
                  <a:pt x="1207770" y="585788"/>
                </a:lnTo>
                <a:lnTo>
                  <a:pt x="1223962" y="568642"/>
                </a:lnTo>
                <a:lnTo>
                  <a:pt x="1241108" y="550545"/>
                </a:lnTo>
                <a:lnTo>
                  <a:pt x="1257300" y="533400"/>
                </a:lnTo>
                <a:lnTo>
                  <a:pt x="1241108" y="516255"/>
                </a:lnTo>
                <a:lnTo>
                  <a:pt x="1223962" y="498158"/>
                </a:lnTo>
                <a:lnTo>
                  <a:pt x="1207770" y="481012"/>
                </a:lnTo>
                <a:lnTo>
                  <a:pt x="1190625" y="463868"/>
                </a:lnTo>
                <a:lnTo>
                  <a:pt x="1174432" y="446722"/>
                </a:lnTo>
                <a:lnTo>
                  <a:pt x="1157288" y="429578"/>
                </a:lnTo>
                <a:lnTo>
                  <a:pt x="1141095" y="412432"/>
                </a:lnTo>
                <a:lnTo>
                  <a:pt x="1123950" y="395288"/>
                </a:lnTo>
                <a:lnTo>
                  <a:pt x="1107758" y="378142"/>
                </a:lnTo>
                <a:lnTo>
                  <a:pt x="1090612" y="361950"/>
                </a:lnTo>
                <a:lnTo>
                  <a:pt x="1074420" y="345758"/>
                </a:lnTo>
                <a:lnTo>
                  <a:pt x="1057275" y="329565"/>
                </a:lnTo>
                <a:lnTo>
                  <a:pt x="1041082" y="313372"/>
                </a:lnTo>
                <a:lnTo>
                  <a:pt x="1023938" y="297180"/>
                </a:lnTo>
                <a:lnTo>
                  <a:pt x="1007745" y="281940"/>
                </a:lnTo>
                <a:lnTo>
                  <a:pt x="990600" y="266700"/>
                </a:lnTo>
                <a:lnTo>
                  <a:pt x="974408" y="251460"/>
                </a:lnTo>
                <a:lnTo>
                  <a:pt x="957262" y="237172"/>
                </a:lnTo>
                <a:lnTo>
                  <a:pt x="941070" y="222885"/>
                </a:lnTo>
                <a:lnTo>
                  <a:pt x="923925" y="208598"/>
                </a:lnTo>
                <a:lnTo>
                  <a:pt x="907732" y="195262"/>
                </a:lnTo>
                <a:lnTo>
                  <a:pt x="890588" y="181928"/>
                </a:lnTo>
                <a:lnTo>
                  <a:pt x="874395" y="168592"/>
                </a:lnTo>
                <a:lnTo>
                  <a:pt x="857250" y="156210"/>
                </a:lnTo>
                <a:lnTo>
                  <a:pt x="841058" y="143828"/>
                </a:lnTo>
                <a:lnTo>
                  <a:pt x="823912" y="132398"/>
                </a:lnTo>
                <a:lnTo>
                  <a:pt x="807720" y="120968"/>
                </a:lnTo>
                <a:lnTo>
                  <a:pt x="790575" y="110490"/>
                </a:lnTo>
                <a:lnTo>
                  <a:pt x="774382" y="100012"/>
                </a:lnTo>
                <a:lnTo>
                  <a:pt x="757238" y="89535"/>
                </a:lnTo>
                <a:lnTo>
                  <a:pt x="741045" y="80010"/>
                </a:lnTo>
                <a:lnTo>
                  <a:pt x="723900" y="71438"/>
                </a:lnTo>
                <a:lnTo>
                  <a:pt x="707708" y="62865"/>
                </a:lnTo>
                <a:lnTo>
                  <a:pt x="690562" y="55245"/>
                </a:lnTo>
                <a:lnTo>
                  <a:pt x="674370" y="47625"/>
                </a:lnTo>
                <a:lnTo>
                  <a:pt x="657225" y="40958"/>
                </a:lnTo>
                <a:lnTo>
                  <a:pt x="641032" y="34290"/>
                </a:lnTo>
                <a:lnTo>
                  <a:pt x="623888" y="28575"/>
                </a:lnTo>
                <a:lnTo>
                  <a:pt x="607695" y="22860"/>
                </a:lnTo>
                <a:lnTo>
                  <a:pt x="590550" y="18098"/>
                </a:lnTo>
                <a:lnTo>
                  <a:pt x="574358" y="14288"/>
                </a:lnTo>
                <a:lnTo>
                  <a:pt x="557212" y="10478"/>
                </a:lnTo>
                <a:lnTo>
                  <a:pt x="541020" y="6668"/>
                </a:lnTo>
                <a:lnTo>
                  <a:pt x="523875" y="4762"/>
                </a:lnTo>
                <a:lnTo>
                  <a:pt x="507682" y="2858"/>
                </a:lnTo>
                <a:lnTo>
                  <a:pt x="490538" y="952"/>
                </a:lnTo>
                <a:lnTo>
                  <a:pt x="474345" y="0"/>
                </a:lnTo>
                <a:close/>
              </a:path>
            </a:pathLst>
          </a:custGeom>
          <a:solidFill>
            <a:srgbClr val="FFC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prog-task-3"/>
          <p:cNvSpPr txBox="1"/>
          <p:nvPr/>
        </p:nvSpPr>
        <p:spPr>
          <a:xfrm>
            <a:off x="13839825" y="10658475"/>
            <a:ext cx="713232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开展用户画像调研问卷设计</a:t>
            </a:r>
          </a:p>
        </p:txBody>
      </p:sp>
      <p:sp>
        <p:nvSpPr>
          <p:cNvPr id="178" name="prog-tag-4"/>
          <p:cNvSpPr/>
          <p:nvPr/>
        </p:nvSpPr>
        <p:spPr>
          <a:xfrm>
            <a:off x="12077700" y="12525375"/>
            <a:ext cx="1257300" cy="1066800"/>
          </a:xfrm>
          <a:custGeom>
            <a:avLst/>
            <a:gdLst/>
            <a:ahLst/>
            <a:cxnLst/>
            <a:rect l="l" t="t" r="r" b="b"/>
            <a:pathLst>
              <a:path w="1257300" h="1066800">
                <a:moveTo>
                  <a:pt x="457200" y="0"/>
                </a:moveTo>
                <a:lnTo>
                  <a:pt x="427672" y="953"/>
                </a:lnTo>
                <a:lnTo>
                  <a:pt x="398145" y="4763"/>
                </a:lnTo>
                <a:lnTo>
                  <a:pt x="368618" y="10477"/>
                </a:lnTo>
                <a:lnTo>
                  <a:pt x="339090" y="18097"/>
                </a:lnTo>
                <a:lnTo>
                  <a:pt x="310515" y="28575"/>
                </a:lnTo>
                <a:lnTo>
                  <a:pt x="282892" y="40957"/>
                </a:lnTo>
                <a:lnTo>
                  <a:pt x="255270" y="55245"/>
                </a:lnTo>
                <a:lnTo>
                  <a:pt x="228600" y="71437"/>
                </a:lnTo>
                <a:lnTo>
                  <a:pt x="203835" y="89535"/>
                </a:lnTo>
                <a:lnTo>
                  <a:pt x="179070" y="110490"/>
                </a:lnTo>
                <a:lnTo>
                  <a:pt x="156210" y="132397"/>
                </a:lnTo>
                <a:lnTo>
                  <a:pt x="134302" y="156210"/>
                </a:lnTo>
                <a:lnTo>
                  <a:pt x="113348" y="181927"/>
                </a:lnTo>
                <a:lnTo>
                  <a:pt x="94298" y="208597"/>
                </a:lnTo>
                <a:lnTo>
                  <a:pt x="77152" y="237173"/>
                </a:lnTo>
                <a:lnTo>
                  <a:pt x="60960" y="266700"/>
                </a:lnTo>
                <a:lnTo>
                  <a:pt x="47625" y="297180"/>
                </a:lnTo>
                <a:lnTo>
                  <a:pt x="35242" y="329565"/>
                </a:lnTo>
                <a:lnTo>
                  <a:pt x="23812" y="361950"/>
                </a:lnTo>
                <a:lnTo>
                  <a:pt x="15240" y="395287"/>
                </a:lnTo>
                <a:lnTo>
                  <a:pt x="8572" y="429577"/>
                </a:lnTo>
                <a:lnTo>
                  <a:pt x="3810" y="463867"/>
                </a:lnTo>
                <a:lnTo>
                  <a:pt x="952" y="498157"/>
                </a:lnTo>
                <a:lnTo>
                  <a:pt x="0" y="533400"/>
                </a:lnTo>
                <a:lnTo>
                  <a:pt x="952" y="568643"/>
                </a:lnTo>
                <a:lnTo>
                  <a:pt x="3810" y="602933"/>
                </a:lnTo>
                <a:lnTo>
                  <a:pt x="8572" y="637223"/>
                </a:lnTo>
                <a:lnTo>
                  <a:pt x="15240" y="671513"/>
                </a:lnTo>
                <a:lnTo>
                  <a:pt x="23812" y="704850"/>
                </a:lnTo>
                <a:lnTo>
                  <a:pt x="35242" y="737235"/>
                </a:lnTo>
                <a:lnTo>
                  <a:pt x="47625" y="769620"/>
                </a:lnTo>
                <a:lnTo>
                  <a:pt x="60960" y="800100"/>
                </a:lnTo>
                <a:lnTo>
                  <a:pt x="77152" y="829627"/>
                </a:lnTo>
                <a:lnTo>
                  <a:pt x="94298" y="858203"/>
                </a:lnTo>
                <a:lnTo>
                  <a:pt x="113348" y="884873"/>
                </a:lnTo>
                <a:lnTo>
                  <a:pt x="134302" y="910590"/>
                </a:lnTo>
                <a:lnTo>
                  <a:pt x="156210" y="934403"/>
                </a:lnTo>
                <a:lnTo>
                  <a:pt x="179070" y="956310"/>
                </a:lnTo>
                <a:lnTo>
                  <a:pt x="203835" y="977265"/>
                </a:lnTo>
                <a:lnTo>
                  <a:pt x="228600" y="995363"/>
                </a:lnTo>
                <a:lnTo>
                  <a:pt x="255270" y="1011555"/>
                </a:lnTo>
                <a:lnTo>
                  <a:pt x="282892" y="1025843"/>
                </a:lnTo>
                <a:lnTo>
                  <a:pt x="310515" y="1038225"/>
                </a:lnTo>
                <a:lnTo>
                  <a:pt x="339090" y="1048703"/>
                </a:lnTo>
                <a:lnTo>
                  <a:pt x="368618" y="1056323"/>
                </a:lnTo>
                <a:lnTo>
                  <a:pt x="398145" y="1062037"/>
                </a:lnTo>
                <a:lnTo>
                  <a:pt x="427672" y="1065847"/>
                </a:lnTo>
                <a:lnTo>
                  <a:pt x="457200" y="1066800"/>
                </a:lnTo>
                <a:lnTo>
                  <a:pt x="474345" y="1066800"/>
                </a:lnTo>
                <a:lnTo>
                  <a:pt x="490538" y="1065847"/>
                </a:lnTo>
                <a:lnTo>
                  <a:pt x="507682" y="1063943"/>
                </a:lnTo>
                <a:lnTo>
                  <a:pt x="523875" y="1062037"/>
                </a:lnTo>
                <a:lnTo>
                  <a:pt x="541020" y="1060133"/>
                </a:lnTo>
                <a:lnTo>
                  <a:pt x="557212" y="1056323"/>
                </a:lnTo>
                <a:lnTo>
                  <a:pt x="574358" y="1052513"/>
                </a:lnTo>
                <a:lnTo>
                  <a:pt x="590550" y="1048703"/>
                </a:lnTo>
                <a:lnTo>
                  <a:pt x="607695" y="1043940"/>
                </a:lnTo>
                <a:lnTo>
                  <a:pt x="623888" y="1038225"/>
                </a:lnTo>
                <a:lnTo>
                  <a:pt x="641032" y="1032510"/>
                </a:lnTo>
                <a:lnTo>
                  <a:pt x="657225" y="1025843"/>
                </a:lnTo>
                <a:lnTo>
                  <a:pt x="674370" y="1019175"/>
                </a:lnTo>
                <a:lnTo>
                  <a:pt x="690562" y="1011555"/>
                </a:lnTo>
                <a:lnTo>
                  <a:pt x="707708" y="1003935"/>
                </a:lnTo>
                <a:lnTo>
                  <a:pt x="723900" y="995363"/>
                </a:lnTo>
                <a:lnTo>
                  <a:pt x="741045" y="986790"/>
                </a:lnTo>
                <a:lnTo>
                  <a:pt x="757238" y="977265"/>
                </a:lnTo>
                <a:lnTo>
                  <a:pt x="774382" y="966787"/>
                </a:lnTo>
                <a:lnTo>
                  <a:pt x="790575" y="956310"/>
                </a:lnTo>
                <a:lnTo>
                  <a:pt x="807720" y="945833"/>
                </a:lnTo>
                <a:lnTo>
                  <a:pt x="823912" y="934403"/>
                </a:lnTo>
                <a:lnTo>
                  <a:pt x="841058" y="922973"/>
                </a:lnTo>
                <a:lnTo>
                  <a:pt x="857250" y="910590"/>
                </a:lnTo>
                <a:lnTo>
                  <a:pt x="874395" y="898207"/>
                </a:lnTo>
                <a:lnTo>
                  <a:pt x="890588" y="884873"/>
                </a:lnTo>
                <a:lnTo>
                  <a:pt x="907732" y="871537"/>
                </a:lnTo>
                <a:lnTo>
                  <a:pt x="923925" y="858203"/>
                </a:lnTo>
                <a:lnTo>
                  <a:pt x="941070" y="843915"/>
                </a:lnTo>
                <a:lnTo>
                  <a:pt x="957262" y="829627"/>
                </a:lnTo>
                <a:lnTo>
                  <a:pt x="974408" y="815340"/>
                </a:lnTo>
                <a:lnTo>
                  <a:pt x="990600" y="800100"/>
                </a:lnTo>
                <a:lnTo>
                  <a:pt x="1007745" y="784860"/>
                </a:lnTo>
                <a:lnTo>
                  <a:pt x="1023938" y="769620"/>
                </a:lnTo>
                <a:lnTo>
                  <a:pt x="1041082" y="753427"/>
                </a:lnTo>
                <a:lnTo>
                  <a:pt x="1057275" y="737235"/>
                </a:lnTo>
                <a:lnTo>
                  <a:pt x="1074420" y="721043"/>
                </a:lnTo>
                <a:lnTo>
                  <a:pt x="1090612" y="704850"/>
                </a:lnTo>
                <a:lnTo>
                  <a:pt x="1107758" y="688657"/>
                </a:lnTo>
                <a:lnTo>
                  <a:pt x="1123950" y="671513"/>
                </a:lnTo>
                <a:lnTo>
                  <a:pt x="1141095" y="654367"/>
                </a:lnTo>
                <a:lnTo>
                  <a:pt x="1157288" y="637223"/>
                </a:lnTo>
                <a:lnTo>
                  <a:pt x="1174432" y="620077"/>
                </a:lnTo>
                <a:lnTo>
                  <a:pt x="1190625" y="602933"/>
                </a:lnTo>
                <a:lnTo>
                  <a:pt x="1207770" y="585787"/>
                </a:lnTo>
                <a:lnTo>
                  <a:pt x="1223962" y="568643"/>
                </a:lnTo>
                <a:lnTo>
                  <a:pt x="1241108" y="550545"/>
                </a:lnTo>
                <a:lnTo>
                  <a:pt x="1257300" y="533400"/>
                </a:lnTo>
                <a:lnTo>
                  <a:pt x="1241108" y="516255"/>
                </a:lnTo>
                <a:lnTo>
                  <a:pt x="1223962" y="498157"/>
                </a:lnTo>
                <a:lnTo>
                  <a:pt x="1207770" y="481013"/>
                </a:lnTo>
                <a:lnTo>
                  <a:pt x="1190625" y="463867"/>
                </a:lnTo>
                <a:lnTo>
                  <a:pt x="1174432" y="446723"/>
                </a:lnTo>
                <a:lnTo>
                  <a:pt x="1157288" y="429577"/>
                </a:lnTo>
                <a:lnTo>
                  <a:pt x="1141095" y="412433"/>
                </a:lnTo>
                <a:lnTo>
                  <a:pt x="1123950" y="395287"/>
                </a:lnTo>
                <a:lnTo>
                  <a:pt x="1107758" y="378143"/>
                </a:lnTo>
                <a:lnTo>
                  <a:pt x="1090612" y="361950"/>
                </a:lnTo>
                <a:lnTo>
                  <a:pt x="1074420" y="345757"/>
                </a:lnTo>
                <a:lnTo>
                  <a:pt x="1057275" y="329565"/>
                </a:lnTo>
                <a:lnTo>
                  <a:pt x="1041082" y="313373"/>
                </a:lnTo>
                <a:lnTo>
                  <a:pt x="1023938" y="297180"/>
                </a:lnTo>
                <a:lnTo>
                  <a:pt x="1007745" y="281940"/>
                </a:lnTo>
                <a:lnTo>
                  <a:pt x="990600" y="266700"/>
                </a:lnTo>
                <a:lnTo>
                  <a:pt x="974408" y="251460"/>
                </a:lnTo>
                <a:lnTo>
                  <a:pt x="957262" y="237173"/>
                </a:lnTo>
                <a:lnTo>
                  <a:pt x="941070" y="222885"/>
                </a:lnTo>
                <a:lnTo>
                  <a:pt x="923925" y="208597"/>
                </a:lnTo>
                <a:lnTo>
                  <a:pt x="907732" y="195263"/>
                </a:lnTo>
                <a:lnTo>
                  <a:pt x="890588" y="181927"/>
                </a:lnTo>
                <a:lnTo>
                  <a:pt x="874395" y="168593"/>
                </a:lnTo>
                <a:lnTo>
                  <a:pt x="857250" y="156210"/>
                </a:lnTo>
                <a:lnTo>
                  <a:pt x="841058" y="143827"/>
                </a:lnTo>
                <a:lnTo>
                  <a:pt x="823912" y="132397"/>
                </a:lnTo>
                <a:lnTo>
                  <a:pt x="807720" y="120967"/>
                </a:lnTo>
                <a:lnTo>
                  <a:pt x="790575" y="110490"/>
                </a:lnTo>
                <a:lnTo>
                  <a:pt x="774382" y="100013"/>
                </a:lnTo>
                <a:lnTo>
                  <a:pt x="757238" y="89535"/>
                </a:lnTo>
                <a:lnTo>
                  <a:pt x="741045" y="80010"/>
                </a:lnTo>
                <a:lnTo>
                  <a:pt x="723900" y="71437"/>
                </a:lnTo>
                <a:lnTo>
                  <a:pt x="707708" y="62865"/>
                </a:lnTo>
                <a:lnTo>
                  <a:pt x="690562" y="55245"/>
                </a:lnTo>
                <a:lnTo>
                  <a:pt x="674370" y="47625"/>
                </a:lnTo>
                <a:lnTo>
                  <a:pt x="657225" y="40957"/>
                </a:lnTo>
                <a:lnTo>
                  <a:pt x="641032" y="34290"/>
                </a:lnTo>
                <a:lnTo>
                  <a:pt x="623888" y="28575"/>
                </a:lnTo>
                <a:lnTo>
                  <a:pt x="607695" y="22860"/>
                </a:lnTo>
                <a:lnTo>
                  <a:pt x="590550" y="18097"/>
                </a:lnTo>
                <a:lnTo>
                  <a:pt x="574358" y="14287"/>
                </a:lnTo>
                <a:lnTo>
                  <a:pt x="557212" y="10477"/>
                </a:lnTo>
                <a:lnTo>
                  <a:pt x="541020" y="6667"/>
                </a:lnTo>
                <a:lnTo>
                  <a:pt x="523875" y="4763"/>
                </a:lnTo>
                <a:lnTo>
                  <a:pt x="507682" y="2857"/>
                </a:lnTo>
                <a:lnTo>
                  <a:pt x="490538" y="953"/>
                </a:lnTo>
                <a:lnTo>
                  <a:pt x="474345" y="0"/>
                </a:lnTo>
                <a:close/>
              </a:path>
            </a:pathLst>
          </a:custGeom>
          <a:solidFill>
            <a:srgbClr val="7AD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prog-task-4"/>
          <p:cNvSpPr txBox="1"/>
          <p:nvPr/>
        </p:nvSpPr>
        <p:spPr>
          <a:xfrm>
            <a:off x="13839825" y="12606338"/>
            <a:ext cx="59436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维护媒体关系日常联络</a:t>
            </a:r>
          </a:p>
        </p:txBody>
      </p:sp>
      <p:sp>
        <p:nvSpPr>
          <p:cNvPr id="180" name="prog-tag-5"/>
          <p:cNvSpPr/>
          <p:nvPr/>
        </p:nvSpPr>
        <p:spPr>
          <a:xfrm>
            <a:off x="12077700" y="14544675"/>
            <a:ext cx="1257300" cy="1066800"/>
          </a:xfrm>
          <a:custGeom>
            <a:avLst/>
            <a:gdLst/>
            <a:ahLst/>
            <a:cxnLst/>
            <a:rect l="l" t="t" r="r" b="b"/>
            <a:pathLst>
              <a:path w="1257300" h="1066800">
                <a:moveTo>
                  <a:pt x="457200" y="0"/>
                </a:moveTo>
                <a:lnTo>
                  <a:pt x="427672" y="953"/>
                </a:lnTo>
                <a:lnTo>
                  <a:pt x="398145" y="4763"/>
                </a:lnTo>
                <a:lnTo>
                  <a:pt x="368618" y="10477"/>
                </a:lnTo>
                <a:lnTo>
                  <a:pt x="339090" y="18097"/>
                </a:lnTo>
                <a:lnTo>
                  <a:pt x="310515" y="28575"/>
                </a:lnTo>
                <a:lnTo>
                  <a:pt x="282892" y="40957"/>
                </a:lnTo>
                <a:lnTo>
                  <a:pt x="255270" y="55245"/>
                </a:lnTo>
                <a:lnTo>
                  <a:pt x="228600" y="71437"/>
                </a:lnTo>
                <a:lnTo>
                  <a:pt x="203835" y="89535"/>
                </a:lnTo>
                <a:lnTo>
                  <a:pt x="179070" y="110490"/>
                </a:lnTo>
                <a:lnTo>
                  <a:pt x="156210" y="132397"/>
                </a:lnTo>
                <a:lnTo>
                  <a:pt x="134302" y="156210"/>
                </a:lnTo>
                <a:lnTo>
                  <a:pt x="113348" y="181927"/>
                </a:lnTo>
                <a:lnTo>
                  <a:pt x="94298" y="208597"/>
                </a:lnTo>
                <a:lnTo>
                  <a:pt x="77152" y="237173"/>
                </a:lnTo>
                <a:lnTo>
                  <a:pt x="60960" y="266700"/>
                </a:lnTo>
                <a:lnTo>
                  <a:pt x="47625" y="297180"/>
                </a:lnTo>
                <a:lnTo>
                  <a:pt x="35242" y="329565"/>
                </a:lnTo>
                <a:lnTo>
                  <a:pt x="23812" y="361950"/>
                </a:lnTo>
                <a:lnTo>
                  <a:pt x="15240" y="395287"/>
                </a:lnTo>
                <a:lnTo>
                  <a:pt x="8572" y="429577"/>
                </a:lnTo>
                <a:lnTo>
                  <a:pt x="3810" y="463867"/>
                </a:lnTo>
                <a:lnTo>
                  <a:pt x="952" y="498157"/>
                </a:lnTo>
                <a:lnTo>
                  <a:pt x="0" y="533400"/>
                </a:lnTo>
                <a:lnTo>
                  <a:pt x="952" y="568643"/>
                </a:lnTo>
                <a:lnTo>
                  <a:pt x="3810" y="602933"/>
                </a:lnTo>
                <a:lnTo>
                  <a:pt x="8572" y="637223"/>
                </a:lnTo>
                <a:lnTo>
                  <a:pt x="15240" y="671513"/>
                </a:lnTo>
                <a:lnTo>
                  <a:pt x="23812" y="704850"/>
                </a:lnTo>
                <a:lnTo>
                  <a:pt x="35242" y="737235"/>
                </a:lnTo>
                <a:lnTo>
                  <a:pt x="47625" y="769620"/>
                </a:lnTo>
                <a:lnTo>
                  <a:pt x="60960" y="800100"/>
                </a:lnTo>
                <a:lnTo>
                  <a:pt x="77152" y="829627"/>
                </a:lnTo>
                <a:lnTo>
                  <a:pt x="94298" y="858203"/>
                </a:lnTo>
                <a:lnTo>
                  <a:pt x="113348" y="884873"/>
                </a:lnTo>
                <a:lnTo>
                  <a:pt x="134302" y="910590"/>
                </a:lnTo>
                <a:lnTo>
                  <a:pt x="156210" y="934403"/>
                </a:lnTo>
                <a:lnTo>
                  <a:pt x="179070" y="956310"/>
                </a:lnTo>
                <a:lnTo>
                  <a:pt x="203835" y="977265"/>
                </a:lnTo>
                <a:lnTo>
                  <a:pt x="228600" y="995363"/>
                </a:lnTo>
                <a:lnTo>
                  <a:pt x="255270" y="1011555"/>
                </a:lnTo>
                <a:lnTo>
                  <a:pt x="282892" y="1025843"/>
                </a:lnTo>
                <a:lnTo>
                  <a:pt x="310515" y="1038225"/>
                </a:lnTo>
                <a:lnTo>
                  <a:pt x="339090" y="1048703"/>
                </a:lnTo>
                <a:lnTo>
                  <a:pt x="368618" y="1056323"/>
                </a:lnTo>
                <a:lnTo>
                  <a:pt x="398145" y="1062037"/>
                </a:lnTo>
                <a:lnTo>
                  <a:pt x="427672" y="1065847"/>
                </a:lnTo>
                <a:lnTo>
                  <a:pt x="457200" y="1066800"/>
                </a:lnTo>
                <a:lnTo>
                  <a:pt x="474345" y="1066800"/>
                </a:lnTo>
                <a:lnTo>
                  <a:pt x="490538" y="1065847"/>
                </a:lnTo>
                <a:lnTo>
                  <a:pt x="507682" y="1063943"/>
                </a:lnTo>
                <a:lnTo>
                  <a:pt x="523875" y="1062037"/>
                </a:lnTo>
                <a:lnTo>
                  <a:pt x="541020" y="1060133"/>
                </a:lnTo>
                <a:lnTo>
                  <a:pt x="557212" y="1056323"/>
                </a:lnTo>
                <a:lnTo>
                  <a:pt x="574358" y="1052513"/>
                </a:lnTo>
                <a:lnTo>
                  <a:pt x="590550" y="1048703"/>
                </a:lnTo>
                <a:lnTo>
                  <a:pt x="607695" y="1043940"/>
                </a:lnTo>
                <a:lnTo>
                  <a:pt x="623888" y="1038225"/>
                </a:lnTo>
                <a:lnTo>
                  <a:pt x="641032" y="1032510"/>
                </a:lnTo>
                <a:lnTo>
                  <a:pt x="657225" y="1025843"/>
                </a:lnTo>
                <a:lnTo>
                  <a:pt x="674370" y="1019175"/>
                </a:lnTo>
                <a:lnTo>
                  <a:pt x="690562" y="1011555"/>
                </a:lnTo>
                <a:lnTo>
                  <a:pt x="707708" y="1003935"/>
                </a:lnTo>
                <a:lnTo>
                  <a:pt x="723900" y="995363"/>
                </a:lnTo>
                <a:lnTo>
                  <a:pt x="741045" y="986790"/>
                </a:lnTo>
                <a:lnTo>
                  <a:pt x="757238" y="977265"/>
                </a:lnTo>
                <a:lnTo>
                  <a:pt x="774382" y="966787"/>
                </a:lnTo>
                <a:lnTo>
                  <a:pt x="790575" y="956310"/>
                </a:lnTo>
                <a:lnTo>
                  <a:pt x="807720" y="945833"/>
                </a:lnTo>
                <a:lnTo>
                  <a:pt x="823912" y="934403"/>
                </a:lnTo>
                <a:lnTo>
                  <a:pt x="841058" y="922973"/>
                </a:lnTo>
                <a:lnTo>
                  <a:pt x="857250" y="910590"/>
                </a:lnTo>
                <a:lnTo>
                  <a:pt x="874395" y="898207"/>
                </a:lnTo>
                <a:lnTo>
                  <a:pt x="890588" y="884873"/>
                </a:lnTo>
                <a:lnTo>
                  <a:pt x="907732" y="871537"/>
                </a:lnTo>
                <a:lnTo>
                  <a:pt x="923925" y="858203"/>
                </a:lnTo>
                <a:lnTo>
                  <a:pt x="941070" y="843915"/>
                </a:lnTo>
                <a:lnTo>
                  <a:pt x="957262" y="829627"/>
                </a:lnTo>
                <a:lnTo>
                  <a:pt x="974408" y="815340"/>
                </a:lnTo>
                <a:lnTo>
                  <a:pt x="990600" y="800100"/>
                </a:lnTo>
                <a:lnTo>
                  <a:pt x="1007745" y="784860"/>
                </a:lnTo>
                <a:lnTo>
                  <a:pt x="1023938" y="769620"/>
                </a:lnTo>
                <a:lnTo>
                  <a:pt x="1041082" y="753427"/>
                </a:lnTo>
                <a:lnTo>
                  <a:pt x="1057275" y="737235"/>
                </a:lnTo>
                <a:lnTo>
                  <a:pt x="1074420" y="721043"/>
                </a:lnTo>
                <a:lnTo>
                  <a:pt x="1090612" y="704850"/>
                </a:lnTo>
                <a:lnTo>
                  <a:pt x="1107758" y="688657"/>
                </a:lnTo>
                <a:lnTo>
                  <a:pt x="1123950" y="671513"/>
                </a:lnTo>
                <a:lnTo>
                  <a:pt x="1141095" y="654367"/>
                </a:lnTo>
                <a:lnTo>
                  <a:pt x="1157288" y="637223"/>
                </a:lnTo>
                <a:lnTo>
                  <a:pt x="1174432" y="620077"/>
                </a:lnTo>
                <a:lnTo>
                  <a:pt x="1190625" y="602933"/>
                </a:lnTo>
                <a:lnTo>
                  <a:pt x="1207770" y="585787"/>
                </a:lnTo>
                <a:lnTo>
                  <a:pt x="1223962" y="568643"/>
                </a:lnTo>
                <a:lnTo>
                  <a:pt x="1241108" y="550545"/>
                </a:lnTo>
                <a:lnTo>
                  <a:pt x="1257300" y="533400"/>
                </a:lnTo>
                <a:lnTo>
                  <a:pt x="1241108" y="516255"/>
                </a:lnTo>
                <a:lnTo>
                  <a:pt x="1223962" y="498157"/>
                </a:lnTo>
                <a:lnTo>
                  <a:pt x="1207770" y="481013"/>
                </a:lnTo>
                <a:lnTo>
                  <a:pt x="1190625" y="463867"/>
                </a:lnTo>
                <a:lnTo>
                  <a:pt x="1174432" y="446723"/>
                </a:lnTo>
                <a:lnTo>
                  <a:pt x="1157288" y="429577"/>
                </a:lnTo>
                <a:lnTo>
                  <a:pt x="1141095" y="412433"/>
                </a:lnTo>
                <a:lnTo>
                  <a:pt x="1123950" y="395287"/>
                </a:lnTo>
                <a:lnTo>
                  <a:pt x="1107758" y="378143"/>
                </a:lnTo>
                <a:lnTo>
                  <a:pt x="1090612" y="361950"/>
                </a:lnTo>
                <a:lnTo>
                  <a:pt x="1074420" y="345757"/>
                </a:lnTo>
                <a:lnTo>
                  <a:pt x="1057275" y="329565"/>
                </a:lnTo>
                <a:lnTo>
                  <a:pt x="1041082" y="313373"/>
                </a:lnTo>
                <a:lnTo>
                  <a:pt x="1023938" y="297180"/>
                </a:lnTo>
                <a:lnTo>
                  <a:pt x="1007745" y="281940"/>
                </a:lnTo>
                <a:lnTo>
                  <a:pt x="990600" y="266700"/>
                </a:lnTo>
                <a:lnTo>
                  <a:pt x="974408" y="251460"/>
                </a:lnTo>
                <a:lnTo>
                  <a:pt x="957262" y="237173"/>
                </a:lnTo>
                <a:lnTo>
                  <a:pt x="941070" y="222885"/>
                </a:lnTo>
                <a:lnTo>
                  <a:pt x="923925" y="208597"/>
                </a:lnTo>
                <a:lnTo>
                  <a:pt x="907732" y="195263"/>
                </a:lnTo>
                <a:lnTo>
                  <a:pt x="890588" y="181927"/>
                </a:lnTo>
                <a:lnTo>
                  <a:pt x="874395" y="168593"/>
                </a:lnTo>
                <a:lnTo>
                  <a:pt x="857250" y="156210"/>
                </a:lnTo>
                <a:lnTo>
                  <a:pt x="841058" y="143827"/>
                </a:lnTo>
                <a:lnTo>
                  <a:pt x="823912" y="132397"/>
                </a:lnTo>
                <a:lnTo>
                  <a:pt x="807720" y="120967"/>
                </a:lnTo>
                <a:lnTo>
                  <a:pt x="790575" y="110490"/>
                </a:lnTo>
                <a:lnTo>
                  <a:pt x="774382" y="100013"/>
                </a:lnTo>
                <a:lnTo>
                  <a:pt x="757238" y="89535"/>
                </a:lnTo>
                <a:lnTo>
                  <a:pt x="741045" y="80010"/>
                </a:lnTo>
                <a:lnTo>
                  <a:pt x="723900" y="71437"/>
                </a:lnTo>
                <a:lnTo>
                  <a:pt x="707708" y="62865"/>
                </a:lnTo>
                <a:lnTo>
                  <a:pt x="690562" y="55245"/>
                </a:lnTo>
                <a:lnTo>
                  <a:pt x="674370" y="47625"/>
                </a:lnTo>
                <a:lnTo>
                  <a:pt x="657225" y="40957"/>
                </a:lnTo>
                <a:lnTo>
                  <a:pt x="641032" y="34290"/>
                </a:lnTo>
                <a:lnTo>
                  <a:pt x="623888" y="28575"/>
                </a:lnTo>
                <a:lnTo>
                  <a:pt x="607695" y="22860"/>
                </a:lnTo>
                <a:lnTo>
                  <a:pt x="590550" y="18097"/>
                </a:lnTo>
                <a:lnTo>
                  <a:pt x="574358" y="14287"/>
                </a:lnTo>
                <a:lnTo>
                  <a:pt x="557212" y="10477"/>
                </a:lnTo>
                <a:lnTo>
                  <a:pt x="541020" y="6667"/>
                </a:lnTo>
                <a:lnTo>
                  <a:pt x="523875" y="4763"/>
                </a:lnTo>
                <a:lnTo>
                  <a:pt x="507682" y="2857"/>
                </a:lnTo>
                <a:lnTo>
                  <a:pt x="490538" y="953"/>
                </a:lnTo>
                <a:lnTo>
                  <a:pt x="474345" y="0"/>
                </a:lnTo>
                <a:close/>
              </a:path>
            </a:pathLst>
          </a:custGeom>
          <a:solidFill>
            <a:srgbClr val="FFC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prog-task-5"/>
          <p:cNvSpPr txBox="1"/>
          <p:nvPr/>
        </p:nvSpPr>
        <p:spPr>
          <a:xfrm>
            <a:off x="13839825" y="14625638"/>
            <a:ext cx="5934075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搭建私域社群运营SOP</a:t>
            </a:r>
          </a:p>
        </p:txBody>
      </p:sp>
      <p:sp>
        <p:nvSpPr>
          <p:cNvPr id="182" name="done-tag-1"/>
          <p:cNvSpPr/>
          <p:nvPr/>
        </p:nvSpPr>
        <p:spPr>
          <a:xfrm>
            <a:off x="22831425" y="6591300"/>
            <a:ext cx="1257300" cy="1066800"/>
          </a:xfrm>
          <a:custGeom>
            <a:avLst/>
            <a:gdLst/>
            <a:ahLst/>
            <a:cxnLst/>
            <a:rect l="l" t="t" r="r" b="b"/>
            <a:pathLst>
              <a:path w="1257300" h="1066800">
                <a:moveTo>
                  <a:pt x="457200" y="0"/>
                </a:moveTo>
                <a:lnTo>
                  <a:pt x="427673" y="952"/>
                </a:lnTo>
                <a:lnTo>
                  <a:pt x="398145" y="4762"/>
                </a:lnTo>
                <a:lnTo>
                  <a:pt x="368617" y="10478"/>
                </a:lnTo>
                <a:lnTo>
                  <a:pt x="339090" y="18098"/>
                </a:lnTo>
                <a:lnTo>
                  <a:pt x="310515" y="28575"/>
                </a:lnTo>
                <a:lnTo>
                  <a:pt x="282893" y="40958"/>
                </a:lnTo>
                <a:lnTo>
                  <a:pt x="255270" y="55245"/>
                </a:lnTo>
                <a:lnTo>
                  <a:pt x="228600" y="71438"/>
                </a:lnTo>
                <a:lnTo>
                  <a:pt x="203835" y="89535"/>
                </a:lnTo>
                <a:lnTo>
                  <a:pt x="179070" y="110490"/>
                </a:lnTo>
                <a:lnTo>
                  <a:pt x="156210" y="132398"/>
                </a:lnTo>
                <a:lnTo>
                  <a:pt x="134303" y="156210"/>
                </a:lnTo>
                <a:lnTo>
                  <a:pt x="113347" y="181928"/>
                </a:lnTo>
                <a:lnTo>
                  <a:pt x="94297" y="208598"/>
                </a:lnTo>
                <a:lnTo>
                  <a:pt x="77153" y="237172"/>
                </a:lnTo>
                <a:lnTo>
                  <a:pt x="60960" y="266700"/>
                </a:lnTo>
                <a:lnTo>
                  <a:pt x="47625" y="297180"/>
                </a:lnTo>
                <a:lnTo>
                  <a:pt x="35243" y="329565"/>
                </a:lnTo>
                <a:lnTo>
                  <a:pt x="23813" y="361950"/>
                </a:lnTo>
                <a:lnTo>
                  <a:pt x="15240" y="395288"/>
                </a:lnTo>
                <a:lnTo>
                  <a:pt x="8573" y="429578"/>
                </a:lnTo>
                <a:lnTo>
                  <a:pt x="3810" y="463868"/>
                </a:lnTo>
                <a:lnTo>
                  <a:pt x="953" y="498158"/>
                </a:lnTo>
                <a:lnTo>
                  <a:pt x="0" y="533400"/>
                </a:lnTo>
                <a:lnTo>
                  <a:pt x="953" y="568642"/>
                </a:lnTo>
                <a:lnTo>
                  <a:pt x="3810" y="602932"/>
                </a:lnTo>
                <a:lnTo>
                  <a:pt x="8573" y="637222"/>
                </a:lnTo>
                <a:lnTo>
                  <a:pt x="15240" y="671512"/>
                </a:lnTo>
                <a:lnTo>
                  <a:pt x="23813" y="704850"/>
                </a:lnTo>
                <a:lnTo>
                  <a:pt x="35243" y="737235"/>
                </a:lnTo>
                <a:lnTo>
                  <a:pt x="47625" y="769620"/>
                </a:lnTo>
                <a:lnTo>
                  <a:pt x="60960" y="800100"/>
                </a:lnTo>
                <a:lnTo>
                  <a:pt x="77153" y="829628"/>
                </a:lnTo>
                <a:lnTo>
                  <a:pt x="94297" y="858202"/>
                </a:lnTo>
                <a:lnTo>
                  <a:pt x="113347" y="884872"/>
                </a:lnTo>
                <a:lnTo>
                  <a:pt x="134303" y="910590"/>
                </a:lnTo>
                <a:lnTo>
                  <a:pt x="156210" y="934402"/>
                </a:lnTo>
                <a:lnTo>
                  <a:pt x="179070" y="956310"/>
                </a:lnTo>
                <a:lnTo>
                  <a:pt x="203835" y="977265"/>
                </a:lnTo>
                <a:lnTo>
                  <a:pt x="228600" y="995362"/>
                </a:lnTo>
                <a:lnTo>
                  <a:pt x="255270" y="1011555"/>
                </a:lnTo>
                <a:lnTo>
                  <a:pt x="282893" y="1025842"/>
                </a:lnTo>
                <a:lnTo>
                  <a:pt x="310515" y="1038225"/>
                </a:lnTo>
                <a:lnTo>
                  <a:pt x="339090" y="1048702"/>
                </a:lnTo>
                <a:lnTo>
                  <a:pt x="368617" y="1056322"/>
                </a:lnTo>
                <a:lnTo>
                  <a:pt x="398145" y="1062038"/>
                </a:lnTo>
                <a:lnTo>
                  <a:pt x="427673" y="1065848"/>
                </a:lnTo>
                <a:lnTo>
                  <a:pt x="457200" y="1066800"/>
                </a:lnTo>
                <a:lnTo>
                  <a:pt x="474345" y="1066800"/>
                </a:lnTo>
                <a:lnTo>
                  <a:pt x="490537" y="1065848"/>
                </a:lnTo>
                <a:lnTo>
                  <a:pt x="507683" y="1063942"/>
                </a:lnTo>
                <a:lnTo>
                  <a:pt x="523875" y="1062038"/>
                </a:lnTo>
                <a:lnTo>
                  <a:pt x="541020" y="1060132"/>
                </a:lnTo>
                <a:lnTo>
                  <a:pt x="557213" y="1056322"/>
                </a:lnTo>
                <a:lnTo>
                  <a:pt x="574357" y="1052512"/>
                </a:lnTo>
                <a:lnTo>
                  <a:pt x="590550" y="1048702"/>
                </a:lnTo>
                <a:lnTo>
                  <a:pt x="607695" y="1043940"/>
                </a:lnTo>
                <a:lnTo>
                  <a:pt x="623887" y="1038225"/>
                </a:lnTo>
                <a:lnTo>
                  <a:pt x="641033" y="1032510"/>
                </a:lnTo>
                <a:lnTo>
                  <a:pt x="657225" y="1025842"/>
                </a:lnTo>
                <a:lnTo>
                  <a:pt x="674370" y="1019175"/>
                </a:lnTo>
                <a:lnTo>
                  <a:pt x="690563" y="1011555"/>
                </a:lnTo>
                <a:lnTo>
                  <a:pt x="707707" y="1003935"/>
                </a:lnTo>
                <a:lnTo>
                  <a:pt x="723900" y="995362"/>
                </a:lnTo>
                <a:lnTo>
                  <a:pt x="741045" y="986790"/>
                </a:lnTo>
                <a:lnTo>
                  <a:pt x="757237" y="977265"/>
                </a:lnTo>
                <a:lnTo>
                  <a:pt x="774383" y="966788"/>
                </a:lnTo>
                <a:lnTo>
                  <a:pt x="790575" y="956310"/>
                </a:lnTo>
                <a:lnTo>
                  <a:pt x="807720" y="945832"/>
                </a:lnTo>
                <a:lnTo>
                  <a:pt x="823913" y="934402"/>
                </a:lnTo>
                <a:lnTo>
                  <a:pt x="841057" y="922972"/>
                </a:lnTo>
                <a:lnTo>
                  <a:pt x="857250" y="910590"/>
                </a:lnTo>
                <a:lnTo>
                  <a:pt x="874395" y="898208"/>
                </a:lnTo>
                <a:lnTo>
                  <a:pt x="890587" y="884872"/>
                </a:lnTo>
                <a:lnTo>
                  <a:pt x="907733" y="871538"/>
                </a:lnTo>
                <a:lnTo>
                  <a:pt x="923925" y="858202"/>
                </a:lnTo>
                <a:lnTo>
                  <a:pt x="941070" y="843915"/>
                </a:lnTo>
                <a:lnTo>
                  <a:pt x="957263" y="829628"/>
                </a:lnTo>
                <a:lnTo>
                  <a:pt x="974407" y="815340"/>
                </a:lnTo>
                <a:lnTo>
                  <a:pt x="990600" y="800100"/>
                </a:lnTo>
                <a:lnTo>
                  <a:pt x="1007745" y="784860"/>
                </a:lnTo>
                <a:lnTo>
                  <a:pt x="1023937" y="769620"/>
                </a:lnTo>
                <a:lnTo>
                  <a:pt x="1041083" y="753428"/>
                </a:lnTo>
                <a:lnTo>
                  <a:pt x="1057275" y="737235"/>
                </a:lnTo>
                <a:lnTo>
                  <a:pt x="1074420" y="721042"/>
                </a:lnTo>
                <a:lnTo>
                  <a:pt x="1090613" y="704850"/>
                </a:lnTo>
                <a:lnTo>
                  <a:pt x="1107757" y="688658"/>
                </a:lnTo>
                <a:lnTo>
                  <a:pt x="1123950" y="671512"/>
                </a:lnTo>
                <a:lnTo>
                  <a:pt x="1141095" y="654368"/>
                </a:lnTo>
                <a:lnTo>
                  <a:pt x="1157287" y="637222"/>
                </a:lnTo>
                <a:lnTo>
                  <a:pt x="1174433" y="620078"/>
                </a:lnTo>
                <a:lnTo>
                  <a:pt x="1190625" y="602932"/>
                </a:lnTo>
                <a:lnTo>
                  <a:pt x="1207770" y="585788"/>
                </a:lnTo>
                <a:lnTo>
                  <a:pt x="1223963" y="568642"/>
                </a:lnTo>
                <a:lnTo>
                  <a:pt x="1241107" y="550545"/>
                </a:lnTo>
                <a:lnTo>
                  <a:pt x="1257300" y="533400"/>
                </a:lnTo>
                <a:lnTo>
                  <a:pt x="1241107" y="516255"/>
                </a:lnTo>
                <a:lnTo>
                  <a:pt x="1223963" y="498158"/>
                </a:lnTo>
                <a:lnTo>
                  <a:pt x="1207770" y="481012"/>
                </a:lnTo>
                <a:lnTo>
                  <a:pt x="1190625" y="463868"/>
                </a:lnTo>
                <a:lnTo>
                  <a:pt x="1174433" y="446722"/>
                </a:lnTo>
                <a:lnTo>
                  <a:pt x="1157287" y="429578"/>
                </a:lnTo>
                <a:lnTo>
                  <a:pt x="1141095" y="412432"/>
                </a:lnTo>
                <a:lnTo>
                  <a:pt x="1123950" y="395288"/>
                </a:lnTo>
                <a:lnTo>
                  <a:pt x="1107757" y="378142"/>
                </a:lnTo>
                <a:lnTo>
                  <a:pt x="1090613" y="361950"/>
                </a:lnTo>
                <a:lnTo>
                  <a:pt x="1074420" y="345758"/>
                </a:lnTo>
                <a:lnTo>
                  <a:pt x="1057275" y="329565"/>
                </a:lnTo>
                <a:lnTo>
                  <a:pt x="1041083" y="313372"/>
                </a:lnTo>
                <a:lnTo>
                  <a:pt x="1023937" y="297180"/>
                </a:lnTo>
                <a:lnTo>
                  <a:pt x="1007745" y="281940"/>
                </a:lnTo>
                <a:lnTo>
                  <a:pt x="990600" y="266700"/>
                </a:lnTo>
                <a:lnTo>
                  <a:pt x="974407" y="251460"/>
                </a:lnTo>
                <a:lnTo>
                  <a:pt x="957263" y="237172"/>
                </a:lnTo>
                <a:lnTo>
                  <a:pt x="941070" y="222885"/>
                </a:lnTo>
                <a:lnTo>
                  <a:pt x="923925" y="208598"/>
                </a:lnTo>
                <a:lnTo>
                  <a:pt x="907733" y="195262"/>
                </a:lnTo>
                <a:lnTo>
                  <a:pt x="890587" y="181928"/>
                </a:lnTo>
                <a:lnTo>
                  <a:pt x="874395" y="168592"/>
                </a:lnTo>
                <a:lnTo>
                  <a:pt x="857250" y="156210"/>
                </a:lnTo>
                <a:lnTo>
                  <a:pt x="841057" y="143828"/>
                </a:lnTo>
                <a:lnTo>
                  <a:pt x="823913" y="132398"/>
                </a:lnTo>
                <a:lnTo>
                  <a:pt x="807720" y="120968"/>
                </a:lnTo>
                <a:lnTo>
                  <a:pt x="790575" y="110490"/>
                </a:lnTo>
                <a:lnTo>
                  <a:pt x="774383" y="100012"/>
                </a:lnTo>
                <a:lnTo>
                  <a:pt x="757237" y="89535"/>
                </a:lnTo>
                <a:lnTo>
                  <a:pt x="741045" y="80010"/>
                </a:lnTo>
                <a:lnTo>
                  <a:pt x="723900" y="71438"/>
                </a:lnTo>
                <a:lnTo>
                  <a:pt x="707707" y="62865"/>
                </a:lnTo>
                <a:lnTo>
                  <a:pt x="690563" y="55245"/>
                </a:lnTo>
                <a:lnTo>
                  <a:pt x="674370" y="47625"/>
                </a:lnTo>
                <a:lnTo>
                  <a:pt x="657225" y="40958"/>
                </a:lnTo>
                <a:lnTo>
                  <a:pt x="641033" y="34290"/>
                </a:lnTo>
                <a:lnTo>
                  <a:pt x="623887" y="28575"/>
                </a:lnTo>
                <a:lnTo>
                  <a:pt x="607695" y="22860"/>
                </a:lnTo>
                <a:lnTo>
                  <a:pt x="590550" y="18098"/>
                </a:lnTo>
                <a:lnTo>
                  <a:pt x="574357" y="14288"/>
                </a:lnTo>
                <a:lnTo>
                  <a:pt x="557213" y="10478"/>
                </a:lnTo>
                <a:lnTo>
                  <a:pt x="541020" y="6668"/>
                </a:lnTo>
                <a:lnTo>
                  <a:pt x="523875" y="4762"/>
                </a:lnTo>
                <a:lnTo>
                  <a:pt x="507683" y="2858"/>
                </a:lnTo>
                <a:lnTo>
                  <a:pt x="490537" y="952"/>
                </a:lnTo>
                <a:lnTo>
                  <a:pt x="474345" y="0"/>
                </a:lnTo>
                <a:close/>
              </a:path>
            </a:pathLst>
          </a:custGeom>
          <a:solidFill>
            <a:srgbClr val="5CD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done-task-1"/>
          <p:cNvSpPr txBox="1"/>
          <p:nvPr/>
        </p:nvSpPr>
        <p:spPr>
          <a:xfrm>
            <a:off x="24593550" y="6253162"/>
            <a:ext cx="4781550" cy="182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对接第三方广告监</a:t>
            </a:r>
          </a:p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测工具上线</a:t>
            </a:r>
          </a:p>
        </p:txBody>
      </p:sp>
      <p:sp>
        <p:nvSpPr>
          <p:cNvPr id="184" name="done-tag-2"/>
          <p:cNvSpPr/>
          <p:nvPr/>
        </p:nvSpPr>
        <p:spPr>
          <a:xfrm>
            <a:off x="22831425" y="8582025"/>
            <a:ext cx="1257300" cy="1066800"/>
          </a:xfrm>
          <a:custGeom>
            <a:avLst/>
            <a:gdLst/>
            <a:ahLst/>
            <a:cxnLst/>
            <a:rect l="l" t="t" r="r" b="b"/>
            <a:pathLst>
              <a:path w="1257300" h="1066800">
                <a:moveTo>
                  <a:pt x="457200" y="0"/>
                </a:moveTo>
                <a:lnTo>
                  <a:pt x="427673" y="953"/>
                </a:lnTo>
                <a:lnTo>
                  <a:pt x="398145" y="4763"/>
                </a:lnTo>
                <a:lnTo>
                  <a:pt x="368617" y="10477"/>
                </a:lnTo>
                <a:lnTo>
                  <a:pt x="339090" y="18097"/>
                </a:lnTo>
                <a:lnTo>
                  <a:pt x="310515" y="28575"/>
                </a:lnTo>
                <a:lnTo>
                  <a:pt x="282893" y="40957"/>
                </a:lnTo>
                <a:lnTo>
                  <a:pt x="255270" y="55245"/>
                </a:lnTo>
                <a:lnTo>
                  <a:pt x="228600" y="71437"/>
                </a:lnTo>
                <a:lnTo>
                  <a:pt x="203835" y="89535"/>
                </a:lnTo>
                <a:lnTo>
                  <a:pt x="179070" y="110490"/>
                </a:lnTo>
                <a:lnTo>
                  <a:pt x="156210" y="132397"/>
                </a:lnTo>
                <a:lnTo>
                  <a:pt x="134303" y="156210"/>
                </a:lnTo>
                <a:lnTo>
                  <a:pt x="113347" y="181927"/>
                </a:lnTo>
                <a:lnTo>
                  <a:pt x="94297" y="208597"/>
                </a:lnTo>
                <a:lnTo>
                  <a:pt x="77153" y="237173"/>
                </a:lnTo>
                <a:lnTo>
                  <a:pt x="60960" y="266700"/>
                </a:lnTo>
                <a:lnTo>
                  <a:pt x="47625" y="297180"/>
                </a:lnTo>
                <a:lnTo>
                  <a:pt x="35243" y="329565"/>
                </a:lnTo>
                <a:lnTo>
                  <a:pt x="23813" y="361950"/>
                </a:lnTo>
                <a:lnTo>
                  <a:pt x="15240" y="395287"/>
                </a:lnTo>
                <a:lnTo>
                  <a:pt x="8573" y="429577"/>
                </a:lnTo>
                <a:lnTo>
                  <a:pt x="3810" y="463867"/>
                </a:lnTo>
                <a:lnTo>
                  <a:pt x="953" y="498157"/>
                </a:lnTo>
                <a:lnTo>
                  <a:pt x="0" y="533400"/>
                </a:lnTo>
                <a:lnTo>
                  <a:pt x="953" y="568643"/>
                </a:lnTo>
                <a:lnTo>
                  <a:pt x="3810" y="602933"/>
                </a:lnTo>
                <a:lnTo>
                  <a:pt x="8573" y="637223"/>
                </a:lnTo>
                <a:lnTo>
                  <a:pt x="15240" y="671513"/>
                </a:lnTo>
                <a:lnTo>
                  <a:pt x="23813" y="704850"/>
                </a:lnTo>
                <a:lnTo>
                  <a:pt x="35243" y="737235"/>
                </a:lnTo>
                <a:lnTo>
                  <a:pt x="47625" y="769620"/>
                </a:lnTo>
                <a:lnTo>
                  <a:pt x="60960" y="800100"/>
                </a:lnTo>
                <a:lnTo>
                  <a:pt x="77153" y="829627"/>
                </a:lnTo>
                <a:lnTo>
                  <a:pt x="94297" y="858203"/>
                </a:lnTo>
                <a:lnTo>
                  <a:pt x="113347" y="884873"/>
                </a:lnTo>
                <a:lnTo>
                  <a:pt x="134303" y="910590"/>
                </a:lnTo>
                <a:lnTo>
                  <a:pt x="156210" y="934403"/>
                </a:lnTo>
                <a:lnTo>
                  <a:pt x="179070" y="956310"/>
                </a:lnTo>
                <a:lnTo>
                  <a:pt x="203835" y="977265"/>
                </a:lnTo>
                <a:lnTo>
                  <a:pt x="228600" y="995363"/>
                </a:lnTo>
                <a:lnTo>
                  <a:pt x="255270" y="1011555"/>
                </a:lnTo>
                <a:lnTo>
                  <a:pt x="282893" y="1025843"/>
                </a:lnTo>
                <a:lnTo>
                  <a:pt x="310515" y="1038225"/>
                </a:lnTo>
                <a:lnTo>
                  <a:pt x="339090" y="1048703"/>
                </a:lnTo>
                <a:lnTo>
                  <a:pt x="368617" y="1056323"/>
                </a:lnTo>
                <a:lnTo>
                  <a:pt x="398145" y="1062037"/>
                </a:lnTo>
                <a:lnTo>
                  <a:pt x="427673" y="1065847"/>
                </a:lnTo>
                <a:lnTo>
                  <a:pt x="457200" y="1066800"/>
                </a:lnTo>
                <a:lnTo>
                  <a:pt x="474345" y="1066800"/>
                </a:lnTo>
                <a:lnTo>
                  <a:pt x="490537" y="1065847"/>
                </a:lnTo>
                <a:lnTo>
                  <a:pt x="507683" y="1063943"/>
                </a:lnTo>
                <a:lnTo>
                  <a:pt x="523875" y="1062037"/>
                </a:lnTo>
                <a:lnTo>
                  <a:pt x="541020" y="1060133"/>
                </a:lnTo>
                <a:lnTo>
                  <a:pt x="557213" y="1056323"/>
                </a:lnTo>
                <a:lnTo>
                  <a:pt x="574357" y="1052513"/>
                </a:lnTo>
                <a:lnTo>
                  <a:pt x="590550" y="1048703"/>
                </a:lnTo>
                <a:lnTo>
                  <a:pt x="607695" y="1043940"/>
                </a:lnTo>
                <a:lnTo>
                  <a:pt x="623887" y="1038225"/>
                </a:lnTo>
                <a:lnTo>
                  <a:pt x="641033" y="1032510"/>
                </a:lnTo>
                <a:lnTo>
                  <a:pt x="657225" y="1025843"/>
                </a:lnTo>
                <a:lnTo>
                  <a:pt x="674370" y="1019175"/>
                </a:lnTo>
                <a:lnTo>
                  <a:pt x="690563" y="1011555"/>
                </a:lnTo>
                <a:lnTo>
                  <a:pt x="707707" y="1003935"/>
                </a:lnTo>
                <a:lnTo>
                  <a:pt x="723900" y="995363"/>
                </a:lnTo>
                <a:lnTo>
                  <a:pt x="741045" y="986790"/>
                </a:lnTo>
                <a:lnTo>
                  <a:pt x="757237" y="977265"/>
                </a:lnTo>
                <a:lnTo>
                  <a:pt x="774383" y="966787"/>
                </a:lnTo>
                <a:lnTo>
                  <a:pt x="790575" y="956310"/>
                </a:lnTo>
                <a:lnTo>
                  <a:pt x="807720" y="945833"/>
                </a:lnTo>
                <a:lnTo>
                  <a:pt x="823913" y="934403"/>
                </a:lnTo>
                <a:lnTo>
                  <a:pt x="841057" y="922973"/>
                </a:lnTo>
                <a:lnTo>
                  <a:pt x="857250" y="910590"/>
                </a:lnTo>
                <a:lnTo>
                  <a:pt x="874395" y="898207"/>
                </a:lnTo>
                <a:lnTo>
                  <a:pt x="890587" y="884873"/>
                </a:lnTo>
                <a:lnTo>
                  <a:pt x="907733" y="871537"/>
                </a:lnTo>
                <a:lnTo>
                  <a:pt x="923925" y="858203"/>
                </a:lnTo>
                <a:lnTo>
                  <a:pt x="941070" y="843915"/>
                </a:lnTo>
                <a:lnTo>
                  <a:pt x="957263" y="829627"/>
                </a:lnTo>
                <a:lnTo>
                  <a:pt x="974407" y="815340"/>
                </a:lnTo>
                <a:lnTo>
                  <a:pt x="990600" y="800100"/>
                </a:lnTo>
                <a:lnTo>
                  <a:pt x="1007745" y="784860"/>
                </a:lnTo>
                <a:lnTo>
                  <a:pt x="1023937" y="769620"/>
                </a:lnTo>
                <a:lnTo>
                  <a:pt x="1041083" y="753427"/>
                </a:lnTo>
                <a:lnTo>
                  <a:pt x="1057275" y="737235"/>
                </a:lnTo>
                <a:lnTo>
                  <a:pt x="1074420" y="721043"/>
                </a:lnTo>
                <a:lnTo>
                  <a:pt x="1090613" y="704850"/>
                </a:lnTo>
                <a:lnTo>
                  <a:pt x="1107757" y="688657"/>
                </a:lnTo>
                <a:lnTo>
                  <a:pt x="1123950" y="671513"/>
                </a:lnTo>
                <a:lnTo>
                  <a:pt x="1141095" y="654367"/>
                </a:lnTo>
                <a:lnTo>
                  <a:pt x="1157287" y="637223"/>
                </a:lnTo>
                <a:lnTo>
                  <a:pt x="1174433" y="620077"/>
                </a:lnTo>
                <a:lnTo>
                  <a:pt x="1190625" y="602933"/>
                </a:lnTo>
                <a:lnTo>
                  <a:pt x="1207770" y="585787"/>
                </a:lnTo>
                <a:lnTo>
                  <a:pt x="1223963" y="568643"/>
                </a:lnTo>
                <a:lnTo>
                  <a:pt x="1241107" y="550545"/>
                </a:lnTo>
                <a:lnTo>
                  <a:pt x="1257300" y="533400"/>
                </a:lnTo>
                <a:lnTo>
                  <a:pt x="1241107" y="516255"/>
                </a:lnTo>
                <a:lnTo>
                  <a:pt x="1223963" y="498157"/>
                </a:lnTo>
                <a:lnTo>
                  <a:pt x="1207770" y="481013"/>
                </a:lnTo>
                <a:lnTo>
                  <a:pt x="1190625" y="463867"/>
                </a:lnTo>
                <a:lnTo>
                  <a:pt x="1174433" y="446723"/>
                </a:lnTo>
                <a:lnTo>
                  <a:pt x="1157287" y="429577"/>
                </a:lnTo>
                <a:lnTo>
                  <a:pt x="1141095" y="412433"/>
                </a:lnTo>
                <a:lnTo>
                  <a:pt x="1123950" y="395287"/>
                </a:lnTo>
                <a:lnTo>
                  <a:pt x="1107757" y="378143"/>
                </a:lnTo>
                <a:lnTo>
                  <a:pt x="1090613" y="361950"/>
                </a:lnTo>
                <a:lnTo>
                  <a:pt x="1074420" y="345757"/>
                </a:lnTo>
                <a:lnTo>
                  <a:pt x="1057275" y="329565"/>
                </a:lnTo>
                <a:lnTo>
                  <a:pt x="1041083" y="313373"/>
                </a:lnTo>
                <a:lnTo>
                  <a:pt x="1023937" y="297180"/>
                </a:lnTo>
                <a:lnTo>
                  <a:pt x="1007745" y="281940"/>
                </a:lnTo>
                <a:lnTo>
                  <a:pt x="990600" y="266700"/>
                </a:lnTo>
                <a:lnTo>
                  <a:pt x="974407" y="251460"/>
                </a:lnTo>
                <a:lnTo>
                  <a:pt x="957263" y="237173"/>
                </a:lnTo>
                <a:lnTo>
                  <a:pt x="941070" y="222885"/>
                </a:lnTo>
                <a:lnTo>
                  <a:pt x="923925" y="208597"/>
                </a:lnTo>
                <a:lnTo>
                  <a:pt x="907733" y="195263"/>
                </a:lnTo>
                <a:lnTo>
                  <a:pt x="890587" y="181927"/>
                </a:lnTo>
                <a:lnTo>
                  <a:pt x="874395" y="168593"/>
                </a:lnTo>
                <a:lnTo>
                  <a:pt x="857250" y="156210"/>
                </a:lnTo>
                <a:lnTo>
                  <a:pt x="841057" y="143827"/>
                </a:lnTo>
                <a:lnTo>
                  <a:pt x="823913" y="132397"/>
                </a:lnTo>
                <a:lnTo>
                  <a:pt x="807720" y="120967"/>
                </a:lnTo>
                <a:lnTo>
                  <a:pt x="790575" y="110490"/>
                </a:lnTo>
                <a:lnTo>
                  <a:pt x="774383" y="100013"/>
                </a:lnTo>
                <a:lnTo>
                  <a:pt x="757237" y="89535"/>
                </a:lnTo>
                <a:lnTo>
                  <a:pt x="741045" y="80010"/>
                </a:lnTo>
                <a:lnTo>
                  <a:pt x="723900" y="71437"/>
                </a:lnTo>
                <a:lnTo>
                  <a:pt x="707707" y="62865"/>
                </a:lnTo>
                <a:lnTo>
                  <a:pt x="690563" y="55245"/>
                </a:lnTo>
                <a:lnTo>
                  <a:pt x="674370" y="47625"/>
                </a:lnTo>
                <a:lnTo>
                  <a:pt x="657225" y="40957"/>
                </a:lnTo>
                <a:lnTo>
                  <a:pt x="641033" y="34290"/>
                </a:lnTo>
                <a:lnTo>
                  <a:pt x="623887" y="28575"/>
                </a:lnTo>
                <a:lnTo>
                  <a:pt x="607695" y="22860"/>
                </a:lnTo>
                <a:lnTo>
                  <a:pt x="590550" y="18097"/>
                </a:lnTo>
                <a:lnTo>
                  <a:pt x="574357" y="14287"/>
                </a:lnTo>
                <a:lnTo>
                  <a:pt x="557213" y="10477"/>
                </a:lnTo>
                <a:lnTo>
                  <a:pt x="541020" y="6667"/>
                </a:lnTo>
                <a:lnTo>
                  <a:pt x="523875" y="4763"/>
                </a:lnTo>
                <a:lnTo>
                  <a:pt x="507683" y="2857"/>
                </a:lnTo>
                <a:lnTo>
                  <a:pt x="490537" y="953"/>
                </a:lnTo>
                <a:lnTo>
                  <a:pt x="474345" y="0"/>
                </a:lnTo>
                <a:close/>
              </a:path>
            </a:pathLst>
          </a:custGeom>
          <a:solidFill>
            <a:srgbClr val="7AD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done-task-2"/>
          <p:cNvSpPr txBox="1"/>
          <p:nvPr/>
        </p:nvSpPr>
        <p:spPr>
          <a:xfrm>
            <a:off x="24593550" y="8243888"/>
            <a:ext cx="4781550" cy="182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清理过期宣传物料</a:t>
            </a:r>
          </a:p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库存</a:t>
            </a:r>
          </a:p>
        </p:txBody>
      </p:sp>
      <p:sp>
        <p:nvSpPr>
          <p:cNvPr id="186" name="legend-tag-1"/>
          <p:cNvSpPr/>
          <p:nvPr/>
        </p:nvSpPr>
        <p:spPr>
          <a:xfrm>
            <a:off x="7648575" y="17430750"/>
            <a:ext cx="942975" cy="800100"/>
          </a:xfrm>
          <a:custGeom>
            <a:avLst/>
            <a:gdLst/>
            <a:ahLst/>
            <a:cxnLst/>
            <a:rect l="l" t="t" r="r" b="b"/>
            <a:pathLst>
              <a:path w="942975" h="800100">
                <a:moveTo>
                  <a:pt x="342900" y="0"/>
                </a:moveTo>
                <a:lnTo>
                  <a:pt x="320993" y="952"/>
                </a:lnTo>
                <a:lnTo>
                  <a:pt x="298133" y="3810"/>
                </a:lnTo>
                <a:lnTo>
                  <a:pt x="276225" y="7620"/>
                </a:lnTo>
                <a:lnTo>
                  <a:pt x="254317" y="13335"/>
                </a:lnTo>
                <a:lnTo>
                  <a:pt x="233363" y="20955"/>
                </a:lnTo>
                <a:lnTo>
                  <a:pt x="211455" y="30480"/>
                </a:lnTo>
                <a:lnTo>
                  <a:pt x="191453" y="40958"/>
                </a:lnTo>
                <a:lnTo>
                  <a:pt x="171450" y="53340"/>
                </a:lnTo>
                <a:lnTo>
                  <a:pt x="152400" y="67628"/>
                </a:lnTo>
                <a:lnTo>
                  <a:pt x="134303" y="82868"/>
                </a:lnTo>
                <a:lnTo>
                  <a:pt x="117157" y="99060"/>
                </a:lnTo>
                <a:lnTo>
                  <a:pt x="100965" y="117158"/>
                </a:lnTo>
                <a:lnTo>
                  <a:pt x="84773" y="136208"/>
                </a:lnTo>
                <a:lnTo>
                  <a:pt x="70485" y="156210"/>
                </a:lnTo>
                <a:lnTo>
                  <a:pt x="58103" y="178118"/>
                </a:lnTo>
                <a:lnTo>
                  <a:pt x="45720" y="200025"/>
                </a:lnTo>
                <a:lnTo>
                  <a:pt x="35243" y="222885"/>
                </a:lnTo>
                <a:lnTo>
                  <a:pt x="25717" y="246698"/>
                </a:lnTo>
                <a:lnTo>
                  <a:pt x="18097" y="271462"/>
                </a:lnTo>
                <a:lnTo>
                  <a:pt x="11430" y="296228"/>
                </a:lnTo>
                <a:lnTo>
                  <a:pt x="6667" y="321945"/>
                </a:lnTo>
                <a:lnTo>
                  <a:pt x="2857" y="347662"/>
                </a:lnTo>
                <a:lnTo>
                  <a:pt x="953" y="374332"/>
                </a:lnTo>
                <a:lnTo>
                  <a:pt x="0" y="400050"/>
                </a:lnTo>
                <a:lnTo>
                  <a:pt x="953" y="425768"/>
                </a:lnTo>
                <a:lnTo>
                  <a:pt x="2857" y="452438"/>
                </a:lnTo>
                <a:lnTo>
                  <a:pt x="6667" y="478155"/>
                </a:lnTo>
                <a:lnTo>
                  <a:pt x="11430" y="503872"/>
                </a:lnTo>
                <a:lnTo>
                  <a:pt x="18097" y="528638"/>
                </a:lnTo>
                <a:lnTo>
                  <a:pt x="25717" y="553402"/>
                </a:lnTo>
                <a:lnTo>
                  <a:pt x="35243" y="577215"/>
                </a:lnTo>
                <a:lnTo>
                  <a:pt x="45720" y="600075"/>
                </a:lnTo>
                <a:lnTo>
                  <a:pt x="58103" y="621982"/>
                </a:lnTo>
                <a:lnTo>
                  <a:pt x="70485" y="643890"/>
                </a:lnTo>
                <a:lnTo>
                  <a:pt x="84773" y="663892"/>
                </a:lnTo>
                <a:lnTo>
                  <a:pt x="100965" y="682942"/>
                </a:lnTo>
                <a:lnTo>
                  <a:pt x="117157" y="701040"/>
                </a:lnTo>
                <a:lnTo>
                  <a:pt x="134303" y="717232"/>
                </a:lnTo>
                <a:lnTo>
                  <a:pt x="152400" y="732472"/>
                </a:lnTo>
                <a:lnTo>
                  <a:pt x="171450" y="746760"/>
                </a:lnTo>
                <a:lnTo>
                  <a:pt x="191453" y="759142"/>
                </a:lnTo>
                <a:lnTo>
                  <a:pt x="211455" y="769620"/>
                </a:lnTo>
                <a:lnTo>
                  <a:pt x="233363" y="779145"/>
                </a:lnTo>
                <a:lnTo>
                  <a:pt x="254317" y="786765"/>
                </a:lnTo>
                <a:lnTo>
                  <a:pt x="276225" y="792480"/>
                </a:lnTo>
                <a:lnTo>
                  <a:pt x="298133" y="796290"/>
                </a:lnTo>
                <a:lnTo>
                  <a:pt x="320993" y="799148"/>
                </a:lnTo>
                <a:lnTo>
                  <a:pt x="342900" y="800100"/>
                </a:lnTo>
                <a:lnTo>
                  <a:pt x="355283" y="800100"/>
                </a:lnTo>
                <a:lnTo>
                  <a:pt x="368617" y="799148"/>
                </a:lnTo>
                <a:lnTo>
                  <a:pt x="381000" y="798195"/>
                </a:lnTo>
                <a:lnTo>
                  <a:pt x="393383" y="796290"/>
                </a:lnTo>
                <a:lnTo>
                  <a:pt x="405765" y="794385"/>
                </a:lnTo>
                <a:lnTo>
                  <a:pt x="418147" y="792480"/>
                </a:lnTo>
                <a:lnTo>
                  <a:pt x="430530" y="789622"/>
                </a:lnTo>
                <a:lnTo>
                  <a:pt x="442913" y="786765"/>
                </a:lnTo>
                <a:lnTo>
                  <a:pt x="455295" y="782955"/>
                </a:lnTo>
                <a:lnTo>
                  <a:pt x="468630" y="779145"/>
                </a:lnTo>
                <a:lnTo>
                  <a:pt x="481013" y="774382"/>
                </a:lnTo>
                <a:lnTo>
                  <a:pt x="493395" y="769620"/>
                </a:lnTo>
                <a:lnTo>
                  <a:pt x="505777" y="764858"/>
                </a:lnTo>
                <a:lnTo>
                  <a:pt x="518160" y="759142"/>
                </a:lnTo>
                <a:lnTo>
                  <a:pt x="530543" y="752475"/>
                </a:lnTo>
                <a:lnTo>
                  <a:pt x="542925" y="746760"/>
                </a:lnTo>
                <a:lnTo>
                  <a:pt x="555307" y="740092"/>
                </a:lnTo>
                <a:lnTo>
                  <a:pt x="567690" y="732472"/>
                </a:lnTo>
                <a:lnTo>
                  <a:pt x="581025" y="724852"/>
                </a:lnTo>
                <a:lnTo>
                  <a:pt x="593407" y="717232"/>
                </a:lnTo>
                <a:lnTo>
                  <a:pt x="605790" y="709612"/>
                </a:lnTo>
                <a:lnTo>
                  <a:pt x="618173" y="701040"/>
                </a:lnTo>
                <a:lnTo>
                  <a:pt x="630555" y="692468"/>
                </a:lnTo>
                <a:lnTo>
                  <a:pt x="642937" y="682942"/>
                </a:lnTo>
                <a:lnTo>
                  <a:pt x="655320" y="673418"/>
                </a:lnTo>
                <a:lnTo>
                  <a:pt x="667703" y="663892"/>
                </a:lnTo>
                <a:lnTo>
                  <a:pt x="681037" y="653415"/>
                </a:lnTo>
                <a:lnTo>
                  <a:pt x="693420" y="643890"/>
                </a:lnTo>
                <a:lnTo>
                  <a:pt x="705803" y="633412"/>
                </a:lnTo>
                <a:lnTo>
                  <a:pt x="718185" y="621982"/>
                </a:lnTo>
                <a:lnTo>
                  <a:pt x="730567" y="611505"/>
                </a:lnTo>
                <a:lnTo>
                  <a:pt x="742950" y="600075"/>
                </a:lnTo>
                <a:lnTo>
                  <a:pt x="755333" y="588645"/>
                </a:lnTo>
                <a:lnTo>
                  <a:pt x="767715" y="577215"/>
                </a:lnTo>
                <a:lnTo>
                  <a:pt x="780097" y="564832"/>
                </a:lnTo>
                <a:lnTo>
                  <a:pt x="793433" y="553402"/>
                </a:lnTo>
                <a:lnTo>
                  <a:pt x="805815" y="541020"/>
                </a:lnTo>
                <a:lnTo>
                  <a:pt x="818197" y="528638"/>
                </a:lnTo>
                <a:lnTo>
                  <a:pt x="830580" y="516255"/>
                </a:lnTo>
                <a:lnTo>
                  <a:pt x="842963" y="503872"/>
                </a:lnTo>
                <a:lnTo>
                  <a:pt x="855345" y="490538"/>
                </a:lnTo>
                <a:lnTo>
                  <a:pt x="867727" y="478155"/>
                </a:lnTo>
                <a:lnTo>
                  <a:pt x="880110" y="464820"/>
                </a:lnTo>
                <a:lnTo>
                  <a:pt x="893445" y="452438"/>
                </a:lnTo>
                <a:lnTo>
                  <a:pt x="905827" y="439102"/>
                </a:lnTo>
                <a:lnTo>
                  <a:pt x="918210" y="425768"/>
                </a:lnTo>
                <a:lnTo>
                  <a:pt x="930593" y="413385"/>
                </a:lnTo>
                <a:lnTo>
                  <a:pt x="942975" y="400050"/>
                </a:lnTo>
                <a:lnTo>
                  <a:pt x="930593" y="386715"/>
                </a:lnTo>
                <a:lnTo>
                  <a:pt x="918210" y="374332"/>
                </a:lnTo>
                <a:lnTo>
                  <a:pt x="905827" y="360998"/>
                </a:lnTo>
                <a:lnTo>
                  <a:pt x="893445" y="347662"/>
                </a:lnTo>
                <a:lnTo>
                  <a:pt x="880110" y="335280"/>
                </a:lnTo>
                <a:lnTo>
                  <a:pt x="867727" y="321945"/>
                </a:lnTo>
                <a:lnTo>
                  <a:pt x="855345" y="309562"/>
                </a:lnTo>
                <a:lnTo>
                  <a:pt x="842963" y="296228"/>
                </a:lnTo>
                <a:lnTo>
                  <a:pt x="830580" y="283845"/>
                </a:lnTo>
                <a:lnTo>
                  <a:pt x="818197" y="271462"/>
                </a:lnTo>
                <a:lnTo>
                  <a:pt x="805815" y="259080"/>
                </a:lnTo>
                <a:lnTo>
                  <a:pt x="793433" y="246698"/>
                </a:lnTo>
                <a:lnTo>
                  <a:pt x="780097" y="235268"/>
                </a:lnTo>
                <a:lnTo>
                  <a:pt x="767715" y="222885"/>
                </a:lnTo>
                <a:lnTo>
                  <a:pt x="755333" y="211455"/>
                </a:lnTo>
                <a:lnTo>
                  <a:pt x="742950" y="200025"/>
                </a:lnTo>
                <a:lnTo>
                  <a:pt x="730567" y="188595"/>
                </a:lnTo>
                <a:lnTo>
                  <a:pt x="718185" y="178118"/>
                </a:lnTo>
                <a:lnTo>
                  <a:pt x="705803" y="166688"/>
                </a:lnTo>
                <a:lnTo>
                  <a:pt x="693420" y="156210"/>
                </a:lnTo>
                <a:lnTo>
                  <a:pt x="681037" y="146685"/>
                </a:lnTo>
                <a:lnTo>
                  <a:pt x="667703" y="136208"/>
                </a:lnTo>
                <a:lnTo>
                  <a:pt x="655320" y="126682"/>
                </a:lnTo>
                <a:lnTo>
                  <a:pt x="642937" y="117158"/>
                </a:lnTo>
                <a:lnTo>
                  <a:pt x="630555" y="107632"/>
                </a:lnTo>
                <a:lnTo>
                  <a:pt x="618173" y="99060"/>
                </a:lnTo>
                <a:lnTo>
                  <a:pt x="605790" y="90488"/>
                </a:lnTo>
                <a:lnTo>
                  <a:pt x="593407" y="82868"/>
                </a:lnTo>
                <a:lnTo>
                  <a:pt x="581025" y="75248"/>
                </a:lnTo>
                <a:lnTo>
                  <a:pt x="567690" y="67628"/>
                </a:lnTo>
                <a:lnTo>
                  <a:pt x="555307" y="60008"/>
                </a:lnTo>
                <a:lnTo>
                  <a:pt x="542925" y="53340"/>
                </a:lnTo>
                <a:lnTo>
                  <a:pt x="530543" y="47625"/>
                </a:lnTo>
                <a:lnTo>
                  <a:pt x="518160" y="40958"/>
                </a:lnTo>
                <a:lnTo>
                  <a:pt x="505777" y="35242"/>
                </a:lnTo>
                <a:lnTo>
                  <a:pt x="493395" y="30480"/>
                </a:lnTo>
                <a:lnTo>
                  <a:pt x="481013" y="25718"/>
                </a:lnTo>
                <a:lnTo>
                  <a:pt x="468630" y="20955"/>
                </a:lnTo>
                <a:lnTo>
                  <a:pt x="455295" y="17145"/>
                </a:lnTo>
                <a:lnTo>
                  <a:pt x="442913" y="13335"/>
                </a:lnTo>
                <a:lnTo>
                  <a:pt x="430530" y="10478"/>
                </a:lnTo>
                <a:lnTo>
                  <a:pt x="418147" y="7620"/>
                </a:lnTo>
                <a:lnTo>
                  <a:pt x="405765" y="5715"/>
                </a:lnTo>
                <a:lnTo>
                  <a:pt x="393383" y="3810"/>
                </a:lnTo>
                <a:lnTo>
                  <a:pt x="381000" y="1905"/>
                </a:lnTo>
                <a:lnTo>
                  <a:pt x="368617" y="952"/>
                </a:lnTo>
                <a:lnTo>
                  <a:pt x="355283" y="0"/>
                </a:lnTo>
                <a:close/>
              </a:path>
            </a:pathLst>
          </a:custGeom>
          <a:solidFill>
            <a:srgbClr val="FF6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legend-txt-1"/>
          <p:cNvSpPr txBox="1"/>
          <p:nvPr/>
        </p:nvSpPr>
        <p:spPr>
          <a:xfrm>
            <a:off x="8886825" y="17459325"/>
            <a:ext cx="24765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紧急又重要</a:t>
            </a:r>
          </a:p>
        </p:txBody>
      </p:sp>
      <p:sp>
        <p:nvSpPr>
          <p:cNvPr id="188" name="legend-tag-2"/>
          <p:cNvSpPr/>
          <p:nvPr/>
        </p:nvSpPr>
        <p:spPr>
          <a:xfrm>
            <a:off x="12163425" y="17430750"/>
            <a:ext cx="942975" cy="800100"/>
          </a:xfrm>
          <a:custGeom>
            <a:avLst/>
            <a:gdLst/>
            <a:ahLst/>
            <a:cxnLst/>
            <a:rect l="l" t="t" r="r" b="b"/>
            <a:pathLst>
              <a:path w="942975" h="800100">
                <a:moveTo>
                  <a:pt x="342900" y="0"/>
                </a:moveTo>
                <a:lnTo>
                  <a:pt x="320993" y="952"/>
                </a:lnTo>
                <a:lnTo>
                  <a:pt x="298133" y="3810"/>
                </a:lnTo>
                <a:lnTo>
                  <a:pt x="276225" y="7620"/>
                </a:lnTo>
                <a:lnTo>
                  <a:pt x="254317" y="13335"/>
                </a:lnTo>
                <a:lnTo>
                  <a:pt x="233363" y="20955"/>
                </a:lnTo>
                <a:lnTo>
                  <a:pt x="211455" y="30480"/>
                </a:lnTo>
                <a:lnTo>
                  <a:pt x="191453" y="40958"/>
                </a:lnTo>
                <a:lnTo>
                  <a:pt x="171450" y="53340"/>
                </a:lnTo>
                <a:lnTo>
                  <a:pt x="152400" y="67628"/>
                </a:lnTo>
                <a:lnTo>
                  <a:pt x="134303" y="82868"/>
                </a:lnTo>
                <a:lnTo>
                  <a:pt x="117157" y="99060"/>
                </a:lnTo>
                <a:lnTo>
                  <a:pt x="100965" y="117158"/>
                </a:lnTo>
                <a:lnTo>
                  <a:pt x="84773" y="136208"/>
                </a:lnTo>
                <a:lnTo>
                  <a:pt x="70485" y="156210"/>
                </a:lnTo>
                <a:lnTo>
                  <a:pt x="58103" y="178118"/>
                </a:lnTo>
                <a:lnTo>
                  <a:pt x="45720" y="200025"/>
                </a:lnTo>
                <a:lnTo>
                  <a:pt x="35243" y="222885"/>
                </a:lnTo>
                <a:lnTo>
                  <a:pt x="25717" y="246698"/>
                </a:lnTo>
                <a:lnTo>
                  <a:pt x="18097" y="271462"/>
                </a:lnTo>
                <a:lnTo>
                  <a:pt x="11430" y="296228"/>
                </a:lnTo>
                <a:lnTo>
                  <a:pt x="6667" y="321945"/>
                </a:lnTo>
                <a:lnTo>
                  <a:pt x="2857" y="347662"/>
                </a:lnTo>
                <a:lnTo>
                  <a:pt x="953" y="374332"/>
                </a:lnTo>
                <a:lnTo>
                  <a:pt x="0" y="400050"/>
                </a:lnTo>
                <a:lnTo>
                  <a:pt x="953" y="425768"/>
                </a:lnTo>
                <a:lnTo>
                  <a:pt x="2857" y="452438"/>
                </a:lnTo>
                <a:lnTo>
                  <a:pt x="6667" y="478155"/>
                </a:lnTo>
                <a:lnTo>
                  <a:pt x="11430" y="503872"/>
                </a:lnTo>
                <a:lnTo>
                  <a:pt x="18097" y="528638"/>
                </a:lnTo>
                <a:lnTo>
                  <a:pt x="25717" y="553402"/>
                </a:lnTo>
                <a:lnTo>
                  <a:pt x="35243" y="577215"/>
                </a:lnTo>
                <a:lnTo>
                  <a:pt x="45720" y="600075"/>
                </a:lnTo>
                <a:lnTo>
                  <a:pt x="58103" y="621982"/>
                </a:lnTo>
                <a:lnTo>
                  <a:pt x="70485" y="643890"/>
                </a:lnTo>
                <a:lnTo>
                  <a:pt x="84773" y="663892"/>
                </a:lnTo>
                <a:lnTo>
                  <a:pt x="100965" y="682942"/>
                </a:lnTo>
                <a:lnTo>
                  <a:pt x="117157" y="701040"/>
                </a:lnTo>
                <a:lnTo>
                  <a:pt x="134303" y="717232"/>
                </a:lnTo>
                <a:lnTo>
                  <a:pt x="152400" y="732472"/>
                </a:lnTo>
                <a:lnTo>
                  <a:pt x="171450" y="746760"/>
                </a:lnTo>
                <a:lnTo>
                  <a:pt x="191453" y="759142"/>
                </a:lnTo>
                <a:lnTo>
                  <a:pt x="211455" y="769620"/>
                </a:lnTo>
                <a:lnTo>
                  <a:pt x="233363" y="779145"/>
                </a:lnTo>
                <a:lnTo>
                  <a:pt x="254317" y="786765"/>
                </a:lnTo>
                <a:lnTo>
                  <a:pt x="276225" y="792480"/>
                </a:lnTo>
                <a:lnTo>
                  <a:pt x="298133" y="796290"/>
                </a:lnTo>
                <a:lnTo>
                  <a:pt x="320993" y="799148"/>
                </a:lnTo>
                <a:lnTo>
                  <a:pt x="342900" y="800100"/>
                </a:lnTo>
                <a:lnTo>
                  <a:pt x="355283" y="800100"/>
                </a:lnTo>
                <a:lnTo>
                  <a:pt x="368617" y="799148"/>
                </a:lnTo>
                <a:lnTo>
                  <a:pt x="381000" y="798195"/>
                </a:lnTo>
                <a:lnTo>
                  <a:pt x="393383" y="796290"/>
                </a:lnTo>
                <a:lnTo>
                  <a:pt x="405765" y="794385"/>
                </a:lnTo>
                <a:lnTo>
                  <a:pt x="418147" y="792480"/>
                </a:lnTo>
                <a:lnTo>
                  <a:pt x="430530" y="789622"/>
                </a:lnTo>
                <a:lnTo>
                  <a:pt x="442913" y="786765"/>
                </a:lnTo>
                <a:lnTo>
                  <a:pt x="455295" y="782955"/>
                </a:lnTo>
                <a:lnTo>
                  <a:pt x="468630" y="779145"/>
                </a:lnTo>
                <a:lnTo>
                  <a:pt x="481013" y="774382"/>
                </a:lnTo>
                <a:lnTo>
                  <a:pt x="493395" y="769620"/>
                </a:lnTo>
                <a:lnTo>
                  <a:pt x="505777" y="764858"/>
                </a:lnTo>
                <a:lnTo>
                  <a:pt x="518160" y="759142"/>
                </a:lnTo>
                <a:lnTo>
                  <a:pt x="530543" y="752475"/>
                </a:lnTo>
                <a:lnTo>
                  <a:pt x="542925" y="746760"/>
                </a:lnTo>
                <a:lnTo>
                  <a:pt x="555307" y="740092"/>
                </a:lnTo>
                <a:lnTo>
                  <a:pt x="567690" y="732472"/>
                </a:lnTo>
                <a:lnTo>
                  <a:pt x="581025" y="724852"/>
                </a:lnTo>
                <a:lnTo>
                  <a:pt x="593407" y="717232"/>
                </a:lnTo>
                <a:lnTo>
                  <a:pt x="605790" y="709612"/>
                </a:lnTo>
                <a:lnTo>
                  <a:pt x="618173" y="701040"/>
                </a:lnTo>
                <a:lnTo>
                  <a:pt x="630555" y="692468"/>
                </a:lnTo>
                <a:lnTo>
                  <a:pt x="642937" y="682942"/>
                </a:lnTo>
                <a:lnTo>
                  <a:pt x="655320" y="673418"/>
                </a:lnTo>
                <a:lnTo>
                  <a:pt x="667703" y="663892"/>
                </a:lnTo>
                <a:lnTo>
                  <a:pt x="681037" y="653415"/>
                </a:lnTo>
                <a:lnTo>
                  <a:pt x="693420" y="643890"/>
                </a:lnTo>
                <a:lnTo>
                  <a:pt x="705803" y="633412"/>
                </a:lnTo>
                <a:lnTo>
                  <a:pt x="718185" y="621982"/>
                </a:lnTo>
                <a:lnTo>
                  <a:pt x="730567" y="611505"/>
                </a:lnTo>
                <a:lnTo>
                  <a:pt x="742950" y="600075"/>
                </a:lnTo>
                <a:lnTo>
                  <a:pt x="755333" y="588645"/>
                </a:lnTo>
                <a:lnTo>
                  <a:pt x="767715" y="577215"/>
                </a:lnTo>
                <a:lnTo>
                  <a:pt x="780097" y="564832"/>
                </a:lnTo>
                <a:lnTo>
                  <a:pt x="793433" y="553402"/>
                </a:lnTo>
                <a:lnTo>
                  <a:pt x="805815" y="541020"/>
                </a:lnTo>
                <a:lnTo>
                  <a:pt x="818197" y="528638"/>
                </a:lnTo>
                <a:lnTo>
                  <a:pt x="830580" y="516255"/>
                </a:lnTo>
                <a:lnTo>
                  <a:pt x="842963" y="503872"/>
                </a:lnTo>
                <a:lnTo>
                  <a:pt x="855345" y="490538"/>
                </a:lnTo>
                <a:lnTo>
                  <a:pt x="867727" y="478155"/>
                </a:lnTo>
                <a:lnTo>
                  <a:pt x="880110" y="464820"/>
                </a:lnTo>
                <a:lnTo>
                  <a:pt x="893445" y="452438"/>
                </a:lnTo>
                <a:lnTo>
                  <a:pt x="905827" y="439102"/>
                </a:lnTo>
                <a:lnTo>
                  <a:pt x="918210" y="425768"/>
                </a:lnTo>
                <a:lnTo>
                  <a:pt x="930593" y="413385"/>
                </a:lnTo>
                <a:lnTo>
                  <a:pt x="942975" y="400050"/>
                </a:lnTo>
                <a:lnTo>
                  <a:pt x="930593" y="386715"/>
                </a:lnTo>
                <a:lnTo>
                  <a:pt x="918210" y="374332"/>
                </a:lnTo>
                <a:lnTo>
                  <a:pt x="905827" y="360998"/>
                </a:lnTo>
                <a:lnTo>
                  <a:pt x="893445" y="347662"/>
                </a:lnTo>
                <a:lnTo>
                  <a:pt x="880110" y="335280"/>
                </a:lnTo>
                <a:lnTo>
                  <a:pt x="867727" y="321945"/>
                </a:lnTo>
                <a:lnTo>
                  <a:pt x="855345" y="309562"/>
                </a:lnTo>
                <a:lnTo>
                  <a:pt x="842963" y="296228"/>
                </a:lnTo>
                <a:lnTo>
                  <a:pt x="830580" y="283845"/>
                </a:lnTo>
                <a:lnTo>
                  <a:pt x="818197" y="271462"/>
                </a:lnTo>
                <a:lnTo>
                  <a:pt x="805815" y="259080"/>
                </a:lnTo>
                <a:lnTo>
                  <a:pt x="793433" y="246698"/>
                </a:lnTo>
                <a:lnTo>
                  <a:pt x="780097" y="235268"/>
                </a:lnTo>
                <a:lnTo>
                  <a:pt x="767715" y="222885"/>
                </a:lnTo>
                <a:lnTo>
                  <a:pt x="755333" y="211455"/>
                </a:lnTo>
                <a:lnTo>
                  <a:pt x="742950" y="200025"/>
                </a:lnTo>
                <a:lnTo>
                  <a:pt x="730567" y="188595"/>
                </a:lnTo>
                <a:lnTo>
                  <a:pt x="718185" y="178118"/>
                </a:lnTo>
                <a:lnTo>
                  <a:pt x="705803" y="166688"/>
                </a:lnTo>
                <a:lnTo>
                  <a:pt x="693420" y="156210"/>
                </a:lnTo>
                <a:lnTo>
                  <a:pt x="681037" y="146685"/>
                </a:lnTo>
                <a:lnTo>
                  <a:pt x="667703" y="136208"/>
                </a:lnTo>
                <a:lnTo>
                  <a:pt x="655320" y="126682"/>
                </a:lnTo>
                <a:lnTo>
                  <a:pt x="642937" y="117158"/>
                </a:lnTo>
                <a:lnTo>
                  <a:pt x="630555" y="107632"/>
                </a:lnTo>
                <a:lnTo>
                  <a:pt x="618173" y="99060"/>
                </a:lnTo>
                <a:lnTo>
                  <a:pt x="605790" y="90488"/>
                </a:lnTo>
                <a:lnTo>
                  <a:pt x="593407" y="82868"/>
                </a:lnTo>
                <a:lnTo>
                  <a:pt x="581025" y="75248"/>
                </a:lnTo>
                <a:lnTo>
                  <a:pt x="567690" y="67628"/>
                </a:lnTo>
                <a:lnTo>
                  <a:pt x="555307" y="60008"/>
                </a:lnTo>
                <a:lnTo>
                  <a:pt x="542925" y="53340"/>
                </a:lnTo>
                <a:lnTo>
                  <a:pt x="530543" y="47625"/>
                </a:lnTo>
                <a:lnTo>
                  <a:pt x="518160" y="40958"/>
                </a:lnTo>
                <a:lnTo>
                  <a:pt x="505777" y="35242"/>
                </a:lnTo>
                <a:lnTo>
                  <a:pt x="493395" y="30480"/>
                </a:lnTo>
                <a:lnTo>
                  <a:pt x="481013" y="25718"/>
                </a:lnTo>
                <a:lnTo>
                  <a:pt x="468630" y="20955"/>
                </a:lnTo>
                <a:lnTo>
                  <a:pt x="455295" y="17145"/>
                </a:lnTo>
                <a:lnTo>
                  <a:pt x="442913" y="13335"/>
                </a:lnTo>
                <a:lnTo>
                  <a:pt x="430530" y="10478"/>
                </a:lnTo>
                <a:lnTo>
                  <a:pt x="418147" y="7620"/>
                </a:lnTo>
                <a:lnTo>
                  <a:pt x="405765" y="5715"/>
                </a:lnTo>
                <a:lnTo>
                  <a:pt x="393383" y="3810"/>
                </a:lnTo>
                <a:lnTo>
                  <a:pt x="381000" y="1905"/>
                </a:lnTo>
                <a:lnTo>
                  <a:pt x="368617" y="952"/>
                </a:lnTo>
                <a:lnTo>
                  <a:pt x="355283" y="0"/>
                </a:lnTo>
                <a:close/>
              </a:path>
            </a:pathLst>
          </a:custGeom>
          <a:solidFill>
            <a:srgbClr val="5CD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legend-txt-2"/>
          <p:cNvSpPr txBox="1"/>
          <p:nvPr/>
        </p:nvSpPr>
        <p:spPr>
          <a:xfrm>
            <a:off x="13401675" y="17459325"/>
            <a:ext cx="24765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重要不紧急</a:t>
            </a:r>
          </a:p>
        </p:txBody>
      </p:sp>
      <p:sp>
        <p:nvSpPr>
          <p:cNvPr id="190" name="legend-tag-3"/>
          <p:cNvSpPr/>
          <p:nvPr/>
        </p:nvSpPr>
        <p:spPr>
          <a:xfrm>
            <a:off x="16687800" y="17430750"/>
            <a:ext cx="942975" cy="800100"/>
          </a:xfrm>
          <a:custGeom>
            <a:avLst/>
            <a:gdLst/>
            <a:ahLst/>
            <a:cxnLst/>
            <a:rect l="l" t="t" r="r" b="b"/>
            <a:pathLst>
              <a:path w="942975" h="800100">
                <a:moveTo>
                  <a:pt x="342900" y="0"/>
                </a:moveTo>
                <a:lnTo>
                  <a:pt x="320992" y="952"/>
                </a:lnTo>
                <a:lnTo>
                  <a:pt x="298132" y="3810"/>
                </a:lnTo>
                <a:lnTo>
                  <a:pt x="276225" y="7620"/>
                </a:lnTo>
                <a:lnTo>
                  <a:pt x="254318" y="13335"/>
                </a:lnTo>
                <a:lnTo>
                  <a:pt x="233362" y="20955"/>
                </a:lnTo>
                <a:lnTo>
                  <a:pt x="211455" y="30480"/>
                </a:lnTo>
                <a:lnTo>
                  <a:pt x="191452" y="40958"/>
                </a:lnTo>
                <a:lnTo>
                  <a:pt x="171450" y="53340"/>
                </a:lnTo>
                <a:lnTo>
                  <a:pt x="152400" y="67628"/>
                </a:lnTo>
                <a:lnTo>
                  <a:pt x="134302" y="82868"/>
                </a:lnTo>
                <a:lnTo>
                  <a:pt x="117158" y="99060"/>
                </a:lnTo>
                <a:lnTo>
                  <a:pt x="100965" y="117158"/>
                </a:lnTo>
                <a:lnTo>
                  <a:pt x="84772" y="136208"/>
                </a:lnTo>
                <a:lnTo>
                  <a:pt x="70485" y="156210"/>
                </a:lnTo>
                <a:lnTo>
                  <a:pt x="58102" y="178118"/>
                </a:lnTo>
                <a:lnTo>
                  <a:pt x="45720" y="200025"/>
                </a:lnTo>
                <a:lnTo>
                  <a:pt x="35242" y="222885"/>
                </a:lnTo>
                <a:lnTo>
                  <a:pt x="25718" y="246698"/>
                </a:lnTo>
                <a:lnTo>
                  <a:pt x="18098" y="271462"/>
                </a:lnTo>
                <a:lnTo>
                  <a:pt x="11430" y="296228"/>
                </a:lnTo>
                <a:lnTo>
                  <a:pt x="6668" y="321945"/>
                </a:lnTo>
                <a:lnTo>
                  <a:pt x="2858" y="347662"/>
                </a:lnTo>
                <a:lnTo>
                  <a:pt x="952" y="374332"/>
                </a:lnTo>
                <a:lnTo>
                  <a:pt x="0" y="400050"/>
                </a:lnTo>
                <a:lnTo>
                  <a:pt x="952" y="425768"/>
                </a:lnTo>
                <a:lnTo>
                  <a:pt x="2858" y="452438"/>
                </a:lnTo>
                <a:lnTo>
                  <a:pt x="6668" y="478155"/>
                </a:lnTo>
                <a:lnTo>
                  <a:pt x="11430" y="503872"/>
                </a:lnTo>
                <a:lnTo>
                  <a:pt x="18098" y="528638"/>
                </a:lnTo>
                <a:lnTo>
                  <a:pt x="25718" y="553402"/>
                </a:lnTo>
                <a:lnTo>
                  <a:pt x="35242" y="577215"/>
                </a:lnTo>
                <a:lnTo>
                  <a:pt x="45720" y="600075"/>
                </a:lnTo>
                <a:lnTo>
                  <a:pt x="58102" y="621982"/>
                </a:lnTo>
                <a:lnTo>
                  <a:pt x="70485" y="643890"/>
                </a:lnTo>
                <a:lnTo>
                  <a:pt x="84772" y="663892"/>
                </a:lnTo>
                <a:lnTo>
                  <a:pt x="100965" y="682942"/>
                </a:lnTo>
                <a:lnTo>
                  <a:pt x="117158" y="701040"/>
                </a:lnTo>
                <a:lnTo>
                  <a:pt x="134302" y="717232"/>
                </a:lnTo>
                <a:lnTo>
                  <a:pt x="152400" y="732472"/>
                </a:lnTo>
                <a:lnTo>
                  <a:pt x="171450" y="746760"/>
                </a:lnTo>
                <a:lnTo>
                  <a:pt x="191452" y="759142"/>
                </a:lnTo>
                <a:lnTo>
                  <a:pt x="211455" y="769620"/>
                </a:lnTo>
                <a:lnTo>
                  <a:pt x="233362" y="779145"/>
                </a:lnTo>
                <a:lnTo>
                  <a:pt x="254318" y="786765"/>
                </a:lnTo>
                <a:lnTo>
                  <a:pt x="276225" y="792480"/>
                </a:lnTo>
                <a:lnTo>
                  <a:pt x="298132" y="796290"/>
                </a:lnTo>
                <a:lnTo>
                  <a:pt x="320992" y="799148"/>
                </a:lnTo>
                <a:lnTo>
                  <a:pt x="342900" y="800100"/>
                </a:lnTo>
                <a:lnTo>
                  <a:pt x="355282" y="800100"/>
                </a:lnTo>
                <a:lnTo>
                  <a:pt x="368618" y="799148"/>
                </a:lnTo>
                <a:lnTo>
                  <a:pt x="381000" y="798195"/>
                </a:lnTo>
                <a:lnTo>
                  <a:pt x="393382" y="796290"/>
                </a:lnTo>
                <a:lnTo>
                  <a:pt x="405765" y="794385"/>
                </a:lnTo>
                <a:lnTo>
                  <a:pt x="418148" y="792480"/>
                </a:lnTo>
                <a:lnTo>
                  <a:pt x="430530" y="789622"/>
                </a:lnTo>
                <a:lnTo>
                  <a:pt x="442912" y="786765"/>
                </a:lnTo>
                <a:lnTo>
                  <a:pt x="455295" y="782955"/>
                </a:lnTo>
                <a:lnTo>
                  <a:pt x="468630" y="779145"/>
                </a:lnTo>
                <a:lnTo>
                  <a:pt x="481012" y="774382"/>
                </a:lnTo>
                <a:lnTo>
                  <a:pt x="493395" y="769620"/>
                </a:lnTo>
                <a:lnTo>
                  <a:pt x="505778" y="764858"/>
                </a:lnTo>
                <a:lnTo>
                  <a:pt x="518160" y="759142"/>
                </a:lnTo>
                <a:lnTo>
                  <a:pt x="530542" y="752475"/>
                </a:lnTo>
                <a:lnTo>
                  <a:pt x="542925" y="746760"/>
                </a:lnTo>
                <a:lnTo>
                  <a:pt x="555308" y="740092"/>
                </a:lnTo>
                <a:lnTo>
                  <a:pt x="567690" y="732472"/>
                </a:lnTo>
                <a:lnTo>
                  <a:pt x="581025" y="724852"/>
                </a:lnTo>
                <a:lnTo>
                  <a:pt x="593408" y="717232"/>
                </a:lnTo>
                <a:lnTo>
                  <a:pt x="605790" y="709612"/>
                </a:lnTo>
                <a:lnTo>
                  <a:pt x="618172" y="701040"/>
                </a:lnTo>
                <a:lnTo>
                  <a:pt x="630555" y="692468"/>
                </a:lnTo>
                <a:lnTo>
                  <a:pt x="642938" y="682942"/>
                </a:lnTo>
                <a:lnTo>
                  <a:pt x="655320" y="673418"/>
                </a:lnTo>
                <a:lnTo>
                  <a:pt x="667702" y="663892"/>
                </a:lnTo>
                <a:lnTo>
                  <a:pt x="681038" y="653415"/>
                </a:lnTo>
                <a:lnTo>
                  <a:pt x="693420" y="643890"/>
                </a:lnTo>
                <a:lnTo>
                  <a:pt x="705802" y="633412"/>
                </a:lnTo>
                <a:lnTo>
                  <a:pt x="718185" y="621982"/>
                </a:lnTo>
                <a:lnTo>
                  <a:pt x="730568" y="611505"/>
                </a:lnTo>
                <a:lnTo>
                  <a:pt x="742950" y="600075"/>
                </a:lnTo>
                <a:lnTo>
                  <a:pt x="755332" y="588645"/>
                </a:lnTo>
                <a:lnTo>
                  <a:pt x="767715" y="577215"/>
                </a:lnTo>
                <a:lnTo>
                  <a:pt x="780098" y="564832"/>
                </a:lnTo>
                <a:lnTo>
                  <a:pt x="793432" y="553402"/>
                </a:lnTo>
                <a:lnTo>
                  <a:pt x="805815" y="541020"/>
                </a:lnTo>
                <a:lnTo>
                  <a:pt x="818198" y="528638"/>
                </a:lnTo>
                <a:lnTo>
                  <a:pt x="830580" y="516255"/>
                </a:lnTo>
                <a:lnTo>
                  <a:pt x="842962" y="503872"/>
                </a:lnTo>
                <a:lnTo>
                  <a:pt x="855345" y="490538"/>
                </a:lnTo>
                <a:lnTo>
                  <a:pt x="867728" y="478155"/>
                </a:lnTo>
                <a:lnTo>
                  <a:pt x="880110" y="464820"/>
                </a:lnTo>
                <a:lnTo>
                  <a:pt x="893445" y="452438"/>
                </a:lnTo>
                <a:lnTo>
                  <a:pt x="905828" y="439102"/>
                </a:lnTo>
                <a:lnTo>
                  <a:pt x="918210" y="425768"/>
                </a:lnTo>
                <a:lnTo>
                  <a:pt x="930592" y="413385"/>
                </a:lnTo>
                <a:lnTo>
                  <a:pt x="942975" y="400050"/>
                </a:lnTo>
                <a:lnTo>
                  <a:pt x="930592" y="386715"/>
                </a:lnTo>
                <a:lnTo>
                  <a:pt x="918210" y="374332"/>
                </a:lnTo>
                <a:lnTo>
                  <a:pt x="905828" y="360998"/>
                </a:lnTo>
                <a:lnTo>
                  <a:pt x="893445" y="347662"/>
                </a:lnTo>
                <a:lnTo>
                  <a:pt x="880110" y="335280"/>
                </a:lnTo>
                <a:lnTo>
                  <a:pt x="867728" y="321945"/>
                </a:lnTo>
                <a:lnTo>
                  <a:pt x="855345" y="309562"/>
                </a:lnTo>
                <a:lnTo>
                  <a:pt x="842962" y="296228"/>
                </a:lnTo>
                <a:lnTo>
                  <a:pt x="830580" y="283845"/>
                </a:lnTo>
                <a:lnTo>
                  <a:pt x="818198" y="271462"/>
                </a:lnTo>
                <a:lnTo>
                  <a:pt x="805815" y="259080"/>
                </a:lnTo>
                <a:lnTo>
                  <a:pt x="793432" y="246698"/>
                </a:lnTo>
                <a:lnTo>
                  <a:pt x="780098" y="235268"/>
                </a:lnTo>
                <a:lnTo>
                  <a:pt x="767715" y="222885"/>
                </a:lnTo>
                <a:lnTo>
                  <a:pt x="755332" y="211455"/>
                </a:lnTo>
                <a:lnTo>
                  <a:pt x="742950" y="200025"/>
                </a:lnTo>
                <a:lnTo>
                  <a:pt x="730568" y="188595"/>
                </a:lnTo>
                <a:lnTo>
                  <a:pt x="718185" y="178118"/>
                </a:lnTo>
                <a:lnTo>
                  <a:pt x="705802" y="166688"/>
                </a:lnTo>
                <a:lnTo>
                  <a:pt x="693420" y="156210"/>
                </a:lnTo>
                <a:lnTo>
                  <a:pt x="681038" y="146685"/>
                </a:lnTo>
                <a:lnTo>
                  <a:pt x="667702" y="136208"/>
                </a:lnTo>
                <a:lnTo>
                  <a:pt x="655320" y="126682"/>
                </a:lnTo>
                <a:lnTo>
                  <a:pt x="642938" y="117158"/>
                </a:lnTo>
                <a:lnTo>
                  <a:pt x="630555" y="107632"/>
                </a:lnTo>
                <a:lnTo>
                  <a:pt x="618172" y="99060"/>
                </a:lnTo>
                <a:lnTo>
                  <a:pt x="605790" y="90488"/>
                </a:lnTo>
                <a:lnTo>
                  <a:pt x="593408" y="82868"/>
                </a:lnTo>
                <a:lnTo>
                  <a:pt x="581025" y="75248"/>
                </a:lnTo>
                <a:lnTo>
                  <a:pt x="567690" y="67628"/>
                </a:lnTo>
                <a:lnTo>
                  <a:pt x="555308" y="60008"/>
                </a:lnTo>
                <a:lnTo>
                  <a:pt x="542925" y="53340"/>
                </a:lnTo>
                <a:lnTo>
                  <a:pt x="530542" y="47625"/>
                </a:lnTo>
                <a:lnTo>
                  <a:pt x="518160" y="40958"/>
                </a:lnTo>
                <a:lnTo>
                  <a:pt x="505778" y="35242"/>
                </a:lnTo>
                <a:lnTo>
                  <a:pt x="493395" y="30480"/>
                </a:lnTo>
                <a:lnTo>
                  <a:pt x="481012" y="25718"/>
                </a:lnTo>
                <a:lnTo>
                  <a:pt x="468630" y="20955"/>
                </a:lnTo>
                <a:lnTo>
                  <a:pt x="455295" y="17145"/>
                </a:lnTo>
                <a:lnTo>
                  <a:pt x="442912" y="13335"/>
                </a:lnTo>
                <a:lnTo>
                  <a:pt x="430530" y="10478"/>
                </a:lnTo>
                <a:lnTo>
                  <a:pt x="418148" y="7620"/>
                </a:lnTo>
                <a:lnTo>
                  <a:pt x="405765" y="5715"/>
                </a:lnTo>
                <a:lnTo>
                  <a:pt x="393382" y="3810"/>
                </a:lnTo>
                <a:lnTo>
                  <a:pt x="381000" y="1905"/>
                </a:lnTo>
                <a:lnTo>
                  <a:pt x="368618" y="952"/>
                </a:lnTo>
                <a:lnTo>
                  <a:pt x="355282" y="0"/>
                </a:lnTo>
                <a:close/>
              </a:path>
            </a:pathLst>
          </a:custGeom>
          <a:solidFill>
            <a:srgbClr val="FFC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legend-txt-3"/>
          <p:cNvSpPr txBox="1"/>
          <p:nvPr/>
        </p:nvSpPr>
        <p:spPr>
          <a:xfrm>
            <a:off x="17926050" y="17459325"/>
            <a:ext cx="24765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紧急不重要</a:t>
            </a:r>
          </a:p>
        </p:txBody>
      </p:sp>
      <p:sp>
        <p:nvSpPr>
          <p:cNvPr id="192" name="legend-tag-4"/>
          <p:cNvSpPr/>
          <p:nvPr/>
        </p:nvSpPr>
        <p:spPr>
          <a:xfrm>
            <a:off x="21202650" y="17430750"/>
            <a:ext cx="942975" cy="800100"/>
          </a:xfrm>
          <a:custGeom>
            <a:avLst/>
            <a:gdLst/>
            <a:ahLst/>
            <a:cxnLst/>
            <a:rect l="l" t="t" r="r" b="b"/>
            <a:pathLst>
              <a:path w="942975" h="800100">
                <a:moveTo>
                  <a:pt x="342900" y="0"/>
                </a:moveTo>
                <a:lnTo>
                  <a:pt x="320992" y="952"/>
                </a:lnTo>
                <a:lnTo>
                  <a:pt x="298132" y="3810"/>
                </a:lnTo>
                <a:lnTo>
                  <a:pt x="276225" y="7620"/>
                </a:lnTo>
                <a:lnTo>
                  <a:pt x="254318" y="13335"/>
                </a:lnTo>
                <a:lnTo>
                  <a:pt x="233362" y="20955"/>
                </a:lnTo>
                <a:lnTo>
                  <a:pt x="211455" y="30480"/>
                </a:lnTo>
                <a:lnTo>
                  <a:pt x="191452" y="40958"/>
                </a:lnTo>
                <a:lnTo>
                  <a:pt x="171450" y="53340"/>
                </a:lnTo>
                <a:lnTo>
                  <a:pt x="152400" y="67628"/>
                </a:lnTo>
                <a:lnTo>
                  <a:pt x="134302" y="82868"/>
                </a:lnTo>
                <a:lnTo>
                  <a:pt x="117158" y="99060"/>
                </a:lnTo>
                <a:lnTo>
                  <a:pt x="100965" y="117158"/>
                </a:lnTo>
                <a:lnTo>
                  <a:pt x="84772" y="136208"/>
                </a:lnTo>
                <a:lnTo>
                  <a:pt x="70485" y="156210"/>
                </a:lnTo>
                <a:lnTo>
                  <a:pt x="58102" y="178118"/>
                </a:lnTo>
                <a:lnTo>
                  <a:pt x="45720" y="200025"/>
                </a:lnTo>
                <a:lnTo>
                  <a:pt x="35242" y="222885"/>
                </a:lnTo>
                <a:lnTo>
                  <a:pt x="25718" y="246698"/>
                </a:lnTo>
                <a:lnTo>
                  <a:pt x="18098" y="271462"/>
                </a:lnTo>
                <a:lnTo>
                  <a:pt x="11430" y="296228"/>
                </a:lnTo>
                <a:lnTo>
                  <a:pt x="6668" y="321945"/>
                </a:lnTo>
                <a:lnTo>
                  <a:pt x="2858" y="347662"/>
                </a:lnTo>
                <a:lnTo>
                  <a:pt x="952" y="374332"/>
                </a:lnTo>
                <a:lnTo>
                  <a:pt x="0" y="400050"/>
                </a:lnTo>
                <a:lnTo>
                  <a:pt x="952" y="425768"/>
                </a:lnTo>
                <a:lnTo>
                  <a:pt x="2858" y="452438"/>
                </a:lnTo>
                <a:lnTo>
                  <a:pt x="6668" y="478155"/>
                </a:lnTo>
                <a:lnTo>
                  <a:pt x="11430" y="503872"/>
                </a:lnTo>
                <a:lnTo>
                  <a:pt x="18098" y="528638"/>
                </a:lnTo>
                <a:lnTo>
                  <a:pt x="25718" y="553402"/>
                </a:lnTo>
                <a:lnTo>
                  <a:pt x="35242" y="577215"/>
                </a:lnTo>
                <a:lnTo>
                  <a:pt x="45720" y="600075"/>
                </a:lnTo>
                <a:lnTo>
                  <a:pt x="58102" y="621982"/>
                </a:lnTo>
                <a:lnTo>
                  <a:pt x="70485" y="643890"/>
                </a:lnTo>
                <a:lnTo>
                  <a:pt x="84772" y="663892"/>
                </a:lnTo>
                <a:lnTo>
                  <a:pt x="100965" y="682942"/>
                </a:lnTo>
                <a:lnTo>
                  <a:pt x="117158" y="701040"/>
                </a:lnTo>
                <a:lnTo>
                  <a:pt x="134302" y="717232"/>
                </a:lnTo>
                <a:lnTo>
                  <a:pt x="152400" y="732472"/>
                </a:lnTo>
                <a:lnTo>
                  <a:pt x="171450" y="746760"/>
                </a:lnTo>
                <a:lnTo>
                  <a:pt x="191452" y="759142"/>
                </a:lnTo>
                <a:lnTo>
                  <a:pt x="211455" y="769620"/>
                </a:lnTo>
                <a:lnTo>
                  <a:pt x="233362" y="779145"/>
                </a:lnTo>
                <a:lnTo>
                  <a:pt x="254318" y="786765"/>
                </a:lnTo>
                <a:lnTo>
                  <a:pt x="276225" y="792480"/>
                </a:lnTo>
                <a:lnTo>
                  <a:pt x="298132" y="796290"/>
                </a:lnTo>
                <a:lnTo>
                  <a:pt x="320992" y="799148"/>
                </a:lnTo>
                <a:lnTo>
                  <a:pt x="342900" y="800100"/>
                </a:lnTo>
                <a:lnTo>
                  <a:pt x="355282" y="800100"/>
                </a:lnTo>
                <a:lnTo>
                  <a:pt x="368618" y="799148"/>
                </a:lnTo>
                <a:lnTo>
                  <a:pt x="381000" y="798195"/>
                </a:lnTo>
                <a:lnTo>
                  <a:pt x="393382" y="796290"/>
                </a:lnTo>
                <a:lnTo>
                  <a:pt x="405765" y="794385"/>
                </a:lnTo>
                <a:lnTo>
                  <a:pt x="418148" y="792480"/>
                </a:lnTo>
                <a:lnTo>
                  <a:pt x="430530" y="789622"/>
                </a:lnTo>
                <a:lnTo>
                  <a:pt x="442912" y="786765"/>
                </a:lnTo>
                <a:lnTo>
                  <a:pt x="455295" y="782955"/>
                </a:lnTo>
                <a:lnTo>
                  <a:pt x="468630" y="779145"/>
                </a:lnTo>
                <a:lnTo>
                  <a:pt x="481012" y="774382"/>
                </a:lnTo>
                <a:lnTo>
                  <a:pt x="493395" y="769620"/>
                </a:lnTo>
                <a:lnTo>
                  <a:pt x="505778" y="764858"/>
                </a:lnTo>
                <a:lnTo>
                  <a:pt x="518160" y="759142"/>
                </a:lnTo>
                <a:lnTo>
                  <a:pt x="530542" y="752475"/>
                </a:lnTo>
                <a:lnTo>
                  <a:pt x="542925" y="746760"/>
                </a:lnTo>
                <a:lnTo>
                  <a:pt x="555308" y="740092"/>
                </a:lnTo>
                <a:lnTo>
                  <a:pt x="567690" y="732472"/>
                </a:lnTo>
                <a:lnTo>
                  <a:pt x="581025" y="724852"/>
                </a:lnTo>
                <a:lnTo>
                  <a:pt x="593408" y="717232"/>
                </a:lnTo>
                <a:lnTo>
                  <a:pt x="605790" y="709612"/>
                </a:lnTo>
                <a:lnTo>
                  <a:pt x="618172" y="701040"/>
                </a:lnTo>
                <a:lnTo>
                  <a:pt x="630555" y="692468"/>
                </a:lnTo>
                <a:lnTo>
                  <a:pt x="642938" y="682942"/>
                </a:lnTo>
                <a:lnTo>
                  <a:pt x="655320" y="673418"/>
                </a:lnTo>
                <a:lnTo>
                  <a:pt x="667702" y="663892"/>
                </a:lnTo>
                <a:lnTo>
                  <a:pt x="681038" y="653415"/>
                </a:lnTo>
                <a:lnTo>
                  <a:pt x="693420" y="643890"/>
                </a:lnTo>
                <a:lnTo>
                  <a:pt x="705802" y="633412"/>
                </a:lnTo>
                <a:lnTo>
                  <a:pt x="718185" y="621982"/>
                </a:lnTo>
                <a:lnTo>
                  <a:pt x="730568" y="611505"/>
                </a:lnTo>
                <a:lnTo>
                  <a:pt x="742950" y="600075"/>
                </a:lnTo>
                <a:lnTo>
                  <a:pt x="755332" y="588645"/>
                </a:lnTo>
                <a:lnTo>
                  <a:pt x="767715" y="577215"/>
                </a:lnTo>
                <a:lnTo>
                  <a:pt x="780098" y="564832"/>
                </a:lnTo>
                <a:lnTo>
                  <a:pt x="793432" y="553402"/>
                </a:lnTo>
                <a:lnTo>
                  <a:pt x="805815" y="541020"/>
                </a:lnTo>
                <a:lnTo>
                  <a:pt x="818198" y="528638"/>
                </a:lnTo>
                <a:lnTo>
                  <a:pt x="830580" y="516255"/>
                </a:lnTo>
                <a:lnTo>
                  <a:pt x="842962" y="503872"/>
                </a:lnTo>
                <a:lnTo>
                  <a:pt x="855345" y="490538"/>
                </a:lnTo>
                <a:lnTo>
                  <a:pt x="867728" y="478155"/>
                </a:lnTo>
                <a:lnTo>
                  <a:pt x="880110" y="464820"/>
                </a:lnTo>
                <a:lnTo>
                  <a:pt x="893445" y="452438"/>
                </a:lnTo>
                <a:lnTo>
                  <a:pt x="905828" y="439102"/>
                </a:lnTo>
                <a:lnTo>
                  <a:pt x="918210" y="425768"/>
                </a:lnTo>
                <a:lnTo>
                  <a:pt x="930592" y="413385"/>
                </a:lnTo>
                <a:lnTo>
                  <a:pt x="942975" y="400050"/>
                </a:lnTo>
                <a:lnTo>
                  <a:pt x="930592" y="386715"/>
                </a:lnTo>
                <a:lnTo>
                  <a:pt x="918210" y="374332"/>
                </a:lnTo>
                <a:lnTo>
                  <a:pt x="905828" y="360998"/>
                </a:lnTo>
                <a:lnTo>
                  <a:pt x="893445" y="347662"/>
                </a:lnTo>
                <a:lnTo>
                  <a:pt x="880110" y="335280"/>
                </a:lnTo>
                <a:lnTo>
                  <a:pt x="867728" y="321945"/>
                </a:lnTo>
                <a:lnTo>
                  <a:pt x="855345" y="309562"/>
                </a:lnTo>
                <a:lnTo>
                  <a:pt x="842962" y="296228"/>
                </a:lnTo>
                <a:lnTo>
                  <a:pt x="830580" y="283845"/>
                </a:lnTo>
                <a:lnTo>
                  <a:pt x="818198" y="271462"/>
                </a:lnTo>
                <a:lnTo>
                  <a:pt x="805815" y="259080"/>
                </a:lnTo>
                <a:lnTo>
                  <a:pt x="793432" y="246698"/>
                </a:lnTo>
                <a:lnTo>
                  <a:pt x="780098" y="235268"/>
                </a:lnTo>
                <a:lnTo>
                  <a:pt x="767715" y="222885"/>
                </a:lnTo>
                <a:lnTo>
                  <a:pt x="755332" y="211455"/>
                </a:lnTo>
                <a:lnTo>
                  <a:pt x="742950" y="200025"/>
                </a:lnTo>
                <a:lnTo>
                  <a:pt x="730568" y="188595"/>
                </a:lnTo>
                <a:lnTo>
                  <a:pt x="718185" y="178118"/>
                </a:lnTo>
                <a:lnTo>
                  <a:pt x="705802" y="166688"/>
                </a:lnTo>
                <a:lnTo>
                  <a:pt x="693420" y="156210"/>
                </a:lnTo>
                <a:lnTo>
                  <a:pt x="681038" y="146685"/>
                </a:lnTo>
                <a:lnTo>
                  <a:pt x="667702" y="136208"/>
                </a:lnTo>
                <a:lnTo>
                  <a:pt x="655320" y="126682"/>
                </a:lnTo>
                <a:lnTo>
                  <a:pt x="642938" y="117158"/>
                </a:lnTo>
                <a:lnTo>
                  <a:pt x="630555" y="107632"/>
                </a:lnTo>
                <a:lnTo>
                  <a:pt x="618172" y="99060"/>
                </a:lnTo>
                <a:lnTo>
                  <a:pt x="605790" y="90488"/>
                </a:lnTo>
                <a:lnTo>
                  <a:pt x="593408" y="82868"/>
                </a:lnTo>
                <a:lnTo>
                  <a:pt x="581025" y="75248"/>
                </a:lnTo>
                <a:lnTo>
                  <a:pt x="567690" y="67628"/>
                </a:lnTo>
                <a:lnTo>
                  <a:pt x="555308" y="60008"/>
                </a:lnTo>
                <a:lnTo>
                  <a:pt x="542925" y="53340"/>
                </a:lnTo>
                <a:lnTo>
                  <a:pt x="530542" y="47625"/>
                </a:lnTo>
                <a:lnTo>
                  <a:pt x="518160" y="40958"/>
                </a:lnTo>
                <a:lnTo>
                  <a:pt x="505778" y="35242"/>
                </a:lnTo>
                <a:lnTo>
                  <a:pt x="493395" y="30480"/>
                </a:lnTo>
                <a:lnTo>
                  <a:pt x="481012" y="25718"/>
                </a:lnTo>
                <a:lnTo>
                  <a:pt x="468630" y="20955"/>
                </a:lnTo>
                <a:lnTo>
                  <a:pt x="455295" y="17145"/>
                </a:lnTo>
                <a:lnTo>
                  <a:pt x="442912" y="13335"/>
                </a:lnTo>
                <a:lnTo>
                  <a:pt x="430530" y="10478"/>
                </a:lnTo>
                <a:lnTo>
                  <a:pt x="418148" y="7620"/>
                </a:lnTo>
                <a:lnTo>
                  <a:pt x="405765" y="5715"/>
                </a:lnTo>
                <a:lnTo>
                  <a:pt x="393382" y="3810"/>
                </a:lnTo>
                <a:lnTo>
                  <a:pt x="381000" y="1905"/>
                </a:lnTo>
                <a:lnTo>
                  <a:pt x="368618" y="952"/>
                </a:lnTo>
                <a:lnTo>
                  <a:pt x="355282" y="0"/>
                </a:lnTo>
                <a:close/>
              </a:path>
            </a:pathLst>
          </a:custGeom>
          <a:solidFill>
            <a:srgbClr val="7AD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legend-txt-4"/>
          <p:cNvSpPr txBox="1"/>
          <p:nvPr/>
        </p:nvSpPr>
        <p:spPr>
          <a:xfrm>
            <a:off x="22450425" y="17459325"/>
            <a:ext cx="295275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不紧急不重要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