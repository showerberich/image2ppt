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blue"/>
          <p:cNvSpPr/>
          <p:nvPr/>
        </p:nvSpPr>
        <p:spPr>
          <a:xfrm>
            <a:off x="876300" y="14163675"/>
            <a:ext cx="28698825" cy="2143125"/>
          </a:xfrm>
          <a:prstGeom prst="rect">
            <a:avLst/>
          </a:prstGeom>
          <a:solidFill>
            <a:srgbClr val="0B3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ooter-yellow"/>
          <p:cNvSpPr/>
          <p:nvPr/>
        </p:nvSpPr>
        <p:spPr>
          <a:xfrm>
            <a:off x="876300" y="14020800"/>
            <a:ext cx="28698825" cy="142875"/>
          </a:xfrm>
          <a:prstGeom prst="rect">
            <a:avLst/>
          </a:pr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b-l-yellow"/>
          <p:cNvSpPr/>
          <p:nvPr/>
        </p:nvSpPr>
        <p:spPr>
          <a:xfrm>
            <a:off x="876300" y="7667625"/>
            <a:ext cx="1590675" cy="2019300"/>
          </a:xfrm>
          <a:custGeom>
            <a:avLst/>
            <a:gdLst/>
            <a:ahLst/>
            <a:cxnLst/>
            <a:rect l="l" t="t" r="r" b="b"/>
            <a:pathLst>
              <a:path w="1590675" h="2019300">
                <a:moveTo>
                  <a:pt x="0" y="0"/>
                </a:moveTo>
                <a:lnTo>
                  <a:pt x="1590675" y="1323975"/>
                </a:lnTo>
                <a:lnTo>
                  <a:pt x="1590675" y="2019300"/>
                </a:lnTo>
                <a:lnTo>
                  <a:pt x="0" y="695325"/>
                </a:lnTo>
                <a:close/>
              </a:path>
            </a:pathLst>
          </a:cu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b-l-blue"/>
          <p:cNvSpPr/>
          <p:nvPr/>
        </p:nvSpPr>
        <p:spPr>
          <a:xfrm>
            <a:off x="876300" y="8362950"/>
            <a:ext cx="1590675" cy="7943850"/>
          </a:xfrm>
          <a:custGeom>
            <a:avLst/>
            <a:gdLst/>
            <a:ahLst/>
            <a:cxnLst/>
            <a:rect l="l" t="t" r="r" b="b"/>
            <a:pathLst>
              <a:path w="1590675" h="7943850">
                <a:moveTo>
                  <a:pt x="0" y="0"/>
                </a:moveTo>
                <a:lnTo>
                  <a:pt x="1590675" y="1323975"/>
                </a:lnTo>
                <a:lnTo>
                  <a:pt x="1590675" y="7943850"/>
                </a:lnTo>
                <a:lnTo>
                  <a:pt x="0" y="7943850"/>
                </a:lnTo>
                <a:close/>
              </a:path>
            </a:pathLst>
          </a:custGeom>
          <a:solidFill>
            <a:srgbClr val="0B3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b-1-yellow"/>
          <p:cNvSpPr/>
          <p:nvPr/>
        </p:nvSpPr>
        <p:spPr>
          <a:xfrm>
            <a:off x="7905750" y="11744325"/>
            <a:ext cx="1266825" cy="1057275"/>
          </a:xfrm>
          <a:custGeom>
            <a:avLst/>
            <a:gdLst/>
            <a:ahLst/>
            <a:cxnLst/>
            <a:rect l="l" t="t" r="r" b="b"/>
            <a:pathLst>
              <a:path w="1266825" h="1057275">
                <a:moveTo>
                  <a:pt x="0" y="0"/>
                </a:moveTo>
                <a:lnTo>
                  <a:pt x="1266825" y="361950"/>
                </a:lnTo>
                <a:lnTo>
                  <a:pt x="1266825" y="1057275"/>
                </a:lnTo>
                <a:lnTo>
                  <a:pt x="0" y="695325"/>
                </a:lnTo>
                <a:close/>
              </a:path>
            </a:pathLst>
          </a:cu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b-1-blue"/>
          <p:cNvSpPr/>
          <p:nvPr/>
        </p:nvSpPr>
        <p:spPr>
          <a:xfrm>
            <a:off x="7905750" y="12439650"/>
            <a:ext cx="1266825" cy="3867150"/>
          </a:xfrm>
          <a:custGeom>
            <a:avLst/>
            <a:gdLst/>
            <a:ahLst/>
            <a:cxnLst/>
            <a:rect l="l" t="t" r="r" b="b"/>
            <a:pathLst>
              <a:path w="1266825" h="3867150">
                <a:moveTo>
                  <a:pt x="0" y="0"/>
                </a:moveTo>
                <a:lnTo>
                  <a:pt x="1266825" y="361950"/>
                </a:lnTo>
                <a:lnTo>
                  <a:pt x="1266825" y="3867150"/>
                </a:lnTo>
                <a:lnTo>
                  <a:pt x="0" y="3867150"/>
                </a:lnTo>
                <a:close/>
              </a:path>
            </a:pathLst>
          </a:custGeom>
          <a:solidFill>
            <a:srgbClr val="0B3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b-2-yellow"/>
          <p:cNvSpPr/>
          <p:nvPr/>
        </p:nvSpPr>
        <p:spPr>
          <a:xfrm>
            <a:off x="14592300" y="12887325"/>
            <a:ext cx="1266825" cy="695325"/>
          </a:xfrm>
          <a:custGeom>
            <a:avLst/>
            <a:gdLst/>
            <a:ahLst/>
            <a:cxnLst/>
            <a:rect l="l" t="t" r="r" b="b"/>
            <a:pathLst>
              <a:path w="1266825" h="695325">
                <a:moveTo>
                  <a:pt x="0" y="0"/>
                </a:moveTo>
                <a:lnTo>
                  <a:pt x="1266825" y="0"/>
                </a:lnTo>
                <a:lnTo>
                  <a:pt x="1266825" y="695325"/>
                </a:lnTo>
                <a:lnTo>
                  <a:pt x="0" y="695325"/>
                </a:lnTo>
                <a:close/>
              </a:path>
            </a:pathLst>
          </a:cu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b-2-blue"/>
          <p:cNvSpPr/>
          <p:nvPr/>
        </p:nvSpPr>
        <p:spPr>
          <a:xfrm>
            <a:off x="14592300" y="13582650"/>
            <a:ext cx="1266825" cy="2724150"/>
          </a:xfrm>
          <a:custGeom>
            <a:avLst/>
            <a:gdLst/>
            <a:ahLst/>
            <a:cxnLst/>
            <a:rect l="l" t="t" r="r" b="b"/>
            <a:pathLst>
              <a:path w="1266825" h="2724150">
                <a:moveTo>
                  <a:pt x="0" y="0"/>
                </a:moveTo>
                <a:lnTo>
                  <a:pt x="1266825" y="0"/>
                </a:lnTo>
                <a:lnTo>
                  <a:pt x="1266825" y="2724150"/>
                </a:lnTo>
                <a:lnTo>
                  <a:pt x="0" y="2724150"/>
                </a:lnTo>
                <a:close/>
              </a:path>
            </a:pathLst>
          </a:custGeom>
          <a:solidFill>
            <a:srgbClr val="0B3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b-3-yellow"/>
          <p:cNvSpPr/>
          <p:nvPr/>
        </p:nvSpPr>
        <p:spPr>
          <a:xfrm>
            <a:off x="21288375" y="11820525"/>
            <a:ext cx="1266825" cy="1047750"/>
          </a:xfrm>
          <a:custGeom>
            <a:avLst/>
            <a:gdLst/>
            <a:ahLst/>
            <a:cxnLst/>
            <a:rect l="l" t="t" r="r" b="b"/>
            <a:pathLst>
              <a:path w="1266825" h="1047750">
                <a:moveTo>
                  <a:pt x="0" y="352425"/>
                </a:moveTo>
                <a:lnTo>
                  <a:pt x="1266825" y="0"/>
                </a:lnTo>
                <a:lnTo>
                  <a:pt x="1266825" y="695325"/>
                </a:lnTo>
                <a:lnTo>
                  <a:pt x="0" y="1047750"/>
                </a:lnTo>
                <a:close/>
              </a:path>
            </a:pathLst>
          </a:cu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b-3-blue"/>
          <p:cNvSpPr/>
          <p:nvPr/>
        </p:nvSpPr>
        <p:spPr>
          <a:xfrm>
            <a:off x="21288375" y="12515850"/>
            <a:ext cx="1266825" cy="3790950"/>
          </a:xfrm>
          <a:custGeom>
            <a:avLst/>
            <a:gdLst/>
            <a:ahLst/>
            <a:cxnLst/>
            <a:rect l="l" t="t" r="r" b="b"/>
            <a:pathLst>
              <a:path w="1266825" h="3790950">
                <a:moveTo>
                  <a:pt x="0" y="352425"/>
                </a:moveTo>
                <a:lnTo>
                  <a:pt x="1266825" y="0"/>
                </a:lnTo>
                <a:lnTo>
                  <a:pt x="1266825" y="3790950"/>
                </a:lnTo>
                <a:lnTo>
                  <a:pt x="0" y="3790950"/>
                </a:lnTo>
                <a:close/>
              </a:path>
            </a:pathLst>
          </a:custGeom>
          <a:solidFill>
            <a:srgbClr val="0B3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b-r-yellow"/>
          <p:cNvSpPr/>
          <p:nvPr/>
        </p:nvSpPr>
        <p:spPr>
          <a:xfrm>
            <a:off x="27993975" y="7905750"/>
            <a:ext cx="1581150" cy="1952625"/>
          </a:xfrm>
          <a:custGeom>
            <a:avLst/>
            <a:gdLst/>
            <a:ahLst/>
            <a:cxnLst/>
            <a:rect l="l" t="t" r="r" b="b"/>
            <a:pathLst>
              <a:path w="1581150" h="1952625">
                <a:moveTo>
                  <a:pt x="0" y="1257300"/>
                </a:moveTo>
                <a:lnTo>
                  <a:pt x="1581150" y="0"/>
                </a:lnTo>
                <a:lnTo>
                  <a:pt x="1581150" y="695325"/>
                </a:lnTo>
                <a:lnTo>
                  <a:pt x="0" y="1952625"/>
                </a:lnTo>
                <a:close/>
              </a:path>
            </a:pathLst>
          </a:cu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b-r-blue"/>
          <p:cNvSpPr/>
          <p:nvPr/>
        </p:nvSpPr>
        <p:spPr>
          <a:xfrm>
            <a:off x="27993975" y="8601075"/>
            <a:ext cx="1581150" cy="7705725"/>
          </a:xfrm>
          <a:custGeom>
            <a:avLst/>
            <a:gdLst/>
            <a:ahLst/>
            <a:cxnLst/>
            <a:rect l="l" t="t" r="r" b="b"/>
            <a:pathLst>
              <a:path w="1581150" h="7705725">
                <a:moveTo>
                  <a:pt x="0" y="1257300"/>
                </a:moveTo>
                <a:lnTo>
                  <a:pt x="1581150" y="0"/>
                </a:lnTo>
                <a:lnTo>
                  <a:pt x="1581150" y="7705725"/>
                </a:lnTo>
                <a:lnTo>
                  <a:pt x="0" y="7705725"/>
                </a:lnTo>
                <a:close/>
              </a:path>
            </a:pathLst>
          </a:custGeom>
          <a:solidFill>
            <a:srgbClr val="0B3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-bar-1"/>
          <p:cNvSpPr/>
          <p:nvPr/>
        </p:nvSpPr>
        <p:spPr>
          <a:xfrm>
            <a:off x="11811000" y="14182725"/>
            <a:ext cx="1428750" cy="2124075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co-bar-2"/>
          <p:cNvSpPr/>
          <p:nvPr/>
        </p:nvSpPr>
        <p:spPr>
          <a:xfrm>
            <a:off x="16573500" y="14182725"/>
            <a:ext cx="1047750" cy="2124075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o-swoosh"/>
          <p:cNvSpPr/>
          <p:nvPr/>
        </p:nvSpPr>
        <p:spPr>
          <a:xfrm>
            <a:off x="18669000" y="14001750"/>
            <a:ext cx="6096000" cy="1714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co-bar-3"/>
          <p:cNvSpPr/>
          <p:nvPr/>
        </p:nvSpPr>
        <p:spPr>
          <a:xfrm>
            <a:off x="952500" y="14182725"/>
            <a:ext cx="3238500" cy="2124075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8" name="card-1"/>
          <p:cNvGrpSpPr/>
          <p:nvPr/>
        </p:nvGrpSpPr>
        <p:grpSpPr>
          <a:xfrm>
            <a:off x="2486025" y="5715000"/>
            <a:ext cx="5476875" cy="8296275"/>
            <a:chOff x="2486025" y="5715000"/>
            <a:chExt cx="5476875" cy="8296275"/>
          </a:xfrm>
        </p:grpSpPr>
        <p:sp>
          <p:nvSpPr>
            <p:cNvPr id="19" name="card-1-shadow"/>
            <p:cNvSpPr/>
            <p:nvPr/>
          </p:nvSpPr>
          <p:spPr>
            <a:xfrm>
              <a:off x="7905750" y="5867400"/>
              <a:ext cx="57150" cy="8067675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card-1-panel"/>
            <p:cNvSpPr/>
            <p:nvPr/>
          </p:nvSpPr>
          <p:spPr>
            <a:xfrm>
              <a:off x="2486025" y="5715000"/>
              <a:ext cx="5419725" cy="8296275"/>
            </a:xfrm>
            <a:prstGeom prst="roundRect">
              <a:avLst>
                <a:gd name="adj" fmla="val 5975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ard-1-halo"/>
            <p:cNvSpPr/>
            <p:nvPr/>
          </p:nvSpPr>
          <p:spPr>
            <a:xfrm>
              <a:off x="3967162" y="6838950"/>
              <a:ext cx="2457450" cy="2457450"/>
            </a:xfrm>
            <a:prstGeom prst="ellipse">
              <a:avLst/>
            </a:prstGeom>
            <a:noFill/>
            <a:ln w="47625">
              <a:solidFill>
                <a:srgbClr val="E6EC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ard-1-disc"/>
            <p:cNvSpPr/>
            <p:nvPr/>
          </p:nvSpPr>
          <p:spPr>
            <a:xfrm>
              <a:off x="4119562" y="6996112"/>
              <a:ext cx="2152650" cy="2152650"/>
            </a:xfrm>
            <a:prstGeom prst="ellipse">
              <a:avLst/>
            </a:prstGeom>
            <a:solidFill>
              <a:srgbClr val="0B38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ic1-back"/>
            <p:cNvSpPr/>
            <p:nvPr/>
          </p:nvSpPr>
          <p:spPr>
            <a:xfrm>
              <a:off x="4662488" y="7505700"/>
              <a:ext cx="933450" cy="981075"/>
            </a:xfrm>
            <a:prstGeom prst="rect">
              <a:avLst/>
            </a:prstGeom>
            <a:solidFill>
              <a:srgbClr val="0B38B5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ic1-front"/>
            <p:cNvSpPr/>
            <p:nvPr/>
          </p:nvSpPr>
          <p:spPr>
            <a:xfrm>
              <a:off x="4786312" y="7639050"/>
              <a:ext cx="933450" cy="990600"/>
            </a:xfrm>
            <a:prstGeom prst="rect">
              <a:avLst/>
            </a:prstGeom>
            <a:solidFill>
              <a:srgbClr val="0B38B5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ic1-sep"/>
            <p:cNvCxnSpPr/>
            <p:nvPr/>
          </p:nvCxnSpPr>
          <p:spPr>
            <a:xfrm>
              <a:off x="4786312" y="7905750"/>
              <a:ext cx="933450" cy="0"/>
            </a:xfrm>
            <a:prstGeom prst="line">
              <a:avLst/>
            </a:prstGeom>
            <a:ln w="571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ic1-ring"/>
            <p:cNvSpPr/>
            <p:nvPr/>
          </p:nvSpPr>
          <p:spPr>
            <a:xfrm>
              <a:off x="5033962" y="8024812"/>
              <a:ext cx="447675" cy="447675"/>
            </a:xfrm>
            <a:prstGeom prst="ellipse">
              <a:avLst/>
            </a:prstGeom>
            <a:solidFill>
              <a:srgbClr val="0B38B5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ic1-ph"/>
            <p:cNvCxnSpPr/>
            <p:nvPr/>
          </p:nvCxnSpPr>
          <p:spPr>
            <a:xfrm>
              <a:off x="5124450" y="8248650"/>
              <a:ext cx="266700" cy="0"/>
            </a:xfrm>
            <a:prstGeom prst="line">
              <a:avLst/>
            </a:prstGeom>
            <a:ln w="571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ic1-pv"/>
            <p:cNvCxnSpPr/>
            <p:nvPr/>
          </p:nvCxnSpPr>
          <p:spPr>
            <a:xfrm>
              <a:off x="5257800" y="8115300"/>
              <a:ext cx="0" cy="266700"/>
            </a:xfrm>
            <a:prstGeom prst="line">
              <a:avLst/>
            </a:prstGeom>
            <a:ln w="571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ard-1-title"/>
            <p:cNvSpPr txBox="1"/>
            <p:nvPr/>
          </p:nvSpPr>
          <p:spPr>
            <a:xfrm>
              <a:off x="3290888" y="9806940"/>
              <a:ext cx="3810000" cy="13411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6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项目概述</a:t>
              </a:r>
            </a:p>
          </p:txBody>
        </p:sp>
        <p:sp>
          <p:nvSpPr>
            <p:cNvPr id="30" name="card-1-sub"/>
            <p:cNvSpPr txBox="1"/>
            <p:nvPr/>
          </p:nvSpPr>
          <p:spPr>
            <a:xfrm>
              <a:off x="3576638" y="11163300"/>
              <a:ext cx="3238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背景与目标</a:t>
              </a:r>
            </a:p>
          </p:txBody>
        </p:sp>
      </p:grpSp>
      <p:grpSp>
        <p:nvGrpSpPr>
          <p:cNvPr id="70" name="card-2"/>
          <p:cNvGrpSpPr/>
          <p:nvPr/>
        </p:nvGrpSpPr>
        <p:grpSpPr>
          <a:xfrm>
            <a:off x="9182100" y="5715000"/>
            <a:ext cx="5476875" cy="8296275"/>
            <a:chOff x="9182100" y="5715000"/>
            <a:chExt cx="5476875" cy="8296275"/>
          </a:xfrm>
        </p:grpSpPr>
        <p:sp>
          <p:nvSpPr>
            <p:cNvPr id="31" name="card-2-shadow"/>
            <p:cNvSpPr/>
            <p:nvPr/>
          </p:nvSpPr>
          <p:spPr>
            <a:xfrm>
              <a:off x="14601825" y="5867400"/>
              <a:ext cx="57150" cy="8067675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card-2-panel"/>
            <p:cNvSpPr/>
            <p:nvPr/>
          </p:nvSpPr>
          <p:spPr>
            <a:xfrm>
              <a:off x="9182100" y="5715000"/>
              <a:ext cx="5419725" cy="8296275"/>
            </a:xfrm>
            <a:prstGeom prst="roundRect">
              <a:avLst>
                <a:gd name="adj" fmla="val 5975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card-2-halo"/>
            <p:cNvSpPr/>
            <p:nvPr/>
          </p:nvSpPr>
          <p:spPr>
            <a:xfrm>
              <a:off x="10663238" y="6838950"/>
              <a:ext cx="2457450" cy="2457450"/>
            </a:xfrm>
            <a:prstGeom prst="ellipse">
              <a:avLst/>
            </a:prstGeom>
            <a:noFill/>
            <a:ln w="47625">
              <a:solidFill>
                <a:srgbClr val="E6EC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ard-2-disc"/>
            <p:cNvSpPr/>
            <p:nvPr/>
          </p:nvSpPr>
          <p:spPr>
            <a:xfrm>
              <a:off x="10815638" y="6996112"/>
              <a:ext cx="2152650" cy="2152650"/>
            </a:xfrm>
            <a:prstGeom prst="ellipse">
              <a:avLst/>
            </a:prstGeom>
            <a:solidFill>
              <a:srgbClr val="0B38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ic2-back"/>
            <p:cNvSpPr/>
            <p:nvPr/>
          </p:nvSpPr>
          <p:spPr>
            <a:xfrm>
              <a:off x="11501438" y="7505700"/>
              <a:ext cx="914400" cy="981075"/>
            </a:xfrm>
            <a:prstGeom prst="roundRect">
              <a:avLst>
                <a:gd name="adj" fmla="val 6250"/>
              </a:avLst>
            </a:prstGeom>
            <a:solidFill>
              <a:srgbClr val="0B38B5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ic2-front"/>
            <p:cNvSpPr/>
            <p:nvPr/>
          </p:nvSpPr>
          <p:spPr>
            <a:xfrm>
              <a:off x="11349038" y="7686675"/>
              <a:ext cx="914400" cy="914400"/>
            </a:xfrm>
            <a:prstGeom prst="roundRect">
              <a:avLst>
                <a:gd name="adj" fmla="val 6250"/>
              </a:avLst>
            </a:prstGeom>
            <a:solidFill>
              <a:srgbClr val="0B38B5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ic2-sep"/>
            <p:cNvCxnSpPr/>
            <p:nvPr/>
          </p:nvCxnSpPr>
          <p:spPr>
            <a:xfrm>
              <a:off x="11349038" y="8020050"/>
              <a:ext cx="914400" cy="0"/>
            </a:xfrm>
            <a:prstGeom prst="line">
              <a:avLst/>
            </a:prstGeom>
            <a:ln w="571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ic2-pill"/>
            <p:cNvSpPr/>
            <p:nvPr/>
          </p:nvSpPr>
          <p:spPr>
            <a:xfrm>
              <a:off x="11491912" y="7848600"/>
              <a:ext cx="428625" cy="666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ic2-btn"/>
            <p:cNvSpPr/>
            <p:nvPr/>
          </p:nvSpPr>
          <p:spPr>
            <a:xfrm>
              <a:off x="12034838" y="7848600"/>
              <a:ext cx="85725" cy="666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card-2-title"/>
            <p:cNvSpPr txBox="1"/>
            <p:nvPr/>
          </p:nvSpPr>
          <p:spPr>
            <a:xfrm>
              <a:off x="9986962" y="9806940"/>
              <a:ext cx="3810000" cy="13411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6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项目规划</a:t>
              </a:r>
            </a:p>
          </p:txBody>
        </p:sp>
        <p:sp>
          <p:nvSpPr>
            <p:cNvPr id="41" name="card-2-sub"/>
            <p:cNvSpPr txBox="1"/>
            <p:nvPr/>
          </p:nvSpPr>
          <p:spPr>
            <a:xfrm>
              <a:off x="10272712" y="11163300"/>
              <a:ext cx="3238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策略与路径</a:t>
              </a:r>
            </a:p>
          </p:txBody>
        </p:sp>
      </p:grpSp>
      <p:grpSp>
        <p:nvGrpSpPr>
          <p:cNvPr id="67" name="card-3"/>
          <p:cNvGrpSpPr/>
          <p:nvPr/>
        </p:nvGrpSpPr>
        <p:grpSpPr>
          <a:xfrm>
            <a:off x="15868650" y="5715000"/>
            <a:ext cx="5476875" cy="8296275"/>
            <a:chOff x="15868650" y="5715000"/>
            <a:chExt cx="5476875" cy="8296275"/>
          </a:xfrm>
        </p:grpSpPr>
        <p:sp>
          <p:nvSpPr>
            <p:cNvPr id="42" name="card-3-shadow"/>
            <p:cNvSpPr/>
            <p:nvPr/>
          </p:nvSpPr>
          <p:spPr>
            <a:xfrm>
              <a:off x="21288375" y="5867400"/>
              <a:ext cx="57150" cy="8067675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card-3-panel"/>
            <p:cNvSpPr/>
            <p:nvPr/>
          </p:nvSpPr>
          <p:spPr>
            <a:xfrm>
              <a:off x="15868650" y="5715000"/>
              <a:ext cx="5419725" cy="8296275"/>
            </a:xfrm>
            <a:prstGeom prst="roundRect">
              <a:avLst>
                <a:gd name="adj" fmla="val 5975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card-3-halo"/>
            <p:cNvSpPr/>
            <p:nvPr/>
          </p:nvSpPr>
          <p:spPr>
            <a:xfrm>
              <a:off x="17349788" y="6838950"/>
              <a:ext cx="2457450" cy="2457450"/>
            </a:xfrm>
            <a:prstGeom prst="ellipse">
              <a:avLst/>
            </a:prstGeom>
            <a:noFill/>
            <a:ln w="47625">
              <a:solidFill>
                <a:srgbClr val="E6EC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card-3-disc"/>
            <p:cNvSpPr/>
            <p:nvPr/>
          </p:nvSpPr>
          <p:spPr>
            <a:xfrm>
              <a:off x="17502188" y="6996112"/>
              <a:ext cx="2152650" cy="2152650"/>
            </a:xfrm>
            <a:prstGeom prst="ellipse">
              <a:avLst/>
            </a:prstGeom>
            <a:solidFill>
              <a:srgbClr val="0B38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c3-folder"/>
            <p:cNvSpPr/>
            <p:nvPr/>
          </p:nvSpPr>
          <p:spPr>
            <a:xfrm>
              <a:off x="18007012" y="7620000"/>
              <a:ext cx="1114426" cy="990600"/>
            </a:xfrm>
            <a:custGeom>
              <a:avLst/>
              <a:gdLst/>
              <a:ahLst/>
              <a:cxnLst/>
              <a:rect l="l" t="t" r="r" b="b"/>
              <a:pathLst>
                <a:path w="1114426" h="990600">
                  <a:moveTo>
                    <a:pt x="0" y="0"/>
                  </a:moveTo>
                  <a:lnTo>
                    <a:pt x="542926" y="0"/>
                  </a:lnTo>
                  <a:lnTo>
                    <a:pt x="638176" y="190500"/>
                  </a:lnTo>
                  <a:lnTo>
                    <a:pt x="1114426" y="190500"/>
                  </a:lnTo>
                  <a:lnTo>
                    <a:pt x="1114426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0B38B5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ic3-gear"/>
            <p:cNvSpPr/>
            <p:nvPr/>
          </p:nvSpPr>
          <p:spPr>
            <a:xfrm>
              <a:off x="18283238" y="791527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295275"/>
                  </a:moveTo>
                  <a:lnTo>
                    <a:pt x="588644" y="306705"/>
                  </a:lnTo>
                  <a:lnTo>
                    <a:pt x="581977" y="318135"/>
                  </a:lnTo>
                  <a:lnTo>
                    <a:pt x="572452" y="327660"/>
                  </a:lnTo>
                  <a:lnTo>
                    <a:pt x="561022" y="337185"/>
                  </a:lnTo>
                  <a:lnTo>
                    <a:pt x="547687" y="345757"/>
                  </a:lnTo>
                  <a:lnTo>
                    <a:pt x="534352" y="352425"/>
                  </a:lnTo>
                  <a:lnTo>
                    <a:pt x="521017" y="359093"/>
                  </a:lnTo>
                  <a:lnTo>
                    <a:pt x="510540" y="364807"/>
                  </a:lnTo>
                  <a:lnTo>
                    <a:pt x="502920" y="371475"/>
                  </a:lnTo>
                  <a:lnTo>
                    <a:pt x="497204" y="379095"/>
                  </a:lnTo>
                  <a:lnTo>
                    <a:pt x="496252" y="387667"/>
                  </a:lnTo>
                  <a:lnTo>
                    <a:pt x="497204" y="398145"/>
                  </a:lnTo>
                  <a:lnTo>
                    <a:pt x="500062" y="409575"/>
                  </a:lnTo>
                  <a:lnTo>
                    <a:pt x="504824" y="423863"/>
                  </a:lnTo>
                  <a:lnTo>
                    <a:pt x="508634" y="438150"/>
                  </a:lnTo>
                  <a:lnTo>
                    <a:pt x="512444" y="453390"/>
                  </a:lnTo>
                  <a:lnTo>
                    <a:pt x="514350" y="468630"/>
                  </a:lnTo>
                  <a:lnTo>
                    <a:pt x="514350" y="481965"/>
                  </a:lnTo>
                  <a:lnTo>
                    <a:pt x="510540" y="494347"/>
                  </a:lnTo>
                  <a:lnTo>
                    <a:pt x="503872" y="503873"/>
                  </a:lnTo>
                  <a:lnTo>
                    <a:pt x="494347" y="510540"/>
                  </a:lnTo>
                  <a:lnTo>
                    <a:pt x="481964" y="514350"/>
                  </a:lnTo>
                  <a:lnTo>
                    <a:pt x="468630" y="514350"/>
                  </a:lnTo>
                  <a:lnTo>
                    <a:pt x="453390" y="512445"/>
                  </a:lnTo>
                  <a:lnTo>
                    <a:pt x="438150" y="508635"/>
                  </a:lnTo>
                  <a:lnTo>
                    <a:pt x="423862" y="504825"/>
                  </a:lnTo>
                  <a:lnTo>
                    <a:pt x="409574" y="500063"/>
                  </a:lnTo>
                  <a:lnTo>
                    <a:pt x="398144" y="497205"/>
                  </a:lnTo>
                  <a:lnTo>
                    <a:pt x="387667" y="496253"/>
                  </a:lnTo>
                  <a:lnTo>
                    <a:pt x="379094" y="497205"/>
                  </a:lnTo>
                  <a:lnTo>
                    <a:pt x="371474" y="502920"/>
                  </a:lnTo>
                  <a:lnTo>
                    <a:pt x="364807" y="510540"/>
                  </a:lnTo>
                  <a:lnTo>
                    <a:pt x="359092" y="521017"/>
                  </a:lnTo>
                  <a:lnTo>
                    <a:pt x="352424" y="534353"/>
                  </a:lnTo>
                  <a:lnTo>
                    <a:pt x="345757" y="547687"/>
                  </a:lnTo>
                  <a:lnTo>
                    <a:pt x="337184" y="561023"/>
                  </a:lnTo>
                  <a:lnTo>
                    <a:pt x="327660" y="572453"/>
                  </a:lnTo>
                  <a:lnTo>
                    <a:pt x="318134" y="581977"/>
                  </a:lnTo>
                  <a:lnTo>
                    <a:pt x="306704" y="588645"/>
                  </a:lnTo>
                  <a:lnTo>
                    <a:pt x="295274" y="590550"/>
                  </a:lnTo>
                  <a:lnTo>
                    <a:pt x="283844" y="588645"/>
                  </a:lnTo>
                  <a:lnTo>
                    <a:pt x="272414" y="581977"/>
                  </a:lnTo>
                  <a:lnTo>
                    <a:pt x="262890" y="572453"/>
                  </a:lnTo>
                  <a:lnTo>
                    <a:pt x="253364" y="561023"/>
                  </a:lnTo>
                  <a:lnTo>
                    <a:pt x="244792" y="547687"/>
                  </a:lnTo>
                  <a:lnTo>
                    <a:pt x="238124" y="534353"/>
                  </a:lnTo>
                  <a:lnTo>
                    <a:pt x="231457" y="521017"/>
                  </a:lnTo>
                  <a:lnTo>
                    <a:pt x="225742" y="510540"/>
                  </a:lnTo>
                  <a:lnTo>
                    <a:pt x="219074" y="502920"/>
                  </a:lnTo>
                  <a:lnTo>
                    <a:pt x="211454" y="497205"/>
                  </a:lnTo>
                  <a:lnTo>
                    <a:pt x="202882" y="496253"/>
                  </a:lnTo>
                  <a:lnTo>
                    <a:pt x="192404" y="497205"/>
                  </a:lnTo>
                  <a:lnTo>
                    <a:pt x="180974" y="500063"/>
                  </a:lnTo>
                  <a:lnTo>
                    <a:pt x="166687" y="504825"/>
                  </a:lnTo>
                  <a:lnTo>
                    <a:pt x="152400" y="508635"/>
                  </a:lnTo>
                  <a:lnTo>
                    <a:pt x="137160" y="512445"/>
                  </a:lnTo>
                  <a:lnTo>
                    <a:pt x="121920" y="514350"/>
                  </a:lnTo>
                  <a:lnTo>
                    <a:pt x="108584" y="514350"/>
                  </a:lnTo>
                  <a:lnTo>
                    <a:pt x="96202" y="510540"/>
                  </a:lnTo>
                  <a:lnTo>
                    <a:pt x="86677" y="503873"/>
                  </a:lnTo>
                  <a:lnTo>
                    <a:pt x="80010" y="494347"/>
                  </a:lnTo>
                  <a:lnTo>
                    <a:pt x="76200" y="481965"/>
                  </a:lnTo>
                  <a:lnTo>
                    <a:pt x="76200" y="468630"/>
                  </a:lnTo>
                  <a:lnTo>
                    <a:pt x="78104" y="453390"/>
                  </a:lnTo>
                  <a:lnTo>
                    <a:pt x="81914" y="438150"/>
                  </a:lnTo>
                  <a:lnTo>
                    <a:pt x="85724" y="423863"/>
                  </a:lnTo>
                  <a:lnTo>
                    <a:pt x="90487" y="409575"/>
                  </a:lnTo>
                  <a:lnTo>
                    <a:pt x="93344" y="398145"/>
                  </a:lnTo>
                  <a:lnTo>
                    <a:pt x="94297" y="387667"/>
                  </a:lnTo>
                  <a:lnTo>
                    <a:pt x="93344" y="379095"/>
                  </a:lnTo>
                  <a:lnTo>
                    <a:pt x="87630" y="371475"/>
                  </a:lnTo>
                  <a:lnTo>
                    <a:pt x="80010" y="364807"/>
                  </a:lnTo>
                  <a:lnTo>
                    <a:pt x="69532" y="359093"/>
                  </a:lnTo>
                  <a:lnTo>
                    <a:pt x="56197" y="352425"/>
                  </a:lnTo>
                  <a:lnTo>
                    <a:pt x="42862" y="345757"/>
                  </a:lnTo>
                  <a:lnTo>
                    <a:pt x="29527" y="337185"/>
                  </a:lnTo>
                  <a:lnTo>
                    <a:pt x="18097" y="327660"/>
                  </a:lnTo>
                  <a:lnTo>
                    <a:pt x="8572" y="318135"/>
                  </a:lnTo>
                  <a:lnTo>
                    <a:pt x="1904" y="306705"/>
                  </a:lnTo>
                  <a:lnTo>
                    <a:pt x="0" y="295275"/>
                  </a:lnTo>
                  <a:lnTo>
                    <a:pt x="1904" y="283845"/>
                  </a:lnTo>
                  <a:lnTo>
                    <a:pt x="8572" y="272415"/>
                  </a:lnTo>
                  <a:lnTo>
                    <a:pt x="18097" y="262890"/>
                  </a:lnTo>
                  <a:lnTo>
                    <a:pt x="29527" y="253365"/>
                  </a:lnTo>
                  <a:lnTo>
                    <a:pt x="42862" y="244793"/>
                  </a:lnTo>
                  <a:lnTo>
                    <a:pt x="56197" y="238125"/>
                  </a:lnTo>
                  <a:lnTo>
                    <a:pt x="69532" y="231457"/>
                  </a:lnTo>
                  <a:lnTo>
                    <a:pt x="80010" y="225743"/>
                  </a:lnTo>
                  <a:lnTo>
                    <a:pt x="87630" y="219075"/>
                  </a:lnTo>
                  <a:lnTo>
                    <a:pt x="93344" y="211455"/>
                  </a:lnTo>
                  <a:lnTo>
                    <a:pt x="94297" y="202883"/>
                  </a:lnTo>
                  <a:lnTo>
                    <a:pt x="93344" y="192405"/>
                  </a:lnTo>
                  <a:lnTo>
                    <a:pt x="90487" y="180975"/>
                  </a:lnTo>
                  <a:lnTo>
                    <a:pt x="85724" y="166687"/>
                  </a:lnTo>
                  <a:lnTo>
                    <a:pt x="81914" y="152400"/>
                  </a:lnTo>
                  <a:lnTo>
                    <a:pt x="78104" y="137160"/>
                  </a:lnTo>
                  <a:lnTo>
                    <a:pt x="76200" y="121920"/>
                  </a:lnTo>
                  <a:lnTo>
                    <a:pt x="76200" y="108585"/>
                  </a:lnTo>
                  <a:lnTo>
                    <a:pt x="80010" y="96203"/>
                  </a:lnTo>
                  <a:lnTo>
                    <a:pt x="86677" y="86677"/>
                  </a:lnTo>
                  <a:lnTo>
                    <a:pt x="96202" y="80010"/>
                  </a:lnTo>
                  <a:lnTo>
                    <a:pt x="108584" y="76200"/>
                  </a:lnTo>
                  <a:lnTo>
                    <a:pt x="121920" y="76200"/>
                  </a:lnTo>
                  <a:lnTo>
                    <a:pt x="137160" y="78105"/>
                  </a:lnTo>
                  <a:lnTo>
                    <a:pt x="152400" y="81915"/>
                  </a:lnTo>
                  <a:lnTo>
                    <a:pt x="166687" y="85725"/>
                  </a:lnTo>
                  <a:lnTo>
                    <a:pt x="180974" y="90487"/>
                  </a:lnTo>
                  <a:lnTo>
                    <a:pt x="192404" y="93345"/>
                  </a:lnTo>
                  <a:lnTo>
                    <a:pt x="202882" y="94297"/>
                  </a:lnTo>
                  <a:lnTo>
                    <a:pt x="211454" y="93345"/>
                  </a:lnTo>
                  <a:lnTo>
                    <a:pt x="219074" y="87630"/>
                  </a:lnTo>
                  <a:lnTo>
                    <a:pt x="225742" y="80010"/>
                  </a:lnTo>
                  <a:lnTo>
                    <a:pt x="231457" y="69533"/>
                  </a:lnTo>
                  <a:lnTo>
                    <a:pt x="238124" y="56197"/>
                  </a:lnTo>
                  <a:lnTo>
                    <a:pt x="244792" y="42863"/>
                  </a:lnTo>
                  <a:lnTo>
                    <a:pt x="253364" y="29527"/>
                  </a:lnTo>
                  <a:lnTo>
                    <a:pt x="262890" y="18097"/>
                  </a:lnTo>
                  <a:lnTo>
                    <a:pt x="272414" y="8573"/>
                  </a:lnTo>
                  <a:lnTo>
                    <a:pt x="283844" y="1905"/>
                  </a:lnTo>
                  <a:lnTo>
                    <a:pt x="295274" y="0"/>
                  </a:lnTo>
                  <a:lnTo>
                    <a:pt x="306704" y="1905"/>
                  </a:lnTo>
                  <a:lnTo>
                    <a:pt x="318134" y="8573"/>
                  </a:lnTo>
                  <a:lnTo>
                    <a:pt x="327660" y="18097"/>
                  </a:lnTo>
                  <a:lnTo>
                    <a:pt x="337184" y="29527"/>
                  </a:lnTo>
                  <a:lnTo>
                    <a:pt x="345757" y="42863"/>
                  </a:lnTo>
                  <a:lnTo>
                    <a:pt x="352424" y="56197"/>
                  </a:lnTo>
                  <a:lnTo>
                    <a:pt x="359092" y="69533"/>
                  </a:lnTo>
                  <a:lnTo>
                    <a:pt x="364807" y="80010"/>
                  </a:lnTo>
                  <a:lnTo>
                    <a:pt x="371474" y="87630"/>
                  </a:lnTo>
                  <a:lnTo>
                    <a:pt x="379094" y="93345"/>
                  </a:lnTo>
                  <a:lnTo>
                    <a:pt x="387667" y="94297"/>
                  </a:lnTo>
                  <a:lnTo>
                    <a:pt x="398144" y="93345"/>
                  </a:lnTo>
                  <a:lnTo>
                    <a:pt x="409574" y="90487"/>
                  </a:lnTo>
                  <a:lnTo>
                    <a:pt x="423862" y="85725"/>
                  </a:lnTo>
                  <a:lnTo>
                    <a:pt x="438150" y="81915"/>
                  </a:lnTo>
                  <a:lnTo>
                    <a:pt x="453390" y="78105"/>
                  </a:lnTo>
                  <a:lnTo>
                    <a:pt x="468630" y="76200"/>
                  </a:lnTo>
                  <a:lnTo>
                    <a:pt x="481964" y="76200"/>
                  </a:lnTo>
                  <a:lnTo>
                    <a:pt x="494347" y="80010"/>
                  </a:lnTo>
                  <a:lnTo>
                    <a:pt x="503872" y="86677"/>
                  </a:lnTo>
                  <a:lnTo>
                    <a:pt x="510540" y="96203"/>
                  </a:lnTo>
                  <a:lnTo>
                    <a:pt x="514350" y="108585"/>
                  </a:lnTo>
                  <a:lnTo>
                    <a:pt x="514350" y="121920"/>
                  </a:lnTo>
                  <a:lnTo>
                    <a:pt x="512444" y="137160"/>
                  </a:lnTo>
                  <a:lnTo>
                    <a:pt x="508634" y="152400"/>
                  </a:lnTo>
                  <a:lnTo>
                    <a:pt x="504824" y="166687"/>
                  </a:lnTo>
                  <a:lnTo>
                    <a:pt x="500062" y="180975"/>
                  </a:lnTo>
                  <a:lnTo>
                    <a:pt x="497204" y="192405"/>
                  </a:lnTo>
                  <a:lnTo>
                    <a:pt x="496252" y="202883"/>
                  </a:lnTo>
                  <a:lnTo>
                    <a:pt x="497204" y="211455"/>
                  </a:lnTo>
                  <a:lnTo>
                    <a:pt x="502920" y="219075"/>
                  </a:lnTo>
                  <a:lnTo>
                    <a:pt x="510540" y="225743"/>
                  </a:lnTo>
                  <a:lnTo>
                    <a:pt x="521017" y="231457"/>
                  </a:lnTo>
                  <a:lnTo>
                    <a:pt x="534352" y="238125"/>
                  </a:lnTo>
                  <a:lnTo>
                    <a:pt x="547687" y="244793"/>
                  </a:lnTo>
                  <a:lnTo>
                    <a:pt x="561022" y="253365"/>
                  </a:lnTo>
                  <a:lnTo>
                    <a:pt x="572452" y="262890"/>
                  </a:lnTo>
                  <a:lnTo>
                    <a:pt x="581977" y="272415"/>
                  </a:lnTo>
                  <a:lnTo>
                    <a:pt x="588644" y="283845"/>
                  </a:lnTo>
                  <a:close/>
                </a:path>
              </a:pathLst>
            </a:custGeom>
            <a:solidFill>
              <a:srgbClr val="0B38B5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ic3-hole"/>
            <p:cNvSpPr/>
            <p:nvPr/>
          </p:nvSpPr>
          <p:spPr>
            <a:xfrm>
              <a:off x="18488025" y="8120062"/>
              <a:ext cx="180975" cy="180975"/>
            </a:xfrm>
            <a:prstGeom prst="ellipse">
              <a:avLst/>
            </a:prstGeom>
            <a:solidFill>
              <a:srgbClr val="0B38B5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card-3-title"/>
            <p:cNvSpPr txBox="1"/>
            <p:nvPr/>
          </p:nvSpPr>
          <p:spPr>
            <a:xfrm>
              <a:off x="16673512" y="9806940"/>
              <a:ext cx="3810000" cy="13411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6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项目执行</a:t>
              </a:r>
            </a:p>
          </p:txBody>
        </p:sp>
        <p:sp>
          <p:nvSpPr>
            <p:cNvPr id="50" name="card-3-sub"/>
            <p:cNvSpPr txBox="1"/>
            <p:nvPr/>
          </p:nvSpPr>
          <p:spPr>
            <a:xfrm>
              <a:off x="16959262" y="11163300"/>
              <a:ext cx="3238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计划与监控</a:t>
              </a:r>
            </a:p>
          </p:txBody>
        </p:sp>
      </p:grpSp>
      <p:grpSp>
        <p:nvGrpSpPr>
          <p:cNvPr id="69" name="card-4"/>
          <p:cNvGrpSpPr/>
          <p:nvPr/>
        </p:nvGrpSpPr>
        <p:grpSpPr>
          <a:xfrm>
            <a:off x="22564725" y="5715000"/>
            <a:ext cx="5476875" cy="8296275"/>
            <a:chOff x="22564725" y="5715000"/>
            <a:chExt cx="5476875" cy="8296275"/>
          </a:xfrm>
        </p:grpSpPr>
        <p:sp>
          <p:nvSpPr>
            <p:cNvPr id="51" name="card-4-shadow"/>
            <p:cNvSpPr/>
            <p:nvPr/>
          </p:nvSpPr>
          <p:spPr>
            <a:xfrm>
              <a:off x="27984450" y="5867400"/>
              <a:ext cx="57150" cy="8067675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card-4-panel"/>
            <p:cNvSpPr/>
            <p:nvPr/>
          </p:nvSpPr>
          <p:spPr>
            <a:xfrm>
              <a:off x="22564725" y="5715000"/>
              <a:ext cx="5419725" cy="8296275"/>
            </a:xfrm>
            <a:prstGeom prst="roundRect">
              <a:avLst>
                <a:gd name="adj" fmla="val 5975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card-4-halo"/>
            <p:cNvSpPr/>
            <p:nvPr/>
          </p:nvSpPr>
          <p:spPr>
            <a:xfrm>
              <a:off x="24045862" y="6838950"/>
              <a:ext cx="2457450" cy="2457450"/>
            </a:xfrm>
            <a:prstGeom prst="ellipse">
              <a:avLst/>
            </a:prstGeom>
            <a:noFill/>
            <a:ln w="47625">
              <a:solidFill>
                <a:srgbClr val="E6EC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ard-4-disc"/>
            <p:cNvSpPr/>
            <p:nvPr/>
          </p:nvSpPr>
          <p:spPr>
            <a:xfrm>
              <a:off x="24198262" y="6996112"/>
              <a:ext cx="2152650" cy="2152650"/>
            </a:xfrm>
            <a:prstGeom prst="ellipse">
              <a:avLst/>
            </a:prstGeom>
            <a:solidFill>
              <a:srgbClr val="0B38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ic4-back"/>
            <p:cNvSpPr/>
            <p:nvPr/>
          </p:nvSpPr>
          <p:spPr>
            <a:xfrm>
              <a:off x="24903112" y="7505700"/>
              <a:ext cx="914400" cy="981075"/>
            </a:xfrm>
            <a:prstGeom prst="roundRect">
              <a:avLst>
                <a:gd name="adj" fmla="val 8333"/>
              </a:avLst>
            </a:prstGeom>
            <a:solidFill>
              <a:srgbClr val="0B38B5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ic4-front"/>
            <p:cNvSpPr/>
            <p:nvPr/>
          </p:nvSpPr>
          <p:spPr>
            <a:xfrm>
              <a:off x="24703088" y="7696200"/>
              <a:ext cx="942975" cy="904875"/>
            </a:xfrm>
            <a:prstGeom prst="roundRect">
              <a:avLst>
                <a:gd name="adj" fmla="val 8421"/>
              </a:avLst>
            </a:prstGeom>
            <a:solidFill>
              <a:srgbClr val="0B38B5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ic4-bar"/>
            <p:cNvSpPr/>
            <p:nvPr/>
          </p:nvSpPr>
          <p:spPr>
            <a:xfrm>
              <a:off x="24693562" y="7962900"/>
              <a:ext cx="962025" cy="95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ic4-btn"/>
            <p:cNvSpPr/>
            <p:nvPr/>
          </p:nvSpPr>
          <p:spPr>
            <a:xfrm>
              <a:off x="24903112" y="8248650"/>
              <a:ext cx="85725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ic4-dash"/>
            <p:cNvSpPr/>
            <p:nvPr/>
          </p:nvSpPr>
          <p:spPr>
            <a:xfrm>
              <a:off x="25074562" y="8248650"/>
              <a:ext cx="371475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card-4-title"/>
            <p:cNvSpPr txBox="1"/>
            <p:nvPr/>
          </p:nvSpPr>
          <p:spPr>
            <a:xfrm>
              <a:off x="23369588" y="9806940"/>
              <a:ext cx="3810000" cy="13411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6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总结展望</a:t>
              </a:r>
            </a:p>
          </p:txBody>
        </p:sp>
        <p:sp>
          <p:nvSpPr>
            <p:cNvPr id="61" name="card-4-sub"/>
            <p:cNvSpPr txBox="1"/>
            <p:nvPr/>
          </p:nvSpPr>
          <p:spPr>
            <a:xfrm>
              <a:off x="23655338" y="11163300"/>
              <a:ext cx="3238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成果与未来</a:t>
              </a:r>
            </a:p>
          </p:txBody>
        </p:sp>
      </p:grpSp>
      <p:sp>
        <p:nvSpPr>
          <p:cNvPr id="62" name="main-title"/>
          <p:cNvSpPr txBox="1"/>
          <p:nvPr/>
        </p:nvSpPr>
        <p:spPr>
          <a:xfrm>
            <a:off x="12382500" y="1247775"/>
            <a:ext cx="5715000" cy="2971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625" b="1" i="0">
                <a:solidFill>
                  <a:srgbClr val="0B38B5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63" name="divider-l"/>
          <p:cNvSpPr/>
          <p:nvPr/>
        </p:nvSpPr>
        <p:spPr>
          <a:xfrm>
            <a:off x="12125325" y="4095750"/>
            <a:ext cx="2476500" cy="47625"/>
          </a:xfrm>
          <a:prstGeom prst="rect">
            <a:avLst/>
          </a:prstGeom>
          <a:solidFill>
            <a:srgbClr val="0B3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vider-r"/>
          <p:cNvSpPr/>
          <p:nvPr/>
        </p:nvSpPr>
        <p:spPr>
          <a:xfrm>
            <a:off x="15878175" y="4095750"/>
            <a:ext cx="2466975" cy="47625"/>
          </a:xfrm>
          <a:prstGeom prst="rect">
            <a:avLst/>
          </a:prstGeom>
          <a:solidFill>
            <a:srgbClr val="0B3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vider-dot"/>
          <p:cNvSpPr/>
          <p:nvPr/>
        </p:nvSpPr>
        <p:spPr>
          <a:xfrm>
            <a:off x="15149512" y="4024312"/>
            <a:ext cx="180975" cy="180975"/>
          </a:xfrm>
          <a:prstGeom prst="ellipse">
            <a:avLst/>
          </a:prstGeom>
          <a:solidFill>
            <a:srgbClr val="0B3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