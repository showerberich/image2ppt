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ge-bg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ad"/>
          <p:cNvSpPr/>
          <p:nvPr/>
        </p:nvSpPr>
        <p:spPr>
          <a:xfrm>
            <a:off x="895350" y="4257675"/>
            <a:ext cx="28670250" cy="8772525"/>
          </a:xfrm>
          <a:custGeom>
            <a:avLst/>
            <a:gdLst/>
            <a:ahLst/>
            <a:cxnLst/>
            <a:rect l="l" t="t" r="r" b="b"/>
            <a:pathLst>
              <a:path w="28670250" h="8772525">
                <a:moveTo>
                  <a:pt x="0" y="0"/>
                </a:moveTo>
                <a:lnTo>
                  <a:pt x="21059775" y="0"/>
                </a:lnTo>
                <a:lnTo>
                  <a:pt x="21059775" y="0"/>
                </a:lnTo>
                <a:lnTo>
                  <a:pt x="21144458" y="1478"/>
                </a:lnTo>
                <a:lnTo>
                  <a:pt x="21229039" y="5911"/>
                </a:lnTo>
                <a:lnTo>
                  <a:pt x="21313413" y="13293"/>
                </a:lnTo>
                <a:lnTo>
                  <a:pt x="21397478" y="23614"/>
                </a:lnTo>
                <a:lnTo>
                  <a:pt x="21481131" y="36864"/>
                </a:lnTo>
                <a:lnTo>
                  <a:pt x="21564271" y="53025"/>
                </a:lnTo>
                <a:lnTo>
                  <a:pt x="21646797" y="72077"/>
                </a:lnTo>
                <a:lnTo>
                  <a:pt x="21728607" y="93998"/>
                </a:lnTo>
                <a:lnTo>
                  <a:pt x="21809603" y="118761"/>
                </a:lnTo>
                <a:lnTo>
                  <a:pt x="21889685" y="146335"/>
                </a:lnTo>
                <a:lnTo>
                  <a:pt x="21968756" y="176688"/>
                </a:lnTo>
                <a:lnTo>
                  <a:pt x="22046719" y="209781"/>
                </a:lnTo>
                <a:lnTo>
                  <a:pt x="22123480" y="245576"/>
                </a:lnTo>
                <a:lnTo>
                  <a:pt x="22198945" y="284027"/>
                </a:lnTo>
                <a:lnTo>
                  <a:pt x="22273022" y="325089"/>
                </a:lnTo>
                <a:lnTo>
                  <a:pt x="22345621" y="368710"/>
                </a:lnTo>
                <a:lnTo>
                  <a:pt x="22416653" y="414839"/>
                </a:lnTo>
                <a:lnTo>
                  <a:pt x="22486032" y="463419"/>
                </a:lnTo>
                <a:lnTo>
                  <a:pt x="22553674" y="514391"/>
                </a:lnTo>
                <a:lnTo>
                  <a:pt x="22619495" y="567692"/>
                </a:lnTo>
                <a:lnTo>
                  <a:pt x="22683416" y="623257"/>
                </a:lnTo>
                <a:lnTo>
                  <a:pt x="22745359" y="681020"/>
                </a:lnTo>
                <a:lnTo>
                  <a:pt x="22805249" y="740910"/>
                </a:lnTo>
                <a:lnTo>
                  <a:pt x="22863011" y="802853"/>
                </a:lnTo>
                <a:lnTo>
                  <a:pt x="22918577" y="866774"/>
                </a:lnTo>
                <a:lnTo>
                  <a:pt x="22971878" y="932595"/>
                </a:lnTo>
                <a:lnTo>
                  <a:pt x="23022850" y="1000237"/>
                </a:lnTo>
                <a:lnTo>
                  <a:pt x="23071429" y="1069616"/>
                </a:lnTo>
                <a:lnTo>
                  <a:pt x="23117558" y="1140648"/>
                </a:lnTo>
                <a:lnTo>
                  <a:pt x="23161180" y="1213247"/>
                </a:lnTo>
                <a:lnTo>
                  <a:pt x="23202242" y="1287324"/>
                </a:lnTo>
                <a:lnTo>
                  <a:pt x="23240693" y="1362789"/>
                </a:lnTo>
                <a:lnTo>
                  <a:pt x="23276487" y="1439550"/>
                </a:lnTo>
                <a:lnTo>
                  <a:pt x="23309581" y="1517513"/>
                </a:lnTo>
                <a:lnTo>
                  <a:pt x="23339933" y="1596584"/>
                </a:lnTo>
                <a:lnTo>
                  <a:pt x="23367508" y="1676666"/>
                </a:lnTo>
                <a:lnTo>
                  <a:pt x="23392270" y="1757661"/>
                </a:lnTo>
                <a:lnTo>
                  <a:pt x="23414192" y="1839472"/>
                </a:lnTo>
                <a:lnTo>
                  <a:pt x="23433244" y="1921997"/>
                </a:lnTo>
                <a:lnTo>
                  <a:pt x="23449405" y="2005138"/>
                </a:lnTo>
                <a:lnTo>
                  <a:pt x="23462654" y="2088791"/>
                </a:lnTo>
                <a:lnTo>
                  <a:pt x="23472976" y="2172856"/>
                </a:lnTo>
                <a:lnTo>
                  <a:pt x="23480358" y="2257230"/>
                </a:lnTo>
                <a:lnTo>
                  <a:pt x="23484791" y="2341810"/>
                </a:lnTo>
                <a:lnTo>
                  <a:pt x="23486269" y="2426494"/>
                </a:lnTo>
                <a:lnTo>
                  <a:pt x="23484791" y="2511177"/>
                </a:lnTo>
                <a:lnTo>
                  <a:pt x="23480358" y="2595757"/>
                </a:lnTo>
                <a:lnTo>
                  <a:pt x="23472976" y="2680131"/>
                </a:lnTo>
                <a:lnTo>
                  <a:pt x="23462654" y="2764196"/>
                </a:lnTo>
                <a:lnTo>
                  <a:pt x="23449405" y="2847850"/>
                </a:lnTo>
                <a:lnTo>
                  <a:pt x="23433244" y="2930990"/>
                </a:lnTo>
                <a:lnTo>
                  <a:pt x="23414192" y="3013516"/>
                </a:lnTo>
                <a:lnTo>
                  <a:pt x="23392270" y="3095326"/>
                </a:lnTo>
                <a:lnTo>
                  <a:pt x="23367508" y="3176322"/>
                </a:lnTo>
                <a:lnTo>
                  <a:pt x="23339933" y="3256403"/>
                </a:lnTo>
                <a:lnTo>
                  <a:pt x="23309581" y="3335474"/>
                </a:lnTo>
                <a:lnTo>
                  <a:pt x="23276487" y="3413438"/>
                </a:lnTo>
                <a:lnTo>
                  <a:pt x="23240693" y="3490199"/>
                </a:lnTo>
                <a:lnTo>
                  <a:pt x="23202242" y="3565664"/>
                </a:lnTo>
                <a:lnTo>
                  <a:pt x="23161180" y="3639741"/>
                </a:lnTo>
                <a:lnTo>
                  <a:pt x="23117558" y="3712340"/>
                </a:lnTo>
                <a:lnTo>
                  <a:pt x="23071429" y="3783372"/>
                </a:lnTo>
                <a:lnTo>
                  <a:pt x="23022850" y="3852751"/>
                </a:lnTo>
                <a:lnTo>
                  <a:pt x="22971878" y="3920392"/>
                </a:lnTo>
                <a:lnTo>
                  <a:pt x="22918577" y="3986214"/>
                </a:lnTo>
                <a:lnTo>
                  <a:pt x="22863011" y="4050135"/>
                </a:lnTo>
                <a:lnTo>
                  <a:pt x="22805249" y="4112078"/>
                </a:lnTo>
                <a:lnTo>
                  <a:pt x="22745359" y="4171967"/>
                </a:lnTo>
                <a:lnTo>
                  <a:pt x="22683416" y="4229730"/>
                </a:lnTo>
                <a:lnTo>
                  <a:pt x="22619495" y="4285296"/>
                </a:lnTo>
                <a:lnTo>
                  <a:pt x="22553674" y="4338597"/>
                </a:lnTo>
                <a:lnTo>
                  <a:pt x="22486032" y="4389568"/>
                </a:lnTo>
                <a:lnTo>
                  <a:pt x="22416653" y="4438148"/>
                </a:lnTo>
                <a:lnTo>
                  <a:pt x="22345621" y="4484277"/>
                </a:lnTo>
                <a:lnTo>
                  <a:pt x="22273022" y="4527899"/>
                </a:lnTo>
                <a:lnTo>
                  <a:pt x="22198945" y="4568961"/>
                </a:lnTo>
                <a:lnTo>
                  <a:pt x="22123480" y="4607412"/>
                </a:lnTo>
                <a:lnTo>
                  <a:pt x="22046719" y="4643206"/>
                </a:lnTo>
                <a:lnTo>
                  <a:pt x="21968756" y="4676300"/>
                </a:lnTo>
                <a:lnTo>
                  <a:pt x="21889685" y="4706652"/>
                </a:lnTo>
                <a:lnTo>
                  <a:pt x="21809603" y="4734226"/>
                </a:lnTo>
                <a:lnTo>
                  <a:pt x="21728607" y="4758989"/>
                </a:lnTo>
                <a:lnTo>
                  <a:pt x="21646797" y="4780910"/>
                </a:lnTo>
                <a:lnTo>
                  <a:pt x="21564271" y="4799963"/>
                </a:lnTo>
                <a:lnTo>
                  <a:pt x="21481131" y="4816124"/>
                </a:lnTo>
                <a:lnTo>
                  <a:pt x="21397478" y="4829373"/>
                </a:lnTo>
                <a:lnTo>
                  <a:pt x="21313413" y="4839695"/>
                </a:lnTo>
                <a:lnTo>
                  <a:pt x="21229039" y="4847077"/>
                </a:lnTo>
                <a:lnTo>
                  <a:pt x="21144458" y="4851509"/>
                </a:lnTo>
                <a:lnTo>
                  <a:pt x="21059775" y="4852987"/>
                </a:lnTo>
                <a:lnTo>
                  <a:pt x="7922419" y="4852987"/>
                </a:lnTo>
                <a:lnTo>
                  <a:pt x="7922419" y="4852987"/>
                </a:lnTo>
                <a:lnTo>
                  <a:pt x="7869980" y="4853903"/>
                </a:lnTo>
                <a:lnTo>
                  <a:pt x="7817605" y="4856648"/>
                </a:lnTo>
                <a:lnTo>
                  <a:pt x="7765358" y="4861219"/>
                </a:lnTo>
                <a:lnTo>
                  <a:pt x="7713302" y="4867610"/>
                </a:lnTo>
                <a:lnTo>
                  <a:pt x="7661500" y="4875815"/>
                </a:lnTo>
                <a:lnTo>
                  <a:pt x="7610017" y="4885822"/>
                </a:lnTo>
                <a:lnTo>
                  <a:pt x="7558914" y="4897620"/>
                </a:lnTo>
                <a:lnTo>
                  <a:pt x="7508255" y="4911194"/>
                </a:lnTo>
                <a:lnTo>
                  <a:pt x="7458099" y="4926528"/>
                </a:lnTo>
                <a:lnTo>
                  <a:pt x="7408510" y="4943603"/>
                </a:lnTo>
                <a:lnTo>
                  <a:pt x="7359547" y="4962399"/>
                </a:lnTo>
                <a:lnTo>
                  <a:pt x="7311269" y="4982891"/>
                </a:lnTo>
                <a:lnTo>
                  <a:pt x="7263736" y="5005056"/>
                </a:lnTo>
                <a:lnTo>
                  <a:pt x="7217005" y="5028867"/>
                </a:lnTo>
                <a:lnTo>
                  <a:pt x="7171134" y="5054294"/>
                </a:lnTo>
                <a:lnTo>
                  <a:pt x="7126179" y="5081306"/>
                </a:lnTo>
                <a:lnTo>
                  <a:pt x="7082193" y="5109870"/>
                </a:lnTo>
                <a:lnTo>
                  <a:pt x="7039231" y="5139953"/>
                </a:lnTo>
                <a:lnTo>
                  <a:pt x="6997345" y="5171516"/>
                </a:lnTo>
                <a:lnTo>
                  <a:pt x="6956586" y="5204522"/>
                </a:lnTo>
                <a:lnTo>
                  <a:pt x="6917004" y="5238930"/>
                </a:lnTo>
                <a:lnTo>
                  <a:pt x="6878647" y="5274699"/>
                </a:lnTo>
                <a:lnTo>
                  <a:pt x="6841561" y="5311784"/>
                </a:lnTo>
                <a:lnTo>
                  <a:pt x="6805793" y="5350142"/>
                </a:lnTo>
                <a:lnTo>
                  <a:pt x="6771384" y="5389724"/>
                </a:lnTo>
                <a:lnTo>
                  <a:pt x="6738378" y="5430483"/>
                </a:lnTo>
                <a:lnTo>
                  <a:pt x="6706815" y="5472368"/>
                </a:lnTo>
                <a:lnTo>
                  <a:pt x="6676733" y="5515330"/>
                </a:lnTo>
                <a:lnTo>
                  <a:pt x="6648168" y="5559316"/>
                </a:lnTo>
                <a:lnTo>
                  <a:pt x="6621156" y="5604272"/>
                </a:lnTo>
                <a:lnTo>
                  <a:pt x="6595729" y="5650143"/>
                </a:lnTo>
                <a:lnTo>
                  <a:pt x="6571919" y="5696873"/>
                </a:lnTo>
                <a:lnTo>
                  <a:pt x="6549754" y="5744406"/>
                </a:lnTo>
                <a:lnTo>
                  <a:pt x="6529261" y="5792684"/>
                </a:lnTo>
                <a:lnTo>
                  <a:pt x="6510466" y="5841647"/>
                </a:lnTo>
                <a:lnTo>
                  <a:pt x="6493391" y="5891237"/>
                </a:lnTo>
                <a:lnTo>
                  <a:pt x="6478057" y="5941392"/>
                </a:lnTo>
                <a:lnTo>
                  <a:pt x="6464483" y="5992052"/>
                </a:lnTo>
                <a:lnTo>
                  <a:pt x="6452685" y="6043155"/>
                </a:lnTo>
                <a:lnTo>
                  <a:pt x="6442677" y="6094638"/>
                </a:lnTo>
                <a:lnTo>
                  <a:pt x="6434473" y="6146439"/>
                </a:lnTo>
                <a:lnTo>
                  <a:pt x="6428081" y="6198495"/>
                </a:lnTo>
                <a:lnTo>
                  <a:pt x="6423510" y="6250742"/>
                </a:lnTo>
                <a:lnTo>
                  <a:pt x="6420765" y="6303117"/>
                </a:lnTo>
                <a:lnTo>
                  <a:pt x="6419850" y="6355556"/>
                </a:lnTo>
                <a:lnTo>
                  <a:pt x="6420765" y="6407995"/>
                </a:lnTo>
                <a:lnTo>
                  <a:pt x="6423510" y="6460370"/>
                </a:lnTo>
                <a:lnTo>
                  <a:pt x="6428081" y="6512617"/>
                </a:lnTo>
                <a:lnTo>
                  <a:pt x="6434473" y="6564673"/>
                </a:lnTo>
                <a:lnTo>
                  <a:pt x="6442677" y="6616475"/>
                </a:lnTo>
                <a:lnTo>
                  <a:pt x="6452685" y="6667958"/>
                </a:lnTo>
                <a:lnTo>
                  <a:pt x="6464483" y="6719061"/>
                </a:lnTo>
                <a:lnTo>
                  <a:pt x="6478057" y="6769720"/>
                </a:lnTo>
                <a:lnTo>
                  <a:pt x="6493391" y="6819876"/>
                </a:lnTo>
                <a:lnTo>
                  <a:pt x="6510466" y="6869465"/>
                </a:lnTo>
                <a:lnTo>
                  <a:pt x="6529261" y="6918428"/>
                </a:lnTo>
                <a:lnTo>
                  <a:pt x="6549754" y="6966706"/>
                </a:lnTo>
                <a:lnTo>
                  <a:pt x="6571919" y="7014239"/>
                </a:lnTo>
                <a:lnTo>
                  <a:pt x="6595729" y="7060970"/>
                </a:lnTo>
                <a:lnTo>
                  <a:pt x="6621156" y="7106841"/>
                </a:lnTo>
                <a:lnTo>
                  <a:pt x="6648168" y="7151796"/>
                </a:lnTo>
                <a:lnTo>
                  <a:pt x="6676733" y="7195782"/>
                </a:lnTo>
                <a:lnTo>
                  <a:pt x="6706815" y="7238744"/>
                </a:lnTo>
                <a:lnTo>
                  <a:pt x="6738378" y="7280630"/>
                </a:lnTo>
                <a:lnTo>
                  <a:pt x="6771384" y="7321389"/>
                </a:lnTo>
                <a:lnTo>
                  <a:pt x="6805793" y="7360971"/>
                </a:lnTo>
                <a:lnTo>
                  <a:pt x="6841561" y="7399328"/>
                </a:lnTo>
                <a:lnTo>
                  <a:pt x="6878647" y="7436414"/>
                </a:lnTo>
                <a:lnTo>
                  <a:pt x="6917004" y="7472182"/>
                </a:lnTo>
                <a:lnTo>
                  <a:pt x="6956586" y="7506591"/>
                </a:lnTo>
                <a:lnTo>
                  <a:pt x="6997345" y="7539597"/>
                </a:lnTo>
                <a:lnTo>
                  <a:pt x="7039231" y="7571160"/>
                </a:lnTo>
                <a:lnTo>
                  <a:pt x="7082193" y="7601242"/>
                </a:lnTo>
                <a:lnTo>
                  <a:pt x="7126179" y="7629807"/>
                </a:lnTo>
                <a:lnTo>
                  <a:pt x="7171134" y="7656819"/>
                </a:lnTo>
                <a:lnTo>
                  <a:pt x="7217005" y="7682246"/>
                </a:lnTo>
                <a:lnTo>
                  <a:pt x="7263736" y="7706056"/>
                </a:lnTo>
                <a:lnTo>
                  <a:pt x="7311269" y="7728221"/>
                </a:lnTo>
                <a:lnTo>
                  <a:pt x="7359547" y="7748714"/>
                </a:lnTo>
                <a:lnTo>
                  <a:pt x="7408510" y="7767509"/>
                </a:lnTo>
                <a:lnTo>
                  <a:pt x="7458099" y="7784584"/>
                </a:lnTo>
                <a:lnTo>
                  <a:pt x="7508255" y="7799918"/>
                </a:lnTo>
                <a:lnTo>
                  <a:pt x="7558914" y="7813492"/>
                </a:lnTo>
                <a:lnTo>
                  <a:pt x="7610017" y="7825290"/>
                </a:lnTo>
                <a:lnTo>
                  <a:pt x="7661500" y="7835298"/>
                </a:lnTo>
                <a:lnTo>
                  <a:pt x="7713302" y="7843502"/>
                </a:lnTo>
                <a:lnTo>
                  <a:pt x="7765358" y="7849894"/>
                </a:lnTo>
                <a:lnTo>
                  <a:pt x="7817605" y="7854465"/>
                </a:lnTo>
                <a:lnTo>
                  <a:pt x="7869980" y="7857210"/>
                </a:lnTo>
                <a:lnTo>
                  <a:pt x="7922419" y="7858125"/>
                </a:lnTo>
                <a:lnTo>
                  <a:pt x="28670250" y="7858125"/>
                </a:lnTo>
                <a:lnTo>
                  <a:pt x="28670250" y="8772525"/>
                </a:lnTo>
                <a:lnTo>
                  <a:pt x="7922419" y="8772525"/>
                </a:lnTo>
                <a:lnTo>
                  <a:pt x="7922419" y="8772525"/>
                </a:lnTo>
                <a:lnTo>
                  <a:pt x="7838068" y="8771053"/>
                </a:lnTo>
                <a:lnTo>
                  <a:pt x="7753820" y="8766637"/>
                </a:lnTo>
                <a:lnTo>
                  <a:pt x="7669777" y="8759285"/>
                </a:lnTo>
                <a:lnTo>
                  <a:pt x="7586042" y="8749003"/>
                </a:lnTo>
                <a:lnTo>
                  <a:pt x="7502717" y="8735806"/>
                </a:lnTo>
                <a:lnTo>
                  <a:pt x="7419903" y="8719708"/>
                </a:lnTo>
                <a:lnTo>
                  <a:pt x="7337701" y="8700731"/>
                </a:lnTo>
                <a:lnTo>
                  <a:pt x="7256212" y="8678896"/>
                </a:lnTo>
                <a:lnTo>
                  <a:pt x="7175534" y="8654230"/>
                </a:lnTo>
                <a:lnTo>
                  <a:pt x="7095767" y="8626764"/>
                </a:lnTo>
                <a:lnTo>
                  <a:pt x="7017006" y="8596531"/>
                </a:lnTo>
                <a:lnTo>
                  <a:pt x="6939349" y="8563567"/>
                </a:lnTo>
                <a:lnTo>
                  <a:pt x="6862889" y="8527913"/>
                </a:lnTo>
                <a:lnTo>
                  <a:pt x="6787721" y="8489613"/>
                </a:lnTo>
                <a:lnTo>
                  <a:pt x="6713934" y="8448713"/>
                </a:lnTo>
                <a:lnTo>
                  <a:pt x="6641620" y="8405262"/>
                </a:lnTo>
                <a:lnTo>
                  <a:pt x="6570867" y="8359314"/>
                </a:lnTo>
                <a:lnTo>
                  <a:pt x="6501760" y="8310925"/>
                </a:lnTo>
                <a:lnTo>
                  <a:pt x="6434384" y="8260154"/>
                </a:lnTo>
                <a:lnTo>
                  <a:pt x="6368821" y="8207062"/>
                </a:lnTo>
                <a:lnTo>
                  <a:pt x="6305151" y="8151714"/>
                </a:lnTo>
                <a:lnTo>
                  <a:pt x="6243451" y="8094178"/>
                </a:lnTo>
                <a:lnTo>
                  <a:pt x="6183797" y="8034524"/>
                </a:lnTo>
                <a:lnTo>
                  <a:pt x="6126261" y="7972824"/>
                </a:lnTo>
                <a:lnTo>
                  <a:pt x="6070913" y="7909154"/>
                </a:lnTo>
                <a:lnTo>
                  <a:pt x="6017821" y="7843591"/>
                </a:lnTo>
                <a:lnTo>
                  <a:pt x="5967050" y="7776215"/>
                </a:lnTo>
                <a:lnTo>
                  <a:pt x="5918661" y="7707108"/>
                </a:lnTo>
                <a:lnTo>
                  <a:pt x="5872713" y="7636355"/>
                </a:lnTo>
                <a:lnTo>
                  <a:pt x="5829262" y="7564041"/>
                </a:lnTo>
                <a:lnTo>
                  <a:pt x="5788362" y="7490254"/>
                </a:lnTo>
                <a:lnTo>
                  <a:pt x="5750062" y="7415086"/>
                </a:lnTo>
                <a:lnTo>
                  <a:pt x="5714408" y="7338626"/>
                </a:lnTo>
                <a:lnTo>
                  <a:pt x="5681444" y="7260969"/>
                </a:lnTo>
                <a:lnTo>
                  <a:pt x="5651211" y="7182208"/>
                </a:lnTo>
                <a:lnTo>
                  <a:pt x="5623745" y="7102441"/>
                </a:lnTo>
                <a:lnTo>
                  <a:pt x="5599079" y="7021763"/>
                </a:lnTo>
                <a:lnTo>
                  <a:pt x="5577244" y="6940274"/>
                </a:lnTo>
                <a:lnTo>
                  <a:pt x="5558267" y="6858072"/>
                </a:lnTo>
                <a:lnTo>
                  <a:pt x="5542169" y="6775258"/>
                </a:lnTo>
                <a:lnTo>
                  <a:pt x="5528972" y="6691933"/>
                </a:lnTo>
                <a:lnTo>
                  <a:pt x="5518690" y="6608198"/>
                </a:lnTo>
                <a:lnTo>
                  <a:pt x="5511338" y="6524155"/>
                </a:lnTo>
                <a:lnTo>
                  <a:pt x="5506922" y="6439907"/>
                </a:lnTo>
                <a:lnTo>
                  <a:pt x="5505450" y="6355556"/>
                </a:lnTo>
                <a:lnTo>
                  <a:pt x="5506922" y="6271205"/>
                </a:lnTo>
                <a:lnTo>
                  <a:pt x="5511338" y="6186957"/>
                </a:lnTo>
                <a:lnTo>
                  <a:pt x="5518690" y="6102914"/>
                </a:lnTo>
                <a:lnTo>
                  <a:pt x="5528972" y="6019179"/>
                </a:lnTo>
                <a:lnTo>
                  <a:pt x="5542169" y="5935854"/>
                </a:lnTo>
                <a:lnTo>
                  <a:pt x="5558267" y="5853040"/>
                </a:lnTo>
                <a:lnTo>
                  <a:pt x="5577244" y="5770839"/>
                </a:lnTo>
                <a:lnTo>
                  <a:pt x="5599079" y="5689349"/>
                </a:lnTo>
                <a:lnTo>
                  <a:pt x="5623745" y="5608672"/>
                </a:lnTo>
                <a:lnTo>
                  <a:pt x="5651211" y="5528904"/>
                </a:lnTo>
                <a:lnTo>
                  <a:pt x="5681444" y="5450144"/>
                </a:lnTo>
                <a:lnTo>
                  <a:pt x="5714408" y="5372486"/>
                </a:lnTo>
                <a:lnTo>
                  <a:pt x="5750062" y="5296027"/>
                </a:lnTo>
                <a:lnTo>
                  <a:pt x="5788362" y="5220858"/>
                </a:lnTo>
                <a:lnTo>
                  <a:pt x="5829262" y="5147072"/>
                </a:lnTo>
                <a:lnTo>
                  <a:pt x="5872713" y="5074758"/>
                </a:lnTo>
                <a:lnTo>
                  <a:pt x="5918661" y="5004004"/>
                </a:lnTo>
                <a:lnTo>
                  <a:pt x="5967050" y="4934898"/>
                </a:lnTo>
                <a:lnTo>
                  <a:pt x="6017821" y="4867522"/>
                </a:lnTo>
                <a:lnTo>
                  <a:pt x="6070913" y="4801959"/>
                </a:lnTo>
                <a:lnTo>
                  <a:pt x="6126261" y="4738288"/>
                </a:lnTo>
                <a:lnTo>
                  <a:pt x="6183797" y="4676589"/>
                </a:lnTo>
                <a:lnTo>
                  <a:pt x="6243451" y="4616934"/>
                </a:lnTo>
                <a:lnTo>
                  <a:pt x="6305151" y="4559398"/>
                </a:lnTo>
                <a:lnTo>
                  <a:pt x="6368821" y="4504051"/>
                </a:lnTo>
                <a:lnTo>
                  <a:pt x="6434384" y="4450959"/>
                </a:lnTo>
                <a:lnTo>
                  <a:pt x="6501760" y="4400187"/>
                </a:lnTo>
                <a:lnTo>
                  <a:pt x="6570867" y="4351798"/>
                </a:lnTo>
                <a:lnTo>
                  <a:pt x="6641620" y="4305851"/>
                </a:lnTo>
                <a:lnTo>
                  <a:pt x="6713934" y="4262400"/>
                </a:lnTo>
                <a:lnTo>
                  <a:pt x="6787721" y="4221500"/>
                </a:lnTo>
                <a:lnTo>
                  <a:pt x="6862889" y="4183199"/>
                </a:lnTo>
                <a:lnTo>
                  <a:pt x="6939349" y="4147545"/>
                </a:lnTo>
                <a:lnTo>
                  <a:pt x="7017006" y="4114582"/>
                </a:lnTo>
                <a:lnTo>
                  <a:pt x="7095767" y="4084349"/>
                </a:lnTo>
                <a:lnTo>
                  <a:pt x="7175534" y="4056882"/>
                </a:lnTo>
                <a:lnTo>
                  <a:pt x="7256212" y="4032217"/>
                </a:lnTo>
                <a:lnTo>
                  <a:pt x="7337701" y="4010382"/>
                </a:lnTo>
                <a:lnTo>
                  <a:pt x="7419903" y="3991404"/>
                </a:lnTo>
                <a:lnTo>
                  <a:pt x="7502717" y="3975307"/>
                </a:lnTo>
                <a:lnTo>
                  <a:pt x="7586042" y="3962109"/>
                </a:lnTo>
                <a:lnTo>
                  <a:pt x="7669777" y="3951828"/>
                </a:lnTo>
                <a:lnTo>
                  <a:pt x="7753820" y="3944475"/>
                </a:lnTo>
                <a:lnTo>
                  <a:pt x="7838068" y="3940060"/>
                </a:lnTo>
                <a:lnTo>
                  <a:pt x="7922419" y="3938587"/>
                </a:lnTo>
                <a:lnTo>
                  <a:pt x="21059775" y="3938587"/>
                </a:lnTo>
                <a:lnTo>
                  <a:pt x="21059775" y="3938587"/>
                </a:lnTo>
                <a:lnTo>
                  <a:pt x="21112546" y="3937666"/>
                </a:lnTo>
                <a:lnTo>
                  <a:pt x="21165253" y="3934904"/>
                </a:lnTo>
                <a:lnTo>
                  <a:pt x="21217832" y="3930304"/>
                </a:lnTo>
                <a:lnTo>
                  <a:pt x="21270218" y="3923872"/>
                </a:lnTo>
                <a:lnTo>
                  <a:pt x="21322347" y="3915615"/>
                </a:lnTo>
                <a:lnTo>
                  <a:pt x="21374157" y="3905545"/>
                </a:lnTo>
                <a:lnTo>
                  <a:pt x="21425584" y="3893672"/>
                </a:lnTo>
                <a:lnTo>
                  <a:pt x="21476565" y="3880012"/>
                </a:lnTo>
                <a:lnTo>
                  <a:pt x="21527038" y="3864580"/>
                </a:lnTo>
                <a:lnTo>
                  <a:pt x="21576942" y="3847397"/>
                </a:lnTo>
                <a:lnTo>
                  <a:pt x="21626215" y="3828483"/>
                </a:lnTo>
                <a:lnTo>
                  <a:pt x="21674799" y="3807860"/>
                </a:lnTo>
                <a:lnTo>
                  <a:pt x="21722633" y="3785555"/>
                </a:lnTo>
                <a:lnTo>
                  <a:pt x="21769660" y="3761593"/>
                </a:lnTo>
                <a:lnTo>
                  <a:pt x="21815822" y="3736005"/>
                </a:lnTo>
                <a:lnTo>
                  <a:pt x="21861063" y="3708822"/>
                </a:lnTo>
                <a:lnTo>
                  <a:pt x="21905327" y="3680076"/>
                </a:lnTo>
                <a:lnTo>
                  <a:pt x="21948561" y="3649803"/>
                </a:lnTo>
                <a:lnTo>
                  <a:pt x="21990713" y="3618040"/>
                </a:lnTo>
                <a:lnTo>
                  <a:pt x="22031730" y="3584825"/>
                </a:lnTo>
                <a:lnTo>
                  <a:pt x="22071563" y="3550198"/>
                </a:lnTo>
                <a:lnTo>
                  <a:pt x="22110164" y="3514203"/>
                </a:lnTo>
                <a:lnTo>
                  <a:pt x="22147484" y="3476882"/>
                </a:lnTo>
                <a:lnTo>
                  <a:pt x="22183480" y="3438282"/>
                </a:lnTo>
                <a:lnTo>
                  <a:pt x="22218106" y="3398449"/>
                </a:lnTo>
                <a:lnTo>
                  <a:pt x="22251321" y="3357432"/>
                </a:lnTo>
                <a:lnTo>
                  <a:pt x="22283085" y="3315280"/>
                </a:lnTo>
                <a:lnTo>
                  <a:pt x="22313358" y="3272046"/>
                </a:lnTo>
                <a:lnTo>
                  <a:pt x="22342103" y="3227781"/>
                </a:lnTo>
                <a:lnTo>
                  <a:pt x="22369287" y="3182541"/>
                </a:lnTo>
                <a:lnTo>
                  <a:pt x="22394875" y="3136379"/>
                </a:lnTo>
                <a:lnTo>
                  <a:pt x="22418836" y="3089352"/>
                </a:lnTo>
                <a:lnTo>
                  <a:pt x="22441141" y="3041518"/>
                </a:lnTo>
                <a:lnTo>
                  <a:pt x="22461764" y="2992934"/>
                </a:lnTo>
                <a:lnTo>
                  <a:pt x="22480678" y="2943660"/>
                </a:lnTo>
                <a:lnTo>
                  <a:pt x="22497862" y="2893756"/>
                </a:lnTo>
                <a:lnTo>
                  <a:pt x="22513293" y="2843283"/>
                </a:lnTo>
                <a:lnTo>
                  <a:pt x="22526953" y="2792302"/>
                </a:lnTo>
                <a:lnTo>
                  <a:pt x="22538826" y="2740876"/>
                </a:lnTo>
                <a:lnTo>
                  <a:pt x="22548897" y="2689066"/>
                </a:lnTo>
                <a:lnTo>
                  <a:pt x="22557153" y="2636937"/>
                </a:lnTo>
                <a:lnTo>
                  <a:pt x="22563585" y="2584551"/>
                </a:lnTo>
                <a:lnTo>
                  <a:pt x="22568185" y="2531972"/>
                </a:lnTo>
                <a:lnTo>
                  <a:pt x="22570948" y="2479265"/>
                </a:lnTo>
                <a:lnTo>
                  <a:pt x="22571869" y="2426494"/>
                </a:lnTo>
                <a:lnTo>
                  <a:pt x="22570948" y="2373722"/>
                </a:lnTo>
                <a:lnTo>
                  <a:pt x="22568185" y="2321015"/>
                </a:lnTo>
                <a:lnTo>
                  <a:pt x="22563585" y="2268437"/>
                </a:lnTo>
                <a:lnTo>
                  <a:pt x="22557153" y="2216051"/>
                </a:lnTo>
                <a:lnTo>
                  <a:pt x="22548897" y="2163921"/>
                </a:lnTo>
                <a:lnTo>
                  <a:pt x="22538826" y="2112112"/>
                </a:lnTo>
                <a:lnTo>
                  <a:pt x="22526953" y="2060685"/>
                </a:lnTo>
                <a:lnTo>
                  <a:pt x="22513293" y="2009704"/>
                </a:lnTo>
                <a:lnTo>
                  <a:pt x="22497862" y="1959231"/>
                </a:lnTo>
                <a:lnTo>
                  <a:pt x="22480678" y="1909327"/>
                </a:lnTo>
                <a:lnTo>
                  <a:pt x="22461764" y="1860053"/>
                </a:lnTo>
                <a:lnTo>
                  <a:pt x="22441141" y="1811470"/>
                </a:lnTo>
                <a:lnTo>
                  <a:pt x="22418836" y="1763635"/>
                </a:lnTo>
                <a:lnTo>
                  <a:pt x="22394875" y="1716609"/>
                </a:lnTo>
                <a:lnTo>
                  <a:pt x="22369287" y="1670447"/>
                </a:lnTo>
                <a:lnTo>
                  <a:pt x="22342103" y="1625206"/>
                </a:lnTo>
                <a:lnTo>
                  <a:pt x="22313358" y="1580942"/>
                </a:lnTo>
                <a:lnTo>
                  <a:pt x="22283085" y="1537707"/>
                </a:lnTo>
                <a:lnTo>
                  <a:pt x="22251321" y="1495556"/>
                </a:lnTo>
                <a:lnTo>
                  <a:pt x="22218106" y="1454539"/>
                </a:lnTo>
                <a:lnTo>
                  <a:pt x="22183480" y="1414706"/>
                </a:lnTo>
                <a:lnTo>
                  <a:pt x="22147484" y="1376105"/>
                </a:lnTo>
                <a:lnTo>
                  <a:pt x="22110164" y="1338785"/>
                </a:lnTo>
                <a:lnTo>
                  <a:pt x="22071563" y="1302789"/>
                </a:lnTo>
                <a:lnTo>
                  <a:pt x="22031730" y="1268163"/>
                </a:lnTo>
                <a:lnTo>
                  <a:pt x="21990713" y="1234948"/>
                </a:lnTo>
                <a:lnTo>
                  <a:pt x="21948561" y="1203184"/>
                </a:lnTo>
                <a:lnTo>
                  <a:pt x="21905327" y="1172911"/>
                </a:lnTo>
                <a:lnTo>
                  <a:pt x="21861063" y="1144166"/>
                </a:lnTo>
                <a:lnTo>
                  <a:pt x="21815822" y="1116982"/>
                </a:lnTo>
                <a:lnTo>
                  <a:pt x="21769660" y="1091394"/>
                </a:lnTo>
                <a:lnTo>
                  <a:pt x="21722633" y="1067433"/>
                </a:lnTo>
                <a:lnTo>
                  <a:pt x="21674799" y="1045127"/>
                </a:lnTo>
                <a:lnTo>
                  <a:pt x="21626215" y="1024505"/>
                </a:lnTo>
                <a:lnTo>
                  <a:pt x="21576942" y="1005590"/>
                </a:lnTo>
                <a:lnTo>
                  <a:pt x="21527038" y="988407"/>
                </a:lnTo>
                <a:lnTo>
                  <a:pt x="21476565" y="972976"/>
                </a:lnTo>
                <a:lnTo>
                  <a:pt x="21425584" y="959316"/>
                </a:lnTo>
                <a:lnTo>
                  <a:pt x="21374157" y="947443"/>
                </a:lnTo>
                <a:lnTo>
                  <a:pt x="21322347" y="937372"/>
                </a:lnTo>
                <a:lnTo>
                  <a:pt x="21270218" y="929116"/>
                </a:lnTo>
                <a:lnTo>
                  <a:pt x="21217832" y="922683"/>
                </a:lnTo>
                <a:lnTo>
                  <a:pt x="21165253" y="918083"/>
                </a:lnTo>
                <a:lnTo>
                  <a:pt x="21112546" y="915321"/>
                </a:lnTo>
                <a:lnTo>
                  <a:pt x="21059775" y="914400"/>
                </a:lnTo>
                <a:lnTo>
                  <a:pt x="21059775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093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ash-01"/>
          <p:cNvSpPr/>
          <p:nvPr/>
        </p:nvSpPr>
        <p:spPr>
          <a:xfrm>
            <a:off x="914400" y="4676775"/>
            <a:ext cx="419100" cy="76200"/>
          </a:xfrm>
          <a:custGeom>
            <a:avLst/>
            <a:gdLst/>
            <a:ahLst/>
            <a:cxnLst/>
            <a:rect l="l" t="t" r="r" b="b"/>
            <a:pathLst>
              <a:path w="419100" h="76200">
                <a:moveTo>
                  <a:pt x="0" y="0"/>
                </a:moveTo>
                <a:lnTo>
                  <a:pt x="419100" y="0"/>
                </a:lnTo>
                <a:lnTo>
                  <a:pt x="41910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ash-02"/>
          <p:cNvSpPr/>
          <p:nvPr/>
        </p:nvSpPr>
        <p:spPr>
          <a:xfrm>
            <a:off x="1771650" y="4676775"/>
            <a:ext cx="438150" cy="76200"/>
          </a:xfrm>
          <a:custGeom>
            <a:avLst/>
            <a:gdLst/>
            <a:ahLst/>
            <a:cxnLst/>
            <a:rect l="l" t="t" r="r" b="b"/>
            <a:pathLst>
              <a:path w="438150" h="76200">
                <a:moveTo>
                  <a:pt x="0" y="0"/>
                </a:moveTo>
                <a:lnTo>
                  <a:pt x="438150" y="0"/>
                </a:lnTo>
                <a:lnTo>
                  <a:pt x="43815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ash-03"/>
          <p:cNvSpPr/>
          <p:nvPr/>
        </p:nvSpPr>
        <p:spPr>
          <a:xfrm>
            <a:off x="2647950" y="4676775"/>
            <a:ext cx="419100" cy="76200"/>
          </a:xfrm>
          <a:custGeom>
            <a:avLst/>
            <a:gdLst/>
            <a:ahLst/>
            <a:cxnLst/>
            <a:rect l="l" t="t" r="r" b="b"/>
            <a:pathLst>
              <a:path w="419100" h="76200">
                <a:moveTo>
                  <a:pt x="0" y="0"/>
                </a:moveTo>
                <a:lnTo>
                  <a:pt x="419100" y="0"/>
                </a:lnTo>
                <a:lnTo>
                  <a:pt x="41910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ash-04"/>
          <p:cNvSpPr/>
          <p:nvPr/>
        </p:nvSpPr>
        <p:spPr>
          <a:xfrm>
            <a:off x="3524250" y="4676775"/>
            <a:ext cx="419100" cy="76200"/>
          </a:xfrm>
          <a:custGeom>
            <a:avLst/>
            <a:gdLst/>
            <a:ahLst/>
            <a:cxnLst/>
            <a:rect l="l" t="t" r="r" b="b"/>
            <a:pathLst>
              <a:path w="419100" h="76200">
                <a:moveTo>
                  <a:pt x="0" y="0"/>
                </a:moveTo>
                <a:lnTo>
                  <a:pt x="419100" y="0"/>
                </a:lnTo>
                <a:lnTo>
                  <a:pt x="41910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ash-05"/>
          <p:cNvSpPr/>
          <p:nvPr/>
        </p:nvSpPr>
        <p:spPr>
          <a:xfrm>
            <a:off x="4381500" y="4676775"/>
            <a:ext cx="438150" cy="76200"/>
          </a:xfrm>
          <a:custGeom>
            <a:avLst/>
            <a:gdLst/>
            <a:ahLst/>
            <a:cxnLst/>
            <a:rect l="l" t="t" r="r" b="b"/>
            <a:pathLst>
              <a:path w="438150" h="76200">
                <a:moveTo>
                  <a:pt x="0" y="0"/>
                </a:moveTo>
                <a:lnTo>
                  <a:pt x="438150" y="0"/>
                </a:lnTo>
                <a:lnTo>
                  <a:pt x="43815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ash-06"/>
          <p:cNvSpPr/>
          <p:nvPr/>
        </p:nvSpPr>
        <p:spPr>
          <a:xfrm>
            <a:off x="5257800" y="4676775"/>
            <a:ext cx="419100" cy="76200"/>
          </a:xfrm>
          <a:custGeom>
            <a:avLst/>
            <a:gdLst/>
            <a:ahLst/>
            <a:cxnLst/>
            <a:rect l="l" t="t" r="r" b="b"/>
            <a:pathLst>
              <a:path w="419100" h="76200">
                <a:moveTo>
                  <a:pt x="0" y="0"/>
                </a:moveTo>
                <a:lnTo>
                  <a:pt x="419100" y="0"/>
                </a:lnTo>
                <a:lnTo>
                  <a:pt x="41910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ash-07"/>
          <p:cNvSpPr/>
          <p:nvPr/>
        </p:nvSpPr>
        <p:spPr>
          <a:xfrm>
            <a:off x="6115050" y="4676775"/>
            <a:ext cx="438150" cy="76200"/>
          </a:xfrm>
          <a:custGeom>
            <a:avLst/>
            <a:gdLst/>
            <a:ahLst/>
            <a:cxnLst/>
            <a:rect l="l" t="t" r="r" b="b"/>
            <a:pathLst>
              <a:path w="438150" h="76200">
                <a:moveTo>
                  <a:pt x="0" y="0"/>
                </a:moveTo>
                <a:lnTo>
                  <a:pt x="438150" y="0"/>
                </a:lnTo>
                <a:lnTo>
                  <a:pt x="43815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ash-08"/>
          <p:cNvSpPr/>
          <p:nvPr/>
        </p:nvSpPr>
        <p:spPr>
          <a:xfrm>
            <a:off x="6991350" y="4676775"/>
            <a:ext cx="438150" cy="76200"/>
          </a:xfrm>
          <a:custGeom>
            <a:avLst/>
            <a:gdLst/>
            <a:ahLst/>
            <a:cxnLst/>
            <a:rect l="l" t="t" r="r" b="b"/>
            <a:pathLst>
              <a:path w="438150" h="76200">
                <a:moveTo>
                  <a:pt x="0" y="0"/>
                </a:moveTo>
                <a:lnTo>
                  <a:pt x="438150" y="0"/>
                </a:lnTo>
                <a:lnTo>
                  <a:pt x="43815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ash-09"/>
          <p:cNvSpPr/>
          <p:nvPr/>
        </p:nvSpPr>
        <p:spPr>
          <a:xfrm>
            <a:off x="7867650" y="4676775"/>
            <a:ext cx="419100" cy="76200"/>
          </a:xfrm>
          <a:custGeom>
            <a:avLst/>
            <a:gdLst/>
            <a:ahLst/>
            <a:cxnLst/>
            <a:rect l="l" t="t" r="r" b="b"/>
            <a:pathLst>
              <a:path w="419100" h="76200">
                <a:moveTo>
                  <a:pt x="0" y="0"/>
                </a:moveTo>
                <a:lnTo>
                  <a:pt x="419100" y="0"/>
                </a:lnTo>
                <a:lnTo>
                  <a:pt x="41910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ash-10"/>
          <p:cNvSpPr/>
          <p:nvPr/>
        </p:nvSpPr>
        <p:spPr>
          <a:xfrm>
            <a:off x="8724900" y="4676775"/>
            <a:ext cx="438150" cy="76200"/>
          </a:xfrm>
          <a:custGeom>
            <a:avLst/>
            <a:gdLst/>
            <a:ahLst/>
            <a:cxnLst/>
            <a:rect l="l" t="t" r="r" b="b"/>
            <a:pathLst>
              <a:path w="438150" h="76200">
                <a:moveTo>
                  <a:pt x="0" y="0"/>
                </a:moveTo>
                <a:lnTo>
                  <a:pt x="438150" y="0"/>
                </a:lnTo>
                <a:lnTo>
                  <a:pt x="43815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ash-11"/>
          <p:cNvSpPr/>
          <p:nvPr/>
        </p:nvSpPr>
        <p:spPr>
          <a:xfrm>
            <a:off x="9601200" y="4676775"/>
            <a:ext cx="419100" cy="76200"/>
          </a:xfrm>
          <a:custGeom>
            <a:avLst/>
            <a:gdLst/>
            <a:ahLst/>
            <a:cxnLst/>
            <a:rect l="l" t="t" r="r" b="b"/>
            <a:pathLst>
              <a:path w="419100" h="76200">
                <a:moveTo>
                  <a:pt x="0" y="0"/>
                </a:moveTo>
                <a:lnTo>
                  <a:pt x="419100" y="0"/>
                </a:lnTo>
                <a:lnTo>
                  <a:pt x="41910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ash-12"/>
          <p:cNvSpPr/>
          <p:nvPr/>
        </p:nvSpPr>
        <p:spPr>
          <a:xfrm>
            <a:off x="10477500" y="4676775"/>
            <a:ext cx="419100" cy="76200"/>
          </a:xfrm>
          <a:custGeom>
            <a:avLst/>
            <a:gdLst/>
            <a:ahLst/>
            <a:cxnLst/>
            <a:rect l="l" t="t" r="r" b="b"/>
            <a:pathLst>
              <a:path w="419100" h="76200">
                <a:moveTo>
                  <a:pt x="0" y="0"/>
                </a:moveTo>
                <a:lnTo>
                  <a:pt x="419100" y="0"/>
                </a:lnTo>
                <a:lnTo>
                  <a:pt x="41910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ash-13"/>
          <p:cNvSpPr/>
          <p:nvPr/>
        </p:nvSpPr>
        <p:spPr>
          <a:xfrm>
            <a:off x="11334750" y="4676775"/>
            <a:ext cx="438150" cy="76200"/>
          </a:xfrm>
          <a:custGeom>
            <a:avLst/>
            <a:gdLst/>
            <a:ahLst/>
            <a:cxnLst/>
            <a:rect l="l" t="t" r="r" b="b"/>
            <a:pathLst>
              <a:path w="438150" h="76200">
                <a:moveTo>
                  <a:pt x="0" y="0"/>
                </a:moveTo>
                <a:lnTo>
                  <a:pt x="438150" y="0"/>
                </a:lnTo>
                <a:lnTo>
                  <a:pt x="43815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ash-14"/>
          <p:cNvSpPr/>
          <p:nvPr/>
        </p:nvSpPr>
        <p:spPr>
          <a:xfrm>
            <a:off x="12211050" y="4676775"/>
            <a:ext cx="419100" cy="76200"/>
          </a:xfrm>
          <a:custGeom>
            <a:avLst/>
            <a:gdLst/>
            <a:ahLst/>
            <a:cxnLst/>
            <a:rect l="l" t="t" r="r" b="b"/>
            <a:pathLst>
              <a:path w="419100" h="76200">
                <a:moveTo>
                  <a:pt x="0" y="0"/>
                </a:moveTo>
                <a:lnTo>
                  <a:pt x="419100" y="0"/>
                </a:lnTo>
                <a:lnTo>
                  <a:pt x="41910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ash-15"/>
          <p:cNvSpPr/>
          <p:nvPr/>
        </p:nvSpPr>
        <p:spPr>
          <a:xfrm>
            <a:off x="13068300" y="4676775"/>
            <a:ext cx="438150" cy="76200"/>
          </a:xfrm>
          <a:custGeom>
            <a:avLst/>
            <a:gdLst/>
            <a:ahLst/>
            <a:cxnLst/>
            <a:rect l="l" t="t" r="r" b="b"/>
            <a:pathLst>
              <a:path w="438150" h="76200">
                <a:moveTo>
                  <a:pt x="0" y="0"/>
                </a:moveTo>
                <a:lnTo>
                  <a:pt x="438150" y="0"/>
                </a:lnTo>
                <a:lnTo>
                  <a:pt x="43815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ash-16"/>
          <p:cNvSpPr/>
          <p:nvPr/>
        </p:nvSpPr>
        <p:spPr>
          <a:xfrm>
            <a:off x="13944600" y="4676775"/>
            <a:ext cx="438150" cy="76200"/>
          </a:xfrm>
          <a:custGeom>
            <a:avLst/>
            <a:gdLst/>
            <a:ahLst/>
            <a:cxnLst/>
            <a:rect l="l" t="t" r="r" b="b"/>
            <a:pathLst>
              <a:path w="438150" h="76200">
                <a:moveTo>
                  <a:pt x="0" y="0"/>
                </a:moveTo>
                <a:lnTo>
                  <a:pt x="438150" y="0"/>
                </a:lnTo>
                <a:lnTo>
                  <a:pt x="43815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ash-17"/>
          <p:cNvSpPr/>
          <p:nvPr/>
        </p:nvSpPr>
        <p:spPr>
          <a:xfrm>
            <a:off x="14820900" y="4676775"/>
            <a:ext cx="419100" cy="76200"/>
          </a:xfrm>
          <a:custGeom>
            <a:avLst/>
            <a:gdLst/>
            <a:ahLst/>
            <a:cxnLst/>
            <a:rect l="l" t="t" r="r" b="b"/>
            <a:pathLst>
              <a:path w="419100" h="76200">
                <a:moveTo>
                  <a:pt x="0" y="0"/>
                </a:moveTo>
                <a:lnTo>
                  <a:pt x="419100" y="0"/>
                </a:lnTo>
                <a:lnTo>
                  <a:pt x="41910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ash-18"/>
          <p:cNvSpPr/>
          <p:nvPr/>
        </p:nvSpPr>
        <p:spPr>
          <a:xfrm>
            <a:off x="15678150" y="4676775"/>
            <a:ext cx="438150" cy="76200"/>
          </a:xfrm>
          <a:custGeom>
            <a:avLst/>
            <a:gdLst/>
            <a:ahLst/>
            <a:cxnLst/>
            <a:rect l="l" t="t" r="r" b="b"/>
            <a:pathLst>
              <a:path w="438150" h="76200">
                <a:moveTo>
                  <a:pt x="0" y="0"/>
                </a:moveTo>
                <a:lnTo>
                  <a:pt x="438150" y="0"/>
                </a:lnTo>
                <a:lnTo>
                  <a:pt x="43815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ash-19"/>
          <p:cNvSpPr/>
          <p:nvPr/>
        </p:nvSpPr>
        <p:spPr>
          <a:xfrm>
            <a:off x="16554450" y="4676775"/>
            <a:ext cx="419100" cy="76200"/>
          </a:xfrm>
          <a:custGeom>
            <a:avLst/>
            <a:gdLst/>
            <a:ahLst/>
            <a:cxnLst/>
            <a:rect l="l" t="t" r="r" b="b"/>
            <a:pathLst>
              <a:path w="419100" h="76200">
                <a:moveTo>
                  <a:pt x="0" y="0"/>
                </a:moveTo>
                <a:lnTo>
                  <a:pt x="419100" y="0"/>
                </a:lnTo>
                <a:lnTo>
                  <a:pt x="41910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ash-20"/>
          <p:cNvSpPr/>
          <p:nvPr/>
        </p:nvSpPr>
        <p:spPr>
          <a:xfrm>
            <a:off x="17430750" y="4676775"/>
            <a:ext cx="419100" cy="76200"/>
          </a:xfrm>
          <a:custGeom>
            <a:avLst/>
            <a:gdLst/>
            <a:ahLst/>
            <a:cxnLst/>
            <a:rect l="l" t="t" r="r" b="b"/>
            <a:pathLst>
              <a:path w="419100" h="76200">
                <a:moveTo>
                  <a:pt x="0" y="0"/>
                </a:moveTo>
                <a:lnTo>
                  <a:pt x="419100" y="0"/>
                </a:lnTo>
                <a:lnTo>
                  <a:pt x="41910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ash-21"/>
          <p:cNvSpPr/>
          <p:nvPr/>
        </p:nvSpPr>
        <p:spPr>
          <a:xfrm>
            <a:off x="18288000" y="4676775"/>
            <a:ext cx="438150" cy="76200"/>
          </a:xfrm>
          <a:custGeom>
            <a:avLst/>
            <a:gdLst/>
            <a:ahLst/>
            <a:cxnLst/>
            <a:rect l="l" t="t" r="r" b="b"/>
            <a:pathLst>
              <a:path w="438150" h="76200">
                <a:moveTo>
                  <a:pt x="0" y="0"/>
                </a:moveTo>
                <a:lnTo>
                  <a:pt x="438150" y="0"/>
                </a:lnTo>
                <a:lnTo>
                  <a:pt x="43815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ash-22"/>
          <p:cNvSpPr/>
          <p:nvPr/>
        </p:nvSpPr>
        <p:spPr>
          <a:xfrm>
            <a:off x="19164300" y="4676775"/>
            <a:ext cx="419100" cy="76200"/>
          </a:xfrm>
          <a:custGeom>
            <a:avLst/>
            <a:gdLst/>
            <a:ahLst/>
            <a:cxnLst/>
            <a:rect l="l" t="t" r="r" b="b"/>
            <a:pathLst>
              <a:path w="419100" h="76200">
                <a:moveTo>
                  <a:pt x="0" y="0"/>
                </a:moveTo>
                <a:lnTo>
                  <a:pt x="419100" y="0"/>
                </a:lnTo>
                <a:lnTo>
                  <a:pt x="41910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ash-23"/>
          <p:cNvSpPr/>
          <p:nvPr/>
        </p:nvSpPr>
        <p:spPr>
          <a:xfrm>
            <a:off x="20021550" y="4676775"/>
            <a:ext cx="438150" cy="76200"/>
          </a:xfrm>
          <a:custGeom>
            <a:avLst/>
            <a:gdLst/>
            <a:ahLst/>
            <a:cxnLst/>
            <a:rect l="l" t="t" r="r" b="b"/>
            <a:pathLst>
              <a:path w="438150" h="76200">
                <a:moveTo>
                  <a:pt x="0" y="0"/>
                </a:moveTo>
                <a:lnTo>
                  <a:pt x="438150" y="0"/>
                </a:lnTo>
                <a:lnTo>
                  <a:pt x="43815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ash-24"/>
          <p:cNvSpPr/>
          <p:nvPr/>
        </p:nvSpPr>
        <p:spPr>
          <a:xfrm>
            <a:off x="20897850" y="4676775"/>
            <a:ext cx="438150" cy="76200"/>
          </a:xfrm>
          <a:custGeom>
            <a:avLst/>
            <a:gdLst/>
            <a:ahLst/>
            <a:cxnLst/>
            <a:rect l="l" t="t" r="r" b="b"/>
            <a:pathLst>
              <a:path w="438150" h="76200">
                <a:moveTo>
                  <a:pt x="0" y="0"/>
                </a:moveTo>
                <a:lnTo>
                  <a:pt x="438150" y="0"/>
                </a:lnTo>
                <a:lnTo>
                  <a:pt x="43815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ash-25"/>
          <p:cNvSpPr/>
          <p:nvPr/>
        </p:nvSpPr>
        <p:spPr>
          <a:xfrm>
            <a:off x="21774150" y="4676775"/>
            <a:ext cx="422910" cy="90487"/>
          </a:xfrm>
          <a:custGeom>
            <a:avLst/>
            <a:gdLst/>
            <a:ahLst/>
            <a:cxnLst/>
            <a:rect l="l" t="t" r="r" b="b"/>
            <a:pathLst>
              <a:path w="422910" h="90487">
                <a:moveTo>
                  <a:pt x="0" y="0"/>
                </a:moveTo>
                <a:lnTo>
                  <a:pt x="422910" y="15240"/>
                </a:lnTo>
                <a:lnTo>
                  <a:pt x="413385" y="90487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dash-26"/>
          <p:cNvSpPr/>
          <p:nvPr/>
        </p:nvSpPr>
        <p:spPr>
          <a:xfrm>
            <a:off x="22622828" y="4800600"/>
            <a:ext cx="408622" cy="253365"/>
          </a:xfrm>
          <a:custGeom>
            <a:avLst/>
            <a:gdLst/>
            <a:ahLst/>
            <a:cxnLst/>
            <a:rect l="l" t="t" r="r" b="b"/>
            <a:pathLst>
              <a:path w="408622" h="253365">
                <a:moveTo>
                  <a:pt x="26670" y="0"/>
                </a:moveTo>
                <a:lnTo>
                  <a:pt x="408622" y="189548"/>
                </a:lnTo>
                <a:lnTo>
                  <a:pt x="367664" y="253365"/>
                </a:lnTo>
                <a:lnTo>
                  <a:pt x="0" y="714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ash-27"/>
          <p:cNvSpPr/>
          <p:nvPr/>
        </p:nvSpPr>
        <p:spPr>
          <a:xfrm>
            <a:off x="23324820" y="5269230"/>
            <a:ext cx="330518" cy="389572"/>
          </a:xfrm>
          <a:custGeom>
            <a:avLst/>
            <a:gdLst/>
            <a:ahLst/>
            <a:cxnLst/>
            <a:rect l="l" t="t" r="r" b="b"/>
            <a:pathLst>
              <a:path w="330518" h="389572">
                <a:moveTo>
                  <a:pt x="53340" y="0"/>
                </a:moveTo>
                <a:lnTo>
                  <a:pt x="330518" y="348615"/>
                </a:lnTo>
                <a:lnTo>
                  <a:pt x="266700" y="389572"/>
                </a:lnTo>
                <a:lnTo>
                  <a:pt x="0" y="533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dash-28"/>
          <p:cNvSpPr/>
          <p:nvPr/>
        </p:nvSpPr>
        <p:spPr>
          <a:xfrm>
            <a:off x="23777258" y="6019800"/>
            <a:ext cx="171450" cy="442912"/>
          </a:xfrm>
          <a:custGeom>
            <a:avLst/>
            <a:gdLst/>
            <a:ahLst/>
            <a:cxnLst/>
            <a:rect l="l" t="t" r="r" b="b"/>
            <a:pathLst>
              <a:path w="171450" h="442912">
                <a:moveTo>
                  <a:pt x="72390" y="0"/>
                </a:moveTo>
                <a:lnTo>
                  <a:pt x="171450" y="434340"/>
                </a:lnTo>
                <a:lnTo>
                  <a:pt x="96202" y="442912"/>
                </a:lnTo>
                <a:lnTo>
                  <a:pt x="0" y="2476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ash-29"/>
          <p:cNvSpPr/>
          <p:nvPr/>
        </p:nvSpPr>
        <p:spPr>
          <a:xfrm>
            <a:off x="23787735" y="6891338"/>
            <a:ext cx="162877" cy="425767"/>
          </a:xfrm>
          <a:custGeom>
            <a:avLst/>
            <a:gdLst/>
            <a:ahLst/>
            <a:cxnLst/>
            <a:rect l="l" t="t" r="r" b="b"/>
            <a:pathLst>
              <a:path w="162877" h="425767">
                <a:moveTo>
                  <a:pt x="162877" y="8572"/>
                </a:moveTo>
                <a:lnTo>
                  <a:pt x="72390" y="425767"/>
                </a:lnTo>
                <a:lnTo>
                  <a:pt x="0" y="401002"/>
                </a:lnTo>
                <a:lnTo>
                  <a:pt x="8763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ash-30"/>
          <p:cNvSpPr/>
          <p:nvPr/>
        </p:nvSpPr>
        <p:spPr>
          <a:xfrm>
            <a:off x="23346728" y="7698105"/>
            <a:ext cx="317182" cy="376237"/>
          </a:xfrm>
          <a:custGeom>
            <a:avLst/>
            <a:gdLst/>
            <a:ahLst/>
            <a:cxnLst/>
            <a:rect l="l" t="t" r="r" b="b"/>
            <a:pathLst>
              <a:path w="317182" h="376237">
                <a:moveTo>
                  <a:pt x="317182" y="39053"/>
                </a:moveTo>
                <a:lnTo>
                  <a:pt x="56197" y="376237"/>
                </a:lnTo>
                <a:lnTo>
                  <a:pt x="0" y="324803"/>
                </a:lnTo>
                <a:lnTo>
                  <a:pt x="25146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ash-31"/>
          <p:cNvSpPr/>
          <p:nvPr/>
        </p:nvSpPr>
        <p:spPr>
          <a:xfrm>
            <a:off x="22636162" y="8296275"/>
            <a:ext cx="423863" cy="265747"/>
          </a:xfrm>
          <a:custGeom>
            <a:avLst/>
            <a:gdLst/>
            <a:ahLst/>
            <a:cxnLst/>
            <a:rect l="l" t="t" r="r" b="b"/>
            <a:pathLst>
              <a:path w="423863" h="265747">
                <a:moveTo>
                  <a:pt x="423863" y="63817"/>
                </a:moveTo>
                <a:lnTo>
                  <a:pt x="26670" y="265747"/>
                </a:lnTo>
                <a:lnTo>
                  <a:pt x="0" y="195263"/>
                </a:lnTo>
                <a:lnTo>
                  <a:pt x="381953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ash-32"/>
          <p:cNvSpPr/>
          <p:nvPr/>
        </p:nvSpPr>
        <p:spPr>
          <a:xfrm>
            <a:off x="21807488" y="8597265"/>
            <a:ext cx="422910" cy="94297"/>
          </a:xfrm>
          <a:custGeom>
            <a:avLst/>
            <a:gdLst/>
            <a:ahLst/>
            <a:cxnLst/>
            <a:rect l="l" t="t" r="r" b="b"/>
            <a:pathLst>
              <a:path w="422910" h="94297">
                <a:moveTo>
                  <a:pt x="422910" y="75247"/>
                </a:moveTo>
                <a:lnTo>
                  <a:pt x="0" y="94297"/>
                </a:lnTo>
                <a:lnTo>
                  <a:pt x="0" y="18097"/>
                </a:lnTo>
                <a:lnTo>
                  <a:pt x="41338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dash-33"/>
          <p:cNvSpPr/>
          <p:nvPr/>
        </p:nvSpPr>
        <p:spPr>
          <a:xfrm>
            <a:off x="20931188" y="8615362"/>
            <a:ext cx="438150" cy="76200"/>
          </a:xfrm>
          <a:custGeom>
            <a:avLst/>
            <a:gdLst/>
            <a:ahLst/>
            <a:cxnLst/>
            <a:rect l="l" t="t" r="r" b="b"/>
            <a:pathLst>
              <a:path w="438150" h="76200">
                <a:moveTo>
                  <a:pt x="438150" y="76200"/>
                </a:moveTo>
                <a:lnTo>
                  <a:pt x="0" y="76200"/>
                </a:lnTo>
                <a:lnTo>
                  <a:pt x="0" y="0"/>
                </a:lnTo>
                <a:lnTo>
                  <a:pt x="43815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ash-34"/>
          <p:cNvSpPr/>
          <p:nvPr/>
        </p:nvSpPr>
        <p:spPr>
          <a:xfrm>
            <a:off x="20054888" y="8615362"/>
            <a:ext cx="438150" cy="76200"/>
          </a:xfrm>
          <a:custGeom>
            <a:avLst/>
            <a:gdLst/>
            <a:ahLst/>
            <a:cxnLst/>
            <a:rect l="l" t="t" r="r" b="b"/>
            <a:pathLst>
              <a:path w="438150" h="76200">
                <a:moveTo>
                  <a:pt x="438150" y="76200"/>
                </a:moveTo>
                <a:lnTo>
                  <a:pt x="0" y="76200"/>
                </a:lnTo>
                <a:lnTo>
                  <a:pt x="0" y="0"/>
                </a:lnTo>
                <a:lnTo>
                  <a:pt x="43815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ash-35"/>
          <p:cNvSpPr/>
          <p:nvPr/>
        </p:nvSpPr>
        <p:spPr>
          <a:xfrm>
            <a:off x="19197638" y="8615362"/>
            <a:ext cx="419100" cy="76200"/>
          </a:xfrm>
          <a:custGeom>
            <a:avLst/>
            <a:gdLst/>
            <a:ahLst/>
            <a:cxnLst/>
            <a:rect l="l" t="t" r="r" b="b"/>
            <a:pathLst>
              <a:path w="419100" h="76200">
                <a:moveTo>
                  <a:pt x="419100" y="76200"/>
                </a:moveTo>
                <a:lnTo>
                  <a:pt x="0" y="76200"/>
                </a:lnTo>
                <a:lnTo>
                  <a:pt x="0" y="0"/>
                </a:lnTo>
                <a:lnTo>
                  <a:pt x="41910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ash-36"/>
          <p:cNvSpPr/>
          <p:nvPr/>
        </p:nvSpPr>
        <p:spPr>
          <a:xfrm>
            <a:off x="18321338" y="8615362"/>
            <a:ext cx="438150" cy="76200"/>
          </a:xfrm>
          <a:custGeom>
            <a:avLst/>
            <a:gdLst/>
            <a:ahLst/>
            <a:cxnLst/>
            <a:rect l="l" t="t" r="r" b="b"/>
            <a:pathLst>
              <a:path w="438150" h="76200">
                <a:moveTo>
                  <a:pt x="438150" y="76200"/>
                </a:moveTo>
                <a:lnTo>
                  <a:pt x="0" y="76200"/>
                </a:lnTo>
                <a:lnTo>
                  <a:pt x="0" y="0"/>
                </a:lnTo>
                <a:lnTo>
                  <a:pt x="43815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dash-37"/>
          <p:cNvSpPr/>
          <p:nvPr/>
        </p:nvSpPr>
        <p:spPr>
          <a:xfrm>
            <a:off x="17464088" y="8615362"/>
            <a:ext cx="419100" cy="76200"/>
          </a:xfrm>
          <a:custGeom>
            <a:avLst/>
            <a:gdLst/>
            <a:ahLst/>
            <a:cxnLst/>
            <a:rect l="l" t="t" r="r" b="b"/>
            <a:pathLst>
              <a:path w="419100" h="76200">
                <a:moveTo>
                  <a:pt x="419100" y="76200"/>
                </a:moveTo>
                <a:lnTo>
                  <a:pt x="0" y="76200"/>
                </a:lnTo>
                <a:lnTo>
                  <a:pt x="0" y="0"/>
                </a:lnTo>
                <a:lnTo>
                  <a:pt x="41910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ash-38"/>
          <p:cNvSpPr/>
          <p:nvPr/>
        </p:nvSpPr>
        <p:spPr>
          <a:xfrm>
            <a:off x="16587788" y="8615362"/>
            <a:ext cx="419100" cy="76200"/>
          </a:xfrm>
          <a:custGeom>
            <a:avLst/>
            <a:gdLst/>
            <a:ahLst/>
            <a:cxnLst/>
            <a:rect l="l" t="t" r="r" b="b"/>
            <a:pathLst>
              <a:path w="419100" h="76200">
                <a:moveTo>
                  <a:pt x="419100" y="76200"/>
                </a:moveTo>
                <a:lnTo>
                  <a:pt x="0" y="76200"/>
                </a:lnTo>
                <a:lnTo>
                  <a:pt x="0" y="0"/>
                </a:lnTo>
                <a:lnTo>
                  <a:pt x="41910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ash-39"/>
          <p:cNvSpPr/>
          <p:nvPr/>
        </p:nvSpPr>
        <p:spPr>
          <a:xfrm>
            <a:off x="15711488" y="8615362"/>
            <a:ext cx="438150" cy="76200"/>
          </a:xfrm>
          <a:custGeom>
            <a:avLst/>
            <a:gdLst/>
            <a:ahLst/>
            <a:cxnLst/>
            <a:rect l="l" t="t" r="r" b="b"/>
            <a:pathLst>
              <a:path w="438150" h="76200">
                <a:moveTo>
                  <a:pt x="438150" y="76200"/>
                </a:moveTo>
                <a:lnTo>
                  <a:pt x="0" y="76200"/>
                </a:lnTo>
                <a:lnTo>
                  <a:pt x="0" y="0"/>
                </a:lnTo>
                <a:lnTo>
                  <a:pt x="43815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ash-40"/>
          <p:cNvSpPr/>
          <p:nvPr/>
        </p:nvSpPr>
        <p:spPr>
          <a:xfrm>
            <a:off x="14854238" y="8615362"/>
            <a:ext cx="419100" cy="76200"/>
          </a:xfrm>
          <a:custGeom>
            <a:avLst/>
            <a:gdLst/>
            <a:ahLst/>
            <a:cxnLst/>
            <a:rect l="l" t="t" r="r" b="b"/>
            <a:pathLst>
              <a:path w="419100" h="76200">
                <a:moveTo>
                  <a:pt x="419100" y="76200"/>
                </a:moveTo>
                <a:lnTo>
                  <a:pt x="0" y="76200"/>
                </a:lnTo>
                <a:lnTo>
                  <a:pt x="0" y="0"/>
                </a:lnTo>
                <a:lnTo>
                  <a:pt x="41910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ash-41"/>
          <p:cNvSpPr/>
          <p:nvPr/>
        </p:nvSpPr>
        <p:spPr>
          <a:xfrm>
            <a:off x="13977938" y="8615362"/>
            <a:ext cx="438150" cy="76200"/>
          </a:xfrm>
          <a:custGeom>
            <a:avLst/>
            <a:gdLst/>
            <a:ahLst/>
            <a:cxnLst/>
            <a:rect l="l" t="t" r="r" b="b"/>
            <a:pathLst>
              <a:path w="438150" h="76200">
                <a:moveTo>
                  <a:pt x="438150" y="76200"/>
                </a:moveTo>
                <a:lnTo>
                  <a:pt x="0" y="76200"/>
                </a:lnTo>
                <a:lnTo>
                  <a:pt x="0" y="0"/>
                </a:lnTo>
                <a:lnTo>
                  <a:pt x="43815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ash-42"/>
          <p:cNvSpPr/>
          <p:nvPr/>
        </p:nvSpPr>
        <p:spPr>
          <a:xfrm>
            <a:off x="13101638" y="8615362"/>
            <a:ext cx="438150" cy="76200"/>
          </a:xfrm>
          <a:custGeom>
            <a:avLst/>
            <a:gdLst/>
            <a:ahLst/>
            <a:cxnLst/>
            <a:rect l="l" t="t" r="r" b="b"/>
            <a:pathLst>
              <a:path w="438150" h="76200">
                <a:moveTo>
                  <a:pt x="438150" y="76200"/>
                </a:moveTo>
                <a:lnTo>
                  <a:pt x="0" y="76200"/>
                </a:lnTo>
                <a:lnTo>
                  <a:pt x="0" y="0"/>
                </a:lnTo>
                <a:lnTo>
                  <a:pt x="43815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dash-43"/>
          <p:cNvSpPr/>
          <p:nvPr/>
        </p:nvSpPr>
        <p:spPr>
          <a:xfrm>
            <a:off x="12244388" y="8615362"/>
            <a:ext cx="419100" cy="76200"/>
          </a:xfrm>
          <a:custGeom>
            <a:avLst/>
            <a:gdLst/>
            <a:ahLst/>
            <a:cxnLst/>
            <a:rect l="l" t="t" r="r" b="b"/>
            <a:pathLst>
              <a:path w="419100" h="76200">
                <a:moveTo>
                  <a:pt x="419100" y="76200"/>
                </a:moveTo>
                <a:lnTo>
                  <a:pt x="0" y="76200"/>
                </a:lnTo>
                <a:lnTo>
                  <a:pt x="0" y="0"/>
                </a:lnTo>
                <a:lnTo>
                  <a:pt x="41910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ash-44"/>
          <p:cNvSpPr/>
          <p:nvPr/>
        </p:nvSpPr>
        <p:spPr>
          <a:xfrm>
            <a:off x="11406188" y="8615362"/>
            <a:ext cx="400050" cy="76200"/>
          </a:xfrm>
          <a:custGeom>
            <a:avLst/>
            <a:gdLst/>
            <a:ahLst/>
            <a:cxnLst/>
            <a:rect l="l" t="t" r="r" b="b"/>
            <a:pathLst>
              <a:path w="400050" h="76200">
                <a:moveTo>
                  <a:pt x="400050" y="76200"/>
                </a:moveTo>
                <a:lnTo>
                  <a:pt x="0" y="76200"/>
                </a:lnTo>
                <a:lnTo>
                  <a:pt x="0" y="0"/>
                </a:lnTo>
                <a:lnTo>
                  <a:pt x="40005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dash-45"/>
          <p:cNvSpPr/>
          <p:nvPr/>
        </p:nvSpPr>
        <p:spPr>
          <a:xfrm>
            <a:off x="10587038" y="8615362"/>
            <a:ext cx="400050" cy="76200"/>
          </a:xfrm>
          <a:custGeom>
            <a:avLst/>
            <a:gdLst/>
            <a:ahLst/>
            <a:cxnLst/>
            <a:rect l="l" t="t" r="r" b="b"/>
            <a:pathLst>
              <a:path w="400050" h="76200">
                <a:moveTo>
                  <a:pt x="400050" y="76200"/>
                </a:moveTo>
                <a:lnTo>
                  <a:pt x="0" y="76200"/>
                </a:lnTo>
                <a:lnTo>
                  <a:pt x="0" y="0"/>
                </a:lnTo>
                <a:lnTo>
                  <a:pt x="40005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ash-46"/>
          <p:cNvSpPr/>
          <p:nvPr/>
        </p:nvSpPr>
        <p:spPr>
          <a:xfrm>
            <a:off x="9767888" y="8615362"/>
            <a:ext cx="400050" cy="76200"/>
          </a:xfrm>
          <a:custGeom>
            <a:avLst/>
            <a:gdLst/>
            <a:ahLst/>
            <a:cxnLst/>
            <a:rect l="l" t="t" r="r" b="b"/>
            <a:pathLst>
              <a:path w="400050" h="76200">
                <a:moveTo>
                  <a:pt x="400050" y="76200"/>
                </a:moveTo>
                <a:lnTo>
                  <a:pt x="0" y="76200"/>
                </a:lnTo>
                <a:lnTo>
                  <a:pt x="0" y="0"/>
                </a:lnTo>
                <a:lnTo>
                  <a:pt x="40005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dash-47"/>
          <p:cNvSpPr/>
          <p:nvPr/>
        </p:nvSpPr>
        <p:spPr>
          <a:xfrm>
            <a:off x="8948738" y="8615362"/>
            <a:ext cx="419100" cy="76200"/>
          </a:xfrm>
          <a:custGeom>
            <a:avLst/>
            <a:gdLst/>
            <a:ahLst/>
            <a:cxnLst/>
            <a:rect l="l" t="t" r="r" b="b"/>
            <a:pathLst>
              <a:path w="419100" h="76200">
                <a:moveTo>
                  <a:pt x="419100" y="76200"/>
                </a:moveTo>
                <a:lnTo>
                  <a:pt x="0" y="76200"/>
                </a:lnTo>
                <a:lnTo>
                  <a:pt x="0" y="0"/>
                </a:lnTo>
                <a:lnTo>
                  <a:pt x="41910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ash-48"/>
          <p:cNvSpPr/>
          <p:nvPr/>
        </p:nvSpPr>
        <p:spPr>
          <a:xfrm>
            <a:off x="8094345" y="8637270"/>
            <a:ext cx="441960" cy="184785"/>
          </a:xfrm>
          <a:custGeom>
            <a:avLst/>
            <a:gdLst/>
            <a:ahLst/>
            <a:cxnLst/>
            <a:rect l="l" t="t" r="r" b="b"/>
            <a:pathLst>
              <a:path w="441960" h="184785">
                <a:moveTo>
                  <a:pt x="441960" y="75248"/>
                </a:moveTo>
                <a:lnTo>
                  <a:pt x="27623" y="184785"/>
                </a:lnTo>
                <a:lnTo>
                  <a:pt x="0" y="114300"/>
                </a:lnTo>
                <a:lnTo>
                  <a:pt x="43053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dash-49"/>
          <p:cNvSpPr/>
          <p:nvPr/>
        </p:nvSpPr>
        <p:spPr>
          <a:xfrm>
            <a:off x="7373302" y="8958262"/>
            <a:ext cx="369570" cy="326708"/>
          </a:xfrm>
          <a:custGeom>
            <a:avLst/>
            <a:gdLst/>
            <a:ahLst/>
            <a:cxnLst/>
            <a:rect l="l" t="t" r="r" b="b"/>
            <a:pathLst>
              <a:path w="369570" h="326708">
                <a:moveTo>
                  <a:pt x="369570" y="61913"/>
                </a:moveTo>
                <a:lnTo>
                  <a:pt x="55246" y="326708"/>
                </a:lnTo>
                <a:lnTo>
                  <a:pt x="0" y="275273"/>
                </a:lnTo>
                <a:lnTo>
                  <a:pt x="32575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ash-50"/>
          <p:cNvSpPr/>
          <p:nvPr/>
        </p:nvSpPr>
        <p:spPr>
          <a:xfrm>
            <a:off x="6918960" y="9587865"/>
            <a:ext cx="249555" cy="429577"/>
          </a:xfrm>
          <a:custGeom>
            <a:avLst/>
            <a:gdLst/>
            <a:ahLst/>
            <a:cxnLst/>
            <a:rect l="l" t="t" r="r" b="b"/>
            <a:pathLst>
              <a:path w="249555" h="429577">
                <a:moveTo>
                  <a:pt x="249555" y="39053"/>
                </a:moveTo>
                <a:lnTo>
                  <a:pt x="71438" y="429577"/>
                </a:lnTo>
                <a:lnTo>
                  <a:pt x="0" y="404813"/>
                </a:lnTo>
                <a:lnTo>
                  <a:pt x="18478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dash-51"/>
          <p:cNvSpPr/>
          <p:nvPr/>
        </p:nvSpPr>
        <p:spPr>
          <a:xfrm>
            <a:off x="6828472" y="10429875"/>
            <a:ext cx="84773" cy="444817"/>
          </a:xfrm>
          <a:custGeom>
            <a:avLst/>
            <a:gdLst/>
            <a:ahLst/>
            <a:cxnLst/>
            <a:rect l="l" t="t" r="r" b="b"/>
            <a:pathLst>
              <a:path w="84773" h="444817">
                <a:moveTo>
                  <a:pt x="76200" y="6667"/>
                </a:moveTo>
                <a:lnTo>
                  <a:pt x="84773" y="436245"/>
                </a:lnTo>
                <a:lnTo>
                  <a:pt x="8573" y="44481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dash-52"/>
          <p:cNvSpPr/>
          <p:nvPr/>
        </p:nvSpPr>
        <p:spPr>
          <a:xfrm>
            <a:off x="6944678" y="11281410"/>
            <a:ext cx="254317" cy="408622"/>
          </a:xfrm>
          <a:custGeom>
            <a:avLst/>
            <a:gdLst/>
            <a:ahLst/>
            <a:cxnLst/>
            <a:rect l="l" t="t" r="r" b="b"/>
            <a:pathLst>
              <a:path w="254317" h="408622">
                <a:moveTo>
                  <a:pt x="71437" y="0"/>
                </a:moveTo>
                <a:lnTo>
                  <a:pt x="254317" y="366712"/>
                </a:lnTo>
                <a:lnTo>
                  <a:pt x="190500" y="408622"/>
                </a:lnTo>
                <a:lnTo>
                  <a:pt x="0" y="2667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dash-53"/>
          <p:cNvSpPr/>
          <p:nvPr/>
        </p:nvSpPr>
        <p:spPr>
          <a:xfrm>
            <a:off x="7415212" y="11981498"/>
            <a:ext cx="390526" cy="330517"/>
          </a:xfrm>
          <a:custGeom>
            <a:avLst/>
            <a:gdLst/>
            <a:ahLst/>
            <a:cxnLst/>
            <a:rect l="l" t="t" r="r" b="b"/>
            <a:pathLst>
              <a:path w="390526" h="330517">
                <a:moveTo>
                  <a:pt x="54293" y="0"/>
                </a:moveTo>
                <a:lnTo>
                  <a:pt x="390526" y="264794"/>
                </a:lnTo>
                <a:lnTo>
                  <a:pt x="351473" y="330517"/>
                </a:lnTo>
                <a:lnTo>
                  <a:pt x="0" y="5429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dash-54"/>
          <p:cNvSpPr/>
          <p:nvPr/>
        </p:nvSpPr>
        <p:spPr>
          <a:xfrm>
            <a:off x="8168640" y="12430125"/>
            <a:ext cx="424815" cy="166687"/>
          </a:xfrm>
          <a:custGeom>
            <a:avLst/>
            <a:gdLst/>
            <a:ahLst/>
            <a:cxnLst/>
            <a:rect l="l" t="t" r="r" b="b"/>
            <a:pathLst>
              <a:path w="424815" h="166687">
                <a:moveTo>
                  <a:pt x="24765" y="0"/>
                </a:moveTo>
                <a:lnTo>
                  <a:pt x="424815" y="91440"/>
                </a:lnTo>
                <a:lnTo>
                  <a:pt x="415290" y="166687"/>
                </a:lnTo>
                <a:lnTo>
                  <a:pt x="0" y="7239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ash-55"/>
          <p:cNvSpPr/>
          <p:nvPr/>
        </p:nvSpPr>
        <p:spPr>
          <a:xfrm>
            <a:off x="9045892" y="12534900"/>
            <a:ext cx="419100" cy="76200"/>
          </a:xfrm>
          <a:custGeom>
            <a:avLst/>
            <a:gdLst/>
            <a:ahLst/>
            <a:cxnLst/>
            <a:rect l="l" t="t" r="r" b="b"/>
            <a:pathLst>
              <a:path w="419100" h="76200">
                <a:moveTo>
                  <a:pt x="0" y="0"/>
                </a:moveTo>
                <a:lnTo>
                  <a:pt x="419100" y="0"/>
                </a:lnTo>
                <a:lnTo>
                  <a:pt x="41910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dash-56"/>
          <p:cNvSpPr/>
          <p:nvPr/>
        </p:nvSpPr>
        <p:spPr>
          <a:xfrm>
            <a:off x="9903142" y="12534900"/>
            <a:ext cx="438150" cy="76200"/>
          </a:xfrm>
          <a:custGeom>
            <a:avLst/>
            <a:gdLst/>
            <a:ahLst/>
            <a:cxnLst/>
            <a:rect l="l" t="t" r="r" b="b"/>
            <a:pathLst>
              <a:path w="438150" h="76200">
                <a:moveTo>
                  <a:pt x="0" y="0"/>
                </a:moveTo>
                <a:lnTo>
                  <a:pt x="438150" y="0"/>
                </a:lnTo>
                <a:lnTo>
                  <a:pt x="43815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dash-57"/>
          <p:cNvSpPr/>
          <p:nvPr/>
        </p:nvSpPr>
        <p:spPr>
          <a:xfrm>
            <a:off x="10779442" y="12534900"/>
            <a:ext cx="419100" cy="76200"/>
          </a:xfrm>
          <a:custGeom>
            <a:avLst/>
            <a:gdLst/>
            <a:ahLst/>
            <a:cxnLst/>
            <a:rect l="l" t="t" r="r" b="b"/>
            <a:pathLst>
              <a:path w="419100" h="76200">
                <a:moveTo>
                  <a:pt x="0" y="0"/>
                </a:moveTo>
                <a:lnTo>
                  <a:pt x="419100" y="0"/>
                </a:lnTo>
                <a:lnTo>
                  <a:pt x="41910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dash-58"/>
          <p:cNvSpPr/>
          <p:nvPr/>
        </p:nvSpPr>
        <p:spPr>
          <a:xfrm>
            <a:off x="11636692" y="12534900"/>
            <a:ext cx="438150" cy="76200"/>
          </a:xfrm>
          <a:custGeom>
            <a:avLst/>
            <a:gdLst/>
            <a:ahLst/>
            <a:cxnLst/>
            <a:rect l="l" t="t" r="r" b="b"/>
            <a:pathLst>
              <a:path w="438150" h="76200">
                <a:moveTo>
                  <a:pt x="0" y="0"/>
                </a:moveTo>
                <a:lnTo>
                  <a:pt x="438150" y="0"/>
                </a:lnTo>
                <a:lnTo>
                  <a:pt x="43815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dash-59"/>
          <p:cNvSpPr/>
          <p:nvPr/>
        </p:nvSpPr>
        <p:spPr>
          <a:xfrm>
            <a:off x="12512992" y="12534900"/>
            <a:ext cx="438150" cy="76200"/>
          </a:xfrm>
          <a:custGeom>
            <a:avLst/>
            <a:gdLst/>
            <a:ahLst/>
            <a:cxnLst/>
            <a:rect l="l" t="t" r="r" b="b"/>
            <a:pathLst>
              <a:path w="438150" h="76200">
                <a:moveTo>
                  <a:pt x="0" y="0"/>
                </a:moveTo>
                <a:lnTo>
                  <a:pt x="438150" y="0"/>
                </a:lnTo>
                <a:lnTo>
                  <a:pt x="43815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ash-60"/>
          <p:cNvSpPr/>
          <p:nvPr/>
        </p:nvSpPr>
        <p:spPr>
          <a:xfrm>
            <a:off x="13389292" y="12534900"/>
            <a:ext cx="419100" cy="76200"/>
          </a:xfrm>
          <a:custGeom>
            <a:avLst/>
            <a:gdLst/>
            <a:ahLst/>
            <a:cxnLst/>
            <a:rect l="l" t="t" r="r" b="b"/>
            <a:pathLst>
              <a:path w="419100" h="76200">
                <a:moveTo>
                  <a:pt x="0" y="0"/>
                </a:moveTo>
                <a:lnTo>
                  <a:pt x="419100" y="0"/>
                </a:lnTo>
                <a:lnTo>
                  <a:pt x="41910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dash-61"/>
          <p:cNvSpPr/>
          <p:nvPr/>
        </p:nvSpPr>
        <p:spPr>
          <a:xfrm>
            <a:off x="14246542" y="12534900"/>
            <a:ext cx="438150" cy="76200"/>
          </a:xfrm>
          <a:custGeom>
            <a:avLst/>
            <a:gdLst/>
            <a:ahLst/>
            <a:cxnLst/>
            <a:rect l="l" t="t" r="r" b="b"/>
            <a:pathLst>
              <a:path w="438150" h="76200">
                <a:moveTo>
                  <a:pt x="0" y="0"/>
                </a:moveTo>
                <a:lnTo>
                  <a:pt x="438150" y="0"/>
                </a:lnTo>
                <a:lnTo>
                  <a:pt x="43815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dash-62"/>
          <p:cNvSpPr/>
          <p:nvPr/>
        </p:nvSpPr>
        <p:spPr>
          <a:xfrm>
            <a:off x="15122842" y="12534900"/>
            <a:ext cx="419100" cy="76200"/>
          </a:xfrm>
          <a:custGeom>
            <a:avLst/>
            <a:gdLst/>
            <a:ahLst/>
            <a:cxnLst/>
            <a:rect l="l" t="t" r="r" b="b"/>
            <a:pathLst>
              <a:path w="419100" h="76200">
                <a:moveTo>
                  <a:pt x="0" y="0"/>
                </a:moveTo>
                <a:lnTo>
                  <a:pt x="419100" y="0"/>
                </a:lnTo>
                <a:lnTo>
                  <a:pt x="41910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dash-63"/>
          <p:cNvSpPr/>
          <p:nvPr/>
        </p:nvSpPr>
        <p:spPr>
          <a:xfrm>
            <a:off x="15999142" y="12534900"/>
            <a:ext cx="419100" cy="76200"/>
          </a:xfrm>
          <a:custGeom>
            <a:avLst/>
            <a:gdLst/>
            <a:ahLst/>
            <a:cxnLst/>
            <a:rect l="l" t="t" r="r" b="b"/>
            <a:pathLst>
              <a:path w="419100" h="76200">
                <a:moveTo>
                  <a:pt x="0" y="0"/>
                </a:moveTo>
                <a:lnTo>
                  <a:pt x="419100" y="0"/>
                </a:lnTo>
                <a:lnTo>
                  <a:pt x="41910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dash-64"/>
          <p:cNvSpPr/>
          <p:nvPr/>
        </p:nvSpPr>
        <p:spPr>
          <a:xfrm>
            <a:off x="16856392" y="12534900"/>
            <a:ext cx="438150" cy="76200"/>
          </a:xfrm>
          <a:custGeom>
            <a:avLst/>
            <a:gdLst/>
            <a:ahLst/>
            <a:cxnLst/>
            <a:rect l="l" t="t" r="r" b="b"/>
            <a:pathLst>
              <a:path w="438150" h="76200">
                <a:moveTo>
                  <a:pt x="0" y="0"/>
                </a:moveTo>
                <a:lnTo>
                  <a:pt x="438150" y="0"/>
                </a:lnTo>
                <a:lnTo>
                  <a:pt x="43815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dash-65"/>
          <p:cNvSpPr/>
          <p:nvPr/>
        </p:nvSpPr>
        <p:spPr>
          <a:xfrm>
            <a:off x="17732692" y="12534900"/>
            <a:ext cx="419100" cy="76200"/>
          </a:xfrm>
          <a:custGeom>
            <a:avLst/>
            <a:gdLst/>
            <a:ahLst/>
            <a:cxnLst/>
            <a:rect l="l" t="t" r="r" b="b"/>
            <a:pathLst>
              <a:path w="419100" h="76200">
                <a:moveTo>
                  <a:pt x="0" y="0"/>
                </a:moveTo>
                <a:lnTo>
                  <a:pt x="419100" y="0"/>
                </a:lnTo>
                <a:lnTo>
                  <a:pt x="41910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dash-66"/>
          <p:cNvSpPr/>
          <p:nvPr/>
        </p:nvSpPr>
        <p:spPr>
          <a:xfrm>
            <a:off x="18589942" y="12534900"/>
            <a:ext cx="438150" cy="76200"/>
          </a:xfrm>
          <a:custGeom>
            <a:avLst/>
            <a:gdLst/>
            <a:ahLst/>
            <a:cxnLst/>
            <a:rect l="l" t="t" r="r" b="b"/>
            <a:pathLst>
              <a:path w="438150" h="76200">
                <a:moveTo>
                  <a:pt x="0" y="0"/>
                </a:moveTo>
                <a:lnTo>
                  <a:pt x="438150" y="0"/>
                </a:lnTo>
                <a:lnTo>
                  <a:pt x="43815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dash-67"/>
          <p:cNvSpPr/>
          <p:nvPr/>
        </p:nvSpPr>
        <p:spPr>
          <a:xfrm>
            <a:off x="19466242" y="12534900"/>
            <a:ext cx="438150" cy="76200"/>
          </a:xfrm>
          <a:custGeom>
            <a:avLst/>
            <a:gdLst/>
            <a:ahLst/>
            <a:cxnLst/>
            <a:rect l="l" t="t" r="r" b="b"/>
            <a:pathLst>
              <a:path w="438150" h="76200">
                <a:moveTo>
                  <a:pt x="0" y="0"/>
                </a:moveTo>
                <a:lnTo>
                  <a:pt x="438150" y="0"/>
                </a:lnTo>
                <a:lnTo>
                  <a:pt x="43815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dash-68"/>
          <p:cNvSpPr/>
          <p:nvPr/>
        </p:nvSpPr>
        <p:spPr>
          <a:xfrm>
            <a:off x="20342542" y="12534900"/>
            <a:ext cx="419100" cy="76200"/>
          </a:xfrm>
          <a:custGeom>
            <a:avLst/>
            <a:gdLst/>
            <a:ahLst/>
            <a:cxnLst/>
            <a:rect l="l" t="t" r="r" b="b"/>
            <a:pathLst>
              <a:path w="419100" h="76200">
                <a:moveTo>
                  <a:pt x="0" y="0"/>
                </a:moveTo>
                <a:lnTo>
                  <a:pt x="419100" y="0"/>
                </a:lnTo>
                <a:lnTo>
                  <a:pt x="41910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dash-69"/>
          <p:cNvSpPr/>
          <p:nvPr/>
        </p:nvSpPr>
        <p:spPr>
          <a:xfrm>
            <a:off x="21199792" y="12534900"/>
            <a:ext cx="438150" cy="76200"/>
          </a:xfrm>
          <a:custGeom>
            <a:avLst/>
            <a:gdLst/>
            <a:ahLst/>
            <a:cxnLst/>
            <a:rect l="l" t="t" r="r" b="b"/>
            <a:pathLst>
              <a:path w="438150" h="76200">
                <a:moveTo>
                  <a:pt x="0" y="0"/>
                </a:moveTo>
                <a:lnTo>
                  <a:pt x="438150" y="0"/>
                </a:lnTo>
                <a:lnTo>
                  <a:pt x="43815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dash-70"/>
          <p:cNvSpPr/>
          <p:nvPr/>
        </p:nvSpPr>
        <p:spPr>
          <a:xfrm>
            <a:off x="22076092" y="12534900"/>
            <a:ext cx="419100" cy="76200"/>
          </a:xfrm>
          <a:custGeom>
            <a:avLst/>
            <a:gdLst/>
            <a:ahLst/>
            <a:cxnLst/>
            <a:rect l="l" t="t" r="r" b="b"/>
            <a:pathLst>
              <a:path w="419100" h="76200">
                <a:moveTo>
                  <a:pt x="0" y="0"/>
                </a:moveTo>
                <a:lnTo>
                  <a:pt x="419100" y="0"/>
                </a:lnTo>
                <a:lnTo>
                  <a:pt x="41910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dash-71"/>
          <p:cNvSpPr/>
          <p:nvPr/>
        </p:nvSpPr>
        <p:spPr>
          <a:xfrm>
            <a:off x="22952392" y="12534900"/>
            <a:ext cx="419100" cy="76200"/>
          </a:xfrm>
          <a:custGeom>
            <a:avLst/>
            <a:gdLst/>
            <a:ahLst/>
            <a:cxnLst/>
            <a:rect l="l" t="t" r="r" b="b"/>
            <a:pathLst>
              <a:path w="419100" h="76200">
                <a:moveTo>
                  <a:pt x="0" y="0"/>
                </a:moveTo>
                <a:lnTo>
                  <a:pt x="419100" y="0"/>
                </a:lnTo>
                <a:lnTo>
                  <a:pt x="41910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dash-72"/>
          <p:cNvSpPr/>
          <p:nvPr/>
        </p:nvSpPr>
        <p:spPr>
          <a:xfrm>
            <a:off x="23809642" y="12534900"/>
            <a:ext cx="438150" cy="76200"/>
          </a:xfrm>
          <a:custGeom>
            <a:avLst/>
            <a:gdLst/>
            <a:ahLst/>
            <a:cxnLst/>
            <a:rect l="l" t="t" r="r" b="b"/>
            <a:pathLst>
              <a:path w="438150" h="76200">
                <a:moveTo>
                  <a:pt x="0" y="0"/>
                </a:moveTo>
                <a:lnTo>
                  <a:pt x="438150" y="0"/>
                </a:lnTo>
                <a:lnTo>
                  <a:pt x="43815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dash-73"/>
          <p:cNvSpPr/>
          <p:nvPr/>
        </p:nvSpPr>
        <p:spPr>
          <a:xfrm>
            <a:off x="24685942" y="12534900"/>
            <a:ext cx="419100" cy="76200"/>
          </a:xfrm>
          <a:custGeom>
            <a:avLst/>
            <a:gdLst/>
            <a:ahLst/>
            <a:cxnLst/>
            <a:rect l="l" t="t" r="r" b="b"/>
            <a:pathLst>
              <a:path w="419100" h="76200">
                <a:moveTo>
                  <a:pt x="0" y="0"/>
                </a:moveTo>
                <a:lnTo>
                  <a:pt x="419100" y="0"/>
                </a:lnTo>
                <a:lnTo>
                  <a:pt x="41910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dash-74"/>
          <p:cNvSpPr/>
          <p:nvPr/>
        </p:nvSpPr>
        <p:spPr>
          <a:xfrm>
            <a:off x="25543192" y="12534900"/>
            <a:ext cx="438150" cy="76200"/>
          </a:xfrm>
          <a:custGeom>
            <a:avLst/>
            <a:gdLst/>
            <a:ahLst/>
            <a:cxnLst/>
            <a:rect l="l" t="t" r="r" b="b"/>
            <a:pathLst>
              <a:path w="438150" h="76200">
                <a:moveTo>
                  <a:pt x="0" y="0"/>
                </a:moveTo>
                <a:lnTo>
                  <a:pt x="438150" y="0"/>
                </a:lnTo>
                <a:lnTo>
                  <a:pt x="43815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dash-75"/>
          <p:cNvSpPr/>
          <p:nvPr/>
        </p:nvSpPr>
        <p:spPr>
          <a:xfrm>
            <a:off x="26419492" y="12534900"/>
            <a:ext cx="438150" cy="76200"/>
          </a:xfrm>
          <a:custGeom>
            <a:avLst/>
            <a:gdLst/>
            <a:ahLst/>
            <a:cxnLst/>
            <a:rect l="l" t="t" r="r" b="b"/>
            <a:pathLst>
              <a:path w="438150" h="76200">
                <a:moveTo>
                  <a:pt x="0" y="0"/>
                </a:moveTo>
                <a:lnTo>
                  <a:pt x="438150" y="0"/>
                </a:lnTo>
                <a:lnTo>
                  <a:pt x="43815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dash-76"/>
          <p:cNvSpPr/>
          <p:nvPr/>
        </p:nvSpPr>
        <p:spPr>
          <a:xfrm>
            <a:off x="27295792" y="12534900"/>
            <a:ext cx="419100" cy="76200"/>
          </a:xfrm>
          <a:custGeom>
            <a:avLst/>
            <a:gdLst/>
            <a:ahLst/>
            <a:cxnLst/>
            <a:rect l="l" t="t" r="r" b="b"/>
            <a:pathLst>
              <a:path w="419100" h="76200">
                <a:moveTo>
                  <a:pt x="0" y="0"/>
                </a:moveTo>
                <a:lnTo>
                  <a:pt x="419100" y="0"/>
                </a:lnTo>
                <a:lnTo>
                  <a:pt x="41910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dash-77"/>
          <p:cNvSpPr/>
          <p:nvPr/>
        </p:nvSpPr>
        <p:spPr>
          <a:xfrm>
            <a:off x="28153042" y="12534900"/>
            <a:ext cx="438150" cy="76200"/>
          </a:xfrm>
          <a:custGeom>
            <a:avLst/>
            <a:gdLst/>
            <a:ahLst/>
            <a:cxnLst/>
            <a:rect l="l" t="t" r="r" b="b"/>
            <a:pathLst>
              <a:path w="438150" h="76200">
                <a:moveTo>
                  <a:pt x="0" y="0"/>
                </a:moveTo>
                <a:lnTo>
                  <a:pt x="438150" y="0"/>
                </a:lnTo>
                <a:lnTo>
                  <a:pt x="43815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dash-78"/>
          <p:cNvSpPr/>
          <p:nvPr/>
        </p:nvSpPr>
        <p:spPr>
          <a:xfrm>
            <a:off x="29029342" y="12534900"/>
            <a:ext cx="419100" cy="76200"/>
          </a:xfrm>
          <a:custGeom>
            <a:avLst/>
            <a:gdLst/>
            <a:ahLst/>
            <a:cxnLst/>
            <a:rect l="l" t="t" r="r" b="b"/>
            <a:pathLst>
              <a:path w="419100" h="76200">
                <a:moveTo>
                  <a:pt x="0" y="0"/>
                </a:moveTo>
                <a:lnTo>
                  <a:pt x="419100" y="0"/>
                </a:lnTo>
                <a:lnTo>
                  <a:pt x="41910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logo-blue"/>
          <p:cNvSpPr/>
          <p:nvPr/>
        </p:nvSpPr>
        <p:spPr>
          <a:xfrm>
            <a:off x="2047875" y="1495425"/>
            <a:ext cx="1152525" cy="1323975"/>
          </a:xfrm>
          <a:prstGeom prst="rect">
            <a:avLst/>
          </a:prstGeom>
          <a:gradFill rotWithShape="1">
            <a:gsLst>
              <a:gs pos="0">
                <a:srgbClr val="95A5D6"/>
              </a:gs>
              <a:gs pos="100000">
                <a:srgbClr val="0C39B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logo-yellow"/>
          <p:cNvSpPr/>
          <p:nvPr/>
        </p:nvSpPr>
        <p:spPr>
          <a:xfrm>
            <a:off x="1800225" y="1895475"/>
            <a:ext cx="1047750" cy="1114425"/>
          </a:xfrm>
          <a:prstGeom prst="rect">
            <a:avLst/>
          </a:prstGeom>
          <a:gradFill rotWithShape="1">
            <a:gsLst>
              <a:gs pos="0">
                <a:srgbClr val="D8BF7C"/>
              </a:gs>
              <a:gs pos="100000">
                <a:srgbClr val="FDB70C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itle"/>
          <p:cNvSpPr txBox="1"/>
          <p:nvPr/>
        </p:nvSpPr>
        <p:spPr>
          <a:xfrm>
            <a:off x="3638550" y="1504950"/>
            <a:ext cx="18350865" cy="1181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312" b="1" i="0">
                <a:solidFill>
                  <a:srgbClr val="0937BE"/>
                </a:solidFill>
                <a:latin typeface="Microsoft YaHei"/>
                <a:ea typeface="Microsoft YaHei"/>
                <a:cs typeface="Microsoft YaHei"/>
              </a:rPr>
              <a:t>项目实施流程：分阶段推进，确保顺利落地</a:t>
            </a:r>
          </a:p>
        </p:txBody>
      </p:sp>
      <p:sp>
        <p:nvSpPr>
          <p:cNvPr id="86" name="header-rule"/>
          <p:cNvSpPr/>
          <p:nvPr/>
        </p:nvSpPr>
        <p:spPr>
          <a:xfrm>
            <a:off x="3590925" y="2771775"/>
            <a:ext cx="25974675" cy="47625"/>
          </a:xfrm>
          <a:prstGeom prst="rect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135" name="text-blocks"/>
          <p:cNvGrpSpPr/>
          <p:nvPr/>
        </p:nvGrpSpPr>
        <p:grpSpPr>
          <a:xfrm>
            <a:off x="1676400" y="5229225"/>
            <a:ext cx="27089100" cy="10306050"/>
            <a:chOff x="1676400" y="5229225"/>
            <a:chExt cx="27089100" cy="10306050"/>
          </a:xfrm>
        </p:grpSpPr>
        <p:sp>
          <p:nvSpPr>
            <p:cNvPr id="87" name="head-01"/>
            <p:cNvSpPr txBox="1"/>
            <p:nvPr/>
          </p:nvSpPr>
          <p:spPr>
            <a:xfrm>
              <a:off x="2438400" y="5229225"/>
              <a:ext cx="2857500" cy="952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025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需求调研</a:t>
              </a:r>
            </a:p>
          </p:txBody>
        </p:sp>
        <p:sp>
          <p:nvSpPr>
            <p:cNvPr id="88" name="body-01-1"/>
            <p:cNvSpPr txBox="1"/>
            <p:nvPr/>
          </p:nvSpPr>
          <p:spPr>
            <a:xfrm>
              <a:off x="1676400" y="6238875"/>
              <a:ext cx="43815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985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深入业务一线，收集和分</a:t>
              </a:r>
            </a:p>
          </p:txBody>
        </p:sp>
        <p:sp>
          <p:nvSpPr>
            <p:cNvPr id="89" name="body-01-2"/>
            <p:cNvSpPr txBox="1"/>
            <p:nvPr/>
          </p:nvSpPr>
          <p:spPr>
            <a:xfrm>
              <a:off x="1676400" y="6734175"/>
              <a:ext cx="43815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985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析用户需求，明确系统功</a:t>
              </a:r>
            </a:p>
          </p:txBody>
        </p:sp>
        <p:sp>
          <p:nvSpPr>
            <p:cNvPr id="90" name="body-01-3"/>
            <p:cNvSpPr txBox="1"/>
            <p:nvPr/>
          </p:nvSpPr>
          <p:spPr>
            <a:xfrm>
              <a:off x="1676400" y="7239000"/>
              <a:ext cx="43815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985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能和性能要求</a:t>
              </a:r>
            </a:p>
          </p:txBody>
        </p:sp>
        <p:sp>
          <p:nvSpPr>
            <p:cNvPr id="91" name="head-02"/>
            <p:cNvSpPr txBox="1"/>
            <p:nvPr/>
          </p:nvSpPr>
          <p:spPr>
            <a:xfrm>
              <a:off x="7515225" y="5229225"/>
              <a:ext cx="2857500" cy="952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025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系统设计</a:t>
              </a:r>
            </a:p>
          </p:txBody>
        </p:sp>
        <p:sp>
          <p:nvSpPr>
            <p:cNvPr id="92" name="body-02-1"/>
            <p:cNvSpPr txBox="1"/>
            <p:nvPr/>
          </p:nvSpPr>
          <p:spPr>
            <a:xfrm>
              <a:off x="6753225" y="6238875"/>
              <a:ext cx="43815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985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根据需求分析结果，进行</a:t>
              </a:r>
            </a:p>
          </p:txBody>
        </p:sp>
        <p:sp>
          <p:nvSpPr>
            <p:cNvPr id="93" name="body-02-2"/>
            <p:cNvSpPr txBox="1"/>
            <p:nvPr/>
          </p:nvSpPr>
          <p:spPr>
            <a:xfrm>
              <a:off x="6753225" y="6734175"/>
              <a:ext cx="43815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985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系统架构设计和功能模块</a:t>
              </a:r>
            </a:p>
          </p:txBody>
        </p:sp>
        <p:sp>
          <p:nvSpPr>
            <p:cNvPr id="94" name="body-02-3"/>
            <p:cNvSpPr txBox="1"/>
            <p:nvPr/>
          </p:nvSpPr>
          <p:spPr>
            <a:xfrm>
              <a:off x="6753225" y="7239000"/>
              <a:ext cx="43815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985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开发</a:t>
              </a:r>
            </a:p>
          </p:txBody>
        </p:sp>
        <p:sp>
          <p:nvSpPr>
            <p:cNvPr id="95" name="head-03"/>
            <p:cNvSpPr txBox="1"/>
            <p:nvPr/>
          </p:nvSpPr>
          <p:spPr>
            <a:xfrm>
              <a:off x="11382375" y="9134475"/>
              <a:ext cx="2857500" cy="952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025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测试优化</a:t>
              </a:r>
            </a:p>
          </p:txBody>
        </p:sp>
        <p:sp>
          <p:nvSpPr>
            <p:cNvPr id="96" name="body-03-1"/>
            <p:cNvSpPr txBox="1"/>
            <p:nvPr/>
          </p:nvSpPr>
          <p:spPr>
            <a:xfrm>
              <a:off x="10620375" y="10144125"/>
              <a:ext cx="43815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985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对系统进行全面的功能、</a:t>
              </a:r>
            </a:p>
          </p:txBody>
        </p:sp>
        <p:sp>
          <p:nvSpPr>
            <p:cNvPr id="97" name="body-03-2"/>
            <p:cNvSpPr txBox="1"/>
            <p:nvPr/>
          </p:nvSpPr>
          <p:spPr>
            <a:xfrm>
              <a:off x="10620375" y="10639425"/>
              <a:ext cx="43815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985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性能和安全测试，并根据</a:t>
              </a:r>
            </a:p>
          </p:txBody>
        </p:sp>
        <p:sp>
          <p:nvSpPr>
            <p:cNvPr id="98" name="body-03-3"/>
            <p:cNvSpPr txBox="1"/>
            <p:nvPr/>
          </p:nvSpPr>
          <p:spPr>
            <a:xfrm>
              <a:off x="10620375" y="11144250"/>
              <a:ext cx="43815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985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结果优化</a:t>
              </a:r>
            </a:p>
          </p:txBody>
        </p:sp>
        <p:sp>
          <p:nvSpPr>
            <p:cNvPr id="99" name="head-04"/>
            <p:cNvSpPr txBox="1"/>
            <p:nvPr/>
          </p:nvSpPr>
          <p:spPr>
            <a:xfrm>
              <a:off x="16459200" y="9134475"/>
              <a:ext cx="2857500" cy="952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025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试点上线</a:t>
              </a:r>
            </a:p>
          </p:txBody>
        </p:sp>
        <p:sp>
          <p:nvSpPr>
            <p:cNvPr id="100" name="body-04-1"/>
            <p:cNvSpPr txBox="1"/>
            <p:nvPr/>
          </p:nvSpPr>
          <p:spPr>
            <a:xfrm>
              <a:off x="15697200" y="10144125"/>
              <a:ext cx="43815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985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选择部分门店试点上线，</a:t>
              </a:r>
            </a:p>
          </p:txBody>
        </p:sp>
        <p:sp>
          <p:nvSpPr>
            <p:cNvPr id="101" name="body-04-2"/>
            <p:cNvSpPr txBox="1"/>
            <p:nvPr/>
          </p:nvSpPr>
          <p:spPr>
            <a:xfrm>
              <a:off x="15697200" y="10639425"/>
              <a:ext cx="43815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985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收集用户反馈，验证系统</a:t>
              </a:r>
            </a:p>
          </p:txBody>
        </p:sp>
        <p:sp>
          <p:nvSpPr>
            <p:cNvPr id="102" name="body-04-3"/>
            <p:cNvSpPr txBox="1"/>
            <p:nvPr/>
          </p:nvSpPr>
          <p:spPr>
            <a:xfrm>
              <a:off x="15697200" y="11144250"/>
              <a:ext cx="43815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985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实际效果</a:t>
              </a:r>
            </a:p>
          </p:txBody>
        </p:sp>
        <p:sp>
          <p:nvSpPr>
            <p:cNvPr id="103" name="head-05"/>
            <p:cNvSpPr txBox="1"/>
            <p:nvPr/>
          </p:nvSpPr>
          <p:spPr>
            <a:xfrm>
              <a:off x="20059650" y="13030200"/>
              <a:ext cx="2857500" cy="952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025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全面推广</a:t>
              </a:r>
            </a:p>
          </p:txBody>
        </p:sp>
        <p:sp>
          <p:nvSpPr>
            <p:cNvPr id="104" name="body-05-1"/>
            <p:cNvSpPr txBox="1"/>
            <p:nvPr/>
          </p:nvSpPr>
          <p:spPr>
            <a:xfrm>
              <a:off x="19297650" y="14039850"/>
              <a:ext cx="43815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985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在试点成功基础上，在所</a:t>
              </a:r>
            </a:p>
          </p:txBody>
        </p:sp>
        <p:sp>
          <p:nvSpPr>
            <p:cNvPr id="105" name="body-05-2"/>
            <p:cNvSpPr txBox="1"/>
            <p:nvPr/>
          </p:nvSpPr>
          <p:spPr>
            <a:xfrm>
              <a:off x="19297650" y="14535150"/>
              <a:ext cx="43815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985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有门店全面推广，并对人</a:t>
              </a:r>
            </a:p>
          </p:txBody>
        </p:sp>
        <p:sp>
          <p:nvSpPr>
            <p:cNvPr id="106" name="body-05-3"/>
            <p:cNvSpPr txBox="1"/>
            <p:nvPr/>
          </p:nvSpPr>
          <p:spPr>
            <a:xfrm>
              <a:off x="19297650" y="15039975"/>
              <a:ext cx="43815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985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员进行培训</a:t>
              </a:r>
            </a:p>
          </p:txBody>
        </p:sp>
        <p:sp>
          <p:nvSpPr>
            <p:cNvPr id="107" name="head-06"/>
            <p:cNvSpPr txBox="1"/>
            <p:nvPr/>
          </p:nvSpPr>
          <p:spPr>
            <a:xfrm>
              <a:off x="25146000" y="13030200"/>
              <a:ext cx="2857500" cy="9525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5025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持续迭代</a:t>
              </a:r>
            </a:p>
          </p:txBody>
        </p:sp>
        <p:sp>
          <p:nvSpPr>
            <p:cNvPr id="108" name="body-06-1"/>
            <p:cNvSpPr txBox="1"/>
            <p:nvPr/>
          </p:nvSpPr>
          <p:spPr>
            <a:xfrm>
              <a:off x="24384000" y="14039850"/>
              <a:ext cx="43815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985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进行日常运营维护，根据</a:t>
              </a:r>
            </a:p>
          </p:txBody>
        </p:sp>
        <p:sp>
          <p:nvSpPr>
            <p:cNvPr id="109" name="body-06-2"/>
            <p:cNvSpPr txBox="1"/>
            <p:nvPr/>
          </p:nvSpPr>
          <p:spPr>
            <a:xfrm>
              <a:off x="24384000" y="14535150"/>
              <a:ext cx="43815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985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业务发展和用户反馈持续</a:t>
              </a:r>
            </a:p>
          </p:txBody>
        </p:sp>
        <p:sp>
          <p:nvSpPr>
            <p:cNvPr id="110" name="body-06-3"/>
            <p:cNvSpPr txBox="1"/>
            <p:nvPr/>
          </p:nvSpPr>
          <p:spPr>
            <a:xfrm>
              <a:off x="24384000" y="15039975"/>
              <a:ext cx="43815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985" b="0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优化迭代</a:t>
              </a:r>
            </a:p>
          </p:txBody>
        </p:sp>
      </p:grpSp>
      <p:grpSp>
        <p:nvGrpSpPr>
          <p:cNvPr id="134" name="pins"/>
          <p:cNvGrpSpPr/>
          <p:nvPr/>
        </p:nvGrpSpPr>
        <p:grpSpPr>
          <a:xfrm>
            <a:off x="3381428" y="3162374"/>
            <a:ext cx="23679044" cy="9020101"/>
            <a:chOff x="3381428" y="3162374"/>
            <a:chExt cx="23679044" cy="9020101"/>
          </a:xfrm>
        </p:grpSpPr>
        <p:sp>
          <p:nvSpPr>
            <p:cNvPr id="111" name="pin-01-body"/>
            <p:cNvSpPr/>
            <p:nvPr/>
          </p:nvSpPr>
          <p:spPr>
            <a:xfrm>
              <a:off x="3381428" y="3162374"/>
              <a:ext cx="971444" cy="1152451"/>
            </a:xfrm>
            <a:custGeom>
              <a:avLst/>
              <a:gdLst/>
              <a:ahLst/>
              <a:cxnLst/>
              <a:rect l="l" t="t" r="r" b="b"/>
              <a:pathLst>
                <a:path w="971444" h="1152451">
                  <a:moveTo>
                    <a:pt x="131800" y="818442"/>
                  </a:moveTo>
                  <a:lnTo>
                    <a:pt x="120384" y="805865"/>
                  </a:lnTo>
                  <a:lnTo>
                    <a:pt x="109414" y="792897"/>
                  </a:lnTo>
                  <a:lnTo>
                    <a:pt x="98904" y="779553"/>
                  </a:lnTo>
                  <a:lnTo>
                    <a:pt x="88867" y="765850"/>
                  </a:lnTo>
                  <a:lnTo>
                    <a:pt x="79316" y="751805"/>
                  </a:lnTo>
                  <a:lnTo>
                    <a:pt x="70261" y="737434"/>
                  </a:lnTo>
                  <a:lnTo>
                    <a:pt x="61714" y="722755"/>
                  </a:lnTo>
                  <a:lnTo>
                    <a:pt x="53686" y="707787"/>
                  </a:lnTo>
                  <a:lnTo>
                    <a:pt x="46186" y="692547"/>
                  </a:lnTo>
                  <a:lnTo>
                    <a:pt x="39223" y="677054"/>
                  </a:lnTo>
                  <a:lnTo>
                    <a:pt x="32806" y="661327"/>
                  </a:lnTo>
                  <a:lnTo>
                    <a:pt x="26943" y="645385"/>
                  </a:lnTo>
                  <a:lnTo>
                    <a:pt x="21641" y="629248"/>
                  </a:lnTo>
                  <a:lnTo>
                    <a:pt x="16906" y="612936"/>
                  </a:lnTo>
                  <a:lnTo>
                    <a:pt x="12744" y="596468"/>
                  </a:lnTo>
                  <a:lnTo>
                    <a:pt x="9161" y="579865"/>
                  </a:lnTo>
                  <a:lnTo>
                    <a:pt x="6160" y="563146"/>
                  </a:lnTo>
                  <a:lnTo>
                    <a:pt x="3746" y="546333"/>
                  </a:lnTo>
                  <a:lnTo>
                    <a:pt x="1921" y="529446"/>
                  </a:lnTo>
                  <a:lnTo>
                    <a:pt x="687" y="512505"/>
                  </a:lnTo>
                  <a:lnTo>
                    <a:pt x="46" y="495532"/>
                  </a:lnTo>
                  <a:lnTo>
                    <a:pt x="0" y="478546"/>
                  </a:lnTo>
                  <a:lnTo>
                    <a:pt x="547" y="461569"/>
                  </a:lnTo>
                  <a:lnTo>
                    <a:pt x="1687" y="444622"/>
                  </a:lnTo>
                  <a:lnTo>
                    <a:pt x="3419" y="427725"/>
                  </a:lnTo>
                  <a:lnTo>
                    <a:pt x="5741" y="410899"/>
                  </a:lnTo>
                  <a:lnTo>
                    <a:pt x="8649" y="394164"/>
                  </a:lnTo>
                  <a:lnTo>
                    <a:pt x="12141" y="377541"/>
                  </a:lnTo>
                  <a:lnTo>
                    <a:pt x="16212" y="361051"/>
                  </a:lnTo>
                  <a:lnTo>
                    <a:pt x="20857" y="344712"/>
                  </a:lnTo>
                  <a:lnTo>
                    <a:pt x="26070" y="328547"/>
                  </a:lnTo>
                  <a:lnTo>
                    <a:pt x="31845" y="312573"/>
                  </a:lnTo>
                  <a:lnTo>
                    <a:pt x="38175" y="296811"/>
                  </a:lnTo>
                  <a:lnTo>
                    <a:pt x="45053" y="281280"/>
                  </a:lnTo>
                  <a:lnTo>
                    <a:pt x="52469" y="265999"/>
                  </a:lnTo>
                  <a:lnTo>
                    <a:pt x="60415" y="250986"/>
                  </a:lnTo>
                  <a:lnTo>
                    <a:pt x="68880" y="236261"/>
                  </a:lnTo>
                  <a:lnTo>
                    <a:pt x="77856" y="221840"/>
                  </a:lnTo>
                  <a:lnTo>
                    <a:pt x="87330" y="207742"/>
                  </a:lnTo>
                  <a:lnTo>
                    <a:pt x="97291" y="193984"/>
                  </a:lnTo>
                  <a:lnTo>
                    <a:pt x="107727" y="180583"/>
                  </a:lnTo>
                  <a:lnTo>
                    <a:pt x="118625" y="167554"/>
                  </a:lnTo>
                  <a:lnTo>
                    <a:pt x="129972" y="154915"/>
                  </a:lnTo>
                  <a:lnTo>
                    <a:pt x="141754" y="142680"/>
                  </a:lnTo>
                  <a:lnTo>
                    <a:pt x="153957" y="130864"/>
                  </a:lnTo>
                  <a:lnTo>
                    <a:pt x="166565" y="119482"/>
                  </a:lnTo>
                  <a:lnTo>
                    <a:pt x="179563" y="108548"/>
                  </a:lnTo>
                  <a:lnTo>
                    <a:pt x="192936" y="98075"/>
                  </a:lnTo>
                  <a:lnTo>
                    <a:pt x="206667" y="88076"/>
                  </a:lnTo>
                  <a:lnTo>
                    <a:pt x="220739" y="78563"/>
                  </a:lnTo>
                  <a:lnTo>
                    <a:pt x="235134" y="69548"/>
                  </a:lnTo>
                  <a:lnTo>
                    <a:pt x="249837" y="61042"/>
                  </a:lnTo>
                  <a:lnTo>
                    <a:pt x="264827" y="53055"/>
                  </a:lnTo>
                  <a:lnTo>
                    <a:pt x="280088" y="45597"/>
                  </a:lnTo>
                  <a:lnTo>
                    <a:pt x="295600" y="38676"/>
                  </a:lnTo>
                  <a:lnTo>
                    <a:pt x="311344" y="32303"/>
                  </a:lnTo>
                  <a:lnTo>
                    <a:pt x="327302" y="26484"/>
                  </a:lnTo>
                  <a:lnTo>
                    <a:pt x="343453" y="21226"/>
                  </a:lnTo>
                  <a:lnTo>
                    <a:pt x="359779" y="16536"/>
                  </a:lnTo>
                  <a:lnTo>
                    <a:pt x="376258" y="12420"/>
                  </a:lnTo>
                  <a:lnTo>
                    <a:pt x="392871" y="8882"/>
                  </a:lnTo>
                  <a:lnTo>
                    <a:pt x="409598" y="5928"/>
                  </a:lnTo>
                  <a:lnTo>
                    <a:pt x="426418" y="3560"/>
                  </a:lnTo>
                  <a:lnTo>
                    <a:pt x="443310" y="1781"/>
                  </a:lnTo>
                  <a:lnTo>
                    <a:pt x="460254" y="594"/>
                  </a:lnTo>
                  <a:lnTo>
                    <a:pt x="477229" y="0"/>
                  </a:lnTo>
                  <a:lnTo>
                    <a:pt x="494215" y="0"/>
                  </a:lnTo>
                  <a:lnTo>
                    <a:pt x="511190" y="594"/>
                  </a:lnTo>
                  <a:lnTo>
                    <a:pt x="528134" y="1781"/>
                  </a:lnTo>
                  <a:lnTo>
                    <a:pt x="545026" y="3560"/>
                  </a:lnTo>
                  <a:lnTo>
                    <a:pt x="561846" y="5928"/>
                  </a:lnTo>
                  <a:lnTo>
                    <a:pt x="578573" y="8882"/>
                  </a:lnTo>
                  <a:lnTo>
                    <a:pt x="595186" y="12420"/>
                  </a:lnTo>
                  <a:lnTo>
                    <a:pt x="611665" y="16536"/>
                  </a:lnTo>
                  <a:lnTo>
                    <a:pt x="627991" y="21226"/>
                  </a:lnTo>
                  <a:lnTo>
                    <a:pt x="644142" y="26484"/>
                  </a:lnTo>
                  <a:lnTo>
                    <a:pt x="660100" y="32303"/>
                  </a:lnTo>
                  <a:lnTo>
                    <a:pt x="675844" y="38676"/>
                  </a:lnTo>
                  <a:lnTo>
                    <a:pt x="691356" y="45597"/>
                  </a:lnTo>
                  <a:lnTo>
                    <a:pt x="706617" y="53055"/>
                  </a:lnTo>
                  <a:lnTo>
                    <a:pt x="721607" y="61042"/>
                  </a:lnTo>
                  <a:lnTo>
                    <a:pt x="736310" y="69548"/>
                  </a:lnTo>
                  <a:lnTo>
                    <a:pt x="750705" y="78563"/>
                  </a:lnTo>
                  <a:lnTo>
                    <a:pt x="764777" y="88076"/>
                  </a:lnTo>
                  <a:lnTo>
                    <a:pt x="778508" y="98075"/>
                  </a:lnTo>
                  <a:lnTo>
                    <a:pt x="791881" y="108548"/>
                  </a:lnTo>
                  <a:lnTo>
                    <a:pt x="804879" y="119482"/>
                  </a:lnTo>
                  <a:lnTo>
                    <a:pt x="817487" y="130864"/>
                  </a:lnTo>
                  <a:lnTo>
                    <a:pt x="829690" y="142680"/>
                  </a:lnTo>
                  <a:lnTo>
                    <a:pt x="841472" y="154915"/>
                  </a:lnTo>
                  <a:lnTo>
                    <a:pt x="852819" y="167554"/>
                  </a:lnTo>
                  <a:lnTo>
                    <a:pt x="863717" y="180583"/>
                  </a:lnTo>
                  <a:lnTo>
                    <a:pt x="874153" y="193984"/>
                  </a:lnTo>
                  <a:lnTo>
                    <a:pt x="884114" y="207742"/>
                  </a:lnTo>
                  <a:lnTo>
                    <a:pt x="893588" y="221840"/>
                  </a:lnTo>
                  <a:lnTo>
                    <a:pt x="902564" y="236261"/>
                  </a:lnTo>
                  <a:lnTo>
                    <a:pt x="911029" y="250986"/>
                  </a:lnTo>
                  <a:lnTo>
                    <a:pt x="918975" y="265999"/>
                  </a:lnTo>
                  <a:lnTo>
                    <a:pt x="926391" y="281280"/>
                  </a:lnTo>
                  <a:lnTo>
                    <a:pt x="933269" y="296811"/>
                  </a:lnTo>
                  <a:lnTo>
                    <a:pt x="939599" y="312573"/>
                  </a:lnTo>
                  <a:lnTo>
                    <a:pt x="945374" y="328547"/>
                  </a:lnTo>
                  <a:lnTo>
                    <a:pt x="950587" y="344712"/>
                  </a:lnTo>
                  <a:lnTo>
                    <a:pt x="955232" y="361051"/>
                  </a:lnTo>
                  <a:lnTo>
                    <a:pt x="959303" y="377541"/>
                  </a:lnTo>
                  <a:lnTo>
                    <a:pt x="962795" y="394164"/>
                  </a:lnTo>
                  <a:lnTo>
                    <a:pt x="965703" y="410899"/>
                  </a:lnTo>
                  <a:lnTo>
                    <a:pt x="968025" y="427725"/>
                  </a:lnTo>
                  <a:lnTo>
                    <a:pt x="969757" y="444622"/>
                  </a:lnTo>
                  <a:lnTo>
                    <a:pt x="970897" y="461569"/>
                  </a:lnTo>
                  <a:lnTo>
                    <a:pt x="971444" y="478546"/>
                  </a:lnTo>
                  <a:lnTo>
                    <a:pt x="971398" y="495532"/>
                  </a:lnTo>
                  <a:lnTo>
                    <a:pt x="970757" y="512505"/>
                  </a:lnTo>
                  <a:lnTo>
                    <a:pt x="969523" y="529446"/>
                  </a:lnTo>
                  <a:lnTo>
                    <a:pt x="967698" y="546333"/>
                  </a:lnTo>
                  <a:lnTo>
                    <a:pt x="965284" y="563146"/>
                  </a:lnTo>
                  <a:lnTo>
                    <a:pt x="962283" y="579865"/>
                  </a:lnTo>
                  <a:lnTo>
                    <a:pt x="958700" y="596468"/>
                  </a:lnTo>
                  <a:lnTo>
                    <a:pt x="954538" y="612936"/>
                  </a:lnTo>
                  <a:lnTo>
                    <a:pt x="949803" y="629248"/>
                  </a:lnTo>
                  <a:lnTo>
                    <a:pt x="944501" y="645385"/>
                  </a:lnTo>
                  <a:lnTo>
                    <a:pt x="938638" y="661327"/>
                  </a:lnTo>
                  <a:lnTo>
                    <a:pt x="932221" y="677054"/>
                  </a:lnTo>
                  <a:lnTo>
                    <a:pt x="925258" y="692547"/>
                  </a:lnTo>
                  <a:lnTo>
                    <a:pt x="917758" y="707787"/>
                  </a:lnTo>
                  <a:lnTo>
                    <a:pt x="909730" y="722755"/>
                  </a:lnTo>
                  <a:lnTo>
                    <a:pt x="901183" y="737434"/>
                  </a:lnTo>
                  <a:lnTo>
                    <a:pt x="892128" y="751805"/>
                  </a:lnTo>
                  <a:lnTo>
                    <a:pt x="882577" y="765850"/>
                  </a:lnTo>
                  <a:lnTo>
                    <a:pt x="872540" y="779553"/>
                  </a:lnTo>
                  <a:lnTo>
                    <a:pt x="862030" y="792897"/>
                  </a:lnTo>
                  <a:lnTo>
                    <a:pt x="851060" y="805865"/>
                  </a:lnTo>
                  <a:lnTo>
                    <a:pt x="839644" y="818442"/>
                  </a:lnTo>
                  <a:lnTo>
                    <a:pt x="485722" y="1152451"/>
                  </a:lnTo>
                  <a:close/>
                </a:path>
              </a:pathLst>
            </a:custGeom>
            <a:solidFill>
              <a:srgbClr val="0937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2" name="pin-01-disc"/>
            <p:cNvSpPr/>
            <p:nvPr/>
          </p:nvSpPr>
          <p:spPr>
            <a:xfrm>
              <a:off x="3543300" y="3267075"/>
              <a:ext cx="647700" cy="6477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3" name="pin-01-num"/>
            <p:cNvSpPr txBox="1"/>
            <p:nvPr/>
          </p:nvSpPr>
          <p:spPr>
            <a:xfrm>
              <a:off x="3543300" y="3343275"/>
              <a:ext cx="6477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850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114" name="pin-02-body"/>
            <p:cNvSpPr/>
            <p:nvPr/>
          </p:nvSpPr>
          <p:spPr>
            <a:xfrm>
              <a:off x="8467778" y="3171899"/>
              <a:ext cx="971444" cy="1152451"/>
            </a:xfrm>
            <a:custGeom>
              <a:avLst/>
              <a:gdLst/>
              <a:ahLst/>
              <a:cxnLst/>
              <a:rect l="l" t="t" r="r" b="b"/>
              <a:pathLst>
                <a:path w="971444" h="1152451">
                  <a:moveTo>
                    <a:pt x="131800" y="818442"/>
                  </a:moveTo>
                  <a:lnTo>
                    <a:pt x="120384" y="805865"/>
                  </a:lnTo>
                  <a:lnTo>
                    <a:pt x="109414" y="792897"/>
                  </a:lnTo>
                  <a:lnTo>
                    <a:pt x="98904" y="779553"/>
                  </a:lnTo>
                  <a:lnTo>
                    <a:pt x="88867" y="765850"/>
                  </a:lnTo>
                  <a:lnTo>
                    <a:pt x="79316" y="751805"/>
                  </a:lnTo>
                  <a:lnTo>
                    <a:pt x="70261" y="737434"/>
                  </a:lnTo>
                  <a:lnTo>
                    <a:pt x="61714" y="722755"/>
                  </a:lnTo>
                  <a:lnTo>
                    <a:pt x="53686" y="707787"/>
                  </a:lnTo>
                  <a:lnTo>
                    <a:pt x="46186" y="692547"/>
                  </a:lnTo>
                  <a:lnTo>
                    <a:pt x="39223" y="677054"/>
                  </a:lnTo>
                  <a:lnTo>
                    <a:pt x="32806" y="661327"/>
                  </a:lnTo>
                  <a:lnTo>
                    <a:pt x="26943" y="645385"/>
                  </a:lnTo>
                  <a:lnTo>
                    <a:pt x="21641" y="629248"/>
                  </a:lnTo>
                  <a:lnTo>
                    <a:pt x="16906" y="612936"/>
                  </a:lnTo>
                  <a:lnTo>
                    <a:pt x="12744" y="596468"/>
                  </a:lnTo>
                  <a:lnTo>
                    <a:pt x="9161" y="579865"/>
                  </a:lnTo>
                  <a:lnTo>
                    <a:pt x="6160" y="563146"/>
                  </a:lnTo>
                  <a:lnTo>
                    <a:pt x="3746" y="546333"/>
                  </a:lnTo>
                  <a:lnTo>
                    <a:pt x="1921" y="529446"/>
                  </a:lnTo>
                  <a:lnTo>
                    <a:pt x="687" y="512505"/>
                  </a:lnTo>
                  <a:lnTo>
                    <a:pt x="46" y="495532"/>
                  </a:lnTo>
                  <a:lnTo>
                    <a:pt x="0" y="478546"/>
                  </a:lnTo>
                  <a:lnTo>
                    <a:pt x="547" y="461569"/>
                  </a:lnTo>
                  <a:lnTo>
                    <a:pt x="1687" y="444622"/>
                  </a:lnTo>
                  <a:lnTo>
                    <a:pt x="3419" y="427725"/>
                  </a:lnTo>
                  <a:lnTo>
                    <a:pt x="5741" y="410899"/>
                  </a:lnTo>
                  <a:lnTo>
                    <a:pt x="8649" y="394164"/>
                  </a:lnTo>
                  <a:lnTo>
                    <a:pt x="12141" y="377541"/>
                  </a:lnTo>
                  <a:lnTo>
                    <a:pt x="16212" y="361051"/>
                  </a:lnTo>
                  <a:lnTo>
                    <a:pt x="20857" y="344712"/>
                  </a:lnTo>
                  <a:lnTo>
                    <a:pt x="26070" y="328547"/>
                  </a:lnTo>
                  <a:lnTo>
                    <a:pt x="31845" y="312573"/>
                  </a:lnTo>
                  <a:lnTo>
                    <a:pt x="38175" y="296811"/>
                  </a:lnTo>
                  <a:lnTo>
                    <a:pt x="45053" y="281280"/>
                  </a:lnTo>
                  <a:lnTo>
                    <a:pt x="52469" y="265999"/>
                  </a:lnTo>
                  <a:lnTo>
                    <a:pt x="60415" y="250986"/>
                  </a:lnTo>
                  <a:lnTo>
                    <a:pt x="68880" y="236261"/>
                  </a:lnTo>
                  <a:lnTo>
                    <a:pt x="77856" y="221840"/>
                  </a:lnTo>
                  <a:lnTo>
                    <a:pt x="87330" y="207742"/>
                  </a:lnTo>
                  <a:lnTo>
                    <a:pt x="97291" y="193984"/>
                  </a:lnTo>
                  <a:lnTo>
                    <a:pt x="107727" y="180583"/>
                  </a:lnTo>
                  <a:lnTo>
                    <a:pt x="118625" y="167554"/>
                  </a:lnTo>
                  <a:lnTo>
                    <a:pt x="129972" y="154915"/>
                  </a:lnTo>
                  <a:lnTo>
                    <a:pt x="141754" y="142680"/>
                  </a:lnTo>
                  <a:lnTo>
                    <a:pt x="153957" y="130864"/>
                  </a:lnTo>
                  <a:lnTo>
                    <a:pt x="166565" y="119482"/>
                  </a:lnTo>
                  <a:lnTo>
                    <a:pt x="179563" y="108548"/>
                  </a:lnTo>
                  <a:lnTo>
                    <a:pt x="192936" y="98075"/>
                  </a:lnTo>
                  <a:lnTo>
                    <a:pt x="206667" y="88076"/>
                  </a:lnTo>
                  <a:lnTo>
                    <a:pt x="220739" y="78563"/>
                  </a:lnTo>
                  <a:lnTo>
                    <a:pt x="235134" y="69548"/>
                  </a:lnTo>
                  <a:lnTo>
                    <a:pt x="249837" y="61042"/>
                  </a:lnTo>
                  <a:lnTo>
                    <a:pt x="264827" y="53055"/>
                  </a:lnTo>
                  <a:lnTo>
                    <a:pt x="280088" y="45597"/>
                  </a:lnTo>
                  <a:lnTo>
                    <a:pt x="295600" y="38676"/>
                  </a:lnTo>
                  <a:lnTo>
                    <a:pt x="311344" y="32303"/>
                  </a:lnTo>
                  <a:lnTo>
                    <a:pt x="327302" y="26484"/>
                  </a:lnTo>
                  <a:lnTo>
                    <a:pt x="343453" y="21226"/>
                  </a:lnTo>
                  <a:lnTo>
                    <a:pt x="359779" y="16536"/>
                  </a:lnTo>
                  <a:lnTo>
                    <a:pt x="376258" y="12420"/>
                  </a:lnTo>
                  <a:lnTo>
                    <a:pt x="392871" y="8882"/>
                  </a:lnTo>
                  <a:lnTo>
                    <a:pt x="409598" y="5928"/>
                  </a:lnTo>
                  <a:lnTo>
                    <a:pt x="426418" y="3560"/>
                  </a:lnTo>
                  <a:lnTo>
                    <a:pt x="443310" y="1781"/>
                  </a:lnTo>
                  <a:lnTo>
                    <a:pt x="460254" y="594"/>
                  </a:lnTo>
                  <a:lnTo>
                    <a:pt x="477229" y="0"/>
                  </a:lnTo>
                  <a:lnTo>
                    <a:pt x="494215" y="0"/>
                  </a:lnTo>
                  <a:lnTo>
                    <a:pt x="511190" y="594"/>
                  </a:lnTo>
                  <a:lnTo>
                    <a:pt x="528134" y="1781"/>
                  </a:lnTo>
                  <a:lnTo>
                    <a:pt x="545026" y="3560"/>
                  </a:lnTo>
                  <a:lnTo>
                    <a:pt x="561846" y="5928"/>
                  </a:lnTo>
                  <a:lnTo>
                    <a:pt x="578573" y="8882"/>
                  </a:lnTo>
                  <a:lnTo>
                    <a:pt x="595186" y="12420"/>
                  </a:lnTo>
                  <a:lnTo>
                    <a:pt x="611665" y="16536"/>
                  </a:lnTo>
                  <a:lnTo>
                    <a:pt x="627991" y="21226"/>
                  </a:lnTo>
                  <a:lnTo>
                    <a:pt x="644142" y="26484"/>
                  </a:lnTo>
                  <a:lnTo>
                    <a:pt x="660100" y="32303"/>
                  </a:lnTo>
                  <a:lnTo>
                    <a:pt x="675844" y="38676"/>
                  </a:lnTo>
                  <a:lnTo>
                    <a:pt x="691356" y="45597"/>
                  </a:lnTo>
                  <a:lnTo>
                    <a:pt x="706617" y="53055"/>
                  </a:lnTo>
                  <a:lnTo>
                    <a:pt x="721607" y="61042"/>
                  </a:lnTo>
                  <a:lnTo>
                    <a:pt x="736310" y="69548"/>
                  </a:lnTo>
                  <a:lnTo>
                    <a:pt x="750705" y="78563"/>
                  </a:lnTo>
                  <a:lnTo>
                    <a:pt x="764777" y="88076"/>
                  </a:lnTo>
                  <a:lnTo>
                    <a:pt x="778508" y="98075"/>
                  </a:lnTo>
                  <a:lnTo>
                    <a:pt x="791881" y="108548"/>
                  </a:lnTo>
                  <a:lnTo>
                    <a:pt x="804879" y="119482"/>
                  </a:lnTo>
                  <a:lnTo>
                    <a:pt x="817487" y="130864"/>
                  </a:lnTo>
                  <a:lnTo>
                    <a:pt x="829690" y="142680"/>
                  </a:lnTo>
                  <a:lnTo>
                    <a:pt x="841472" y="154915"/>
                  </a:lnTo>
                  <a:lnTo>
                    <a:pt x="852819" y="167554"/>
                  </a:lnTo>
                  <a:lnTo>
                    <a:pt x="863717" y="180583"/>
                  </a:lnTo>
                  <a:lnTo>
                    <a:pt x="874153" y="193984"/>
                  </a:lnTo>
                  <a:lnTo>
                    <a:pt x="884114" y="207742"/>
                  </a:lnTo>
                  <a:lnTo>
                    <a:pt x="893588" y="221840"/>
                  </a:lnTo>
                  <a:lnTo>
                    <a:pt x="902564" y="236261"/>
                  </a:lnTo>
                  <a:lnTo>
                    <a:pt x="911029" y="250986"/>
                  </a:lnTo>
                  <a:lnTo>
                    <a:pt x="918975" y="265999"/>
                  </a:lnTo>
                  <a:lnTo>
                    <a:pt x="926391" y="281280"/>
                  </a:lnTo>
                  <a:lnTo>
                    <a:pt x="933269" y="296811"/>
                  </a:lnTo>
                  <a:lnTo>
                    <a:pt x="939599" y="312573"/>
                  </a:lnTo>
                  <a:lnTo>
                    <a:pt x="945374" y="328547"/>
                  </a:lnTo>
                  <a:lnTo>
                    <a:pt x="950587" y="344712"/>
                  </a:lnTo>
                  <a:lnTo>
                    <a:pt x="955232" y="361051"/>
                  </a:lnTo>
                  <a:lnTo>
                    <a:pt x="959303" y="377541"/>
                  </a:lnTo>
                  <a:lnTo>
                    <a:pt x="962795" y="394164"/>
                  </a:lnTo>
                  <a:lnTo>
                    <a:pt x="965703" y="410899"/>
                  </a:lnTo>
                  <a:lnTo>
                    <a:pt x="968025" y="427725"/>
                  </a:lnTo>
                  <a:lnTo>
                    <a:pt x="969757" y="444622"/>
                  </a:lnTo>
                  <a:lnTo>
                    <a:pt x="970897" y="461569"/>
                  </a:lnTo>
                  <a:lnTo>
                    <a:pt x="971444" y="478546"/>
                  </a:lnTo>
                  <a:lnTo>
                    <a:pt x="971398" y="495532"/>
                  </a:lnTo>
                  <a:lnTo>
                    <a:pt x="970757" y="512505"/>
                  </a:lnTo>
                  <a:lnTo>
                    <a:pt x="969523" y="529446"/>
                  </a:lnTo>
                  <a:lnTo>
                    <a:pt x="967698" y="546333"/>
                  </a:lnTo>
                  <a:lnTo>
                    <a:pt x="965284" y="563146"/>
                  </a:lnTo>
                  <a:lnTo>
                    <a:pt x="962283" y="579865"/>
                  </a:lnTo>
                  <a:lnTo>
                    <a:pt x="958700" y="596468"/>
                  </a:lnTo>
                  <a:lnTo>
                    <a:pt x="954538" y="612936"/>
                  </a:lnTo>
                  <a:lnTo>
                    <a:pt x="949803" y="629248"/>
                  </a:lnTo>
                  <a:lnTo>
                    <a:pt x="944501" y="645385"/>
                  </a:lnTo>
                  <a:lnTo>
                    <a:pt x="938638" y="661327"/>
                  </a:lnTo>
                  <a:lnTo>
                    <a:pt x="932221" y="677054"/>
                  </a:lnTo>
                  <a:lnTo>
                    <a:pt x="925258" y="692547"/>
                  </a:lnTo>
                  <a:lnTo>
                    <a:pt x="917758" y="707787"/>
                  </a:lnTo>
                  <a:lnTo>
                    <a:pt x="909730" y="722755"/>
                  </a:lnTo>
                  <a:lnTo>
                    <a:pt x="901183" y="737434"/>
                  </a:lnTo>
                  <a:lnTo>
                    <a:pt x="892128" y="751805"/>
                  </a:lnTo>
                  <a:lnTo>
                    <a:pt x="882577" y="765850"/>
                  </a:lnTo>
                  <a:lnTo>
                    <a:pt x="872540" y="779553"/>
                  </a:lnTo>
                  <a:lnTo>
                    <a:pt x="862030" y="792897"/>
                  </a:lnTo>
                  <a:lnTo>
                    <a:pt x="851060" y="805865"/>
                  </a:lnTo>
                  <a:lnTo>
                    <a:pt x="839644" y="818442"/>
                  </a:lnTo>
                  <a:lnTo>
                    <a:pt x="485722" y="1152451"/>
                  </a:lnTo>
                  <a:close/>
                </a:path>
              </a:pathLst>
            </a:custGeom>
            <a:solidFill>
              <a:srgbClr val="0937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5" name="pin-02-disc"/>
            <p:cNvSpPr/>
            <p:nvPr/>
          </p:nvSpPr>
          <p:spPr>
            <a:xfrm>
              <a:off x="8629650" y="3276600"/>
              <a:ext cx="647700" cy="6477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pin-02-num"/>
            <p:cNvSpPr txBox="1"/>
            <p:nvPr/>
          </p:nvSpPr>
          <p:spPr>
            <a:xfrm>
              <a:off x="8629650" y="3352800"/>
              <a:ext cx="6477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850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117" name="pin-03-body"/>
            <p:cNvSpPr/>
            <p:nvPr/>
          </p:nvSpPr>
          <p:spPr>
            <a:xfrm>
              <a:off x="12306353" y="7039049"/>
              <a:ext cx="971444" cy="1152451"/>
            </a:xfrm>
            <a:custGeom>
              <a:avLst/>
              <a:gdLst/>
              <a:ahLst/>
              <a:cxnLst/>
              <a:rect l="l" t="t" r="r" b="b"/>
              <a:pathLst>
                <a:path w="971444" h="1152451">
                  <a:moveTo>
                    <a:pt x="131800" y="818442"/>
                  </a:moveTo>
                  <a:lnTo>
                    <a:pt x="120384" y="805865"/>
                  </a:lnTo>
                  <a:lnTo>
                    <a:pt x="109414" y="792897"/>
                  </a:lnTo>
                  <a:lnTo>
                    <a:pt x="98904" y="779553"/>
                  </a:lnTo>
                  <a:lnTo>
                    <a:pt x="88867" y="765850"/>
                  </a:lnTo>
                  <a:lnTo>
                    <a:pt x="79316" y="751805"/>
                  </a:lnTo>
                  <a:lnTo>
                    <a:pt x="70261" y="737434"/>
                  </a:lnTo>
                  <a:lnTo>
                    <a:pt x="61714" y="722755"/>
                  </a:lnTo>
                  <a:lnTo>
                    <a:pt x="53686" y="707787"/>
                  </a:lnTo>
                  <a:lnTo>
                    <a:pt x="46186" y="692547"/>
                  </a:lnTo>
                  <a:lnTo>
                    <a:pt x="39223" y="677054"/>
                  </a:lnTo>
                  <a:lnTo>
                    <a:pt x="32806" y="661327"/>
                  </a:lnTo>
                  <a:lnTo>
                    <a:pt x="26943" y="645385"/>
                  </a:lnTo>
                  <a:lnTo>
                    <a:pt x="21641" y="629248"/>
                  </a:lnTo>
                  <a:lnTo>
                    <a:pt x="16906" y="612936"/>
                  </a:lnTo>
                  <a:lnTo>
                    <a:pt x="12744" y="596468"/>
                  </a:lnTo>
                  <a:lnTo>
                    <a:pt x="9161" y="579865"/>
                  </a:lnTo>
                  <a:lnTo>
                    <a:pt x="6160" y="563146"/>
                  </a:lnTo>
                  <a:lnTo>
                    <a:pt x="3746" y="546333"/>
                  </a:lnTo>
                  <a:lnTo>
                    <a:pt x="1921" y="529446"/>
                  </a:lnTo>
                  <a:lnTo>
                    <a:pt x="687" y="512505"/>
                  </a:lnTo>
                  <a:lnTo>
                    <a:pt x="46" y="495532"/>
                  </a:lnTo>
                  <a:lnTo>
                    <a:pt x="0" y="478546"/>
                  </a:lnTo>
                  <a:lnTo>
                    <a:pt x="547" y="461569"/>
                  </a:lnTo>
                  <a:lnTo>
                    <a:pt x="1687" y="444622"/>
                  </a:lnTo>
                  <a:lnTo>
                    <a:pt x="3419" y="427725"/>
                  </a:lnTo>
                  <a:lnTo>
                    <a:pt x="5741" y="410899"/>
                  </a:lnTo>
                  <a:lnTo>
                    <a:pt x="8649" y="394164"/>
                  </a:lnTo>
                  <a:lnTo>
                    <a:pt x="12141" y="377541"/>
                  </a:lnTo>
                  <a:lnTo>
                    <a:pt x="16212" y="361051"/>
                  </a:lnTo>
                  <a:lnTo>
                    <a:pt x="20857" y="344712"/>
                  </a:lnTo>
                  <a:lnTo>
                    <a:pt x="26070" y="328547"/>
                  </a:lnTo>
                  <a:lnTo>
                    <a:pt x="31845" y="312573"/>
                  </a:lnTo>
                  <a:lnTo>
                    <a:pt x="38175" y="296811"/>
                  </a:lnTo>
                  <a:lnTo>
                    <a:pt x="45053" y="281280"/>
                  </a:lnTo>
                  <a:lnTo>
                    <a:pt x="52469" y="265999"/>
                  </a:lnTo>
                  <a:lnTo>
                    <a:pt x="60415" y="250986"/>
                  </a:lnTo>
                  <a:lnTo>
                    <a:pt x="68880" y="236261"/>
                  </a:lnTo>
                  <a:lnTo>
                    <a:pt x="77856" y="221840"/>
                  </a:lnTo>
                  <a:lnTo>
                    <a:pt x="87330" y="207742"/>
                  </a:lnTo>
                  <a:lnTo>
                    <a:pt x="97291" y="193984"/>
                  </a:lnTo>
                  <a:lnTo>
                    <a:pt x="107727" y="180583"/>
                  </a:lnTo>
                  <a:lnTo>
                    <a:pt x="118625" y="167554"/>
                  </a:lnTo>
                  <a:lnTo>
                    <a:pt x="129972" y="154915"/>
                  </a:lnTo>
                  <a:lnTo>
                    <a:pt x="141754" y="142680"/>
                  </a:lnTo>
                  <a:lnTo>
                    <a:pt x="153957" y="130864"/>
                  </a:lnTo>
                  <a:lnTo>
                    <a:pt x="166565" y="119482"/>
                  </a:lnTo>
                  <a:lnTo>
                    <a:pt x="179563" y="108548"/>
                  </a:lnTo>
                  <a:lnTo>
                    <a:pt x="192936" y="98075"/>
                  </a:lnTo>
                  <a:lnTo>
                    <a:pt x="206667" y="88076"/>
                  </a:lnTo>
                  <a:lnTo>
                    <a:pt x="220739" y="78563"/>
                  </a:lnTo>
                  <a:lnTo>
                    <a:pt x="235134" y="69548"/>
                  </a:lnTo>
                  <a:lnTo>
                    <a:pt x="249837" y="61042"/>
                  </a:lnTo>
                  <a:lnTo>
                    <a:pt x="264827" y="53055"/>
                  </a:lnTo>
                  <a:lnTo>
                    <a:pt x="280088" y="45597"/>
                  </a:lnTo>
                  <a:lnTo>
                    <a:pt x="295600" y="38676"/>
                  </a:lnTo>
                  <a:lnTo>
                    <a:pt x="311344" y="32303"/>
                  </a:lnTo>
                  <a:lnTo>
                    <a:pt x="327302" y="26484"/>
                  </a:lnTo>
                  <a:lnTo>
                    <a:pt x="343453" y="21226"/>
                  </a:lnTo>
                  <a:lnTo>
                    <a:pt x="359779" y="16536"/>
                  </a:lnTo>
                  <a:lnTo>
                    <a:pt x="376258" y="12420"/>
                  </a:lnTo>
                  <a:lnTo>
                    <a:pt x="392871" y="8882"/>
                  </a:lnTo>
                  <a:lnTo>
                    <a:pt x="409598" y="5928"/>
                  </a:lnTo>
                  <a:lnTo>
                    <a:pt x="426418" y="3560"/>
                  </a:lnTo>
                  <a:lnTo>
                    <a:pt x="443310" y="1781"/>
                  </a:lnTo>
                  <a:lnTo>
                    <a:pt x="460254" y="594"/>
                  </a:lnTo>
                  <a:lnTo>
                    <a:pt x="477229" y="0"/>
                  </a:lnTo>
                  <a:lnTo>
                    <a:pt x="494215" y="0"/>
                  </a:lnTo>
                  <a:lnTo>
                    <a:pt x="511190" y="594"/>
                  </a:lnTo>
                  <a:lnTo>
                    <a:pt x="528134" y="1781"/>
                  </a:lnTo>
                  <a:lnTo>
                    <a:pt x="545026" y="3560"/>
                  </a:lnTo>
                  <a:lnTo>
                    <a:pt x="561846" y="5928"/>
                  </a:lnTo>
                  <a:lnTo>
                    <a:pt x="578573" y="8882"/>
                  </a:lnTo>
                  <a:lnTo>
                    <a:pt x="595186" y="12420"/>
                  </a:lnTo>
                  <a:lnTo>
                    <a:pt x="611665" y="16536"/>
                  </a:lnTo>
                  <a:lnTo>
                    <a:pt x="627991" y="21226"/>
                  </a:lnTo>
                  <a:lnTo>
                    <a:pt x="644142" y="26484"/>
                  </a:lnTo>
                  <a:lnTo>
                    <a:pt x="660100" y="32303"/>
                  </a:lnTo>
                  <a:lnTo>
                    <a:pt x="675844" y="38676"/>
                  </a:lnTo>
                  <a:lnTo>
                    <a:pt x="691356" y="45597"/>
                  </a:lnTo>
                  <a:lnTo>
                    <a:pt x="706617" y="53055"/>
                  </a:lnTo>
                  <a:lnTo>
                    <a:pt x="721607" y="61042"/>
                  </a:lnTo>
                  <a:lnTo>
                    <a:pt x="736310" y="69548"/>
                  </a:lnTo>
                  <a:lnTo>
                    <a:pt x="750705" y="78563"/>
                  </a:lnTo>
                  <a:lnTo>
                    <a:pt x="764777" y="88076"/>
                  </a:lnTo>
                  <a:lnTo>
                    <a:pt x="778508" y="98075"/>
                  </a:lnTo>
                  <a:lnTo>
                    <a:pt x="791881" y="108548"/>
                  </a:lnTo>
                  <a:lnTo>
                    <a:pt x="804879" y="119482"/>
                  </a:lnTo>
                  <a:lnTo>
                    <a:pt x="817487" y="130864"/>
                  </a:lnTo>
                  <a:lnTo>
                    <a:pt x="829690" y="142680"/>
                  </a:lnTo>
                  <a:lnTo>
                    <a:pt x="841472" y="154915"/>
                  </a:lnTo>
                  <a:lnTo>
                    <a:pt x="852819" y="167554"/>
                  </a:lnTo>
                  <a:lnTo>
                    <a:pt x="863717" y="180583"/>
                  </a:lnTo>
                  <a:lnTo>
                    <a:pt x="874153" y="193984"/>
                  </a:lnTo>
                  <a:lnTo>
                    <a:pt x="884114" y="207742"/>
                  </a:lnTo>
                  <a:lnTo>
                    <a:pt x="893588" y="221840"/>
                  </a:lnTo>
                  <a:lnTo>
                    <a:pt x="902564" y="236261"/>
                  </a:lnTo>
                  <a:lnTo>
                    <a:pt x="911029" y="250986"/>
                  </a:lnTo>
                  <a:lnTo>
                    <a:pt x="918975" y="265999"/>
                  </a:lnTo>
                  <a:lnTo>
                    <a:pt x="926391" y="281280"/>
                  </a:lnTo>
                  <a:lnTo>
                    <a:pt x="933269" y="296811"/>
                  </a:lnTo>
                  <a:lnTo>
                    <a:pt x="939599" y="312573"/>
                  </a:lnTo>
                  <a:lnTo>
                    <a:pt x="945374" y="328547"/>
                  </a:lnTo>
                  <a:lnTo>
                    <a:pt x="950587" y="344712"/>
                  </a:lnTo>
                  <a:lnTo>
                    <a:pt x="955232" y="361051"/>
                  </a:lnTo>
                  <a:lnTo>
                    <a:pt x="959303" y="377541"/>
                  </a:lnTo>
                  <a:lnTo>
                    <a:pt x="962795" y="394164"/>
                  </a:lnTo>
                  <a:lnTo>
                    <a:pt x="965703" y="410899"/>
                  </a:lnTo>
                  <a:lnTo>
                    <a:pt x="968025" y="427725"/>
                  </a:lnTo>
                  <a:lnTo>
                    <a:pt x="969757" y="444622"/>
                  </a:lnTo>
                  <a:lnTo>
                    <a:pt x="970897" y="461569"/>
                  </a:lnTo>
                  <a:lnTo>
                    <a:pt x="971444" y="478546"/>
                  </a:lnTo>
                  <a:lnTo>
                    <a:pt x="971398" y="495532"/>
                  </a:lnTo>
                  <a:lnTo>
                    <a:pt x="970757" y="512505"/>
                  </a:lnTo>
                  <a:lnTo>
                    <a:pt x="969523" y="529446"/>
                  </a:lnTo>
                  <a:lnTo>
                    <a:pt x="967698" y="546333"/>
                  </a:lnTo>
                  <a:lnTo>
                    <a:pt x="965284" y="563146"/>
                  </a:lnTo>
                  <a:lnTo>
                    <a:pt x="962283" y="579865"/>
                  </a:lnTo>
                  <a:lnTo>
                    <a:pt x="958700" y="596468"/>
                  </a:lnTo>
                  <a:lnTo>
                    <a:pt x="954538" y="612936"/>
                  </a:lnTo>
                  <a:lnTo>
                    <a:pt x="949803" y="629248"/>
                  </a:lnTo>
                  <a:lnTo>
                    <a:pt x="944501" y="645385"/>
                  </a:lnTo>
                  <a:lnTo>
                    <a:pt x="938638" y="661327"/>
                  </a:lnTo>
                  <a:lnTo>
                    <a:pt x="932221" y="677054"/>
                  </a:lnTo>
                  <a:lnTo>
                    <a:pt x="925258" y="692547"/>
                  </a:lnTo>
                  <a:lnTo>
                    <a:pt x="917758" y="707787"/>
                  </a:lnTo>
                  <a:lnTo>
                    <a:pt x="909730" y="722755"/>
                  </a:lnTo>
                  <a:lnTo>
                    <a:pt x="901183" y="737434"/>
                  </a:lnTo>
                  <a:lnTo>
                    <a:pt x="892128" y="751805"/>
                  </a:lnTo>
                  <a:lnTo>
                    <a:pt x="882577" y="765850"/>
                  </a:lnTo>
                  <a:lnTo>
                    <a:pt x="872540" y="779553"/>
                  </a:lnTo>
                  <a:lnTo>
                    <a:pt x="862030" y="792897"/>
                  </a:lnTo>
                  <a:lnTo>
                    <a:pt x="851060" y="805865"/>
                  </a:lnTo>
                  <a:lnTo>
                    <a:pt x="839644" y="818442"/>
                  </a:lnTo>
                  <a:lnTo>
                    <a:pt x="485722" y="1152451"/>
                  </a:lnTo>
                  <a:close/>
                </a:path>
              </a:pathLst>
            </a:custGeom>
            <a:solidFill>
              <a:srgbClr val="0937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pin-03-disc"/>
            <p:cNvSpPr/>
            <p:nvPr/>
          </p:nvSpPr>
          <p:spPr>
            <a:xfrm>
              <a:off x="12468225" y="7143750"/>
              <a:ext cx="647700" cy="6477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9" name="pin-03-num"/>
            <p:cNvSpPr txBox="1"/>
            <p:nvPr/>
          </p:nvSpPr>
          <p:spPr>
            <a:xfrm>
              <a:off x="12468225" y="7219950"/>
              <a:ext cx="6477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850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120" name="pin-04-body"/>
            <p:cNvSpPr/>
            <p:nvPr/>
          </p:nvSpPr>
          <p:spPr>
            <a:xfrm>
              <a:off x="17402228" y="7039049"/>
              <a:ext cx="971444" cy="1152451"/>
            </a:xfrm>
            <a:custGeom>
              <a:avLst/>
              <a:gdLst/>
              <a:ahLst/>
              <a:cxnLst/>
              <a:rect l="l" t="t" r="r" b="b"/>
              <a:pathLst>
                <a:path w="971444" h="1152451">
                  <a:moveTo>
                    <a:pt x="131800" y="818442"/>
                  </a:moveTo>
                  <a:lnTo>
                    <a:pt x="120384" y="805865"/>
                  </a:lnTo>
                  <a:lnTo>
                    <a:pt x="109414" y="792897"/>
                  </a:lnTo>
                  <a:lnTo>
                    <a:pt x="98904" y="779553"/>
                  </a:lnTo>
                  <a:lnTo>
                    <a:pt x="88867" y="765850"/>
                  </a:lnTo>
                  <a:lnTo>
                    <a:pt x="79316" y="751805"/>
                  </a:lnTo>
                  <a:lnTo>
                    <a:pt x="70261" y="737434"/>
                  </a:lnTo>
                  <a:lnTo>
                    <a:pt x="61714" y="722755"/>
                  </a:lnTo>
                  <a:lnTo>
                    <a:pt x="53686" y="707787"/>
                  </a:lnTo>
                  <a:lnTo>
                    <a:pt x="46186" y="692547"/>
                  </a:lnTo>
                  <a:lnTo>
                    <a:pt x="39223" y="677054"/>
                  </a:lnTo>
                  <a:lnTo>
                    <a:pt x="32806" y="661327"/>
                  </a:lnTo>
                  <a:lnTo>
                    <a:pt x="26943" y="645385"/>
                  </a:lnTo>
                  <a:lnTo>
                    <a:pt x="21641" y="629248"/>
                  </a:lnTo>
                  <a:lnTo>
                    <a:pt x="16906" y="612936"/>
                  </a:lnTo>
                  <a:lnTo>
                    <a:pt x="12744" y="596468"/>
                  </a:lnTo>
                  <a:lnTo>
                    <a:pt x="9161" y="579865"/>
                  </a:lnTo>
                  <a:lnTo>
                    <a:pt x="6160" y="563146"/>
                  </a:lnTo>
                  <a:lnTo>
                    <a:pt x="3746" y="546333"/>
                  </a:lnTo>
                  <a:lnTo>
                    <a:pt x="1921" y="529446"/>
                  </a:lnTo>
                  <a:lnTo>
                    <a:pt x="687" y="512505"/>
                  </a:lnTo>
                  <a:lnTo>
                    <a:pt x="46" y="495532"/>
                  </a:lnTo>
                  <a:lnTo>
                    <a:pt x="0" y="478546"/>
                  </a:lnTo>
                  <a:lnTo>
                    <a:pt x="547" y="461569"/>
                  </a:lnTo>
                  <a:lnTo>
                    <a:pt x="1687" y="444622"/>
                  </a:lnTo>
                  <a:lnTo>
                    <a:pt x="3419" y="427725"/>
                  </a:lnTo>
                  <a:lnTo>
                    <a:pt x="5741" y="410899"/>
                  </a:lnTo>
                  <a:lnTo>
                    <a:pt x="8649" y="394164"/>
                  </a:lnTo>
                  <a:lnTo>
                    <a:pt x="12141" y="377541"/>
                  </a:lnTo>
                  <a:lnTo>
                    <a:pt x="16212" y="361051"/>
                  </a:lnTo>
                  <a:lnTo>
                    <a:pt x="20857" y="344712"/>
                  </a:lnTo>
                  <a:lnTo>
                    <a:pt x="26070" y="328547"/>
                  </a:lnTo>
                  <a:lnTo>
                    <a:pt x="31845" y="312573"/>
                  </a:lnTo>
                  <a:lnTo>
                    <a:pt x="38175" y="296811"/>
                  </a:lnTo>
                  <a:lnTo>
                    <a:pt x="45053" y="281280"/>
                  </a:lnTo>
                  <a:lnTo>
                    <a:pt x="52469" y="265999"/>
                  </a:lnTo>
                  <a:lnTo>
                    <a:pt x="60415" y="250986"/>
                  </a:lnTo>
                  <a:lnTo>
                    <a:pt x="68880" y="236261"/>
                  </a:lnTo>
                  <a:lnTo>
                    <a:pt x="77856" y="221840"/>
                  </a:lnTo>
                  <a:lnTo>
                    <a:pt x="87330" y="207742"/>
                  </a:lnTo>
                  <a:lnTo>
                    <a:pt x="97291" y="193984"/>
                  </a:lnTo>
                  <a:lnTo>
                    <a:pt x="107727" y="180583"/>
                  </a:lnTo>
                  <a:lnTo>
                    <a:pt x="118625" y="167554"/>
                  </a:lnTo>
                  <a:lnTo>
                    <a:pt x="129972" y="154915"/>
                  </a:lnTo>
                  <a:lnTo>
                    <a:pt x="141754" y="142680"/>
                  </a:lnTo>
                  <a:lnTo>
                    <a:pt x="153957" y="130864"/>
                  </a:lnTo>
                  <a:lnTo>
                    <a:pt x="166565" y="119482"/>
                  </a:lnTo>
                  <a:lnTo>
                    <a:pt x="179563" y="108548"/>
                  </a:lnTo>
                  <a:lnTo>
                    <a:pt x="192936" y="98075"/>
                  </a:lnTo>
                  <a:lnTo>
                    <a:pt x="206667" y="88076"/>
                  </a:lnTo>
                  <a:lnTo>
                    <a:pt x="220739" y="78563"/>
                  </a:lnTo>
                  <a:lnTo>
                    <a:pt x="235134" y="69548"/>
                  </a:lnTo>
                  <a:lnTo>
                    <a:pt x="249837" y="61042"/>
                  </a:lnTo>
                  <a:lnTo>
                    <a:pt x="264827" y="53055"/>
                  </a:lnTo>
                  <a:lnTo>
                    <a:pt x="280088" y="45597"/>
                  </a:lnTo>
                  <a:lnTo>
                    <a:pt x="295600" y="38676"/>
                  </a:lnTo>
                  <a:lnTo>
                    <a:pt x="311344" y="32303"/>
                  </a:lnTo>
                  <a:lnTo>
                    <a:pt x="327302" y="26484"/>
                  </a:lnTo>
                  <a:lnTo>
                    <a:pt x="343453" y="21226"/>
                  </a:lnTo>
                  <a:lnTo>
                    <a:pt x="359779" y="16536"/>
                  </a:lnTo>
                  <a:lnTo>
                    <a:pt x="376258" y="12420"/>
                  </a:lnTo>
                  <a:lnTo>
                    <a:pt x="392871" y="8882"/>
                  </a:lnTo>
                  <a:lnTo>
                    <a:pt x="409598" y="5928"/>
                  </a:lnTo>
                  <a:lnTo>
                    <a:pt x="426418" y="3560"/>
                  </a:lnTo>
                  <a:lnTo>
                    <a:pt x="443310" y="1781"/>
                  </a:lnTo>
                  <a:lnTo>
                    <a:pt x="460254" y="594"/>
                  </a:lnTo>
                  <a:lnTo>
                    <a:pt x="477229" y="0"/>
                  </a:lnTo>
                  <a:lnTo>
                    <a:pt x="494215" y="0"/>
                  </a:lnTo>
                  <a:lnTo>
                    <a:pt x="511190" y="594"/>
                  </a:lnTo>
                  <a:lnTo>
                    <a:pt x="528134" y="1781"/>
                  </a:lnTo>
                  <a:lnTo>
                    <a:pt x="545026" y="3560"/>
                  </a:lnTo>
                  <a:lnTo>
                    <a:pt x="561846" y="5928"/>
                  </a:lnTo>
                  <a:lnTo>
                    <a:pt x="578573" y="8882"/>
                  </a:lnTo>
                  <a:lnTo>
                    <a:pt x="595186" y="12420"/>
                  </a:lnTo>
                  <a:lnTo>
                    <a:pt x="611665" y="16536"/>
                  </a:lnTo>
                  <a:lnTo>
                    <a:pt x="627991" y="21226"/>
                  </a:lnTo>
                  <a:lnTo>
                    <a:pt x="644142" y="26484"/>
                  </a:lnTo>
                  <a:lnTo>
                    <a:pt x="660100" y="32303"/>
                  </a:lnTo>
                  <a:lnTo>
                    <a:pt x="675844" y="38676"/>
                  </a:lnTo>
                  <a:lnTo>
                    <a:pt x="691356" y="45597"/>
                  </a:lnTo>
                  <a:lnTo>
                    <a:pt x="706617" y="53055"/>
                  </a:lnTo>
                  <a:lnTo>
                    <a:pt x="721607" y="61042"/>
                  </a:lnTo>
                  <a:lnTo>
                    <a:pt x="736310" y="69548"/>
                  </a:lnTo>
                  <a:lnTo>
                    <a:pt x="750705" y="78563"/>
                  </a:lnTo>
                  <a:lnTo>
                    <a:pt x="764777" y="88076"/>
                  </a:lnTo>
                  <a:lnTo>
                    <a:pt x="778508" y="98075"/>
                  </a:lnTo>
                  <a:lnTo>
                    <a:pt x="791881" y="108548"/>
                  </a:lnTo>
                  <a:lnTo>
                    <a:pt x="804879" y="119482"/>
                  </a:lnTo>
                  <a:lnTo>
                    <a:pt x="817487" y="130864"/>
                  </a:lnTo>
                  <a:lnTo>
                    <a:pt x="829690" y="142680"/>
                  </a:lnTo>
                  <a:lnTo>
                    <a:pt x="841472" y="154915"/>
                  </a:lnTo>
                  <a:lnTo>
                    <a:pt x="852819" y="167554"/>
                  </a:lnTo>
                  <a:lnTo>
                    <a:pt x="863717" y="180583"/>
                  </a:lnTo>
                  <a:lnTo>
                    <a:pt x="874153" y="193984"/>
                  </a:lnTo>
                  <a:lnTo>
                    <a:pt x="884114" y="207742"/>
                  </a:lnTo>
                  <a:lnTo>
                    <a:pt x="893588" y="221840"/>
                  </a:lnTo>
                  <a:lnTo>
                    <a:pt x="902564" y="236261"/>
                  </a:lnTo>
                  <a:lnTo>
                    <a:pt x="911029" y="250986"/>
                  </a:lnTo>
                  <a:lnTo>
                    <a:pt x="918975" y="265999"/>
                  </a:lnTo>
                  <a:lnTo>
                    <a:pt x="926391" y="281280"/>
                  </a:lnTo>
                  <a:lnTo>
                    <a:pt x="933269" y="296811"/>
                  </a:lnTo>
                  <a:lnTo>
                    <a:pt x="939599" y="312573"/>
                  </a:lnTo>
                  <a:lnTo>
                    <a:pt x="945374" y="328547"/>
                  </a:lnTo>
                  <a:lnTo>
                    <a:pt x="950587" y="344712"/>
                  </a:lnTo>
                  <a:lnTo>
                    <a:pt x="955232" y="361051"/>
                  </a:lnTo>
                  <a:lnTo>
                    <a:pt x="959303" y="377541"/>
                  </a:lnTo>
                  <a:lnTo>
                    <a:pt x="962795" y="394164"/>
                  </a:lnTo>
                  <a:lnTo>
                    <a:pt x="965703" y="410899"/>
                  </a:lnTo>
                  <a:lnTo>
                    <a:pt x="968025" y="427725"/>
                  </a:lnTo>
                  <a:lnTo>
                    <a:pt x="969757" y="444622"/>
                  </a:lnTo>
                  <a:lnTo>
                    <a:pt x="970897" y="461569"/>
                  </a:lnTo>
                  <a:lnTo>
                    <a:pt x="971444" y="478546"/>
                  </a:lnTo>
                  <a:lnTo>
                    <a:pt x="971398" y="495532"/>
                  </a:lnTo>
                  <a:lnTo>
                    <a:pt x="970757" y="512505"/>
                  </a:lnTo>
                  <a:lnTo>
                    <a:pt x="969523" y="529446"/>
                  </a:lnTo>
                  <a:lnTo>
                    <a:pt x="967698" y="546333"/>
                  </a:lnTo>
                  <a:lnTo>
                    <a:pt x="965284" y="563146"/>
                  </a:lnTo>
                  <a:lnTo>
                    <a:pt x="962283" y="579865"/>
                  </a:lnTo>
                  <a:lnTo>
                    <a:pt x="958700" y="596468"/>
                  </a:lnTo>
                  <a:lnTo>
                    <a:pt x="954538" y="612936"/>
                  </a:lnTo>
                  <a:lnTo>
                    <a:pt x="949803" y="629248"/>
                  </a:lnTo>
                  <a:lnTo>
                    <a:pt x="944501" y="645385"/>
                  </a:lnTo>
                  <a:lnTo>
                    <a:pt x="938638" y="661327"/>
                  </a:lnTo>
                  <a:lnTo>
                    <a:pt x="932221" y="677054"/>
                  </a:lnTo>
                  <a:lnTo>
                    <a:pt x="925258" y="692547"/>
                  </a:lnTo>
                  <a:lnTo>
                    <a:pt x="917758" y="707787"/>
                  </a:lnTo>
                  <a:lnTo>
                    <a:pt x="909730" y="722755"/>
                  </a:lnTo>
                  <a:lnTo>
                    <a:pt x="901183" y="737434"/>
                  </a:lnTo>
                  <a:lnTo>
                    <a:pt x="892128" y="751805"/>
                  </a:lnTo>
                  <a:lnTo>
                    <a:pt x="882577" y="765850"/>
                  </a:lnTo>
                  <a:lnTo>
                    <a:pt x="872540" y="779553"/>
                  </a:lnTo>
                  <a:lnTo>
                    <a:pt x="862030" y="792897"/>
                  </a:lnTo>
                  <a:lnTo>
                    <a:pt x="851060" y="805865"/>
                  </a:lnTo>
                  <a:lnTo>
                    <a:pt x="839644" y="818442"/>
                  </a:lnTo>
                  <a:lnTo>
                    <a:pt x="485722" y="1152451"/>
                  </a:lnTo>
                  <a:close/>
                </a:path>
              </a:pathLst>
            </a:custGeom>
            <a:solidFill>
              <a:srgbClr val="0937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1" name="pin-04-disc"/>
            <p:cNvSpPr/>
            <p:nvPr/>
          </p:nvSpPr>
          <p:spPr>
            <a:xfrm>
              <a:off x="17564100" y="7143750"/>
              <a:ext cx="647700" cy="6477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2" name="pin-04-num"/>
            <p:cNvSpPr txBox="1"/>
            <p:nvPr/>
          </p:nvSpPr>
          <p:spPr>
            <a:xfrm>
              <a:off x="17564100" y="7219950"/>
              <a:ext cx="6477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850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04</a:t>
              </a:r>
            </a:p>
          </p:txBody>
        </p:sp>
        <p:sp>
          <p:nvSpPr>
            <p:cNvPr id="123" name="pin-05-body"/>
            <p:cNvSpPr/>
            <p:nvPr/>
          </p:nvSpPr>
          <p:spPr>
            <a:xfrm>
              <a:off x="21002678" y="11030024"/>
              <a:ext cx="971444" cy="1152451"/>
            </a:xfrm>
            <a:custGeom>
              <a:avLst/>
              <a:gdLst/>
              <a:ahLst/>
              <a:cxnLst/>
              <a:rect l="l" t="t" r="r" b="b"/>
              <a:pathLst>
                <a:path w="971444" h="1152451">
                  <a:moveTo>
                    <a:pt x="131800" y="818442"/>
                  </a:moveTo>
                  <a:lnTo>
                    <a:pt x="120384" y="805865"/>
                  </a:lnTo>
                  <a:lnTo>
                    <a:pt x="109414" y="792897"/>
                  </a:lnTo>
                  <a:lnTo>
                    <a:pt x="98904" y="779553"/>
                  </a:lnTo>
                  <a:lnTo>
                    <a:pt x="88867" y="765850"/>
                  </a:lnTo>
                  <a:lnTo>
                    <a:pt x="79316" y="751805"/>
                  </a:lnTo>
                  <a:lnTo>
                    <a:pt x="70261" y="737434"/>
                  </a:lnTo>
                  <a:lnTo>
                    <a:pt x="61714" y="722755"/>
                  </a:lnTo>
                  <a:lnTo>
                    <a:pt x="53686" y="707787"/>
                  </a:lnTo>
                  <a:lnTo>
                    <a:pt x="46186" y="692547"/>
                  </a:lnTo>
                  <a:lnTo>
                    <a:pt x="39223" y="677054"/>
                  </a:lnTo>
                  <a:lnTo>
                    <a:pt x="32806" y="661327"/>
                  </a:lnTo>
                  <a:lnTo>
                    <a:pt x="26943" y="645385"/>
                  </a:lnTo>
                  <a:lnTo>
                    <a:pt x="21641" y="629248"/>
                  </a:lnTo>
                  <a:lnTo>
                    <a:pt x="16906" y="612936"/>
                  </a:lnTo>
                  <a:lnTo>
                    <a:pt x="12744" y="596468"/>
                  </a:lnTo>
                  <a:lnTo>
                    <a:pt x="9161" y="579865"/>
                  </a:lnTo>
                  <a:lnTo>
                    <a:pt x="6160" y="563146"/>
                  </a:lnTo>
                  <a:lnTo>
                    <a:pt x="3746" y="546333"/>
                  </a:lnTo>
                  <a:lnTo>
                    <a:pt x="1921" y="529446"/>
                  </a:lnTo>
                  <a:lnTo>
                    <a:pt x="687" y="512505"/>
                  </a:lnTo>
                  <a:lnTo>
                    <a:pt x="46" y="495532"/>
                  </a:lnTo>
                  <a:lnTo>
                    <a:pt x="0" y="478546"/>
                  </a:lnTo>
                  <a:lnTo>
                    <a:pt x="547" y="461569"/>
                  </a:lnTo>
                  <a:lnTo>
                    <a:pt x="1687" y="444622"/>
                  </a:lnTo>
                  <a:lnTo>
                    <a:pt x="3419" y="427725"/>
                  </a:lnTo>
                  <a:lnTo>
                    <a:pt x="5741" y="410899"/>
                  </a:lnTo>
                  <a:lnTo>
                    <a:pt x="8649" y="394164"/>
                  </a:lnTo>
                  <a:lnTo>
                    <a:pt x="12141" y="377541"/>
                  </a:lnTo>
                  <a:lnTo>
                    <a:pt x="16212" y="361051"/>
                  </a:lnTo>
                  <a:lnTo>
                    <a:pt x="20857" y="344712"/>
                  </a:lnTo>
                  <a:lnTo>
                    <a:pt x="26070" y="328547"/>
                  </a:lnTo>
                  <a:lnTo>
                    <a:pt x="31845" y="312573"/>
                  </a:lnTo>
                  <a:lnTo>
                    <a:pt x="38175" y="296811"/>
                  </a:lnTo>
                  <a:lnTo>
                    <a:pt x="45053" y="281280"/>
                  </a:lnTo>
                  <a:lnTo>
                    <a:pt x="52469" y="265999"/>
                  </a:lnTo>
                  <a:lnTo>
                    <a:pt x="60415" y="250986"/>
                  </a:lnTo>
                  <a:lnTo>
                    <a:pt x="68880" y="236261"/>
                  </a:lnTo>
                  <a:lnTo>
                    <a:pt x="77856" y="221840"/>
                  </a:lnTo>
                  <a:lnTo>
                    <a:pt x="87330" y="207742"/>
                  </a:lnTo>
                  <a:lnTo>
                    <a:pt x="97291" y="193984"/>
                  </a:lnTo>
                  <a:lnTo>
                    <a:pt x="107727" y="180583"/>
                  </a:lnTo>
                  <a:lnTo>
                    <a:pt x="118625" y="167554"/>
                  </a:lnTo>
                  <a:lnTo>
                    <a:pt x="129972" y="154915"/>
                  </a:lnTo>
                  <a:lnTo>
                    <a:pt x="141754" y="142680"/>
                  </a:lnTo>
                  <a:lnTo>
                    <a:pt x="153957" y="130864"/>
                  </a:lnTo>
                  <a:lnTo>
                    <a:pt x="166565" y="119482"/>
                  </a:lnTo>
                  <a:lnTo>
                    <a:pt x="179563" y="108548"/>
                  </a:lnTo>
                  <a:lnTo>
                    <a:pt x="192936" y="98075"/>
                  </a:lnTo>
                  <a:lnTo>
                    <a:pt x="206667" y="88076"/>
                  </a:lnTo>
                  <a:lnTo>
                    <a:pt x="220739" y="78563"/>
                  </a:lnTo>
                  <a:lnTo>
                    <a:pt x="235134" y="69548"/>
                  </a:lnTo>
                  <a:lnTo>
                    <a:pt x="249837" y="61042"/>
                  </a:lnTo>
                  <a:lnTo>
                    <a:pt x="264827" y="53055"/>
                  </a:lnTo>
                  <a:lnTo>
                    <a:pt x="280088" y="45597"/>
                  </a:lnTo>
                  <a:lnTo>
                    <a:pt x="295600" y="38676"/>
                  </a:lnTo>
                  <a:lnTo>
                    <a:pt x="311344" y="32303"/>
                  </a:lnTo>
                  <a:lnTo>
                    <a:pt x="327302" y="26484"/>
                  </a:lnTo>
                  <a:lnTo>
                    <a:pt x="343453" y="21226"/>
                  </a:lnTo>
                  <a:lnTo>
                    <a:pt x="359779" y="16536"/>
                  </a:lnTo>
                  <a:lnTo>
                    <a:pt x="376258" y="12420"/>
                  </a:lnTo>
                  <a:lnTo>
                    <a:pt x="392871" y="8882"/>
                  </a:lnTo>
                  <a:lnTo>
                    <a:pt x="409598" y="5928"/>
                  </a:lnTo>
                  <a:lnTo>
                    <a:pt x="426418" y="3560"/>
                  </a:lnTo>
                  <a:lnTo>
                    <a:pt x="443310" y="1781"/>
                  </a:lnTo>
                  <a:lnTo>
                    <a:pt x="460254" y="594"/>
                  </a:lnTo>
                  <a:lnTo>
                    <a:pt x="477229" y="0"/>
                  </a:lnTo>
                  <a:lnTo>
                    <a:pt x="494215" y="0"/>
                  </a:lnTo>
                  <a:lnTo>
                    <a:pt x="511190" y="594"/>
                  </a:lnTo>
                  <a:lnTo>
                    <a:pt x="528134" y="1781"/>
                  </a:lnTo>
                  <a:lnTo>
                    <a:pt x="545026" y="3560"/>
                  </a:lnTo>
                  <a:lnTo>
                    <a:pt x="561846" y="5928"/>
                  </a:lnTo>
                  <a:lnTo>
                    <a:pt x="578573" y="8882"/>
                  </a:lnTo>
                  <a:lnTo>
                    <a:pt x="595186" y="12420"/>
                  </a:lnTo>
                  <a:lnTo>
                    <a:pt x="611665" y="16536"/>
                  </a:lnTo>
                  <a:lnTo>
                    <a:pt x="627991" y="21226"/>
                  </a:lnTo>
                  <a:lnTo>
                    <a:pt x="644142" y="26484"/>
                  </a:lnTo>
                  <a:lnTo>
                    <a:pt x="660100" y="32303"/>
                  </a:lnTo>
                  <a:lnTo>
                    <a:pt x="675844" y="38676"/>
                  </a:lnTo>
                  <a:lnTo>
                    <a:pt x="691356" y="45597"/>
                  </a:lnTo>
                  <a:lnTo>
                    <a:pt x="706617" y="53055"/>
                  </a:lnTo>
                  <a:lnTo>
                    <a:pt x="721607" y="61042"/>
                  </a:lnTo>
                  <a:lnTo>
                    <a:pt x="736310" y="69548"/>
                  </a:lnTo>
                  <a:lnTo>
                    <a:pt x="750705" y="78563"/>
                  </a:lnTo>
                  <a:lnTo>
                    <a:pt x="764777" y="88076"/>
                  </a:lnTo>
                  <a:lnTo>
                    <a:pt x="778508" y="98075"/>
                  </a:lnTo>
                  <a:lnTo>
                    <a:pt x="791881" y="108548"/>
                  </a:lnTo>
                  <a:lnTo>
                    <a:pt x="804879" y="119482"/>
                  </a:lnTo>
                  <a:lnTo>
                    <a:pt x="817487" y="130864"/>
                  </a:lnTo>
                  <a:lnTo>
                    <a:pt x="829690" y="142680"/>
                  </a:lnTo>
                  <a:lnTo>
                    <a:pt x="841472" y="154915"/>
                  </a:lnTo>
                  <a:lnTo>
                    <a:pt x="852819" y="167554"/>
                  </a:lnTo>
                  <a:lnTo>
                    <a:pt x="863717" y="180583"/>
                  </a:lnTo>
                  <a:lnTo>
                    <a:pt x="874153" y="193984"/>
                  </a:lnTo>
                  <a:lnTo>
                    <a:pt x="884114" y="207742"/>
                  </a:lnTo>
                  <a:lnTo>
                    <a:pt x="893588" y="221840"/>
                  </a:lnTo>
                  <a:lnTo>
                    <a:pt x="902564" y="236261"/>
                  </a:lnTo>
                  <a:lnTo>
                    <a:pt x="911029" y="250986"/>
                  </a:lnTo>
                  <a:lnTo>
                    <a:pt x="918975" y="265999"/>
                  </a:lnTo>
                  <a:lnTo>
                    <a:pt x="926391" y="281280"/>
                  </a:lnTo>
                  <a:lnTo>
                    <a:pt x="933269" y="296811"/>
                  </a:lnTo>
                  <a:lnTo>
                    <a:pt x="939599" y="312573"/>
                  </a:lnTo>
                  <a:lnTo>
                    <a:pt x="945374" y="328547"/>
                  </a:lnTo>
                  <a:lnTo>
                    <a:pt x="950587" y="344712"/>
                  </a:lnTo>
                  <a:lnTo>
                    <a:pt x="955232" y="361051"/>
                  </a:lnTo>
                  <a:lnTo>
                    <a:pt x="959303" y="377541"/>
                  </a:lnTo>
                  <a:lnTo>
                    <a:pt x="962795" y="394164"/>
                  </a:lnTo>
                  <a:lnTo>
                    <a:pt x="965703" y="410899"/>
                  </a:lnTo>
                  <a:lnTo>
                    <a:pt x="968025" y="427725"/>
                  </a:lnTo>
                  <a:lnTo>
                    <a:pt x="969757" y="444622"/>
                  </a:lnTo>
                  <a:lnTo>
                    <a:pt x="970897" y="461569"/>
                  </a:lnTo>
                  <a:lnTo>
                    <a:pt x="971444" y="478546"/>
                  </a:lnTo>
                  <a:lnTo>
                    <a:pt x="971398" y="495532"/>
                  </a:lnTo>
                  <a:lnTo>
                    <a:pt x="970757" y="512505"/>
                  </a:lnTo>
                  <a:lnTo>
                    <a:pt x="969523" y="529446"/>
                  </a:lnTo>
                  <a:lnTo>
                    <a:pt x="967698" y="546333"/>
                  </a:lnTo>
                  <a:lnTo>
                    <a:pt x="965284" y="563146"/>
                  </a:lnTo>
                  <a:lnTo>
                    <a:pt x="962283" y="579865"/>
                  </a:lnTo>
                  <a:lnTo>
                    <a:pt x="958700" y="596468"/>
                  </a:lnTo>
                  <a:lnTo>
                    <a:pt x="954538" y="612936"/>
                  </a:lnTo>
                  <a:lnTo>
                    <a:pt x="949803" y="629248"/>
                  </a:lnTo>
                  <a:lnTo>
                    <a:pt x="944501" y="645385"/>
                  </a:lnTo>
                  <a:lnTo>
                    <a:pt x="938638" y="661327"/>
                  </a:lnTo>
                  <a:lnTo>
                    <a:pt x="932221" y="677054"/>
                  </a:lnTo>
                  <a:lnTo>
                    <a:pt x="925258" y="692547"/>
                  </a:lnTo>
                  <a:lnTo>
                    <a:pt x="917758" y="707787"/>
                  </a:lnTo>
                  <a:lnTo>
                    <a:pt x="909730" y="722755"/>
                  </a:lnTo>
                  <a:lnTo>
                    <a:pt x="901183" y="737434"/>
                  </a:lnTo>
                  <a:lnTo>
                    <a:pt x="892128" y="751805"/>
                  </a:lnTo>
                  <a:lnTo>
                    <a:pt x="882577" y="765850"/>
                  </a:lnTo>
                  <a:lnTo>
                    <a:pt x="872540" y="779553"/>
                  </a:lnTo>
                  <a:lnTo>
                    <a:pt x="862030" y="792897"/>
                  </a:lnTo>
                  <a:lnTo>
                    <a:pt x="851060" y="805865"/>
                  </a:lnTo>
                  <a:lnTo>
                    <a:pt x="839644" y="818442"/>
                  </a:lnTo>
                  <a:lnTo>
                    <a:pt x="485722" y="1152451"/>
                  </a:lnTo>
                  <a:close/>
                </a:path>
              </a:pathLst>
            </a:custGeom>
            <a:solidFill>
              <a:srgbClr val="0937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4" name="pin-05-disc"/>
            <p:cNvSpPr/>
            <p:nvPr/>
          </p:nvSpPr>
          <p:spPr>
            <a:xfrm>
              <a:off x="21164550" y="11134725"/>
              <a:ext cx="647700" cy="6477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5" name="pin-05-num"/>
            <p:cNvSpPr txBox="1"/>
            <p:nvPr/>
          </p:nvSpPr>
          <p:spPr>
            <a:xfrm>
              <a:off x="21164550" y="11210925"/>
              <a:ext cx="6477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850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05</a:t>
              </a:r>
            </a:p>
          </p:txBody>
        </p:sp>
        <p:sp>
          <p:nvSpPr>
            <p:cNvPr id="126" name="pin-06-body"/>
            <p:cNvSpPr/>
            <p:nvPr/>
          </p:nvSpPr>
          <p:spPr>
            <a:xfrm>
              <a:off x="26089028" y="11030024"/>
              <a:ext cx="971444" cy="1152451"/>
            </a:xfrm>
            <a:custGeom>
              <a:avLst/>
              <a:gdLst/>
              <a:ahLst/>
              <a:cxnLst/>
              <a:rect l="l" t="t" r="r" b="b"/>
              <a:pathLst>
                <a:path w="971444" h="1152451">
                  <a:moveTo>
                    <a:pt x="131800" y="818442"/>
                  </a:moveTo>
                  <a:lnTo>
                    <a:pt x="120384" y="805865"/>
                  </a:lnTo>
                  <a:lnTo>
                    <a:pt x="109414" y="792897"/>
                  </a:lnTo>
                  <a:lnTo>
                    <a:pt x="98904" y="779553"/>
                  </a:lnTo>
                  <a:lnTo>
                    <a:pt x="88867" y="765850"/>
                  </a:lnTo>
                  <a:lnTo>
                    <a:pt x="79316" y="751805"/>
                  </a:lnTo>
                  <a:lnTo>
                    <a:pt x="70261" y="737434"/>
                  </a:lnTo>
                  <a:lnTo>
                    <a:pt x="61714" y="722755"/>
                  </a:lnTo>
                  <a:lnTo>
                    <a:pt x="53686" y="707787"/>
                  </a:lnTo>
                  <a:lnTo>
                    <a:pt x="46186" y="692547"/>
                  </a:lnTo>
                  <a:lnTo>
                    <a:pt x="39223" y="677054"/>
                  </a:lnTo>
                  <a:lnTo>
                    <a:pt x="32806" y="661327"/>
                  </a:lnTo>
                  <a:lnTo>
                    <a:pt x="26943" y="645385"/>
                  </a:lnTo>
                  <a:lnTo>
                    <a:pt x="21641" y="629248"/>
                  </a:lnTo>
                  <a:lnTo>
                    <a:pt x="16906" y="612936"/>
                  </a:lnTo>
                  <a:lnTo>
                    <a:pt x="12744" y="596468"/>
                  </a:lnTo>
                  <a:lnTo>
                    <a:pt x="9161" y="579865"/>
                  </a:lnTo>
                  <a:lnTo>
                    <a:pt x="6160" y="563146"/>
                  </a:lnTo>
                  <a:lnTo>
                    <a:pt x="3746" y="546333"/>
                  </a:lnTo>
                  <a:lnTo>
                    <a:pt x="1921" y="529446"/>
                  </a:lnTo>
                  <a:lnTo>
                    <a:pt x="687" y="512505"/>
                  </a:lnTo>
                  <a:lnTo>
                    <a:pt x="46" y="495532"/>
                  </a:lnTo>
                  <a:lnTo>
                    <a:pt x="0" y="478546"/>
                  </a:lnTo>
                  <a:lnTo>
                    <a:pt x="547" y="461569"/>
                  </a:lnTo>
                  <a:lnTo>
                    <a:pt x="1687" y="444622"/>
                  </a:lnTo>
                  <a:lnTo>
                    <a:pt x="3419" y="427725"/>
                  </a:lnTo>
                  <a:lnTo>
                    <a:pt x="5741" y="410899"/>
                  </a:lnTo>
                  <a:lnTo>
                    <a:pt x="8649" y="394164"/>
                  </a:lnTo>
                  <a:lnTo>
                    <a:pt x="12141" y="377541"/>
                  </a:lnTo>
                  <a:lnTo>
                    <a:pt x="16212" y="361051"/>
                  </a:lnTo>
                  <a:lnTo>
                    <a:pt x="20857" y="344712"/>
                  </a:lnTo>
                  <a:lnTo>
                    <a:pt x="26070" y="328547"/>
                  </a:lnTo>
                  <a:lnTo>
                    <a:pt x="31845" y="312573"/>
                  </a:lnTo>
                  <a:lnTo>
                    <a:pt x="38175" y="296811"/>
                  </a:lnTo>
                  <a:lnTo>
                    <a:pt x="45053" y="281280"/>
                  </a:lnTo>
                  <a:lnTo>
                    <a:pt x="52469" y="265999"/>
                  </a:lnTo>
                  <a:lnTo>
                    <a:pt x="60415" y="250986"/>
                  </a:lnTo>
                  <a:lnTo>
                    <a:pt x="68880" y="236261"/>
                  </a:lnTo>
                  <a:lnTo>
                    <a:pt x="77856" y="221840"/>
                  </a:lnTo>
                  <a:lnTo>
                    <a:pt x="87330" y="207742"/>
                  </a:lnTo>
                  <a:lnTo>
                    <a:pt x="97291" y="193984"/>
                  </a:lnTo>
                  <a:lnTo>
                    <a:pt x="107727" y="180583"/>
                  </a:lnTo>
                  <a:lnTo>
                    <a:pt x="118625" y="167554"/>
                  </a:lnTo>
                  <a:lnTo>
                    <a:pt x="129972" y="154915"/>
                  </a:lnTo>
                  <a:lnTo>
                    <a:pt x="141754" y="142680"/>
                  </a:lnTo>
                  <a:lnTo>
                    <a:pt x="153957" y="130864"/>
                  </a:lnTo>
                  <a:lnTo>
                    <a:pt x="166565" y="119482"/>
                  </a:lnTo>
                  <a:lnTo>
                    <a:pt x="179563" y="108548"/>
                  </a:lnTo>
                  <a:lnTo>
                    <a:pt x="192936" y="98075"/>
                  </a:lnTo>
                  <a:lnTo>
                    <a:pt x="206667" y="88076"/>
                  </a:lnTo>
                  <a:lnTo>
                    <a:pt x="220739" y="78563"/>
                  </a:lnTo>
                  <a:lnTo>
                    <a:pt x="235134" y="69548"/>
                  </a:lnTo>
                  <a:lnTo>
                    <a:pt x="249837" y="61042"/>
                  </a:lnTo>
                  <a:lnTo>
                    <a:pt x="264827" y="53055"/>
                  </a:lnTo>
                  <a:lnTo>
                    <a:pt x="280088" y="45597"/>
                  </a:lnTo>
                  <a:lnTo>
                    <a:pt x="295600" y="38676"/>
                  </a:lnTo>
                  <a:lnTo>
                    <a:pt x="311344" y="32303"/>
                  </a:lnTo>
                  <a:lnTo>
                    <a:pt x="327302" y="26484"/>
                  </a:lnTo>
                  <a:lnTo>
                    <a:pt x="343453" y="21226"/>
                  </a:lnTo>
                  <a:lnTo>
                    <a:pt x="359779" y="16536"/>
                  </a:lnTo>
                  <a:lnTo>
                    <a:pt x="376258" y="12420"/>
                  </a:lnTo>
                  <a:lnTo>
                    <a:pt x="392871" y="8882"/>
                  </a:lnTo>
                  <a:lnTo>
                    <a:pt x="409598" y="5928"/>
                  </a:lnTo>
                  <a:lnTo>
                    <a:pt x="426418" y="3560"/>
                  </a:lnTo>
                  <a:lnTo>
                    <a:pt x="443310" y="1781"/>
                  </a:lnTo>
                  <a:lnTo>
                    <a:pt x="460254" y="594"/>
                  </a:lnTo>
                  <a:lnTo>
                    <a:pt x="477229" y="0"/>
                  </a:lnTo>
                  <a:lnTo>
                    <a:pt x="494215" y="0"/>
                  </a:lnTo>
                  <a:lnTo>
                    <a:pt x="511190" y="594"/>
                  </a:lnTo>
                  <a:lnTo>
                    <a:pt x="528134" y="1781"/>
                  </a:lnTo>
                  <a:lnTo>
                    <a:pt x="545026" y="3560"/>
                  </a:lnTo>
                  <a:lnTo>
                    <a:pt x="561846" y="5928"/>
                  </a:lnTo>
                  <a:lnTo>
                    <a:pt x="578573" y="8882"/>
                  </a:lnTo>
                  <a:lnTo>
                    <a:pt x="595186" y="12420"/>
                  </a:lnTo>
                  <a:lnTo>
                    <a:pt x="611665" y="16536"/>
                  </a:lnTo>
                  <a:lnTo>
                    <a:pt x="627991" y="21226"/>
                  </a:lnTo>
                  <a:lnTo>
                    <a:pt x="644142" y="26484"/>
                  </a:lnTo>
                  <a:lnTo>
                    <a:pt x="660100" y="32303"/>
                  </a:lnTo>
                  <a:lnTo>
                    <a:pt x="675844" y="38676"/>
                  </a:lnTo>
                  <a:lnTo>
                    <a:pt x="691356" y="45597"/>
                  </a:lnTo>
                  <a:lnTo>
                    <a:pt x="706617" y="53055"/>
                  </a:lnTo>
                  <a:lnTo>
                    <a:pt x="721607" y="61042"/>
                  </a:lnTo>
                  <a:lnTo>
                    <a:pt x="736310" y="69548"/>
                  </a:lnTo>
                  <a:lnTo>
                    <a:pt x="750705" y="78563"/>
                  </a:lnTo>
                  <a:lnTo>
                    <a:pt x="764777" y="88076"/>
                  </a:lnTo>
                  <a:lnTo>
                    <a:pt x="778508" y="98075"/>
                  </a:lnTo>
                  <a:lnTo>
                    <a:pt x="791881" y="108548"/>
                  </a:lnTo>
                  <a:lnTo>
                    <a:pt x="804879" y="119482"/>
                  </a:lnTo>
                  <a:lnTo>
                    <a:pt x="817487" y="130864"/>
                  </a:lnTo>
                  <a:lnTo>
                    <a:pt x="829690" y="142680"/>
                  </a:lnTo>
                  <a:lnTo>
                    <a:pt x="841472" y="154915"/>
                  </a:lnTo>
                  <a:lnTo>
                    <a:pt x="852819" y="167554"/>
                  </a:lnTo>
                  <a:lnTo>
                    <a:pt x="863717" y="180583"/>
                  </a:lnTo>
                  <a:lnTo>
                    <a:pt x="874153" y="193984"/>
                  </a:lnTo>
                  <a:lnTo>
                    <a:pt x="884114" y="207742"/>
                  </a:lnTo>
                  <a:lnTo>
                    <a:pt x="893588" y="221840"/>
                  </a:lnTo>
                  <a:lnTo>
                    <a:pt x="902564" y="236261"/>
                  </a:lnTo>
                  <a:lnTo>
                    <a:pt x="911029" y="250986"/>
                  </a:lnTo>
                  <a:lnTo>
                    <a:pt x="918975" y="265999"/>
                  </a:lnTo>
                  <a:lnTo>
                    <a:pt x="926391" y="281280"/>
                  </a:lnTo>
                  <a:lnTo>
                    <a:pt x="933269" y="296811"/>
                  </a:lnTo>
                  <a:lnTo>
                    <a:pt x="939599" y="312573"/>
                  </a:lnTo>
                  <a:lnTo>
                    <a:pt x="945374" y="328547"/>
                  </a:lnTo>
                  <a:lnTo>
                    <a:pt x="950587" y="344712"/>
                  </a:lnTo>
                  <a:lnTo>
                    <a:pt x="955232" y="361051"/>
                  </a:lnTo>
                  <a:lnTo>
                    <a:pt x="959303" y="377541"/>
                  </a:lnTo>
                  <a:lnTo>
                    <a:pt x="962795" y="394164"/>
                  </a:lnTo>
                  <a:lnTo>
                    <a:pt x="965703" y="410899"/>
                  </a:lnTo>
                  <a:lnTo>
                    <a:pt x="968025" y="427725"/>
                  </a:lnTo>
                  <a:lnTo>
                    <a:pt x="969757" y="444622"/>
                  </a:lnTo>
                  <a:lnTo>
                    <a:pt x="970897" y="461569"/>
                  </a:lnTo>
                  <a:lnTo>
                    <a:pt x="971444" y="478546"/>
                  </a:lnTo>
                  <a:lnTo>
                    <a:pt x="971398" y="495532"/>
                  </a:lnTo>
                  <a:lnTo>
                    <a:pt x="970757" y="512505"/>
                  </a:lnTo>
                  <a:lnTo>
                    <a:pt x="969523" y="529446"/>
                  </a:lnTo>
                  <a:lnTo>
                    <a:pt x="967698" y="546333"/>
                  </a:lnTo>
                  <a:lnTo>
                    <a:pt x="965284" y="563146"/>
                  </a:lnTo>
                  <a:lnTo>
                    <a:pt x="962283" y="579865"/>
                  </a:lnTo>
                  <a:lnTo>
                    <a:pt x="958700" y="596468"/>
                  </a:lnTo>
                  <a:lnTo>
                    <a:pt x="954538" y="612936"/>
                  </a:lnTo>
                  <a:lnTo>
                    <a:pt x="949803" y="629248"/>
                  </a:lnTo>
                  <a:lnTo>
                    <a:pt x="944501" y="645385"/>
                  </a:lnTo>
                  <a:lnTo>
                    <a:pt x="938638" y="661327"/>
                  </a:lnTo>
                  <a:lnTo>
                    <a:pt x="932221" y="677054"/>
                  </a:lnTo>
                  <a:lnTo>
                    <a:pt x="925258" y="692547"/>
                  </a:lnTo>
                  <a:lnTo>
                    <a:pt x="917758" y="707787"/>
                  </a:lnTo>
                  <a:lnTo>
                    <a:pt x="909730" y="722755"/>
                  </a:lnTo>
                  <a:lnTo>
                    <a:pt x="901183" y="737434"/>
                  </a:lnTo>
                  <a:lnTo>
                    <a:pt x="892128" y="751805"/>
                  </a:lnTo>
                  <a:lnTo>
                    <a:pt x="882577" y="765850"/>
                  </a:lnTo>
                  <a:lnTo>
                    <a:pt x="872540" y="779553"/>
                  </a:lnTo>
                  <a:lnTo>
                    <a:pt x="862030" y="792897"/>
                  </a:lnTo>
                  <a:lnTo>
                    <a:pt x="851060" y="805865"/>
                  </a:lnTo>
                  <a:lnTo>
                    <a:pt x="839644" y="818442"/>
                  </a:lnTo>
                  <a:lnTo>
                    <a:pt x="485722" y="1152451"/>
                  </a:lnTo>
                  <a:close/>
                </a:path>
              </a:pathLst>
            </a:custGeom>
            <a:solidFill>
              <a:srgbClr val="0937B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7" name="pin-06-disc"/>
            <p:cNvSpPr/>
            <p:nvPr/>
          </p:nvSpPr>
          <p:spPr>
            <a:xfrm>
              <a:off x="26250900" y="11134725"/>
              <a:ext cx="647700" cy="6477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pin-06-num"/>
            <p:cNvSpPr txBox="1"/>
            <p:nvPr/>
          </p:nvSpPr>
          <p:spPr>
            <a:xfrm>
              <a:off x="26250900" y="11210925"/>
              <a:ext cx="647700" cy="4953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850" b="1" i="0">
                  <a:solidFill>
                    <a:srgbClr val="111111"/>
                  </a:solidFill>
                  <a:latin typeface="Microsoft YaHei"/>
                  <a:ea typeface="Microsoft YaHei"/>
                  <a:cs typeface="Microsoft YaHei"/>
                </a:rPr>
                <a:t>06</a:t>
              </a:r>
            </a:p>
          </p:txBody>
        </p:sp>
      </p:grpSp>
      <p:cxnSp>
        <p:nvCxnSpPr>
          <p:cNvPr id="129" name="frame-left"/>
          <p:cNvCxnSpPr/>
          <p:nvPr/>
        </p:nvCxnSpPr>
        <p:spPr>
          <a:xfrm>
            <a:off x="4762" y="0"/>
            <a:ext cx="0" cy="17145000"/>
          </a:xfrm>
          <a:prstGeom prst="line">
            <a:avLst/>
          </a:prstGeom>
          <a:ln w="9525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frame-right"/>
          <p:cNvCxnSpPr/>
          <p:nvPr/>
        </p:nvCxnSpPr>
        <p:spPr>
          <a:xfrm>
            <a:off x="30465712" y="0"/>
            <a:ext cx="0" cy="17145000"/>
          </a:xfrm>
          <a:prstGeom prst="line">
            <a:avLst/>
          </a:prstGeom>
          <a:ln w="9525">
            <a:solidFill>
              <a:srgbClr val="8080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footer-yellow"/>
          <p:cNvSpPr/>
          <p:nvPr/>
        </p:nvSpPr>
        <p:spPr>
          <a:xfrm>
            <a:off x="895350" y="15697200"/>
            <a:ext cx="4714875" cy="571500"/>
          </a:xfrm>
          <a:prstGeom prst="rect">
            <a:avLst/>
          </a:prstGeom>
          <a:solidFill>
            <a:srgbClr val="FD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ooter-blue"/>
          <p:cNvSpPr/>
          <p:nvPr/>
        </p:nvSpPr>
        <p:spPr>
          <a:xfrm>
            <a:off x="5610225" y="15697200"/>
            <a:ext cx="23955375" cy="571500"/>
          </a:xfrm>
          <a:prstGeom prst="rect">
            <a:avLst/>
          </a:prstGeom>
          <a:solidFill>
            <a:srgbClr val="093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