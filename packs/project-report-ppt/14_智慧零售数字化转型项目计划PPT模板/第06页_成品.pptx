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frame-top"/>
          <p:cNvCxnSpPr/>
          <p:nvPr/>
        </p:nvCxnSpPr>
        <p:spPr>
          <a:xfrm>
            <a:off x="0" y="28575"/>
            <a:ext cx="30470475" cy="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rame-left"/>
          <p:cNvCxnSpPr/>
          <p:nvPr/>
        </p:nvCxnSpPr>
        <p:spPr>
          <a:xfrm>
            <a:off x="28575" y="0"/>
            <a:ext cx="0" cy="1714500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rame-right"/>
          <p:cNvCxnSpPr/>
          <p:nvPr/>
        </p:nvCxnSpPr>
        <p:spPr>
          <a:xfrm>
            <a:off x="30441900" y="0"/>
            <a:ext cx="0" cy="1714500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o-faint-block"/>
          <p:cNvSpPr/>
          <p:nvPr/>
        </p:nvSpPr>
        <p:spPr>
          <a:xfrm>
            <a:off x="4181475" y="11391900"/>
            <a:ext cx="26289000" cy="4914900"/>
          </a:xfrm>
          <a:custGeom>
            <a:avLst/>
            <a:gdLst/>
            <a:ahLst/>
            <a:cxnLst/>
            <a:rect l="l" t="t" r="r" b="b"/>
            <a:pathLst>
              <a:path w="26289000" h="4914900">
                <a:moveTo>
                  <a:pt x="6210300" y="0"/>
                </a:moveTo>
                <a:lnTo>
                  <a:pt x="26289000" y="0"/>
                </a:lnTo>
                <a:lnTo>
                  <a:pt x="26289000" y="4914900"/>
                </a:lnTo>
                <a:lnTo>
                  <a:pt x="0" y="4914900"/>
                </a:lnTo>
                <a:close/>
              </a:path>
            </a:pathLst>
          </a:cu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-left"/>
          <p:cNvSpPr/>
          <p:nvPr/>
        </p:nvSpPr>
        <p:spPr>
          <a:xfrm>
            <a:off x="895350" y="5800725"/>
            <a:ext cx="1790700" cy="5600700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-main"/>
          <p:cNvSpPr/>
          <p:nvPr/>
        </p:nvSpPr>
        <p:spPr>
          <a:xfrm>
            <a:off x="9001125" y="5800725"/>
            <a:ext cx="20564475" cy="5600700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m-part"/>
          <p:cNvSpPr txBox="1"/>
          <p:nvPr/>
        </p:nvSpPr>
        <p:spPr>
          <a:xfrm>
            <a:off x="9010650" y="6315075"/>
            <a:ext cx="14287500" cy="409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1250" b="1" i="0">
                <a:solidFill>
                  <a:srgbClr val="123FC0"/>
                </a:solidFill>
                <a:latin typeface="Arial"/>
                <a:ea typeface="Arial"/>
                <a:cs typeface="Arial"/>
              </a:rPr>
              <a:t>PART</a:t>
            </a:r>
          </a:p>
        </p:txBody>
      </p:sp>
      <p:sp>
        <p:nvSpPr>
          <p:cNvPr id="11" name="wm-02"/>
          <p:cNvSpPr txBox="1"/>
          <p:nvPr/>
        </p:nvSpPr>
        <p:spPr>
          <a:xfrm>
            <a:off x="23033888" y="6315075"/>
            <a:ext cx="6262573" cy="409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875" b="1" i="0">
                <a:solidFill>
                  <a:srgbClr val="123F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itle-项目规划"/>
          <p:cNvSpPr txBox="1"/>
          <p:nvPr/>
        </p:nvSpPr>
        <p:spPr>
          <a:xfrm>
            <a:off x="14225778" y="7181850"/>
            <a:ext cx="10143744" cy="285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项目规划</a:t>
            </a:r>
          </a:p>
        </p:txBody>
      </p:sp>
      <p:sp>
        <p:nvSpPr>
          <p:cNvPr id="13" name="num-0"/>
          <p:cNvSpPr txBox="1"/>
          <p:nvPr/>
        </p:nvSpPr>
        <p:spPr>
          <a:xfrm>
            <a:off x="2838389" y="6496050"/>
            <a:ext cx="2895722" cy="419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800" b="1" i="0">
                <a:solidFill>
                  <a:srgbClr val="FDBC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" name="num-2"/>
          <p:cNvSpPr txBox="1"/>
          <p:nvPr/>
        </p:nvSpPr>
        <p:spPr>
          <a:xfrm>
            <a:off x="5905439" y="6496050"/>
            <a:ext cx="2895722" cy="419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800" b="1" i="0">
                <a:solidFill>
                  <a:srgbClr val="FDBC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dot-y"/>
          <p:cNvSpPr/>
          <p:nvPr/>
        </p:nvSpPr>
        <p:spPr>
          <a:xfrm>
            <a:off x="26936700" y="1600200"/>
            <a:ext cx="457200" cy="457200"/>
          </a:xfrm>
          <a:prstGeom prst="ellipse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b"/>
          <p:cNvSpPr/>
          <p:nvPr/>
        </p:nvSpPr>
        <p:spPr>
          <a:xfrm>
            <a:off x="27632025" y="1600200"/>
            <a:ext cx="457200" cy="457200"/>
          </a:xfrm>
          <a:prstGeom prst="ellipse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k"/>
          <p:cNvSpPr/>
          <p:nvPr/>
        </p:nvSpPr>
        <p:spPr>
          <a:xfrm>
            <a:off x="28222575" y="1600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deco-hatch"/>
          <p:cNvGrpSpPr/>
          <p:nvPr/>
        </p:nvGrpSpPr>
        <p:grpSpPr>
          <a:xfrm>
            <a:off x="25784175" y="15106650"/>
            <a:ext cx="3019425" cy="447675"/>
            <a:chOff x="25784175" y="15106650"/>
            <a:chExt cx="3019425" cy="447675"/>
          </a:xfrm>
        </p:grpSpPr>
        <p:cxnSp>
          <p:nvCxnSpPr>
            <p:cNvPr id="18" name="hatch-01"/>
            <p:cNvCxnSpPr/>
            <p:nvPr/>
          </p:nvCxnSpPr>
          <p:spPr>
            <a:xfrm flipV="1">
              <a:off x="2578417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hatch-02"/>
            <p:cNvCxnSpPr/>
            <p:nvPr/>
          </p:nvCxnSpPr>
          <p:spPr>
            <a:xfrm flipV="1">
              <a:off x="26060400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hatch-03"/>
            <p:cNvCxnSpPr/>
            <p:nvPr/>
          </p:nvCxnSpPr>
          <p:spPr>
            <a:xfrm flipV="1">
              <a:off x="2633662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hatch-04"/>
            <p:cNvCxnSpPr/>
            <p:nvPr/>
          </p:nvCxnSpPr>
          <p:spPr>
            <a:xfrm flipV="1">
              <a:off x="26612850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hatch-05"/>
            <p:cNvCxnSpPr/>
            <p:nvPr/>
          </p:nvCxnSpPr>
          <p:spPr>
            <a:xfrm flipV="1">
              <a:off x="2688907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hatch-06"/>
            <p:cNvCxnSpPr/>
            <p:nvPr/>
          </p:nvCxnSpPr>
          <p:spPr>
            <a:xfrm flipV="1">
              <a:off x="27165300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hatch-07"/>
            <p:cNvCxnSpPr/>
            <p:nvPr/>
          </p:nvCxnSpPr>
          <p:spPr>
            <a:xfrm flipV="1">
              <a:off x="2744152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hatch-08"/>
            <p:cNvCxnSpPr/>
            <p:nvPr/>
          </p:nvCxnSpPr>
          <p:spPr>
            <a:xfrm flipV="1">
              <a:off x="27717750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hatch-09"/>
            <p:cNvCxnSpPr/>
            <p:nvPr/>
          </p:nvCxnSpPr>
          <p:spPr>
            <a:xfrm flipV="1">
              <a:off x="2799397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hatch-10"/>
            <p:cNvCxnSpPr/>
            <p:nvPr/>
          </p:nvCxnSpPr>
          <p:spPr>
            <a:xfrm flipV="1">
              <a:off x="28270200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hatch-11"/>
            <p:cNvCxnSpPr/>
            <p:nvPr/>
          </p:nvCxnSpPr>
          <p:spPr>
            <a:xfrm flipV="1">
              <a:off x="28546425" y="15106650"/>
              <a:ext cx="257175" cy="447675"/>
            </a:xfrm>
            <a:prstGeom prst="line">
              <a:avLst/>
            </a:prstGeom>
            <a:ln w="57150">
              <a:solidFill>
                <a:srgbClr val="0937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