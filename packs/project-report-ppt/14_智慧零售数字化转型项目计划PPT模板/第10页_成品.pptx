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-white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1" name="g-footer"/>
          <p:cNvGrpSpPr/>
          <p:nvPr/>
        </p:nvGrpSpPr>
        <p:grpSpPr>
          <a:xfrm>
            <a:off x="885825" y="11734800"/>
            <a:ext cx="28689300" cy="4514850"/>
            <a:chOff x="885825" y="11734800"/>
            <a:chExt cx="28689300" cy="4514850"/>
          </a:xfrm>
        </p:grpSpPr>
        <p:sp>
          <p:nvSpPr>
            <p:cNvPr id="4" name="deco-grey-wedge"/>
            <p:cNvSpPr/>
            <p:nvPr/>
          </p:nvSpPr>
          <p:spPr>
            <a:xfrm>
              <a:off x="4762500" y="11811000"/>
              <a:ext cx="24803100" cy="4438650"/>
            </a:xfrm>
            <a:custGeom>
              <a:avLst/>
              <a:gdLst/>
              <a:ahLst/>
              <a:cxnLst/>
              <a:rect l="l" t="t" r="r" b="b"/>
              <a:pathLst>
                <a:path w="24803100" h="4438650">
                  <a:moveTo>
                    <a:pt x="4762500" y="0"/>
                  </a:moveTo>
                  <a:lnTo>
                    <a:pt x="0" y="4438650"/>
                  </a:lnTo>
                  <a:lnTo>
                    <a:pt x="24803100" y="4438650"/>
                  </a:lnTo>
                  <a:lnTo>
                    <a:pt x="248031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5F5F5"/>
                </a:gs>
                <a:gs pos="100000">
                  <a:srgbClr val="FBFBFB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eco-stripe-shadow"/>
            <p:cNvSpPr/>
            <p:nvPr/>
          </p:nvSpPr>
          <p:spPr>
            <a:xfrm>
              <a:off x="885825" y="11734800"/>
              <a:ext cx="28689300" cy="5715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eco-stripe-shadow2"/>
            <p:cNvSpPr/>
            <p:nvPr/>
          </p:nvSpPr>
          <p:spPr>
            <a:xfrm>
              <a:off x="885825" y="11791950"/>
              <a:ext cx="28679775" cy="66675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eco-stripe-shadow3"/>
            <p:cNvSpPr/>
            <p:nvPr/>
          </p:nvSpPr>
          <p:spPr>
            <a:xfrm>
              <a:off x="885825" y="11858625"/>
              <a:ext cx="28679775" cy="76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" name="g-band"/>
          <p:cNvGrpSpPr/>
          <p:nvPr/>
        </p:nvGrpSpPr>
        <p:grpSpPr>
          <a:xfrm>
            <a:off x="885825" y="885825"/>
            <a:ext cx="28689300" cy="10848975"/>
            <a:chOff x="885825" y="885825"/>
            <a:chExt cx="28689300" cy="10848975"/>
          </a:xfrm>
        </p:grpSpPr>
        <p:pic>
          <p:nvPicPr>
            <p:cNvPr id="8" name="band-watermark-photo" descr="_photo_band_watermark_photo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" y="885825"/>
              <a:ext cx="28689300" cy="10620375"/>
            </a:xfrm>
            <a:prstGeom prst="rect">
              <a:avLst/>
            </a:prstGeom>
            <a:effectLst/>
          </p:spPr>
        </p:pic>
        <p:sp>
          <p:nvSpPr>
            <p:cNvPr id="9" name="band-stripe"/>
            <p:cNvSpPr/>
            <p:nvPr/>
          </p:nvSpPr>
          <p:spPr>
            <a:xfrm>
              <a:off x="885825" y="11506200"/>
              <a:ext cx="28689300" cy="228600"/>
            </a:xfrm>
            <a:prstGeom prst="rect">
              <a:avLst/>
            </a:prstGeom>
            <a:solidFill>
              <a:srgbClr val="FDB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g-title"/>
          <p:cNvGrpSpPr/>
          <p:nvPr/>
        </p:nvGrpSpPr>
        <p:grpSpPr>
          <a:xfrm>
            <a:off x="9281732" y="3390900"/>
            <a:ext cx="11411712" cy="4772025"/>
            <a:chOff x="9281732" y="3390900"/>
            <a:chExt cx="11411712" cy="4772025"/>
          </a:xfrm>
        </p:grpSpPr>
        <p:sp>
          <p:nvSpPr>
            <p:cNvPr id="10" name="txt-title"/>
            <p:cNvSpPr txBox="1"/>
            <p:nvPr/>
          </p:nvSpPr>
          <p:spPr>
            <a:xfrm>
              <a:off x="9281732" y="3390900"/>
              <a:ext cx="11411712" cy="2857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1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感谢观看</a:t>
              </a:r>
            </a:p>
          </p:txBody>
        </p:sp>
        <p:sp>
          <p:nvSpPr>
            <p:cNvPr id="11" name="deco-divider"/>
            <p:cNvSpPr/>
            <p:nvPr/>
          </p:nvSpPr>
          <p:spPr>
            <a:xfrm>
              <a:off x="14058900" y="6753225"/>
              <a:ext cx="2343150" cy="857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xt-subtitle"/>
            <p:cNvSpPr txBox="1"/>
            <p:nvPr/>
          </p:nvSpPr>
          <p:spPr>
            <a:xfrm>
              <a:off x="10731818" y="7210425"/>
              <a:ext cx="9035415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5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期待与您携手共创未来</a:t>
              </a:r>
            </a:p>
          </p:txBody>
        </p:sp>
      </p:grpSp>
      <p:grpSp>
        <p:nvGrpSpPr>
          <p:cNvPr id="39" name="g-pill"/>
          <p:cNvGrpSpPr/>
          <p:nvPr/>
        </p:nvGrpSpPr>
        <p:grpSpPr>
          <a:xfrm>
            <a:off x="12096750" y="11106150"/>
            <a:ext cx="6248400" cy="1047750"/>
            <a:chOff x="12096750" y="11106150"/>
            <a:chExt cx="6248400" cy="1047750"/>
          </a:xfrm>
        </p:grpSpPr>
        <p:sp>
          <p:nvSpPr>
            <p:cNvPr id="13" name="pill-bg"/>
            <p:cNvSpPr/>
            <p:nvPr/>
          </p:nvSpPr>
          <p:spPr>
            <a:xfrm>
              <a:off x="12096750" y="11106150"/>
              <a:ext cx="6248400" cy="1047750"/>
            </a:xfrm>
            <a:prstGeom prst="roundRect">
              <a:avLst>
                <a:gd name="adj" fmla="val 50000"/>
              </a:avLst>
            </a:prstGeom>
            <a:solidFill>
              <a:srgbClr val="FDB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xt-pill"/>
            <p:cNvSpPr txBox="1"/>
            <p:nvPr/>
          </p:nvSpPr>
          <p:spPr>
            <a:xfrm>
              <a:off x="12096750" y="11344275"/>
              <a:ext cx="62484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12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202X年XX | 演讲人：项目负责人</a:t>
              </a:r>
            </a:p>
          </p:txBody>
        </p:sp>
      </p:grpSp>
      <p:grpSp>
        <p:nvGrpSpPr>
          <p:cNvPr id="38" name="g-icons"/>
          <p:cNvGrpSpPr/>
          <p:nvPr/>
        </p:nvGrpSpPr>
        <p:grpSpPr>
          <a:xfrm>
            <a:off x="1585912" y="14863762"/>
            <a:ext cx="2809876" cy="742950"/>
            <a:chOff x="1585912" y="14863762"/>
            <a:chExt cx="2809876" cy="742950"/>
          </a:xfrm>
        </p:grpSpPr>
        <p:sp>
          <p:nvSpPr>
            <p:cNvPr id="15" name="ic1-ring"/>
            <p:cNvSpPr/>
            <p:nvPr/>
          </p:nvSpPr>
          <p:spPr>
            <a:xfrm>
              <a:off x="1585912" y="14863762"/>
              <a:ext cx="742950" cy="742950"/>
            </a:xfrm>
            <a:prstGeom prst="ellipse">
              <a:avLst/>
            </a:prstGeom>
            <a:noFill/>
            <a:ln w="28575">
              <a:solidFill>
                <a:srgbClr val="0B38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c1-face"/>
            <p:cNvSpPr/>
            <p:nvPr/>
          </p:nvSpPr>
          <p:spPr>
            <a:xfrm>
              <a:off x="1719262" y="14997112"/>
              <a:ext cx="476250" cy="476250"/>
            </a:xfrm>
            <a:prstGeom prst="ellipse">
              <a:avLst/>
            </a:prstGeom>
            <a:solidFill>
              <a:srgbClr val="0B38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ic1-hand1"/>
            <p:cNvCxnSpPr/>
            <p:nvPr/>
          </p:nvCxnSpPr>
          <p:spPr>
            <a:xfrm flipV="1">
              <a:off x="1957388" y="15059025"/>
              <a:ext cx="0" cy="176213"/>
            </a:xfrm>
            <a:prstGeom prst="line">
              <a:avLst/>
            </a:prstGeom>
            <a:ln w="6667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ic1-hand2"/>
            <p:cNvCxnSpPr/>
            <p:nvPr/>
          </p:nvCxnSpPr>
          <p:spPr>
            <a:xfrm>
              <a:off x="1957388" y="15235238"/>
              <a:ext cx="109537" cy="100012"/>
            </a:xfrm>
            <a:prstGeom prst="line">
              <a:avLst/>
            </a:prstGeom>
            <a:ln w="6667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ic2-ring"/>
            <p:cNvSpPr/>
            <p:nvPr/>
          </p:nvSpPr>
          <p:spPr>
            <a:xfrm>
              <a:off x="2619375" y="14863762"/>
              <a:ext cx="742950" cy="742950"/>
            </a:xfrm>
            <a:prstGeom prst="ellipse">
              <a:avLst/>
            </a:prstGeom>
            <a:noFill/>
            <a:ln w="28575">
              <a:solidFill>
                <a:srgbClr val="0B38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ic2-head"/>
            <p:cNvSpPr/>
            <p:nvPr/>
          </p:nvSpPr>
          <p:spPr>
            <a:xfrm>
              <a:off x="2871788" y="14997112"/>
              <a:ext cx="238125" cy="238125"/>
            </a:xfrm>
            <a:prstGeom prst="ellipse">
              <a:avLst/>
            </a:prstGeom>
            <a:solidFill>
              <a:srgbClr val="0B38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ic2-body"/>
            <p:cNvSpPr/>
            <p:nvPr/>
          </p:nvSpPr>
          <p:spPr>
            <a:xfrm>
              <a:off x="2743200" y="15268575"/>
              <a:ext cx="495300" cy="180975"/>
            </a:xfrm>
            <a:prstGeom prst="roundRect">
              <a:avLst>
                <a:gd name="adj" fmla="val 50000"/>
              </a:avLst>
            </a:prstGeom>
            <a:solidFill>
              <a:srgbClr val="0B38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ic3-ring"/>
            <p:cNvSpPr/>
            <p:nvPr/>
          </p:nvSpPr>
          <p:spPr>
            <a:xfrm>
              <a:off x="3652838" y="14863762"/>
              <a:ext cx="742950" cy="742950"/>
            </a:xfrm>
            <a:prstGeom prst="ellipse">
              <a:avLst/>
            </a:prstGeom>
            <a:noFill/>
            <a:ln w="28575">
              <a:solidFill>
                <a:srgbClr val="0B38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ic3-pin"/>
            <p:cNvSpPr/>
            <p:nvPr/>
          </p:nvSpPr>
          <p:spPr>
            <a:xfrm>
              <a:off x="3867150" y="14973300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190500"/>
                  </a:moveTo>
                  <a:lnTo>
                    <a:pt x="9525" y="123825"/>
                  </a:lnTo>
                  <a:lnTo>
                    <a:pt x="47625" y="66675"/>
                  </a:lnTo>
                  <a:lnTo>
                    <a:pt x="95250" y="19050"/>
                  </a:lnTo>
                  <a:lnTo>
                    <a:pt x="152400" y="0"/>
                  </a:lnTo>
                  <a:lnTo>
                    <a:pt x="209550" y="19050"/>
                  </a:lnTo>
                  <a:lnTo>
                    <a:pt x="257175" y="66675"/>
                  </a:lnTo>
                  <a:lnTo>
                    <a:pt x="295275" y="123825"/>
                  </a:lnTo>
                  <a:lnTo>
                    <a:pt x="304800" y="190500"/>
                  </a:lnTo>
                  <a:lnTo>
                    <a:pt x="295275" y="247650"/>
                  </a:lnTo>
                  <a:lnTo>
                    <a:pt x="266700" y="304800"/>
                  </a:lnTo>
                  <a:lnTo>
                    <a:pt x="228600" y="361950"/>
                  </a:lnTo>
                  <a:lnTo>
                    <a:pt x="190500" y="419100"/>
                  </a:lnTo>
                  <a:lnTo>
                    <a:pt x="161925" y="447675"/>
                  </a:lnTo>
                  <a:lnTo>
                    <a:pt x="133350" y="419100"/>
                  </a:lnTo>
                  <a:lnTo>
                    <a:pt x="95250" y="361950"/>
                  </a:lnTo>
                  <a:lnTo>
                    <a:pt x="57150" y="304800"/>
                  </a:lnTo>
                  <a:lnTo>
                    <a:pt x="28575" y="247650"/>
                  </a:lnTo>
                  <a:close/>
                </a:path>
              </a:pathLst>
            </a:custGeom>
            <a:solidFill>
              <a:srgbClr val="0B38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ic3-hole"/>
            <p:cNvSpPr/>
            <p:nvPr/>
          </p:nvSpPr>
          <p:spPr>
            <a:xfrm>
              <a:off x="3962400" y="15078075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" name="g-diagonal"/>
          <p:cNvGrpSpPr/>
          <p:nvPr/>
        </p:nvGrpSpPr>
        <p:grpSpPr>
          <a:xfrm>
            <a:off x="25898475" y="14992350"/>
            <a:ext cx="3028950" cy="485775"/>
            <a:chOff x="25898475" y="14992350"/>
            <a:chExt cx="3028950" cy="485775"/>
          </a:xfrm>
        </p:grpSpPr>
        <p:cxnSp>
          <p:nvCxnSpPr>
            <p:cNvPr id="25" name="dg-01"/>
            <p:cNvCxnSpPr/>
            <p:nvPr/>
          </p:nvCxnSpPr>
          <p:spPr>
            <a:xfrm flipH="1">
              <a:off x="25898475" y="14992350"/>
              <a:ext cx="266700" cy="485775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dg-02"/>
            <p:cNvCxnSpPr/>
            <p:nvPr/>
          </p:nvCxnSpPr>
          <p:spPr>
            <a:xfrm flipH="1">
              <a:off x="26174700" y="14992350"/>
              <a:ext cx="266700" cy="485775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dg-03"/>
            <p:cNvCxnSpPr/>
            <p:nvPr/>
          </p:nvCxnSpPr>
          <p:spPr>
            <a:xfrm flipH="1">
              <a:off x="26450925" y="14992350"/>
              <a:ext cx="266700" cy="485775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dg-04"/>
            <p:cNvCxnSpPr/>
            <p:nvPr/>
          </p:nvCxnSpPr>
          <p:spPr>
            <a:xfrm flipH="1">
              <a:off x="26727150" y="14992350"/>
              <a:ext cx="266700" cy="485775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dg-05"/>
            <p:cNvCxnSpPr/>
            <p:nvPr/>
          </p:nvCxnSpPr>
          <p:spPr>
            <a:xfrm flipH="1">
              <a:off x="27003375" y="14992350"/>
              <a:ext cx="266700" cy="485775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dg-06"/>
            <p:cNvCxnSpPr/>
            <p:nvPr/>
          </p:nvCxnSpPr>
          <p:spPr>
            <a:xfrm flipH="1">
              <a:off x="27279600" y="14992350"/>
              <a:ext cx="266700" cy="485775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g-07"/>
            <p:cNvCxnSpPr/>
            <p:nvPr/>
          </p:nvCxnSpPr>
          <p:spPr>
            <a:xfrm flipH="1">
              <a:off x="27555825" y="14992350"/>
              <a:ext cx="266700" cy="485775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dg-08"/>
            <p:cNvCxnSpPr/>
            <p:nvPr/>
          </p:nvCxnSpPr>
          <p:spPr>
            <a:xfrm flipH="1">
              <a:off x="27832050" y="14992350"/>
              <a:ext cx="266700" cy="485775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dg-09"/>
            <p:cNvCxnSpPr/>
            <p:nvPr/>
          </p:nvCxnSpPr>
          <p:spPr>
            <a:xfrm flipH="1">
              <a:off x="28108275" y="14992350"/>
              <a:ext cx="266700" cy="485775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dg-10"/>
            <p:cNvCxnSpPr/>
            <p:nvPr/>
          </p:nvCxnSpPr>
          <p:spPr>
            <a:xfrm flipH="1">
              <a:off x="28384500" y="14992350"/>
              <a:ext cx="266700" cy="485775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dg-11"/>
            <p:cNvCxnSpPr/>
            <p:nvPr/>
          </p:nvCxnSpPr>
          <p:spPr>
            <a:xfrm flipH="1">
              <a:off x="28660725" y="14992350"/>
              <a:ext cx="266700" cy="485775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