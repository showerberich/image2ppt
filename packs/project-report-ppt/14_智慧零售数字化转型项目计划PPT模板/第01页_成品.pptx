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354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354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8" name="page-01"/>
          <p:cNvGrpSpPr/>
          <p:nvPr/>
        </p:nvGrpSpPr>
        <p:grpSpPr>
          <a:xfrm>
            <a:off x="0" y="0"/>
            <a:ext cx="30470475" cy="17135475"/>
            <a:chOff x="0" y="0"/>
            <a:chExt cx="30470475" cy="17135475"/>
          </a:xfrm>
        </p:grpSpPr>
        <p:sp>
          <p:nvSpPr>
            <p:cNvPr id="3" name="bg"/>
            <p:cNvSpPr/>
            <p:nvPr/>
          </p:nvSpPr>
          <p:spPr>
            <a:xfrm>
              <a:off x="0" y="0"/>
              <a:ext cx="30470475" cy="1713547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deco-wedge-l"/>
            <p:cNvSpPr/>
            <p:nvPr/>
          </p:nvSpPr>
          <p:spPr>
            <a:xfrm>
              <a:off x="5905500" y="12382500"/>
              <a:ext cx="8382000" cy="4752975"/>
            </a:xfrm>
            <a:custGeom>
              <a:avLst/>
              <a:gdLst/>
              <a:ahLst/>
              <a:cxnLst/>
              <a:rect l="l" t="t" r="r" b="b"/>
              <a:pathLst>
                <a:path w="8382000" h="4752975">
                  <a:moveTo>
                    <a:pt x="0" y="0"/>
                  </a:moveTo>
                  <a:lnTo>
                    <a:pt x="8382000" y="4752975"/>
                  </a:lnTo>
                  <a:lnTo>
                    <a:pt x="0" y="4752975"/>
                  </a:lnTo>
                  <a:close/>
                </a:path>
              </a:pathLst>
            </a:custGeom>
            <a:solidFill>
              <a:srgbClr val="FCFCF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deco-wedge-r"/>
            <p:cNvSpPr/>
            <p:nvPr/>
          </p:nvSpPr>
          <p:spPr>
            <a:xfrm>
              <a:off x="17145000" y="11906250"/>
              <a:ext cx="13325475" cy="5229225"/>
            </a:xfrm>
            <a:custGeom>
              <a:avLst/>
              <a:gdLst/>
              <a:ahLst/>
              <a:cxnLst/>
              <a:rect l="l" t="t" r="r" b="b"/>
              <a:pathLst>
                <a:path w="13325475" h="5229225">
                  <a:moveTo>
                    <a:pt x="0" y="95250"/>
                  </a:moveTo>
                  <a:lnTo>
                    <a:pt x="6191250" y="5229225"/>
                  </a:lnTo>
                  <a:lnTo>
                    <a:pt x="13325475" y="5229225"/>
                  </a:lnTo>
                  <a:lnTo>
                    <a:pt x="13325475" y="0"/>
                  </a:lnTo>
                  <a:close/>
                </a:path>
              </a:pathLst>
            </a:custGeom>
            <a:solidFill>
              <a:srgbClr val="FDFD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blue-block"/>
            <p:cNvSpPr/>
            <p:nvPr/>
          </p:nvSpPr>
          <p:spPr>
            <a:xfrm>
              <a:off x="914400" y="885825"/>
              <a:ext cx="28632150" cy="10601325"/>
            </a:xfrm>
            <a:prstGeom prst="rect">
              <a:avLst/>
            </a:prstGeom>
            <a:solidFill>
              <a:srgbClr val="0B38B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wm-chart-l"/>
            <p:cNvSpPr/>
            <p:nvPr/>
          </p:nvSpPr>
          <p:spPr>
            <a:xfrm>
              <a:off x="5334000" y="8572500"/>
              <a:ext cx="7048500" cy="1714500"/>
            </a:xfrm>
            <a:custGeom>
              <a:avLst/>
              <a:gdLst/>
              <a:ahLst/>
              <a:cxnLst/>
              <a:rect l="l" t="t" r="r" b="b"/>
              <a:pathLst>
                <a:path w="7048500" h="1714500">
                  <a:moveTo>
                    <a:pt x="0" y="1714500"/>
                  </a:moveTo>
                  <a:lnTo>
                    <a:pt x="1333500" y="1047750"/>
                  </a:lnTo>
                  <a:lnTo>
                    <a:pt x="2476500" y="1524000"/>
                  </a:lnTo>
                  <a:lnTo>
                    <a:pt x="3810000" y="476250"/>
                  </a:lnTo>
                  <a:lnTo>
                    <a:pt x="4953000" y="1047750"/>
                  </a:lnTo>
                  <a:lnTo>
                    <a:pt x="6096000" y="0"/>
                  </a:lnTo>
                  <a:lnTo>
                    <a:pt x="7048500" y="571500"/>
                  </a:lnTo>
                </a:path>
              </a:pathLst>
            </a:custGeom>
            <a:noFill/>
            <a:ln w="28575">
              <a:solidFill>
                <a:srgbClr val="5C86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wm-chart-l2"/>
            <p:cNvSpPr/>
            <p:nvPr/>
          </p:nvSpPr>
          <p:spPr>
            <a:xfrm>
              <a:off x="4953000" y="8953500"/>
              <a:ext cx="7048500" cy="1714500"/>
            </a:xfrm>
            <a:custGeom>
              <a:avLst/>
              <a:gdLst/>
              <a:ahLst/>
              <a:cxnLst/>
              <a:rect l="l" t="t" r="r" b="b"/>
              <a:pathLst>
                <a:path w="7048500" h="1714500">
                  <a:moveTo>
                    <a:pt x="0" y="1714500"/>
                  </a:moveTo>
                  <a:lnTo>
                    <a:pt x="1333500" y="1047750"/>
                  </a:lnTo>
                  <a:lnTo>
                    <a:pt x="2476500" y="1524000"/>
                  </a:lnTo>
                  <a:lnTo>
                    <a:pt x="3810000" y="476250"/>
                  </a:lnTo>
                  <a:lnTo>
                    <a:pt x="4953000" y="1047750"/>
                  </a:lnTo>
                  <a:lnTo>
                    <a:pt x="6096000" y="0"/>
                  </a:lnTo>
                  <a:lnTo>
                    <a:pt x="7048500" y="571500"/>
                  </a:lnTo>
                </a:path>
              </a:pathLst>
            </a:custGeom>
            <a:noFill/>
            <a:ln w="19050">
              <a:solidFill>
                <a:srgbClr val="5C86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9" name="wm-candle-0"/>
            <p:cNvCxnSpPr/>
            <p:nvPr/>
          </p:nvCxnSpPr>
          <p:spPr>
            <a:xfrm>
              <a:off x="5715000" y="10096500"/>
              <a:ext cx="0" cy="1143000"/>
            </a:xfrm>
            <a:prstGeom prst="line">
              <a:avLst/>
            </a:prstGeom>
            <a:ln w="38100">
              <a:solidFill>
                <a:srgbClr val="5C86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wm-candlebody-0"/>
            <p:cNvSpPr/>
            <p:nvPr/>
          </p:nvSpPr>
          <p:spPr>
            <a:xfrm>
              <a:off x="5638800" y="10382250"/>
              <a:ext cx="152400" cy="285750"/>
            </a:xfrm>
            <a:prstGeom prst="rect">
              <a:avLst/>
            </a:prstGeom>
            <a:solidFill>
              <a:srgbClr val="5C86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1" name="wm-candle-1"/>
            <p:cNvCxnSpPr/>
            <p:nvPr/>
          </p:nvCxnSpPr>
          <p:spPr>
            <a:xfrm>
              <a:off x="6286500" y="9620250"/>
              <a:ext cx="0" cy="1619250"/>
            </a:xfrm>
            <a:prstGeom prst="line">
              <a:avLst/>
            </a:prstGeom>
            <a:ln w="38100">
              <a:solidFill>
                <a:srgbClr val="5C86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wm-candlebody-1"/>
            <p:cNvSpPr/>
            <p:nvPr/>
          </p:nvSpPr>
          <p:spPr>
            <a:xfrm>
              <a:off x="6210300" y="10144125"/>
              <a:ext cx="152400" cy="523875"/>
            </a:xfrm>
            <a:prstGeom prst="rect">
              <a:avLst/>
            </a:prstGeom>
            <a:solidFill>
              <a:srgbClr val="5C86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wm-candle-2"/>
            <p:cNvCxnSpPr/>
            <p:nvPr/>
          </p:nvCxnSpPr>
          <p:spPr>
            <a:xfrm>
              <a:off x="6858000" y="10287000"/>
              <a:ext cx="0" cy="952500"/>
            </a:xfrm>
            <a:prstGeom prst="line">
              <a:avLst/>
            </a:prstGeom>
            <a:ln w="38100">
              <a:solidFill>
                <a:srgbClr val="5C86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wm-candlebody-2"/>
            <p:cNvSpPr/>
            <p:nvPr/>
          </p:nvSpPr>
          <p:spPr>
            <a:xfrm>
              <a:off x="6781800" y="10477500"/>
              <a:ext cx="152400" cy="190500"/>
            </a:xfrm>
            <a:prstGeom prst="rect">
              <a:avLst/>
            </a:prstGeom>
            <a:solidFill>
              <a:srgbClr val="5C86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5" name="wm-candle-3"/>
            <p:cNvCxnSpPr/>
            <p:nvPr/>
          </p:nvCxnSpPr>
          <p:spPr>
            <a:xfrm>
              <a:off x="7429500" y="9763125"/>
              <a:ext cx="0" cy="1476375"/>
            </a:xfrm>
            <a:prstGeom prst="line">
              <a:avLst/>
            </a:prstGeom>
            <a:ln w="38100">
              <a:solidFill>
                <a:srgbClr val="5C86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wm-candlebody-3"/>
            <p:cNvSpPr/>
            <p:nvPr/>
          </p:nvSpPr>
          <p:spPr>
            <a:xfrm>
              <a:off x="7353300" y="10220325"/>
              <a:ext cx="152400" cy="447675"/>
            </a:xfrm>
            <a:prstGeom prst="rect">
              <a:avLst/>
            </a:prstGeom>
            <a:solidFill>
              <a:srgbClr val="5C86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7" name="wm-candle-4"/>
            <p:cNvCxnSpPr/>
            <p:nvPr/>
          </p:nvCxnSpPr>
          <p:spPr>
            <a:xfrm>
              <a:off x="8001000" y="10144125"/>
              <a:ext cx="0" cy="1095375"/>
            </a:xfrm>
            <a:prstGeom prst="line">
              <a:avLst/>
            </a:prstGeom>
            <a:ln w="38100">
              <a:solidFill>
                <a:srgbClr val="5C86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wm-candlebody-4"/>
            <p:cNvSpPr/>
            <p:nvPr/>
          </p:nvSpPr>
          <p:spPr>
            <a:xfrm>
              <a:off x="7924800" y="10410825"/>
              <a:ext cx="152400" cy="257175"/>
            </a:xfrm>
            <a:prstGeom prst="rect">
              <a:avLst/>
            </a:prstGeom>
            <a:solidFill>
              <a:srgbClr val="5C86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9" name="wm-candle-5"/>
            <p:cNvCxnSpPr/>
            <p:nvPr/>
          </p:nvCxnSpPr>
          <p:spPr>
            <a:xfrm>
              <a:off x="8572500" y="9429750"/>
              <a:ext cx="0" cy="1809750"/>
            </a:xfrm>
            <a:prstGeom prst="line">
              <a:avLst/>
            </a:prstGeom>
            <a:ln w="38100">
              <a:solidFill>
                <a:srgbClr val="5C86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wm-candlebody-5"/>
            <p:cNvSpPr/>
            <p:nvPr/>
          </p:nvSpPr>
          <p:spPr>
            <a:xfrm>
              <a:off x="8496300" y="10048875"/>
              <a:ext cx="152400" cy="619125"/>
            </a:xfrm>
            <a:prstGeom prst="rect">
              <a:avLst/>
            </a:prstGeom>
            <a:solidFill>
              <a:srgbClr val="5C86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1" name="wm-candle-6"/>
            <p:cNvCxnSpPr/>
            <p:nvPr/>
          </p:nvCxnSpPr>
          <p:spPr>
            <a:xfrm>
              <a:off x="9144000" y="10001250"/>
              <a:ext cx="0" cy="1238250"/>
            </a:xfrm>
            <a:prstGeom prst="line">
              <a:avLst/>
            </a:prstGeom>
            <a:ln w="38100">
              <a:solidFill>
                <a:srgbClr val="5C86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wm-candlebody-6"/>
            <p:cNvSpPr/>
            <p:nvPr/>
          </p:nvSpPr>
          <p:spPr>
            <a:xfrm>
              <a:off x="9067800" y="10334625"/>
              <a:ext cx="152400" cy="333375"/>
            </a:xfrm>
            <a:prstGeom prst="rect">
              <a:avLst/>
            </a:prstGeom>
            <a:solidFill>
              <a:srgbClr val="5C86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wm-candle-7"/>
            <p:cNvCxnSpPr/>
            <p:nvPr/>
          </p:nvCxnSpPr>
          <p:spPr>
            <a:xfrm>
              <a:off x="9715500" y="9667875"/>
              <a:ext cx="0" cy="1571625"/>
            </a:xfrm>
            <a:prstGeom prst="line">
              <a:avLst/>
            </a:prstGeom>
            <a:ln w="38100">
              <a:solidFill>
                <a:srgbClr val="5C86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wm-candlebody-7"/>
            <p:cNvSpPr/>
            <p:nvPr/>
          </p:nvSpPr>
          <p:spPr>
            <a:xfrm>
              <a:off x="9639300" y="10172700"/>
              <a:ext cx="152400" cy="495300"/>
            </a:xfrm>
            <a:prstGeom prst="rect">
              <a:avLst/>
            </a:prstGeom>
            <a:solidFill>
              <a:srgbClr val="5C86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wm-candle-8"/>
            <p:cNvCxnSpPr/>
            <p:nvPr/>
          </p:nvCxnSpPr>
          <p:spPr>
            <a:xfrm>
              <a:off x="10287000" y="10239375"/>
              <a:ext cx="0" cy="1000125"/>
            </a:xfrm>
            <a:prstGeom prst="line">
              <a:avLst/>
            </a:prstGeom>
            <a:ln w="38100">
              <a:solidFill>
                <a:srgbClr val="5C86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wm-candlebody-8"/>
            <p:cNvSpPr/>
            <p:nvPr/>
          </p:nvSpPr>
          <p:spPr>
            <a:xfrm>
              <a:off x="10210800" y="10458450"/>
              <a:ext cx="152400" cy="209550"/>
            </a:xfrm>
            <a:prstGeom prst="rect">
              <a:avLst/>
            </a:prstGeom>
            <a:solidFill>
              <a:srgbClr val="5C86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27" name="wm-candle-9"/>
            <p:cNvCxnSpPr/>
            <p:nvPr/>
          </p:nvCxnSpPr>
          <p:spPr>
            <a:xfrm>
              <a:off x="10858500" y="9810750"/>
              <a:ext cx="0" cy="1428750"/>
            </a:xfrm>
            <a:prstGeom prst="line">
              <a:avLst/>
            </a:prstGeom>
            <a:ln w="38100">
              <a:solidFill>
                <a:srgbClr val="5C86E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wm-candlebody-9"/>
            <p:cNvSpPr/>
            <p:nvPr/>
          </p:nvSpPr>
          <p:spPr>
            <a:xfrm>
              <a:off x="10782300" y="10239375"/>
              <a:ext cx="152400" cy="428625"/>
            </a:xfrm>
            <a:prstGeom prst="rect">
              <a:avLst/>
            </a:prstGeom>
            <a:solidFill>
              <a:srgbClr val="5C86E8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wm-globe-0"/>
            <p:cNvSpPr/>
            <p:nvPr/>
          </p:nvSpPr>
          <p:spPr>
            <a:xfrm>
              <a:off x="25241250" y="8477250"/>
              <a:ext cx="2095500" cy="2095500"/>
            </a:xfrm>
            <a:prstGeom prst="ellipse">
              <a:avLst/>
            </a:prstGeom>
            <a:noFill/>
            <a:ln w="28575">
              <a:solidFill>
                <a:srgbClr val="5C86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wm-globe-1"/>
            <p:cNvSpPr/>
            <p:nvPr/>
          </p:nvSpPr>
          <p:spPr>
            <a:xfrm>
              <a:off x="24622125" y="7858125"/>
              <a:ext cx="3333750" cy="3333750"/>
            </a:xfrm>
            <a:prstGeom prst="ellipse">
              <a:avLst/>
            </a:prstGeom>
            <a:noFill/>
            <a:ln w="28575">
              <a:solidFill>
                <a:srgbClr val="5C86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wm-globe-2"/>
            <p:cNvSpPr/>
            <p:nvPr/>
          </p:nvSpPr>
          <p:spPr>
            <a:xfrm>
              <a:off x="24003000" y="7239000"/>
              <a:ext cx="4572000" cy="4572000"/>
            </a:xfrm>
            <a:prstGeom prst="ellipse">
              <a:avLst/>
            </a:prstGeom>
            <a:noFill/>
            <a:ln w="28575">
              <a:solidFill>
                <a:srgbClr val="5C86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wm-globe-v"/>
            <p:cNvSpPr/>
            <p:nvPr/>
          </p:nvSpPr>
          <p:spPr>
            <a:xfrm>
              <a:off x="25622250" y="7239000"/>
              <a:ext cx="1333500" cy="4572000"/>
            </a:xfrm>
            <a:prstGeom prst="ellipse">
              <a:avLst/>
            </a:prstGeom>
            <a:noFill/>
            <a:ln w="19050">
              <a:solidFill>
                <a:srgbClr val="5C86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wm-chart-top"/>
            <p:cNvSpPr/>
            <p:nvPr/>
          </p:nvSpPr>
          <p:spPr>
            <a:xfrm>
              <a:off x="4953000" y="1524000"/>
              <a:ext cx="6858000" cy="952500"/>
            </a:xfrm>
            <a:custGeom>
              <a:avLst/>
              <a:gdLst/>
              <a:ahLst/>
              <a:cxnLst/>
              <a:rect l="l" t="t" r="r" b="b"/>
              <a:pathLst>
                <a:path w="6858000" h="952500">
                  <a:moveTo>
                    <a:pt x="0" y="952500"/>
                  </a:moveTo>
                  <a:lnTo>
                    <a:pt x="1143000" y="381000"/>
                  </a:lnTo>
                  <a:lnTo>
                    <a:pt x="2286000" y="857250"/>
                  </a:lnTo>
                  <a:lnTo>
                    <a:pt x="3429000" y="95250"/>
                  </a:lnTo>
                  <a:lnTo>
                    <a:pt x="4572000" y="666750"/>
                  </a:lnTo>
                  <a:lnTo>
                    <a:pt x="5715000" y="0"/>
                  </a:lnTo>
                  <a:lnTo>
                    <a:pt x="6858000" y="476250"/>
                  </a:lnTo>
                </a:path>
              </a:pathLst>
            </a:custGeom>
            <a:noFill/>
            <a:ln w="28575">
              <a:solidFill>
                <a:srgbClr val="5C86E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wm-highlight"/>
            <p:cNvSpPr/>
            <p:nvPr/>
          </p:nvSpPr>
          <p:spPr>
            <a:xfrm>
              <a:off x="22574250" y="4095750"/>
              <a:ext cx="6572250" cy="2000250"/>
            </a:xfrm>
            <a:custGeom>
              <a:avLst/>
              <a:gdLst/>
              <a:ahLst/>
              <a:cxnLst/>
              <a:rect l="l" t="t" r="r" b="b"/>
              <a:pathLst>
                <a:path w="6572250" h="2000250">
                  <a:moveTo>
                    <a:pt x="571500" y="0"/>
                  </a:moveTo>
                  <a:lnTo>
                    <a:pt x="6572250" y="0"/>
                  </a:lnTo>
                  <a:lnTo>
                    <a:pt x="6000750" y="2000250"/>
                  </a:lnTo>
                  <a:lnTo>
                    <a:pt x="0" y="2000250"/>
                  </a:lnTo>
                  <a:close/>
                </a:path>
              </a:pathLst>
            </a:custGeom>
            <a:solidFill>
              <a:srgbClr val="FFFFFF">
                <a:alpha val="5000"/>
              </a:srgb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title"/>
            <p:cNvSpPr txBox="1"/>
            <p:nvPr/>
          </p:nvSpPr>
          <p:spPr>
            <a:xfrm>
              <a:off x="2333625" y="4152900"/>
              <a:ext cx="25755600" cy="2247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1500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智慧零售数字化转型项目计划</a:t>
              </a:r>
            </a:p>
          </p:txBody>
        </p:sp>
        <p:sp>
          <p:nvSpPr>
            <p:cNvPr id="36" name="rule-under-title"/>
            <p:cNvSpPr/>
            <p:nvPr/>
          </p:nvSpPr>
          <p:spPr>
            <a:xfrm>
              <a:off x="14058900" y="6724650"/>
              <a:ext cx="2343150" cy="1143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subtitle"/>
            <p:cNvSpPr txBox="1"/>
            <p:nvPr/>
          </p:nvSpPr>
          <p:spPr>
            <a:xfrm>
              <a:off x="10953750" y="7029450"/>
              <a:ext cx="8572500" cy="10668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7050" b="1" i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驱动增长，重塑体验</a:t>
              </a:r>
            </a:p>
          </p:txBody>
        </p:sp>
        <p:sp>
          <p:nvSpPr>
            <p:cNvPr id="38" name="yellow-band"/>
            <p:cNvSpPr/>
            <p:nvPr/>
          </p:nvSpPr>
          <p:spPr>
            <a:xfrm>
              <a:off x="914400" y="11506200"/>
              <a:ext cx="28632150" cy="238125"/>
            </a:xfrm>
            <a:prstGeom prst="rect">
              <a:avLst/>
            </a:prstGeom>
            <a:solidFill>
              <a:srgbClr val="FDB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pill"/>
            <p:cNvSpPr/>
            <p:nvPr/>
          </p:nvSpPr>
          <p:spPr>
            <a:xfrm>
              <a:off x="12144375" y="11125200"/>
              <a:ext cx="6172200" cy="981075"/>
            </a:xfrm>
            <a:prstGeom prst="roundRect">
              <a:avLst>
                <a:gd name="adj" fmla="val 49514"/>
              </a:avLst>
            </a:prstGeom>
            <a:solidFill>
              <a:srgbClr val="FDBC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pill-text"/>
            <p:cNvSpPr txBox="1"/>
            <p:nvPr/>
          </p:nvSpPr>
          <p:spPr>
            <a:xfrm>
              <a:off x="12182475" y="11391900"/>
              <a:ext cx="6096000" cy="4381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ctr">
                <a:lnSpc>
                  <a:spcPct val="100000"/>
                </a:lnSpc>
              </a:pPr>
              <a:r>
                <a:rPr sz="2700" b="1" i="0">
                  <a:solidFill>
                    <a:srgbClr val="1A1A1A"/>
                  </a:solidFill>
                  <a:latin typeface="Microsoft YaHei"/>
                  <a:ea typeface="Microsoft YaHei"/>
                  <a:cs typeface="Microsoft YaHei"/>
                </a:rPr>
                <a:t>202X年XX | 演讲人：项目负责人</a:t>
              </a:r>
            </a:p>
          </p:txBody>
        </p:sp>
        <p:grpSp>
          <p:nvGrpSpPr>
            <p:cNvPr id="66" name="icon-clock"/>
            <p:cNvGrpSpPr/>
            <p:nvPr/>
          </p:nvGrpSpPr>
          <p:grpSpPr>
            <a:xfrm>
              <a:off x="1609725" y="14887575"/>
              <a:ext cx="704850" cy="704850"/>
              <a:chOff x="1609725" y="14887575"/>
              <a:chExt cx="704850" cy="704850"/>
            </a:xfrm>
          </p:grpSpPr>
          <p:sp>
            <p:nvSpPr>
              <p:cNvPr id="41" name="icon-clock-ring"/>
              <p:cNvSpPr/>
              <p:nvPr/>
            </p:nvSpPr>
            <p:spPr>
              <a:xfrm>
                <a:off x="1609725" y="14887575"/>
                <a:ext cx="704850" cy="704850"/>
              </a:xfrm>
              <a:prstGeom prst="ellipse">
                <a:avLst/>
              </a:prstGeom>
              <a:noFill/>
              <a:ln w="28575">
                <a:solidFill>
                  <a:srgbClr val="1B359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2" name="icon-clock-disk"/>
              <p:cNvSpPr/>
              <p:nvPr/>
            </p:nvSpPr>
            <p:spPr>
              <a:xfrm>
                <a:off x="1704975" y="14982825"/>
                <a:ext cx="514350" cy="514350"/>
              </a:xfrm>
              <a:prstGeom prst="ellipse">
                <a:avLst/>
              </a:prstGeom>
              <a:solidFill>
                <a:srgbClr val="1B359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cxnSp>
            <p:nvCxnSpPr>
              <p:cNvPr id="43" name="icon-clock-hand1"/>
              <p:cNvCxnSpPr/>
              <p:nvPr/>
            </p:nvCxnSpPr>
            <p:spPr>
              <a:xfrm flipV="1">
                <a:off x="1962150" y="15078075"/>
                <a:ext cx="0" cy="161925"/>
              </a:xfrm>
              <a:prstGeom prst="line">
                <a:avLst/>
              </a:prstGeom>
              <a:ln w="38100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icon-clock-hand2"/>
              <p:cNvCxnSpPr/>
              <p:nvPr/>
            </p:nvCxnSpPr>
            <p:spPr>
              <a:xfrm>
                <a:off x="1962150" y="15240000"/>
                <a:ext cx="123825" cy="85725"/>
              </a:xfrm>
              <a:prstGeom prst="line">
                <a:avLst/>
              </a:prstGeom>
              <a:ln w="38100">
                <a:solidFill>
                  <a:srgbClr val="FFFFFF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icon-person"/>
            <p:cNvGrpSpPr/>
            <p:nvPr/>
          </p:nvGrpSpPr>
          <p:grpSpPr>
            <a:xfrm>
              <a:off x="2647950" y="14887575"/>
              <a:ext cx="704850" cy="704850"/>
              <a:chOff x="2647950" y="14887575"/>
              <a:chExt cx="704850" cy="704850"/>
            </a:xfrm>
          </p:grpSpPr>
          <p:sp>
            <p:nvSpPr>
              <p:cNvPr id="45" name="icon-person-ring"/>
              <p:cNvSpPr/>
              <p:nvPr/>
            </p:nvSpPr>
            <p:spPr>
              <a:xfrm>
                <a:off x="2647950" y="14887575"/>
                <a:ext cx="704850" cy="704850"/>
              </a:xfrm>
              <a:prstGeom prst="ellipse">
                <a:avLst/>
              </a:prstGeom>
              <a:noFill/>
              <a:ln w="28575">
                <a:solidFill>
                  <a:srgbClr val="1B359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6" name="icon-person-head"/>
              <p:cNvSpPr/>
              <p:nvPr/>
            </p:nvSpPr>
            <p:spPr>
              <a:xfrm>
                <a:off x="2895600" y="15030450"/>
                <a:ext cx="209550" cy="228600"/>
              </a:xfrm>
              <a:prstGeom prst="ellipse">
                <a:avLst/>
              </a:prstGeom>
              <a:solidFill>
                <a:srgbClr val="1B359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7" name="icon-person-body"/>
              <p:cNvSpPr/>
              <p:nvPr/>
            </p:nvSpPr>
            <p:spPr>
              <a:xfrm>
                <a:off x="2771775" y="15259050"/>
                <a:ext cx="457200" cy="209550"/>
              </a:xfrm>
              <a:custGeom>
                <a:avLst/>
                <a:gdLst/>
                <a:ahLst/>
                <a:cxnLst/>
                <a:rect l="l" t="t" r="r" b="b"/>
                <a:pathLst>
                  <a:path w="457200" h="209550">
                    <a:moveTo>
                      <a:pt x="0" y="200025"/>
                    </a:moveTo>
                    <a:lnTo>
                      <a:pt x="2857" y="168592"/>
                    </a:lnTo>
                    <a:lnTo>
                      <a:pt x="11430" y="138112"/>
                    </a:lnTo>
                    <a:lnTo>
                      <a:pt x="24765" y="109538"/>
                    </a:lnTo>
                    <a:lnTo>
                      <a:pt x="43815" y="82868"/>
                    </a:lnTo>
                    <a:lnTo>
                      <a:pt x="66675" y="59055"/>
                    </a:lnTo>
                    <a:lnTo>
                      <a:pt x="94297" y="38100"/>
                    </a:lnTo>
                    <a:lnTo>
                      <a:pt x="124777" y="21908"/>
                    </a:lnTo>
                    <a:lnTo>
                      <a:pt x="158115" y="9525"/>
                    </a:lnTo>
                    <a:lnTo>
                      <a:pt x="192405" y="2858"/>
                    </a:lnTo>
                    <a:lnTo>
                      <a:pt x="228600" y="0"/>
                    </a:lnTo>
                    <a:lnTo>
                      <a:pt x="264795" y="2858"/>
                    </a:lnTo>
                    <a:lnTo>
                      <a:pt x="299085" y="9525"/>
                    </a:lnTo>
                    <a:lnTo>
                      <a:pt x="332423" y="21908"/>
                    </a:lnTo>
                    <a:lnTo>
                      <a:pt x="362903" y="38100"/>
                    </a:lnTo>
                    <a:lnTo>
                      <a:pt x="390525" y="59055"/>
                    </a:lnTo>
                    <a:lnTo>
                      <a:pt x="413385" y="82868"/>
                    </a:lnTo>
                    <a:lnTo>
                      <a:pt x="432435" y="109538"/>
                    </a:lnTo>
                    <a:lnTo>
                      <a:pt x="445770" y="138112"/>
                    </a:lnTo>
                    <a:lnTo>
                      <a:pt x="454343" y="168592"/>
                    </a:lnTo>
                    <a:lnTo>
                      <a:pt x="457200" y="200025"/>
                    </a:lnTo>
                    <a:lnTo>
                      <a:pt x="457200" y="209550"/>
                    </a:lnTo>
                    <a:lnTo>
                      <a:pt x="0" y="209550"/>
                    </a:lnTo>
                    <a:close/>
                  </a:path>
                </a:pathLst>
              </a:custGeom>
              <a:solidFill>
                <a:srgbClr val="1B359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48" name="icon-person-neck"/>
              <p:cNvSpPr/>
              <p:nvPr/>
            </p:nvSpPr>
            <p:spPr>
              <a:xfrm>
                <a:off x="2924175" y="15249525"/>
                <a:ext cx="1524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14300">
                    <a:moveTo>
                      <a:pt x="0" y="0"/>
                    </a:moveTo>
                    <a:lnTo>
                      <a:pt x="152400" y="0"/>
                    </a:lnTo>
                    <a:lnTo>
                      <a:pt x="76200" y="1143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65" name="icon-pin"/>
            <p:cNvGrpSpPr/>
            <p:nvPr/>
          </p:nvGrpSpPr>
          <p:grpSpPr>
            <a:xfrm>
              <a:off x="3676650" y="14887575"/>
              <a:ext cx="704850" cy="704850"/>
              <a:chOff x="3676650" y="14887575"/>
              <a:chExt cx="704850" cy="704850"/>
            </a:xfrm>
          </p:grpSpPr>
          <p:sp>
            <p:nvSpPr>
              <p:cNvPr id="49" name="icon-pin-ring"/>
              <p:cNvSpPr/>
              <p:nvPr/>
            </p:nvSpPr>
            <p:spPr>
              <a:xfrm>
                <a:off x="3676650" y="14887575"/>
                <a:ext cx="704850" cy="704850"/>
              </a:xfrm>
              <a:prstGeom prst="ellipse">
                <a:avLst/>
              </a:prstGeom>
              <a:noFill/>
              <a:ln w="28575">
                <a:solidFill>
                  <a:srgbClr val="1B3594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0" name="icon-pin-head"/>
              <p:cNvSpPr/>
              <p:nvPr/>
            </p:nvSpPr>
            <p:spPr>
              <a:xfrm>
                <a:off x="3838575" y="14973300"/>
                <a:ext cx="381000" cy="381000"/>
              </a:xfrm>
              <a:prstGeom prst="ellipse">
                <a:avLst/>
              </a:prstGeom>
              <a:solidFill>
                <a:srgbClr val="1B359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1" name="icon-pin-tip"/>
              <p:cNvSpPr/>
              <p:nvPr/>
            </p:nvSpPr>
            <p:spPr>
              <a:xfrm>
                <a:off x="3905250" y="15268575"/>
                <a:ext cx="247650" cy="21907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219075">
                    <a:moveTo>
                      <a:pt x="0" y="0"/>
                    </a:moveTo>
                    <a:lnTo>
                      <a:pt x="247650" y="0"/>
                    </a:lnTo>
                    <a:lnTo>
                      <a:pt x="123825" y="219075"/>
                    </a:lnTo>
                    <a:close/>
                  </a:path>
                </a:pathLst>
              </a:custGeom>
              <a:solidFill>
                <a:srgbClr val="1B359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52" name="icon-pin-hole"/>
              <p:cNvSpPr/>
              <p:nvPr/>
            </p:nvSpPr>
            <p:spPr>
              <a:xfrm>
                <a:off x="3943350" y="15078075"/>
                <a:ext cx="171450" cy="17145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cxnSp>
          <p:nvCxnSpPr>
            <p:cNvPr id="53" name="slash-0"/>
            <p:cNvCxnSpPr/>
            <p:nvPr/>
          </p:nvCxnSpPr>
          <p:spPr>
            <a:xfrm flipV="1">
              <a:off x="26012775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lash-1"/>
            <p:cNvCxnSpPr/>
            <p:nvPr/>
          </p:nvCxnSpPr>
          <p:spPr>
            <a:xfrm flipV="1">
              <a:off x="26289000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lash-2"/>
            <p:cNvCxnSpPr/>
            <p:nvPr/>
          </p:nvCxnSpPr>
          <p:spPr>
            <a:xfrm flipV="1">
              <a:off x="26565225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lash-3"/>
            <p:cNvCxnSpPr/>
            <p:nvPr/>
          </p:nvCxnSpPr>
          <p:spPr>
            <a:xfrm flipV="1">
              <a:off x="26841450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lash-4"/>
            <p:cNvCxnSpPr/>
            <p:nvPr/>
          </p:nvCxnSpPr>
          <p:spPr>
            <a:xfrm flipV="1">
              <a:off x="27117675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lash-5"/>
            <p:cNvCxnSpPr/>
            <p:nvPr/>
          </p:nvCxnSpPr>
          <p:spPr>
            <a:xfrm flipV="1">
              <a:off x="27393900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lash-6"/>
            <p:cNvCxnSpPr/>
            <p:nvPr/>
          </p:nvCxnSpPr>
          <p:spPr>
            <a:xfrm flipV="1">
              <a:off x="27670125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lash-7"/>
            <p:cNvCxnSpPr/>
            <p:nvPr/>
          </p:nvCxnSpPr>
          <p:spPr>
            <a:xfrm flipV="1">
              <a:off x="27946350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lash-8"/>
            <p:cNvCxnSpPr/>
            <p:nvPr/>
          </p:nvCxnSpPr>
          <p:spPr>
            <a:xfrm flipV="1">
              <a:off x="28222575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lash-9"/>
            <p:cNvCxnSpPr/>
            <p:nvPr/>
          </p:nvCxnSpPr>
          <p:spPr>
            <a:xfrm flipV="1">
              <a:off x="28498800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lash-10"/>
            <p:cNvCxnSpPr/>
            <p:nvPr/>
          </p:nvCxnSpPr>
          <p:spPr>
            <a:xfrm flipV="1">
              <a:off x="28775025" y="14992350"/>
              <a:ext cx="209550" cy="476250"/>
            </a:xfrm>
            <a:prstGeom prst="line">
              <a:avLst/>
            </a:prstGeom>
            <a:ln w="66675">
              <a:solidFill>
                <a:srgbClr val="0B38B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