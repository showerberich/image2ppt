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6" name="cover"/>
          <p:cNvGrpSpPr/>
          <p:nvPr/>
        </p:nvGrpSpPr>
        <p:grpSpPr>
          <a:xfrm>
            <a:off x="885825" y="1600200"/>
            <a:ext cx="28889325" cy="13954125"/>
            <a:chOff x="885825" y="1600200"/>
            <a:chExt cx="28889325" cy="13954125"/>
          </a:xfrm>
        </p:grpSpPr>
        <p:sp>
          <p:nvSpPr>
            <p:cNvPr id="3" name="bar-left"/>
            <p:cNvSpPr/>
            <p:nvPr/>
          </p:nvSpPr>
          <p:spPr>
            <a:xfrm>
              <a:off x="885825" y="5781675"/>
              <a:ext cx="1809750" cy="5629275"/>
            </a:xfrm>
            <a:prstGeom prst="rect">
              <a:avLst/>
            </a:prstGeom>
            <a:solidFill>
              <a:srgbClr val="0A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nel-blue"/>
            <p:cNvSpPr/>
            <p:nvPr/>
          </p:nvSpPr>
          <p:spPr>
            <a:xfrm>
              <a:off x="8991600" y="5781675"/>
              <a:ext cx="20583525" cy="5629275"/>
            </a:xfrm>
            <a:prstGeom prst="rect">
              <a:avLst/>
            </a:prstGeom>
            <a:solidFill>
              <a:srgbClr val="0A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3" name="title-block"/>
            <p:cNvGrpSpPr/>
            <p:nvPr/>
          </p:nvGrpSpPr>
          <p:grpSpPr>
            <a:xfrm>
              <a:off x="8991600" y="4810125"/>
              <a:ext cx="20783550" cy="7524750"/>
              <a:chOff x="8991600" y="4810125"/>
              <a:chExt cx="20783550" cy="7524750"/>
            </a:xfrm>
          </p:grpSpPr>
          <p:sp>
            <p:nvSpPr>
              <p:cNvPr id="5" name="wm-part-01"/>
              <p:cNvSpPr txBox="1"/>
              <p:nvPr/>
            </p:nvSpPr>
            <p:spPr>
              <a:xfrm>
                <a:off x="9772650" y="4810125"/>
                <a:ext cx="20002500" cy="75247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5250" b="1" i="0" spc="2850">
                    <a:solidFill>
                      <a:srgbClr val="123FC0"/>
                    </a:solidFill>
                    <a:latin typeface="Microsoft YaHei"/>
                    <a:ea typeface="Microsoft YaHei"/>
                    <a:cs typeface="Microsoft YaHei"/>
                  </a:rPr>
                  <a:t>PART 01</a:t>
                </a:r>
              </a:p>
            </p:txBody>
          </p:sp>
          <p:sp>
            <p:nvSpPr>
              <p:cNvPr id="6" name="title-项目概述"/>
              <p:cNvSpPr txBox="1"/>
              <p:nvPr/>
            </p:nvSpPr>
            <p:spPr>
              <a:xfrm>
                <a:off x="8991600" y="6604635"/>
                <a:ext cx="20583525" cy="40005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9447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项目概述</a:t>
                </a:r>
              </a:p>
            </p:txBody>
          </p:sp>
        </p:grpSp>
        <p:sp>
          <p:nvSpPr>
            <p:cNvPr id="7" name="num-01"/>
            <p:cNvSpPr txBox="1"/>
            <p:nvPr/>
          </p:nvSpPr>
          <p:spPr>
            <a:xfrm>
              <a:off x="3207068" y="5411152"/>
              <a:ext cx="6096000" cy="6324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312" b="1" i="0" spc="2520">
                  <a:solidFill>
                    <a:srgbClr val="FDBC00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grpSp>
          <p:nvGrpSpPr>
            <p:cNvPr id="24" name="dots"/>
            <p:cNvGrpSpPr/>
            <p:nvPr/>
          </p:nvGrpSpPr>
          <p:grpSpPr>
            <a:xfrm>
              <a:off x="26946225" y="1600200"/>
              <a:ext cx="1847850" cy="438150"/>
              <a:chOff x="26946225" y="1600200"/>
              <a:chExt cx="1847850" cy="438150"/>
            </a:xfrm>
          </p:grpSpPr>
          <p:sp>
            <p:nvSpPr>
              <p:cNvPr id="8" name="dot-1"/>
              <p:cNvSpPr/>
              <p:nvPr/>
            </p:nvSpPr>
            <p:spPr>
              <a:xfrm>
                <a:off x="26946225" y="1600200"/>
                <a:ext cx="438150" cy="438150"/>
              </a:xfrm>
              <a:prstGeom prst="ellipse">
                <a:avLst/>
              </a:prstGeom>
              <a:solidFill>
                <a:srgbClr val="FDBC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dot-2"/>
              <p:cNvSpPr/>
              <p:nvPr/>
            </p:nvSpPr>
            <p:spPr>
              <a:xfrm>
                <a:off x="27651075" y="1600200"/>
                <a:ext cx="438150" cy="438150"/>
              </a:xfrm>
              <a:prstGeom prst="ellipse">
                <a:avLst/>
              </a:prstGeom>
              <a:solidFill>
                <a:srgbClr val="0A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dot-3"/>
              <p:cNvSpPr/>
              <p:nvPr/>
            </p:nvSpPr>
            <p:spPr>
              <a:xfrm>
                <a:off x="28355925" y="1600200"/>
                <a:ext cx="438150" cy="43815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" name="slashes"/>
            <p:cNvGrpSpPr/>
            <p:nvPr/>
          </p:nvGrpSpPr>
          <p:grpSpPr>
            <a:xfrm>
              <a:off x="25784175" y="15078075"/>
              <a:ext cx="3052763" cy="476250"/>
              <a:chOff x="25784175" y="15078075"/>
              <a:chExt cx="3052763" cy="476250"/>
            </a:xfrm>
          </p:grpSpPr>
          <p:cxnSp>
            <p:nvCxnSpPr>
              <p:cNvPr id="11" name="slash-01"/>
              <p:cNvCxnSpPr/>
              <p:nvPr/>
            </p:nvCxnSpPr>
            <p:spPr>
              <a:xfrm flipV="1">
                <a:off x="25784175" y="15078075"/>
                <a:ext cx="290513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lash-02"/>
              <p:cNvCxnSpPr/>
              <p:nvPr/>
            </p:nvCxnSpPr>
            <p:spPr>
              <a:xfrm flipV="1">
                <a:off x="26060400" y="15078075"/>
                <a:ext cx="290512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lash-03"/>
              <p:cNvCxnSpPr/>
              <p:nvPr/>
            </p:nvCxnSpPr>
            <p:spPr>
              <a:xfrm flipV="1">
                <a:off x="26336625" y="15078075"/>
                <a:ext cx="290513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lash-04"/>
              <p:cNvCxnSpPr/>
              <p:nvPr/>
            </p:nvCxnSpPr>
            <p:spPr>
              <a:xfrm flipV="1">
                <a:off x="26612850" y="15078075"/>
                <a:ext cx="290512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lash-05"/>
              <p:cNvCxnSpPr/>
              <p:nvPr/>
            </p:nvCxnSpPr>
            <p:spPr>
              <a:xfrm flipV="1">
                <a:off x="26889075" y="15078075"/>
                <a:ext cx="290513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lash-06"/>
              <p:cNvCxnSpPr/>
              <p:nvPr/>
            </p:nvCxnSpPr>
            <p:spPr>
              <a:xfrm flipV="1">
                <a:off x="27165300" y="15078075"/>
                <a:ext cx="290512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lash-07"/>
              <p:cNvCxnSpPr/>
              <p:nvPr/>
            </p:nvCxnSpPr>
            <p:spPr>
              <a:xfrm flipV="1">
                <a:off x="27441525" y="15078075"/>
                <a:ext cx="290513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lash-08"/>
              <p:cNvCxnSpPr/>
              <p:nvPr/>
            </p:nvCxnSpPr>
            <p:spPr>
              <a:xfrm flipV="1">
                <a:off x="27717750" y="15078075"/>
                <a:ext cx="290512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lash-09"/>
              <p:cNvCxnSpPr/>
              <p:nvPr/>
            </p:nvCxnSpPr>
            <p:spPr>
              <a:xfrm flipV="1">
                <a:off x="27993975" y="15078075"/>
                <a:ext cx="290513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lash-10"/>
              <p:cNvCxnSpPr/>
              <p:nvPr/>
            </p:nvCxnSpPr>
            <p:spPr>
              <a:xfrm flipV="1">
                <a:off x="28270200" y="15078075"/>
                <a:ext cx="290512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lash-11"/>
              <p:cNvCxnSpPr/>
              <p:nvPr/>
            </p:nvCxnSpPr>
            <p:spPr>
              <a:xfrm flipV="1">
                <a:off x="28546425" y="15078075"/>
                <a:ext cx="290513" cy="476250"/>
              </a:xfrm>
              <a:prstGeom prst="line">
                <a:avLst/>
              </a:prstGeom>
              <a:ln w="61912">
                <a:solidFill>
                  <a:srgbClr val="0A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