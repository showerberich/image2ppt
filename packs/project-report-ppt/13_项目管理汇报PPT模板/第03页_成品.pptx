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35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3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-hologram" descr="_photo_photo_holo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62000"/>
            <a:ext cx="14249400" cy="12382500"/>
          </a:xfrm>
          <a:prstGeom prst="rect">
            <a:avLst/>
          </a:prstGeom>
          <a:effectLst/>
        </p:spPr>
      </p:pic>
      <p:sp>
        <p:nvSpPr>
          <p:cNvPr id="4" name="ribbon-part01"/>
          <p:cNvSpPr/>
          <p:nvPr/>
        </p:nvSpPr>
        <p:spPr>
          <a:xfrm>
            <a:off x="17735550" y="876300"/>
            <a:ext cx="11525250" cy="5429250"/>
          </a:xfrm>
          <a:custGeom>
            <a:avLst/>
            <a:gdLst/>
            <a:ahLst/>
            <a:cxnLst/>
            <a:rect l="l" t="t" r="r" b="b"/>
            <a:pathLst>
              <a:path w="11525250" h="5429250">
                <a:moveTo>
                  <a:pt x="0" y="0"/>
                </a:moveTo>
                <a:lnTo>
                  <a:pt x="11525250" y="0"/>
                </a:lnTo>
                <a:lnTo>
                  <a:pt x="11525250" y="1409700"/>
                </a:lnTo>
                <a:lnTo>
                  <a:pt x="9372600" y="5219700"/>
                </a:lnTo>
                <a:lnTo>
                  <a:pt x="9131618" y="5334952"/>
                </a:lnTo>
                <a:lnTo>
                  <a:pt x="9064942" y="5363528"/>
                </a:lnTo>
                <a:lnTo>
                  <a:pt x="8998268" y="5387340"/>
                </a:lnTo>
                <a:lnTo>
                  <a:pt x="8928735" y="5405438"/>
                </a:lnTo>
                <a:lnTo>
                  <a:pt x="8859202" y="5418772"/>
                </a:lnTo>
                <a:lnTo>
                  <a:pt x="8787765" y="5426392"/>
                </a:lnTo>
                <a:lnTo>
                  <a:pt x="8716328" y="5429250"/>
                </a:lnTo>
                <a:lnTo>
                  <a:pt x="3632835" y="5429250"/>
                </a:lnTo>
                <a:lnTo>
                  <a:pt x="3552825" y="5426392"/>
                </a:lnTo>
                <a:lnTo>
                  <a:pt x="3473768" y="5418772"/>
                </a:lnTo>
                <a:lnTo>
                  <a:pt x="3395662" y="5405438"/>
                </a:lnTo>
                <a:lnTo>
                  <a:pt x="3318510" y="5387340"/>
                </a:lnTo>
                <a:lnTo>
                  <a:pt x="3243262" y="5363528"/>
                </a:lnTo>
                <a:lnTo>
                  <a:pt x="3168015" y="5334952"/>
                </a:lnTo>
                <a:lnTo>
                  <a:pt x="2895600" y="5219700"/>
                </a:lnTo>
                <a:close/>
              </a:path>
            </a:pathLst>
          </a:custGeom>
          <a:gradFill rotWithShape="1">
            <a:gsLst>
              <a:gs pos="0">
                <a:srgbClr val="4579F7"/>
              </a:gs>
              <a:gs pos="100000">
                <a:srgbClr val="3F71E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-part01"/>
          <p:cNvSpPr txBox="1"/>
          <p:nvPr/>
        </p:nvSpPr>
        <p:spPr>
          <a:xfrm>
            <a:off x="19888200" y="2171700"/>
            <a:ext cx="8572500" cy="285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6" name="txt-headline"/>
          <p:cNvSpPr txBox="1"/>
          <p:nvPr/>
        </p:nvSpPr>
        <p:spPr>
          <a:xfrm>
            <a:off x="15487650" y="7419975"/>
            <a:ext cx="13144500" cy="2400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600" b="1" i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项目背景与挑战</a:t>
            </a:r>
          </a:p>
        </p:txBody>
      </p:sp>
      <p:sp>
        <p:nvSpPr>
          <p:cNvPr id="7" name="txt-sub"/>
          <p:cNvSpPr txBox="1"/>
          <p:nvPr/>
        </p:nvSpPr>
        <p:spPr>
          <a:xfrm>
            <a:off x="15535275" y="9782175"/>
            <a:ext cx="13335000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0" i="0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>说明升级动因，明确项目启动必要性</a:t>
            </a:r>
          </a:p>
        </p:txBody>
      </p:sp>
      <p:sp>
        <p:nvSpPr>
          <p:cNvPr id="8" name="shape-bottom-trap"/>
          <p:cNvSpPr/>
          <p:nvPr/>
        </p:nvSpPr>
        <p:spPr>
          <a:xfrm>
            <a:off x="12213908" y="14649450"/>
            <a:ext cx="4092892" cy="1790700"/>
          </a:xfrm>
          <a:custGeom>
            <a:avLst/>
            <a:gdLst/>
            <a:ahLst/>
            <a:cxnLst/>
            <a:rect l="l" t="t" r="r" b="b"/>
            <a:pathLst>
              <a:path w="4092892" h="1790700">
                <a:moveTo>
                  <a:pt x="911542" y="115252"/>
                </a:moveTo>
                <a:lnTo>
                  <a:pt x="935354" y="80010"/>
                </a:lnTo>
                <a:lnTo>
                  <a:pt x="963930" y="51435"/>
                </a:lnTo>
                <a:lnTo>
                  <a:pt x="995362" y="28575"/>
                </a:lnTo>
                <a:lnTo>
                  <a:pt x="1029652" y="12382"/>
                </a:lnTo>
                <a:lnTo>
                  <a:pt x="1068704" y="2858"/>
                </a:lnTo>
                <a:lnTo>
                  <a:pt x="1111567" y="0"/>
                </a:lnTo>
                <a:lnTo>
                  <a:pt x="2883217" y="0"/>
                </a:lnTo>
                <a:lnTo>
                  <a:pt x="2926080" y="2858"/>
                </a:lnTo>
                <a:lnTo>
                  <a:pt x="2965132" y="12382"/>
                </a:lnTo>
                <a:lnTo>
                  <a:pt x="3000374" y="28575"/>
                </a:lnTo>
                <a:lnTo>
                  <a:pt x="3031807" y="50482"/>
                </a:lnTo>
                <a:lnTo>
                  <a:pt x="3060382" y="79058"/>
                </a:lnTo>
                <a:lnTo>
                  <a:pt x="3085147" y="114300"/>
                </a:lnTo>
                <a:lnTo>
                  <a:pt x="4092892" y="1790700"/>
                </a:lnTo>
                <a:lnTo>
                  <a:pt x="101917" y="1790700"/>
                </a:lnTo>
                <a:lnTo>
                  <a:pt x="57150" y="1786890"/>
                </a:lnTo>
                <a:lnTo>
                  <a:pt x="25717" y="1776412"/>
                </a:lnTo>
                <a:lnTo>
                  <a:pt x="6667" y="1757362"/>
                </a:lnTo>
                <a:lnTo>
                  <a:pt x="0" y="1731645"/>
                </a:lnTo>
                <a:lnTo>
                  <a:pt x="6667" y="1699260"/>
                </a:lnTo>
                <a:lnTo>
                  <a:pt x="25717" y="1658302"/>
                </a:lnTo>
                <a:close/>
              </a:path>
            </a:pathLst>
          </a:custGeom>
          <a:solidFill>
            <a:srgbClr val="437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-br-block"/>
          <p:cNvSpPr/>
          <p:nvPr/>
        </p:nvSpPr>
        <p:spPr>
          <a:xfrm>
            <a:off x="23850600" y="11772900"/>
            <a:ext cx="5772150" cy="4667250"/>
          </a:xfrm>
          <a:custGeom>
            <a:avLst/>
            <a:gdLst/>
            <a:ahLst/>
            <a:cxnLst/>
            <a:rect l="l" t="t" r="r" b="b"/>
            <a:pathLst>
              <a:path w="5772150" h="4667250">
                <a:moveTo>
                  <a:pt x="2275522" y="284798"/>
                </a:moveTo>
                <a:lnTo>
                  <a:pt x="2330768" y="198120"/>
                </a:lnTo>
                <a:lnTo>
                  <a:pt x="2396490" y="126682"/>
                </a:lnTo>
                <a:lnTo>
                  <a:pt x="2471738" y="71438"/>
                </a:lnTo>
                <a:lnTo>
                  <a:pt x="2555558" y="31432"/>
                </a:lnTo>
                <a:lnTo>
                  <a:pt x="2649855" y="7620"/>
                </a:lnTo>
                <a:lnTo>
                  <a:pt x="2752725" y="0"/>
                </a:lnTo>
                <a:lnTo>
                  <a:pt x="5772150" y="0"/>
                </a:lnTo>
                <a:lnTo>
                  <a:pt x="5772150" y="4667250"/>
                </a:lnTo>
                <a:lnTo>
                  <a:pt x="180975" y="4667250"/>
                </a:lnTo>
                <a:lnTo>
                  <a:pt x="102870" y="4660582"/>
                </a:lnTo>
                <a:lnTo>
                  <a:pt x="46672" y="4641532"/>
                </a:lnTo>
                <a:lnTo>
                  <a:pt x="12382" y="4608195"/>
                </a:lnTo>
                <a:lnTo>
                  <a:pt x="0" y="4562475"/>
                </a:lnTo>
                <a:lnTo>
                  <a:pt x="9525" y="4504372"/>
                </a:lnTo>
                <a:lnTo>
                  <a:pt x="40958" y="4432935"/>
                </a:lnTo>
                <a:close/>
              </a:path>
            </a:pathLst>
          </a:custGeom>
          <a:solidFill>
            <a:srgbClr val="437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4" name="icon-row"/>
          <p:cNvGrpSpPr/>
          <p:nvPr/>
        </p:nvGrpSpPr>
        <p:grpSpPr>
          <a:xfrm>
            <a:off x="2333625" y="13382625"/>
            <a:ext cx="6105525" cy="1162050"/>
            <a:chOff x="2333625" y="13382625"/>
            <a:chExt cx="6105525" cy="1162050"/>
          </a:xfrm>
        </p:grpSpPr>
        <p:sp>
          <p:nvSpPr>
            <p:cNvPr id="10" name="ic1-disc"/>
            <p:cNvSpPr/>
            <p:nvPr/>
          </p:nvSpPr>
          <p:spPr>
            <a:xfrm>
              <a:off x="2333625" y="13382625"/>
              <a:ext cx="1162050" cy="1162050"/>
            </a:xfrm>
            <a:prstGeom prst="ellipse">
              <a:avLst/>
            </a:prstGeom>
            <a:solidFill>
              <a:srgbClr val="4376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c1-layer0"/>
            <p:cNvSpPr/>
            <p:nvPr/>
          </p:nvSpPr>
          <p:spPr>
            <a:xfrm>
              <a:off x="2638425" y="13611225"/>
              <a:ext cx="552450" cy="247650"/>
            </a:xfrm>
            <a:custGeom>
              <a:avLst/>
              <a:gdLst/>
              <a:ahLst/>
              <a:cxnLst/>
              <a:rect l="l" t="t" r="r" b="b"/>
              <a:pathLst>
                <a:path w="552450" h="247650">
                  <a:moveTo>
                    <a:pt x="276225" y="0"/>
                  </a:moveTo>
                  <a:lnTo>
                    <a:pt x="552450" y="123825"/>
                  </a:lnTo>
                  <a:lnTo>
                    <a:pt x="276225" y="247650"/>
                  </a:lnTo>
                  <a:lnTo>
                    <a:pt x="0" y="123825"/>
                  </a:lnTo>
                  <a:close/>
                </a:path>
              </a:pathLst>
            </a:cu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c1-layer1"/>
            <p:cNvSpPr/>
            <p:nvPr/>
          </p:nvSpPr>
          <p:spPr>
            <a:xfrm>
              <a:off x="2638425" y="13820775"/>
              <a:ext cx="552450" cy="247650"/>
            </a:xfrm>
            <a:custGeom>
              <a:avLst/>
              <a:gdLst/>
              <a:ahLst/>
              <a:cxnLst/>
              <a:rect l="l" t="t" r="r" b="b"/>
              <a:pathLst>
                <a:path w="552450" h="247650">
                  <a:moveTo>
                    <a:pt x="276225" y="0"/>
                  </a:moveTo>
                  <a:lnTo>
                    <a:pt x="552450" y="123825"/>
                  </a:lnTo>
                  <a:lnTo>
                    <a:pt x="276225" y="247650"/>
                  </a:lnTo>
                  <a:lnTo>
                    <a:pt x="0" y="123825"/>
                  </a:lnTo>
                  <a:close/>
                </a:path>
              </a:pathLst>
            </a:cu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ic1-layer2"/>
            <p:cNvSpPr/>
            <p:nvPr/>
          </p:nvSpPr>
          <p:spPr>
            <a:xfrm>
              <a:off x="2638425" y="14030325"/>
              <a:ext cx="552450" cy="247650"/>
            </a:xfrm>
            <a:custGeom>
              <a:avLst/>
              <a:gdLst/>
              <a:ahLst/>
              <a:cxnLst/>
              <a:rect l="l" t="t" r="r" b="b"/>
              <a:pathLst>
                <a:path w="552450" h="247650">
                  <a:moveTo>
                    <a:pt x="276225" y="0"/>
                  </a:moveTo>
                  <a:lnTo>
                    <a:pt x="552450" y="123825"/>
                  </a:lnTo>
                  <a:lnTo>
                    <a:pt x="276225" y="247650"/>
                  </a:lnTo>
                  <a:lnTo>
                    <a:pt x="0" y="123825"/>
                  </a:lnTo>
                  <a:close/>
                </a:path>
              </a:pathLst>
            </a:cu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ic2-disc"/>
            <p:cNvSpPr/>
            <p:nvPr/>
          </p:nvSpPr>
          <p:spPr>
            <a:xfrm>
              <a:off x="3981450" y="13382625"/>
              <a:ext cx="1162050" cy="1162050"/>
            </a:xfrm>
            <a:prstGeom prst="ellipse">
              <a:avLst/>
            </a:prstGeom>
            <a:solidFill>
              <a:srgbClr val="4376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ic2-bar0"/>
            <p:cNvSpPr/>
            <p:nvPr/>
          </p:nvSpPr>
          <p:spPr>
            <a:xfrm>
              <a:off x="4200525" y="13563600"/>
              <a:ext cx="723900" cy="180975"/>
            </a:xfrm>
            <a:prstGeom prst="roundRect">
              <a:avLst>
                <a:gd name="adj" fmla="val 47368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c2-dot0"/>
            <p:cNvSpPr/>
            <p:nvPr/>
          </p:nvSpPr>
          <p:spPr>
            <a:xfrm>
              <a:off x="4263390" y="1362170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c2-bar1"/>
            <p:cNvSpPr/>
            <p:nvPr/>
          </p:nvSpPr>
          <p:spPr>
            <a:xfrm>
              <a:off x="4200525" y="13868400"/>
              <a:ext cx="723900" cy="180975"/>
            </a:xfrm>
            <a:prstGeom prst="roundRect">
              <a:avLst>
                <a:gd name="adj" fmla="val 47368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c2-dot1"/>
            <p:cNvSpPr/>
            <p:nvPr/>
          </p:nvSpPr>
          <p:spPr>
            <a:xfrm>
              <a:off x="4263390" y="1392650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ic2-bar2"/>
            <p:cNvSpPr/>
            <p:nvPr/>
          </p:nvSpPr>
          <p:spPr>
            <a:xfrm>
              <a:off x="4200525" y="14173200"/>
              <a:ext cx="723900" cy="180975"/>
            </a:xfrm>
            <a:prstGeom prst="roundRect">
              <a:avLst>
                <a:gd name="adj" fmla="val 47368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c2-dot2"/>
            <p:cNvSpPr/>
            <p:nvPr/>
          </p:nvSpPr>
          <p:spPr>
            <a:xfrm>
              <a:off x="4263390" y="1423130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c3-disc"/>
            <p:cNvSpPr/>
            <p:nvPr/>
          </p:nvSpPr>
          <p:spPr>
            <a:xfrm>
              <a:off x="5629275" y="13382625"/>
              <a:ext cx="1162050" cy="1162050"/>
            </a:xfrm>
            <a:prstGeom prst="ellipse">
              <a:avLst/>
            </a:prstGeom>
            <a:solidFill>
              <a:srgbClr val="4376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c3-back"/>
            <p:cNvSpPr/>
            <p:nvPr/>
          </p:nvSpPr>
          <p:spPr>
            <a:xfrm>
              <a:off x="5943600" y="13563600"/>
              <a:ext cx="571500" cy="381000"/>
            </a:xfrm>
            <a:prstGeom prst="roundRect">
              <a:avLst>
                <a:gd name="adj" fmla="val 12500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c3-front"/>
            <p:cNvSpPr/>
            <p:nvPr/>
          </p:nvSpPr>
          <p:spPr>
            <a:xfrm>
              <a:off x="5867400" y="13792200"/>
              <a:ext cx="590550" cy="457200"/>
            </a:xfrm>
            <a:prstGeom prst="roundRect">
              <a:avLst>
                <a:gd name="adj" fmla="val 10416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ic3-titleline"/>
            <p:cNvCxnSpPr/>
            <p:nvPr/>
          </p:nvCxnSpPr>
          <p:spPr>
            <a:xfrm>
              <a:off x="5962650" y="13906500"/>
              <a:ext cx="400050" cy="0"/>
            </a:xfrm>
            <a:prstGeom prst="line">
              <a:avLst/>
            </a:prstGeom>
            <a:ln w="476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c3-blk0"/>
            <p:cNvSpPr/>
            <p:nvPr/>
          </p:nvSpPr>
          <p:spPr>
            <a:xfrm>
              <a:off x="5962650" y="14001750"/>
              <a:ext cx="123825" cy="11430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ic3-blk1"/>
            <p:cNvSpPr/>
            <p:nvPr/>
          </p:nvSpPr>
          <p:spPr>
            <a:xfrm>
              <a:off x="6143625" y="14001750"/>
              <a:ext cx="123825" cy="114300"/>
            </a:xfrm>
            <a:prstGeom prst="roundRect">
              <a:avLst>
                <a:gd name="adj" fmla="val 16666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ic4-disc"/>
            <p:cNvSpPr/>
            <p:nvPr/>
          </p:nvSpPr>
          <p:spPr>
            <a:xfrm>
              <a:off x="7277100" y="13382625"/>
              <a:ext cx="1162050" cy="1162050"/>
            </a:xfrm>
            <a:prstGeom prst="ellipse">
              <a:avLst/>
            </a:prstGeom>
            <a:solidFill>
              <a:srgbClr val="4376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ic4-back"/>
            <p:cNvSpPr/>
            <p:nvPr/>
          </p:nvSpPr>
          <p:spPr>
            <a:xfrm>
              <a:off x="7648575" y="13563600"/>
              <a:ext cx="419100" cy="571500"/>
            </a:xfrm>
            <a:prstGeom prst="roundRect">
              <a:avLst>
                <a:gd name="adj" fmla="val 11363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ic4-front"/>
            <p:cNvSpPr/>
            <p:nvPr/>
          </p:nvSpPr>
          <p:spPr>
            <a:xfrm>
              <a:off x="7572375" y="13773150"/>
              <a:ext cx="400050" cy="571500"/>
            </a:xfrm>
            <a:prstGeom prst="roundRect">
              <a:avLst>
                <a:gd name="adj" fmla="val 11904"/>
              </a:avLst>
            </a:prstGeom>
            <a:noFill/>
            <a:ln w="4381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0" name="ic4-l0"/>
            <p:cNvCxnSpPr/>
            <p:nvPr/>
          </p:nvCxnSpPr>
          <p:spPr>
            <a:xfrm>
              <a:off x="7658100" y="13944600"/>
              <a:ext cx="2286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ic4-l1"/>
            <p:cNvCxnSpPr/>
            <p:nvPr/>
          </p:nvCxnSpPr>
          <p:spPr>
            <a:xfrm>
              <a:off x="7658100" y="14068425"/>
              <a:ext cx="228600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ic4-l2"/>
            <p:cNvCxnSpPr/>
            <p:nvPr/>
          </p:nvCxnSpPr>
          <p:spPr>
            <a:xfrm>
              <a:off x="7658100" y="14192250"/>
              <a:ext cx="142875" cy="0"/>
            </a:xfrm>
            <a:prstGeom prst="line">
              <a:avLst/>
            </a:prstGeom>
            <a:ln w="381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