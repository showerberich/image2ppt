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2116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211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211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adow-r1"/>
          <p:cNvSpPr/>
          <p:nvPr/>
        </p:nvSpPr>
        <p:spPr>
          <a:xfrm>
            <a:off x="29556075" y="1905000"/>
            <a:ext cx="104775" cy="14401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hadow-r2"/>
          <p:cNvSpPr/>
          <p:nvPr/>
        </p:nvSpPr>
        <p:spPr>
          <a:xfrm>
            <a:off x="29660850" y="1952625"/>
            <a:ext cx="247650" cy="1433512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adow-b1"/>
          <p:cNvSpPr/>
          <p:nvPr/>
        </p:nvSpPr>
        <p:spPr>
          <a:xfrm>
            <a:off x="21945600" y="15630525"/>
            <a:ext cx="7610475" cy="104775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hadow-b2"/>
          <p:cNvSpPr/>
          <p:nvPr/>
        </p:nvSpPr>
        <p:spPr>
          <a:xfrm>
            <a:off x="21945600" y="15735300"/>
            <a:ext cx="7610475" cy="1524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hoto-office" descr="_photo_photo_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825" y="1543050"/>
            <a:ext cx="11525250" cy="14087475"/>
          </a:xfrm>
          <a:prstGeom prst="rect">
            <a:avLst/>
          </a:prstGeom>
          <a:effectLst/>
        </p:spPr>
      </p:pic>
      <p:sp>
        <p:nvSpPr>
          <p:cNvPr id="9" name="mask-ul"/>
          <p:cNvSpPr/>
          <p:nvPr/>
        </p:nvSpPr>
        <p:spPr>
          <a:xfrm>
            <a:off x="17811750" y="1476375"/>
            <a:ext cx="4286250" cy="7429500"/>
          </a:xfrm>
          <a:custGeom>
            <a:avLst/>
            <a:gdLst/>
            <a:ahLst/>
            <a:cxnLst/>
            <a:rect l="l" t="t" r="r" b="b"/>
            <a:pathLst>
              <a:path w="4286250" h="7429500">
                <a:moveTo>
                  <a:pt x="0" y="0"/>
                </a:moveTo>
                <a:lnTo>
                  <a:pt x="4286250" y="0"/>
                </a:lnTo>
                <a:lnTo>
                  <a:pt x="0" y="7429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ask-ll"/>
          <p:cNvSpPr/>
          <p:nvPr/>
        </p:nvSpPr>
        <p:spPr>
          <a:xfrm>
            <a:off x="17811750" y="8905875"/>
            <a:ext cx="4133850" cy="6791325"/>
          </a:xfrm>
          <a:custGeom>
            <a:avLst/>
            <a:gdLst/>
            <a:ahLst/>
            <a:cxnLst/>
            <a:rect l="l" t="t" r="r" b="b"/>
            <a:pathLst>
              <a:path w="4133850" h="6791325">
                <a:moveTo>
                  <a:pt x="0" y="0"/>
                </a:moveTo>
                <a:lnTo>
                  <a:pt x="0" y="6791325"/>
                </a:lnTo>
                <a:lnTo>
                  <a:pt x="4133850" y="67913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ask-tr"/>
          <p:cNvSpPr/>
          <p:nvPr/>
        </p:nvSpPr>
        <p:spPr>
          <a:xfrm>
            <a:off x="28536900" y="1543050"/>
            <a:ext cx="1019175" cy="285750"/>
          </a:xfrm>
          <a:custGeom>
            <a:avLst/>
            <a:gdLst/>
            <a:ahLst/>
            <a:cxnLst/>
            <a:rect l="l" t="t" r="r" b="b"/>
            <a:pathLst>
              <a:path w="1019175" h="285750">
                <a:moveTo>
                  <a:pt x="0" y="0"/>
                </a:moveTo>
                <a:lnTo>
                  <a:pt x="1019175" y="0"/>
                </a:lnTo>
                <a:lnTo>
                  <a:pt x="1019175" y="2857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ask-br"/>
          <p:cNvSpPr/>
          <p:nvPr/>
        </p:nvSpPr>
        <p:spPr>
          <a:xfrm>
            <a:off x="29184600" y="15392400"/>
            <a:ext cx="371475" cy="238125"/>
          </a:xfrm>
          <a:custGeom>
            <a:avLst/>
            <a:gdLst/>
            <a:ahLst/>
            <a:cxnLst/>
            <a:rect l="l" t="t" r="r" b="b"/>
            <a:pathLst>
              <a:path w="371475" h="238125">
                <a:moveTo>
                  <a:pt x="0" y="238125"/>
                </a:moveTo>
                <a:lnTo>
                  <a:pt x="371475" y="238125"/>
                </a:lnTo>
                <a:lnTo>
                  <a:pt x="3714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ipe-up"/>
          <p:cNvSpPr/>
          <p:nvPr/>
        </p:nvSpPr>
        <p:spPr>
          <a:xfrm>
            <a:off x="17306925" y="1543050"/>
            <a:ext cx="4295775" cy="7267575"/>
          </a:xfrm>
          <a:custGeom>
            <a:avLst/>
            <a:gdLst/>
            <a:ahLst/>
            <a:cxnLst/>
            <a:rect l="l" t="t" r="r" b="b"/>
            <a:pathLst>
              <a:path w="4295775" h="7267575">
                <a:moveTo>
                  <a:pt x="4067175" y="0"/>
                </a:moveTo>
                <a:lnTo>
                  <a:pt x="4295775" y="0"/>
                </a:lnTo>
                <a:lnTo>
                  <a:pt x="228600" y="7267575"/>
                </a:lnTo>
                <a:lnTo>
                  <a:pt x="0" y="7267575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ipe-dn"/>
          <p:cNvSpPr/>
          <p:nvPr/>
        </p:nvSpPr>
        <p:spPr>
          <a:xfrm>
            <a:off x="17306925" y="8810625"/>
            <a:ext cx="4143375" cy="6819900"/>
          </a:xfrm>
          <a:custGeom>
            <a:avLst/>
            <a:gdLst/>
            <a:ahLst/>
            <a:cxnLst/>
            <a:rect l="l" t="t" r="r" b="b"/>
            <a:pathLst>
              <a:path w="4143375" h="6819900">
                <a:moveTo>
                  <a:pt x="0" y="0"/>
                </a:moveTo>
                <a:lnTo>
                  <a:pt x="228600" y="0"/>
                </a:lnTo>
                <a:lnTo>
                  <a:pt x="4143375" y="6819900"/>
                </a:lnTo>
                <a:lnTo>
                  <a:pt x="3914775" y="681990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-shadow-far"/>
          <p:cNvSpPr/>
          <p:nvPr/>
        </p:nvSpPr>
        <p:spPr>
          <a:xfrm>
            <a:off x="9906000" y="11887200"/>
            <a:ext cx="6877050" cy="4362450"/>
          </a:xfrm>
          <a:custGeom>
            <a:avLst/>
            <a:gdLst/>
            <a:ahLst/>
            <a:cxnLst/>
            <a:rect l="l" t="t" r="r" b="b"/>
            <a:pathLst>
              <a:path w="6877050" h="4362450">
                <a:moveTo>
                  <a:pt x="0" y="0"/>
                </a:moveTo>
                <a:lnTo>
                  <a:pt x="4953000" y="0"/>
                </a:lnTo>
                <a:lnTo>
                  <a:pt x="6877050" y="2114550"/>
                </a:lnTo>
                <a:lnTo>
                  <a:pt x="5715000" y="4362450"/>
                </a:lnTo>
                <a:lnTo>
                  <a:pt x="0" y="436245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-shadow"/>
          <p:cNvSpPr/>
          <p:nvPr/>
        </p:nvSpPr>
        <p:spPr>
          <a:xfrm>
            <a:off x="838200" y="11906250"/>
            <a:ext cx="9067800" cy="4724400"/>
          </a:xfrm>
          <a:custGeom>
            <a:avLst/>
            <a:gdLst/>
            <a:ahLst/>
            <a:cxnLst/>
            <a:rect l="l" t="t" r="r" b="b"/>
            <a:pathLst>
              <a:path w="9067800" h="4724400">
                <a:moveTo>
                  <a:pt x="0" y="0"/>
                </a:moveTo>
                <a:lnTo>
                  <a:pt x="9067800" y="0"/>
                </a:lnTo>
                <a:lnTo>
                  <a:pt x="9067800" y="4343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o-trapezoid"/>
          <p:cNvSpPr/>
          <p:nvPr/>
        </p:nvSpPr>
        <p:spPr>
          <a:xfrm>
            <a:off x="2743200" y="904875"/>
            <a:ext cx="3000375" cy="1343025"/>
          </a:xfrm>
          <a:custGeom>
            <a:avLst/>
            <a:gdLst/>
            <a:ahLst/>
            <a:cxnLst/>
            <a:rect l="l" t="t" r="r" b="b"/>
            <a:pathLst>
              <a:path w="3000375" h="1343025">
                <a:moveTo>
                  <a:pt x="0" y="0"/>
                </a:moveTo>
                <a:lnTo>
                  <a:pt x="3000375" y="0"/>
                </a:lnTo>
                <a:lnTo>
                  <a:pt x="2238375" y="1295400"/>
                </a:lnTo>
                <a:lnTo>
                  <a:pt x="2143125" y="1343025"/>
                </a:lnTo>
                <a:lnTo>
                  <a:pt x="857250" y="1343025"/>
                </a:lnTo>
                <a:lnTo>
                  <a:pt x="762000" y="1295400"/>
                </a:lnTo>
                <a:close/>
              </a:path>
            </a:pathLst>
          </a:custGeom>
          <a:gradFill rotWithShape="1">
            <a:gsLst>
              <a:gs pos="0">
                <a:srgbClr val="4A80F5"/>
              </a:gs>
              <a:gs pos="100000">
                <a:srgbClr val="3F70E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nel-blue"/>
          <p:cNvSpPr/>
          <p:nvPr/>
        </p:nvSpPr>
        <p:spPr>
          <a:xfrm>
            <a:off x="876300" y="3028950"/>
            <a:ext cx="15859125" cy="8810625"/>
          </a:xfrm>
          <a:custGeom>
            <a:avLst/>
            <a:gdLst/>
            <a:ahLst/>
            <a:cxnLst/>
            <a:rect l="l" t="t" r="r" b="b"/>
            <a:pathLst>
              <a:path w="15859125" h="8810625">
                <a:moveTo>
                  <a:pt x="0" y="0"/>
                </a:moveTo>
                <a:lnTo>
                  <a:pt x="12839700" y="0"/>
                </a:lnTo>
                <a:lnTo>
                  <a:pt x="13125450" y="57150"/>
                </a:lnTo>
                <a:lnTo>
                  <a:pt x="13411200" y="171450"/>
                </a:lnTo>
                <a:lnTo>
                  <a:pt x="13887450" y="666750"/>
                </a:lnTo>
                <a:lnTo>
                  <a:pt x="15859125" y="4133850"/>
                </a:lnTo>
                <a:lnTo>
                  <a:pt x="15859125" y="4705350"/>
                </a:lnTo>
                <a:lnTo>
                  <a:pt x="13887450" y="8162925"/>
                </a:lnTo>
                <a:lnTo>
                  <a:pt x="13411200" y="8658225"/>
                </a:lnTo>
                <a:lnTo>
                  <a:pt x="12934950" y="8810625"/>
                </a:lnTo>
                <a:lnTo>
                  <a:pt x="0" y="8810625"/>
                </a:lnTo>
                <a:close/>
              </a:path>
            </a:pathLst>
          </a:custGeom>
          <a:gradFill rotWithShape="1">
            <a:gsLst>
              <a:gs pos="0">
                <a:srgbClr val="467DFE"/>
              </a:gs>
              <a:gs pos="100000">
                <a:srgbClr val="3E6FE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tle-thanks"/>
          <p:cNvSpPr txBox="1"/>
          <p:nvPr/>
        </p:nvSpPr>
        <p:spPr>
          <a:xfrm>
            <a:off x="1933575" y="4857750"/>
            <a:ext cx="13335000" cy="5334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5125" b="1" i="0" spc="21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感谢观看</a:t>
            </a:r>
          </a:p>
        </p:txBody>
      </p:sp>
      <p:grpSp>
        <p:nvGrpSpPr>
          <p:cNvPr id="31" name="info-reporter"/>
          <p:cNvGrpSpPr/>
          <p:nvPr/>
        </p:nvGrpSpPr>
        <p:grpSpPr>
          <a:xfrm>
            <a:off x="1766888" y="12372975"/>
            <a:ext cx="5100637" cy="952500"/>
            <a:chOff x="1766888" y="12372975"/>
            <a:chExt cx="5100637" cy="952500"/>
          </a:xfrm>
        </p:grpSpPr>
        <p:sp>
          <p:nvSpPr>
            <p:cNvPr id="20" name="badge-person"/>
            <p:cNvSpPr/>
            <p:nvPr/>
          </p:nvSpPr>
          <p:spPr>
            <a:xfrm>
              <a:off x="1766888" y="12453938"/>
              <a:ext cx="790575" cy="790575"/>
            </a:xfrm>
            <a:prstGeom prst="ellipse">
              <a:avLst/>
            </a:prstGeom>
            <a:solidFill>
              <a:srgbClr val="3E70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glyph-person-head"/>
            <p:cNvSpPr/>
            <p:nvPr/>
          </p:nvSpPr>
          <p:spPr>
            <a:xfrm>
              <a:off x="2028825" y="12644438"/>
              <a:ext cx="266700" cy="266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glyph-person-body"/>
            <p:cNvSpPr/>
            <p:nvPr/>
          </p:nvSpPr>
          <p:spPr>
            <a:xfrm>
              <a:off x="1928812" y="12963525"/>
              <a:ext cx="466725" cy="2571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label-reporter"/>
            <p:cNvSpPr txBox="1"/>
            <p:nvPr/>
          </p:nvSpPr>
          <p:spPr>
            <a:xfrm>
              <a:off x="2867025" y="12372975"/>
              <a:ext cx="40005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650" b="0" i="0" spc="-105">
                  <a:solidFill>
                    <a:srgbClr val="3259B6"/>
                  </a:solidFill>
                  <a:latin typeface="Microsoft YaHei"/>
                  <a:ea typeface="Microsoft YaHei"/>
                  <a:cs typeface="Microsoft YaHei"/>
                </a:rPr>
                <a:t>汇报人：XXX</a:t>
              </a:r>
            </a:p>
          </p:txBody>
        </p:sp>
      </p:grpSp>
      <p:grpSp>
        <p:nvGrpSpPr>
          <p:cNvPr id="30" name="info-time"/>
          <p:cNvGrpSpPr/>
          <p:nvPr/>
        </p:nvGrpSpPr>
        <p:grpSpPr>
          <a:xfrm>
            <a:off x="7529512" y="12372975"/>
            <a:ext cx="5634038" cy="952500"/>
            <a:chOff x="7529512" y="12372975"/>
            <a:chExt cx="5634038" cy="952500"/>
          </a:xfrm>
        </p:grpSpPr>
        <p:sp>
          <p:nvSpPr>
            <p:cNvPr id="24" name="badge-clock"/>
            <p:cNvSpPr/>
            <p:nvPr/>
          </p:nvSpPr>
          <p:spPr>
            <a:xfrm>
              <a:off x="7529512" y="12458700"/>
              <a:ext cx="781050" cy="781050"/>
            </a:xfrm>
            <a:prstGeom prst="ellipse">
              <a:avLst/>
            </a:prstGeom>
            <a:solidFill>
              <a:srgbClr val="3E70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glyph-clock-hand-v"/>
            <p:cNvCxnSpPr/>
            <p:nvPr/>
          </p:nvCxnSpPr>
          <p:spPr>
            <a:xfrm flipV="1">
              <a:off x="7920038" y="12620625"/>
              <a:ext cx="0" cy="228600"/>
            </a:xfrm>
            <a:prstGeom prst="line">
              <a:avLst/>
            </a:prstGeom>
            <a:ln w="3333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lyph-clock-hand-h"/>
            <p:cNvCxnSpPr/>
            <p:nvPr/>
          </p:nvCxnSpPr>
          <p:spPr>
            <a:xfrm>
              <a:off x="7920038" y="12849225"/>
              <a:ext cx="238124" cy="0"/>
            </a:xfrm>
            <a:prstGeom prst="line">
              <a:avLst/>
            </a:prstGeom>
            <a:ln w="3333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label-time"/>
            <p:cNvSpPr txBox="1"/>
            <p:nvPr/>
          </p:nvSpPr>
          <p:spPr>
            <a:xfrm>
              <a:off x="8686800" y="12372975"/>
              <a:ext cx="447675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650" b="0" i="0" spc="-30">
                  <a:solidFill>
                    <a:srgbClr val="3259B6"/>
                  </a:solidFill>
                  <a:latin typeface="Microsoft YaHei"/>
                  <a:ea typeface="Microsoft YaHei"/>
                  <a:cs typeface="Microsoft YaHei"/>
                </a:rPr>
                <a:t>时间：202X.XX</a:t>
              </a:r>
            </a:p>
          </p:txBody>
        </p:sp>
      </p:grpSp>
      <p:sp>
        <p:nvSpPr>
          <p:cNvPr id="28" name="deco-hexagon"/>
          <p:cNvSpPr/>
          <p:nvPr/>
        </p:nvSpPr>
        <p:spPr>
          <a:xfrm>
            <a:off x="15468600" y="13649325"/>
            <a:ext cx="4343400" cy="2676525"/>
          </a:xfrm>
          <a:custGeom>
            <a:avLst/>
            <a:gdLst/>
            <a:ahLst/>
            <a:cxnLst/>
            <a:rect l="l" t="t" r="r" b="b"/>
            <a:pathLst>
              <a:path w="4343400" h="2676525">
                <a:moveTo>
                  <a:pt x="1285875" y="0"/>
                </a:moveTo>
                <a:lnTo>
                  <a:pt x="3057525" y="0"/>
                </a:lnTo>
                <a:lnTo>
                  <a:pt x="3657600" y="638175"/>
                </a:lnTo>
                <a:lnTo>
                  <a:pt x="4343400" y="1905000"/>
                </a:lnTo>
                <a:lnTo>
                  <a:pt x="3981450" y="2676525"/>
                </a:lnTo>
                <a:lnTo>
                  <a:pt x="361950" y="2676525"/>
                </a:lnTo>
                <a:lnTo>
                  <a:pt x="0" y="1905000"/>
                </a:lnTo>
                <a:lnTo>
                  <a:pt x="685800" y="638175"/>
                </a:lnTo>
                <a:close/>
              </a:path>
            </a:pathLst>
          </a:custGeom>
          <a:gradFill rotWithShape="1">
            <a:gsLst>
              <a:gs pos="0">
                <a:srgbClr val="4379F5"/>
              </a:gs>
              <a:gs pos="100000">
                <a:srgbClr val="3C6CD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