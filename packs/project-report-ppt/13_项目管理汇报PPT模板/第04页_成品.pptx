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3259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325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325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9" name="halftone"/>
          <p:cNvGrpSpPr/>
          <p:nvPr/>
        </p:nvGrpSpPr>
        <p:grpSpPr>
          <a:xfrm>
            <a:off x="2780348" y="4721542"/>
            <a:ext cx="9730740" cy="10349865"/>
            <a:chOff x="2780348" y="4721542"/>
            <a:chExt cx="9730740" cy="10349865"/>
          </a:xfrm>
        </p:grpSpPr>
        <p:sp>
          <p:nvSpPr>
            <p:cNvPr id="4" name="dot-0"/>
            <p:cNvSpPr/>
            <p:nvPr/>
          </p:nvSpPr>
          <p:spPr>
            <a:xfrm>
              <a:off x="10628947" y="11695747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ot-1"/>
            <p:cNvSpPr/>
            <p:nvPr/>
          </p:nvSpPr>
          <p:spPr>
            <a:xfrm>
              <a:off x="10353675" y="1213104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ot-2"/>
            <p:cNvSpPr/>
            <p:nvPr/>
          </p:nvSpPr>
          <p:spPr>
            <a:xfrm>
              <a:off x="10025062" y="1252728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t-3"/>
            <p:cNvSpPr/>
            <p:nvPr/>
          </p:nvSpPr>
          <p:spPr>
            <a:xfrm>
              <a:off x="9648825" y="1287875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t-4"/>
            <p:cNvSpPr/>
            <p:nvPr/>
          </p:nvSpPr>
          <p:spPr>
            <a:xfrm>
              <a:off x="9229725" y="1317879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ot-5"/>
            <p:cNvSpPr/>
            <p:nvPr/>
          </p:nvSpPr>
          <p:spPr>
            <a:xfrm>
              <a:off x="8776335" y="1342263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t-6"/>
            <p:cNvSpPr/>
            <p:nvPr/>
          </p:nvSpPr>
          <p:spPr>
            <a:xfrm>
              <a:off x="8295322" y="1360741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t-7"/>
            <p:cNvSpPr/>
            <p:nvPr/>
          </p:nvSpPr>
          <p:spPr>
            <a:xfrm>
              <a:off x="7794308" y="1372838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t-8"/>
            <p:cNvSpPr/>
            <p:nvPr/>
          </p:nvSpPr>
          <p:spPr>
            <a:xfrm>
              <a:off x="7282815" y="1378458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t-9"/>
            <p:cNvSpPr/>
            <p:nvPr/>
          </p:nvSpPr>
          <p:spPr>
            <a:xfrm>
              <a:off x="6767512" y="1377410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ot-10"/>
            <p:cNvSpPr/>
            <p:nvPr/>
          </p:nvSpPr>
          <p:spPr>
            <a:xfrm>
              <a:off x="6257925" y="1369885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ot-11"/>
            <p:cNvSpPr/>
            <p:nvPr/>
          </p:nvSpPr>
          <p:spPr>
            <a:xfrm>
              <a:off x="5762625" y="13558838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ot-12"/>
            <p:cNvSpPr/>
            <p:nvPr/>
          </p:nvSpPr>
          <p:spPr>
            <a:xfrm>
              <a:off x="5289233" y="1335595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ot-13"/>
            <p:cNvSpPr/>
            <p:nvPr/>
          </p:nvSpPr>
          <p:spPr>
            <a:xfrm>
              <a:off x="4845368" y="1309497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t-14"/>
            <p:cNvSpPr/>
            <p:nvPr/>
          </p:nvSpPr>
          <p:spPr>
            <a:xfrm>
              <a:off x="4437698" y="1277874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ot-15"/>
            <p:cNvSpPr/>
            <p:nvPr/>
          </p:nvSpPr>
          <p:spPr>
            <a:xfrm>
              <a:off x="4074795" y="1241393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t-16"/>
            <p:cNvSpPr/>
            <p:nvPr/>
          </p:nvSpPr>
          <p:spPr>
            <a:xfrm>
              <a:off x="3761423" y="1200531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ot-17"/>
            <p:cNvSpPr/>
            <p:nvPr/>
          </p:nvSpPr>
          <p:spPr>
            <a:xfrm>
              <a:off x="3503295" y="1155954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t-18"/>
            <p:cNvSpPr/>
            <p:nvPr/>
          </p:nvSpPr>
          <p:spPr>
            <a:xfrm>
              <a:off x="3303270" y="1108424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ot-19"/>
            <p:cNvSpPr/>
            <p:nvPr/>
          </p:nvSpPr>
          <p:spPr>
            <a:xfrm>
              <a:off x="3167062" y="1058799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ot-20"/>
            <p:cNvSpPr/>
            <p:nvPr/>
          </p:nvSpPr>
          <p:spPr>
            <a:xfrm>
              <a:off x="3094673" y="1007840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ot-21"/>
            <p:cNvSpPr/>
            <p:nvPr/>
          </p:nvSpPr>
          <p:spPr>
            <a:xfrm>
              <a:off x="3088005" y="956310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ot-22"/>
            <p:cNvSpPr/>
            <p:nvPr/>
          </p:nvSpPr>
          <p:spPr>
            <a:xfrm>
              <a:off x="3147060" y="9051608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ot-23"/>
            <p:cNvSpPr/>
            <p:nvPr/>
          </p:nvSpPr>
          <p:spPr>
            <a:xfrm>
              <a:off x="3270885" y="855154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dot-24"/>
            <p:cNvSpPr/>
            <p:nvPr/>
          </p:nvSpPr>
          <p:spPr>
            <a:xfrm>
              <a:off x="3458528" y="807148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ot-25"/>
            <p:cNvSpPr/>
            <p:nvPr/>
          </p:nvSpPr>
          <p:spPr>
            <a:xfrm>
              <a:off x="3705225" y="762000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dot-26"/>
            <p:cNvSpPr/>
            <p:nvPr/>
          </p:nvSpPr>
          <p:spPr>
            <a:xfrm>
              <a:off x="4008120" y="720280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dot-27"/>
            <p:cNvSpPr/>
            <p:nvPr/>
          </p:nvSpPr>
          <p:spPr>
            <a:xfrm>
              <a:off x="4361498" y="682847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dot-28"/>
            <p:cNvSpPr/>
            <p:nvPr/>
          </p:nvSpPr>
          <p:spPr>
            <a:xfrm>
              <a:off x="4759642" y="650176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dot-29"/>
            <p:cNvSpPr/>
            <p:nvPr/>
          </p:nvSpPr>
          <p:spPr>
            <a:xfrm>
              <a:off x="5196840" y="6229350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dot-30"/>
            <p:cNvSpPr/>
            <p:nvPr/>
          </p:nvSpPr>
          <p:spPr>
            <a:xfrm>
              <a:off x="5665470" y="6015038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dot-31"/>
            <p:cNvSpPr/>
            <p:nvPr/>
          </p:nvSpPr>
          <p:spPr>
            <a:xfrm>
              <a:off x="6156960" y="586168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dot-32"/>
            <p:cNvSpPr/>
            <p:nvPr/>
          </p:nvSpPr>
          <p:spPr>
            <a:xfrm>
              <a:off x="6664642" y="577310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dot-33"/>
            <p:cNvSpPr/>
            <p:nvPr/>
          </p:nvSpPr>
          <p:spPr>
            <a:xfrm>
              <a:off x="7178992" y="575024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dot-34"/>
            <p:cNvSpPr/>
            <p:nvPr/>
          </p:nvSpPr>
          <p:spPr>
            <a:xfrm>
              <a:off x="7692390" y="579310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dot-35"/>
            <p:cNvSpPr/>
            <p:nvPr/>
          </p:nvSpPr>
          <p:spPr>
            <a:xfrm>
              <a:off x="8195310" y="5900738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dot-36"/>
            <p:cNvSpPr/>
            <p:nvPr/>
          </p:nvSpPr>
          <p:spPr>
            <a:xfrm>
              <a:off x="8681085" y="6072188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dot-37"/>
            <p:cNvSpPr/>
            <p:nvPr/>
          </p:nvSpPr>
          <p:spPr>
            <a:xfrm>
              <a:off x="9141142" y="6304598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dot-38"/>
            <p:cNvSpPr/>
            <p:nvPr/>
          </p:nvSpPr>
          <p:spPr>
            <a:xfrm>
              <a:off x="9566910" y="6594158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dot-39"/>
            <p:cNvSpPr/>
            <p:nvPr/>
          </p:nvSpPr>
          <p:spPr>
            <a:xfrm>
              <a:off x="9952672" y="693515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dot-40"/>
            <p:cNvSpPr/>
            <p:nvPr/>
          </p:nvSpPr>
          <p:spPr>
            <a:xfrm>
              <a:off x="10291762" y="732377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ot-41"/>
            <p:cNvSpPr/>
            <p:nvPr/>
          </p:nvSpPr>
          <p:spPr>
            <a:xfrm>
              <a:off x="10578465" y="775144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dot-42"/>
            <p:cNvSpPr/>
            <p:nvPr/>
          </p:nvSpPr>
          <p:spPr>
            <a:xfrm>
              <a:off x="10808017" y="821245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dot-43"/>
            <p:cNvSpPr/>
            <p:nvPr/>
          </p:nvSpPr>
          <p:spPr>
            <a:xfrm>
              <a:off x="10976610" y="869918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dot-44"/>
            <p:cNvSpPr/>
            <p:nvPr/>
          </p:nvSpPr>
          <p:spPr>
            <a:xfrm>
              <a:off x="11081385" y="920305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dot-45"/>
            <p:cNvSpPr/>
            <p:nvPr/>
          </p:nvSpPr>
          <p:spPr>
            <a:xfrm>
              <a:off x="11121390" y="971740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dot-46"/>
            <p:cNvSpPr/>
            <p:nvPr/>
          </p:nvSpPr>
          <p:spPr>
            <a:xfrm>
              <a:off x="11094720" y="1023175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dot-47"/>
            <p:cNvSpPr/>
            <p:nvPr/>
          </p:nvSpPr>
          <p:spPr>
            <a:xfrm>
              <a:off x="11002328" y="10738485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dot-48"/>
            <p:cNvSpPr/>
            <p:nvPr/>
          </p:nvSpPr>
          <p:spPr>
            <a:xfrm>
              <a:off x="10847070" y="11229022"/>
              <a:ext cx="312420" cy="312420"/>
            </a:xfrm>
            <a:prstGeom prst="ellipse">
              <a:avLst/>
            </a:prstGeom>
            <a:solidFill>
              <a:srgbClr val="B0CB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dot-49"/>
            <p:cNvSpPr/>
            <p:nvPr/>
          </p:nvSpPr>
          <p:spPr>
            <a:xfrm>
              <a:off x="11664315" y="979741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dot-50"/>
            <p:cNvSpPr/>
            <p:nvPr/>
          </p:nvSpPr>
          <p:spPr>
            <a:xfrm>
              <a:off x="11634788" y="1031462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dot-51"/>
            <p:cNvSpPr/>
            <p:nvPr/>
          </p:nvSpPr>
          <p:spPr>
            <a:xfrm>
              <a:off x="11546205" y="1082421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dot-52"/>
            <p:cNvSpPr/>
            <p:nvPr/>
          </p:nvSpPr>
          <p:spPr>
            <a:xfrm>
              <a:off x="11400472" y="1132141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dot-53"/>
            <p:cNvSpPr/>
            <p:nvPr/>
          </p:nvSpPr>
          <p:spPr>
            <a:xfrm>
              <a:off x="11199495" y="1179766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dot-54"/>
            <p:cNvSpPr/>
            <p:nvPr/>
          </p:nvSpPr>
          <p:spPr>
            <a:xfrm>
              <a:off x="10944225" y="12248197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dot-55"/>
            <p:cNvSpPr/>
            <p:nvPr/>
          </p:nvSpPr>
          <p:spPr>
            <a:xfrm>
              <a:off x="10640378" y="12667297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dot-56"/>
            <p:cNvSpPr/>
            <p:nvPr/>
          </p:nvSpPr>
          <p:spPr>
            <a:xfrm>
              <a:off x="10289858" y="1304925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dot-57"/>
            <p:cNvSpPr/>
            <p:nvPr/>
          </p:nvSpPr>
          <p:spPr>
            <a:xfrm>
              <a:off x="9899332" y="13387388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dot-58"/>
            <p:cNvSpPr/>
            <p:nvPr/>
          </p:nvSpPr>
          <p:spPr>
            <a:xfrm>
              <a:off x="9471660" y="1367980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dot-59"/>
            <p:cNvSpPr/>
            <p:nvPr/>
          </p:nvSpPr>
          <p:spPr>
            <a:xfrm>
              <a:off x="9013508" y="1392174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dot-60"/>
            <p:cNvSpPr/>
            <p:nvPr/>
          </p:nvSpPr>
          <p:spPr>
            <a:xfrm>
              <a:off x="8531542" y="1410938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dot-61"/>
            <p:cNvSpPr/>
            <p:nvPr/>
          </p:nvSpPr>
          <p:spPr>
            <a:xfrm>
              <a:off x="8030528" y="14240828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dot-62"/>
            <p:cNvSpPr/>
            <p:nvPr/>
          </p:nvSpPr>
          <p:spPr>
            <a:xfrm>
              <a:off x="7518083" y="1431512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dot-63"/>
            <p:cNvSpPr/>
            <p:nvPr/>
          </p:nvSpPr>
          <p:spPr>
            <a:xfrm>
              <a:off x="7000875" y="1432941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dot-64"/>
            <p:cNvSpPr/>
            <p:nvPr/>
          </p:nvSpPr>
          <p:spPr>
            <a:xfrm>
              <a:off x="6485572" y="1428559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dot-65"/>
            <p:cNvSpPr/>
            <p:nvPr/>
          </p:nvSpPr>
          <p:spPr>
            <a:xfrm>
              <a:off x="5977890" y="1418272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dot-66"/>
            <p:cNvSpPr/>
            <p:nvPr/>
          </p:nvSpPr>
          <p:spPr>
            <a:xfrm>
              <a:off x="5485448" y="1402270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dot-67"/>
            <p:cNvSpPr/>
            <p:nvPr/>
          </p:nvSpPr>
          <p:spPr>
            <a:xfrm>
              <a:off x="5014912" y="1380744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dot-68"/>
            <p:cNvSpPr/>
            <p:nvPr/>
          </p:nvSpPr>
          <p:spPr>
            <a:xfrm>
              <a:off x="4571048" y="13539788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dot-69"/>
            <p:cNvSpPr/>
            <p:nvPr/>
          </p:nvSpPr>
          <p:spPr>
            <a:xfrm>
              <a:off x="4161473" y="13223558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dot-70"/>
            <p:cNvSpPr/>
            <p:nvPr/>
          </p:nvSpPr>
          <p:spPr>
            <a:xfrm>
              <a:off x="3789998" y="1286351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dot-71"/>
            <p:cNvSpPr/>
            <p:nvPr/>
          </p:nvSpPr>
          <p:spPr>
            <a:xfrm>
              <a:off x="3462338" y="1246251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dot-72"/>
            <p:cNvSpPr/>
            <p:nvPr/>
          </p:nvSpPr>
          <p:spPr>
            <a:xfrm>
              <a:off x="3182302" y="12027217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dot-73"/>
            <p:cNvSpPr/>
            <p:nvPr/>
          </p:nvSpPr>
          <p:spPr>
            <a:xfrm>
              <a:off x="2953702" y="11562397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dot-74"/>
            <p:cNvSpPr/>
            <p:nvPr/>
          </p:nvSpPr>
          <p:spPr>
            <a:xfrm>
              <a:off x="2780348" y="11074717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dot-75"/>
            <p:cNvSpPr/>
            <p:nvPr/>
          </p:nvSpPr>
          <p:spPr>
            <a:xfrm>
              <a:off x="2780348" y="852011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dot-76"/>
            <p:cNvSpPr/>
            <p:nvPr/>
          </p:nvSpPr>
          <p:spPr>
            <a:xfrm>
              <a:off x="2953702" y="8032433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dot-77"/>
            <p:cNvSpPr/>
            <p:nvPr/>
          </p:nvSpPr>
          <p:spPr>
            <a:xfrm>
              <a:off x="3182302" y="756761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dot-78"/>
            <p:cNvSpPr/>
            <p:nvPr/>
          </p:nvSpPr>
          <p:spPr>
            <a:xfrm>
              <a:off x="3462338" y="713232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dot-79"/>
            <p:cNvSpPr/>
            <p:nvPr/>
          </p:nvSpPr>
          <p:spPr>
            <a:xfrm>
              <a:off x="3789998" y="6731318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dot-80"/>
            <p:cNvSpPr/>
            <p:nvPr/>
          </p:nvSpPr>
          <p:spPr>
            <a:xfrm>
              <a:off x="4161473" y="637127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dot-81"/>
            <p:cNvSpPr/>
            <p:nvPr/>
          </p:nvSpPr>
          <p:spPr>
            <a:xfrm>
              <a:off x="4571048" y="605504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dot-82"/>
            <p:cNvSpPr/>
            <p:nvPr/>
          </p:nvSpPr>
          <p:spPr>
            <a:xfrm>
              <a:off x="5014912" y="578739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dot-83"/>
            <p:cNvSpPr/>
            <p:nvPr/>
          </p:nvSpPr>
          <p:spPr>
            <a:xfrm>
              <a:off x="5485448" y="557212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dot-84"/>
            <p:cNvSpPr/>
            <p:nvPr/>
          </p:nvSpPr>
          <p:spPr>
            <a:xfrm>
              <a:off x="5977890" y="541210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dot-85"/>
            <p:cNvSpPr/>
            <p:nvPr/>
          </p:nvSpPr>
          <p:spPr>
            <a:xfrm>
              <a:off x="6485572" y="530923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dot-86"/>
            <p:cNvSpPr/>
            <p:nvPr/>
          </p:nvSpPr>
          <p:spPr>
            <a:xfrm>
              <a:off x="7000875" y="526542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dot-87"/>
            <p:cNvSpPr/>
            <p:nvPr/>
          </p:nvSpPr>
          <p:spPr>
            <a:xfrm>
              <a:off x="7518083" y="5279708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dot-88"/>
            <p:cNvSpPr/>
            <p:nvPr/>
          </p:nvSpPr>
          <p:spPr>
            <a:xfrm>
              <a:off x="8030528" y="535400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dot-89"/>
            <p:cNvSpPr/>
            <p:nvPr/>
          </p:nvSpPr>
          <p:spPr>
            <a:xfrm>
              <a:off x="8531542" y="5485448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dot-90"/>
            <p:cNvSpPr/>
            <p:nvPr/>
          </p:nvSpPr>
          <p:spPr>
            <a:xfrm>
              <a:off x="9013508" y="567309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dot-91"/>
            <p:cNvSpPr/>
            <p:nvPr/>
          </p:nvSpPr>
          <p:spPr>
            <a:xfrm>
              <a:off x="9471660" y="591502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dot-92"/>
            <p:cNvSpPr/>
            <p:nvPr/>
          </p:nvSpPr>
          <p:spPr>
            <a:xfrm>
              <a:off x="9899332" y="6207442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dot-93"/>
            <p:cNvSpPr/>
            <p:nvPr/>
          </p:nvSpPr>
          <p:spPr>
            <a:xfrm>
              <a:off x="10289858" y="654558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dot-94"/>
            <p:cNvSpPr/>
            <p:nvPr/>
          </p:nvSpPr>
          <p:spPr>
            <a:xfrm>
              <a:off x="10640378" y="6927533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dot-95"/>
            <p:cNvSpPr/>
            <p:nvPr/>
          </p:nvSpPr>
          <p:spPr>
            <a:xfrm>
              <a:off x="10944225" y="7346633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dot-96"/>
            <p:cNvSpPr/>
            <p:nvPr/>
          </p:nvSpPr>
          <p:spPr>
            <a:xfrm>
              <a:off x="11199495" y="779716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dot-97"/>
            <p:cNvSpPr/>
            <p:nvPr/>
          </p:nvSpPr>
          <p:spPr>
            <a:xfrm>
              <a:off x="11400472" y="8273415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dot-98"/>
            <p:cNvSpPr/>
            <p:nvPr/>
          </p:nvSpPr>
          <p:spPr>
            <a:xfrm>
              <a:off x="11546205" y="8770620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dot-99"/>
            <p:cNvSpPr/>
            <p:nvPr/>
          </p:nvSpPr>
          <p:spPr>
            <a:xfrm>
              <a:off x="11634788" y="9280208"/>
              <a:ext cx="255270" cy="255270"/>
            </a:xfrm>
            <a:prstGeom prst="ellipse">
              <a:avLst/>
            </a:prstGeom>
            <a:solidFill>
              <a:srgbClr val="BBD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dot-100"/>
            <p:cNvSpPr/>
            <p:nvPr/>
          </p:nvSpPr>
          <p:spPr>
            <a:xfrm>
              <a:off x="11586210" y="1224343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dot-101"/>
            <p:cNvSpPr/>
            <p:nvPr/>
          </p:nvSpPr>
          <p:spPr>
            <a:xfrm>
              <a:off x="11313795" y="12686347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dot-102"/>
            <p:cNvSpPr/>
            <p:nvPr/>
          </p:nvSpPr>
          <p:spPr>
            <a:xfrm>
              <a:off x="10997565" y="1309878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dot-103"/>
            <p:cNvSpPr/>
            <p:nvPr/>
          </p:nvSpPr>
          <p:spPr>
            <a:xfrm>
              <a:off x="10640378" y="1347597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dot-104"/>
            <p:cNvSpPr/>
            <p:nvPr/>
          </p:nvSpPr>
          <p:spPr>
            <a:xfrm>
              <a:off x="10246042" y="1381506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dot-105"/>
            <p:cNvSpPr/>
            <p:nvPr/>
          </p:nvSpPr>
          <p:spPr>
            <a:xfrm>
              <a:off x="9819322" y="14111288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dot-106"/>
            <p:cNvSpPr/>
            <p:nvPr/>
          </p:nvSpPr>
          <p:spPr>
            <a:xfrm>
              <a:off x="9364980" y="14362747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dot-107"/>
            <p:cNvSpPr/>
            <p:nvPr/>
          </p:nvSpPr>
          <p:spPr>
            <a:xfrm>
              <a:off x="8885872" y="1456563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dot-108"/>
            <p:cNvSpPr/>
            <p:nvPr/>
          </p:nvSpPr>
          <p:spPr>
            <a:xfrm>
              <a:off x="8389620" y="1471803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dot-109"/>
            <p:cNvSpPr/>
            <p:nvPr/>
          </p:nvSpPr>
          <p:spPr>
            <a:xfrm>
              <a:off x="7879080" y="1481899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dot-110"/>
            <p:cNvSpPr/>
            <p:nvPr/>
          </p:nvSpPr>
          <p:spPr>
            <a:xfrm>
              <a:off x="7361872" y="1486757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dot-111"/>
            <p:cNvSpPr/>
            <p:nvPr/>
          </p:nvSpPr>
          <p:spPr>
            <a:xfrm>
              <a:off x="6841808" y="14861858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dot-112"/>
            <p:cNvSpPr/>
            <p:nvPr/>
          </p:nvSpPr>
          <p:spPr>
            <a:xfrm>
              <a:off x="6325552" y="1480280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dot-113"/>
            <p:cNvSpPr/>
            <p:nvPr/>
          </p:nvSpPr>
          <p:spPr>
            <a:xfrm>
              <a:off x="5817870" y="14690408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ot-114"/>
            <p:cNvSpPr/>
            <p:nvPr/>
          </p:nvSpPr>
          <p:spPr>
            <a:xfrm>
              <a:off x="5324475" y="1452753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ot-115"/>
            <p:cNvSpPr/>
            <p:nvPr/>
          </p:nvSpPr>
          <p:spPr>
            <a:xfrm>
              <a:off x="4851082" y="1431417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ot-116"/>
            <p:cNvSpPr/>
            <p:nvPr/>
          </p:nvSpPr>
          <p:spPr>
            <a:xfrm>
              <a:off x="4401502" y="1405318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ot-117"/>
            <p:cNvSpPr/>
            <p:nvPr/>
          </p:nvSpPr>
          <p:spPr>
            <a:xfrm>
              <a:off x="3980498" y="1374743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dot-118"/>
            <p:cNvSpPr/>
            <p:nvPr/>
          </p:nvSpPr>
          <p:spPr>
            <a:xfrm>
              <a:off x="3593782" y="1340072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ot-119"/>
            <p:cNvSpPr/>
            <p:nvPr/>
          </p:nvSpPr>
          <p:spPr>
            <a:xfrm>
              <a:off x="3245168" y="1301496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ot-120"/>
            <p:cNvSpPr/>
            <p:nvPr/>
          </p:nvSpPr>
          <p:spPr>
            <a:xfrm>
              <a:off x="2937510" y="1259586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dot-121"/>
            <p:cNvSpPr/>
            <p:nvPr/>
          </p:nvSpPr>
          <p:spPr>
            <a:xfrm>
              <a:off x="2856548" y="717804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ot-122"/>
            <p:cNvSpPr/>
            <p:nvPr/>
          </p:nvSpPr>
          <p:spPr>
            <a:xfrm>
              <a:off x="3150870" y="6750367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dot-123"/>
            <p:cNvSpPr/>
            <p:nvPr/>
          </p:nvSpPr>
          <p:spPr>
            <a:xfrm>
              <a:off x="3488055" y="6354127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ot-124"/>
            <p:cNvSpPr/>
            <p:nvPr/>
          </p:nvSpPr>
          <p:spPr>
            <a:xfrm>
              <a:off x="3864292" y="5995988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ot-125"/>
            <p:cNvSpPr/>
            <p:nvPr/>
          </p:nvSpPr>
          <p:spPr>
            <a:xfrm>
              <a:off x="4275772" y="567785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ot-126"/>
            <p:cNvSpPr/>
            <p:nvPr/>
          </p:nvSpPr>
          <p:spPr>
            <a:xfrm>
              <a:off x="4716780" y="540353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dot-127"/>
            <p:cNvSpPr/>
            <p:nvPr/>
          </p:nvSpPr>
          <p:spPr>
            <a:xfrm>
              <a:off x="5184458" y="517588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ot-128"/>
            <p:cNvSpPr/>
            <p:nvPr/>
          </p:nvSpPr>
          <p:spPr>
            <a:xfrm>
              <a:off x="5672138" y="4997767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dot-129"/>
            <p:cNvSpPr/>
            <p:nvPr/>
          </p:nvSpPr>
          <p:spPr>
            <a:xfrm>
              <a:off x="6176962" y="487108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ot-130"/>
            <p:cNvSpPr/>
            <p:nvPr/>
          </p:nvSpPr>
          <p:spPr>
            <a:xfrm>
              <a:off x="6691312" y="479679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ot-131"/>
            <p:cNvSpPr/>
            <p:nvPr/>
          </p:nvSpPr>
          <p:spPr>
            <a:xfrm>
              <a:off x="7210425" y="477488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dot-132"/>
            <p:cNvSpPr/>
            <p:nvPr/>
          </p:nvSpPr>
          <p:spPr>
            <a:xfrm>
              <a:off x="7729538" y="4807268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dot-133"/>
            <p:cNvSpPr/>
            <p:nvPr/>
          </p:nvSpPr>
          <p:spPr>
            <a:xfrm>
              <a:off x="8241982" y="489299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dot-134"/>
            <p:cNvSpPr/>
            <p:nvPr/>
          </p:nvSpPr>
          <p:spPr>
            <a:xfrm>
              <a:off x="8742998" y="503110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dot-135"/>
            <p:cNvSpPr/>
            <p:nvPr/>
          </p:nvSpPr>
          <p:spPr>
            <a:xfrm>
              <a:off x="9226868" y="5219700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dot-136"/>
            <p:cNvSpPr/>
            <p:nvPr/>
          </p:nvSpPr>
          <p:spPr>
            <a:xfrm>
              <a:off x="9689782" y="545687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dot-137"/>
            <p:cNvSpPr/>
            <p:nvPr/>
          </p:nvSpPr>
          <p:spPr>
            <a:xfrm>
              <a:off x="10125075" y="5740717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dot-138"/>
            <p:cNvSpPr/>
            <p:nvPr/>
          </p:nvSpPr>
          <p:spPr>
            <a:xfrm>
              <a:off x="10528935" y="606742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dot-139"/>
            <p:cNvSpPr/>
            <p:nvPr/>
          </p:nvSpPr>
          <p:spPr>
            <a:xfrm>
              <a:off x="10897552" y="6434138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dot-140"/>
            <p:cNvSpPr/>
            <p:nvPr/>
          </p:nvSpPr>
          <p:spPr>
            <a:xfrm>
              <a:off x="11226165" y="683704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dot-141"/>
            <p:cNvSpPr/>
            <p:nvPr/>
          </p:nvSpPr>
          <p:spPr>
            <a:xfrm>
              <a:off x="11511915" y="727138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dot-142"/>
            <p:cNvSpPr/>
            <p:nvPr/>
          </p:nvSpPr>
          <p:spPr>
            <a:xfrm>
              <a:off x="11750992" y="773239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dot-143"/>
            <p:cNvSpPr/>
            <p:nvPr/>
          </p:nvSpPr>
          <p:spPr>
            <a:xfrm>
              <a:off x="11941492" y="821626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dot-144"/>
            <p:cNvSpPr/>
            <p:nvPr/>
          </p:nvSpPr>
          <p:spPr>
            <a:xfrm>
              <a:off x="12081510" y="8716328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dot-145"/>
            <p:cNvSpPr/>
            <p:nvPr/>
          </p:nvSpPr>
          <p:spPr>
            <a:xfrm>
              <a:off x="12169140" y="922877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dot-146"/>
            <p:cNvSpPr/>
            <p:nvPr/>
          </p:nvSpPr>
          <p:spPr>
            <a:xfrm>
              <a:off x="12203430" y="974693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dot-147"/>
            <p:cNvSpPr/>
            <p:nvPr/>
          </p:nvSpPr>
          <p:spPr>
            <a:xfrm>
              <a:off x="12184380" y="10266997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dot-148"/>
            <p:cNvSpPr/>
            <p:nvPr/>
          </p:nvSpPr>
          <p:spPr>
            <a:xfrm>
              <a:off x="12112942" y="10781347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dot-149"/>
            <p:cNvSpPr/>
            <p:nvPr/>
          </p:nvSpPr>
          <p:spPr>
            <a:xfrm>
              <a:off x="11988165" y="11286172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dot-150"/>
            <p:cNvSpPr/>
            <p:nvPr/>
          </p:nvSpPr>
          <p:spPr>
            <a:xfrm>
              <a:off x="11811952" y="11774805"/>
              <a:ext cx="203835" cy="203835"/>
            </a:xfrm>
            <a:prstGeom prst="ellipse">
              <a:avLst/>
            </a:prstGeom>
            <a:solidFill>
              <a:srgbClr val="C6DA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dot-151"/>
            <p:cNvSpPr/>
            <p:nvPr/>
          </p:nvSpPr>
          <p:spPr>
            <a:xfrm>
              <a:off x="12356783" y="11886248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dot-152"/>
            <p:cNvSpPr/>
            <p:nvPr/>
          </p:nvSpPr>
          <p:spPr>
            <a:xfrm>
              <a:off x="12143422" y="12361545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dot-153"/>
            <p:cNvSpPr/>
            <p:nvPr/>
          </p:nvSpPr>
          <p:spPr>
            <a:xfrm>
              <a:off x="11886248" y="12814935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dot-154"/>
            <p:cNvSpPr/>
            <p:nvPr/>
          </p:nvSpPr>
          <p:spPr>
            <a:xfrm>
              <a:off x="11587162" y="13242608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dot-155"/>
            <p:cNvSpPr/>
            <p:nvPr/>
          </p:nvSpPr>
          <p:spPr>
            <a:xfrm>
              <a:off x="11249978" y="13640753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dot-156"/>
            <p:cNvSpPr/>
            <p:nvPr/>
          </p:nvSpPr>
          <p:spPr>
            <a:xfrm>
              <a:off x="10877550" y="14004608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dot-157"/>
            <p:cNvSpPr/>
            <p:nvPr/>
          </p:nvSpPr>
          <p:spPr>
            <a:xfrm>
              <a:off x="10471785" y="14333220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dot-158"/>
            <p:cNvSpPr/>
            <p:nvPr/>
          </p:nvSpPr>
          <p:spPr>
            <a:xfrm>
              <a:off x="10037445" y="14620875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dot-159"/>
            <p:cNvSpPr/>
            <p:nvPr/>
          </p:nvSpPr>
          <p:spPr>
            <a:xfrm>
              <a:off x="9577388" y="14867572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dot-160"/>
            <p:cNvSpPr/>
            <p:nvPr/>
          </p:nvSpPr>
          <p:spPr>
            <a:xfrm>
              <a:off x="4551045" y="14749462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dot-161"/>
            <p:cNvSpPr/>
            <p:nvPr/>
          </p:nvSpPr>
          <p:spPr>
            <a:xfrm>
              <a:off x="4104322" y="14481810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dot-162"/>
            <p:cNvSpPr/>
            <p:nvPr/>
          </p:nvSpPr>
          <p:spPr>
            <a:xfrm>
              <a:off x="3683318" y="14173200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dot-163"/>
            <p:cNvSpPr/>
            <p:nvPr/>
          </p:nvSpPr>
          <p:spPr>
            <a:xfrm>
              <a:off x="3293745" y="13827442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dot-164"/>
            <p:cNvSpPr/>
            <p:nvPr/>
          </p:nvSpPr>
          <p:spPr>
            <a:xfrm>
              <a:off x="2938462" y="13445490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dot-165"/>
            <p:cNvSpPr/>
            <p:nvPr/>
          </p:nvSpPr>
          <p:spPr>
            <a:xfrm>
              <a:off x="2938462" y="6250305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dot-166"/>
            <p:cNvSpPr/>
            <p:nvPr/>
          </p:nvSpPr>
          <p:spPr>
            <a:xfrm>
              <a:off x="3293745" y="5868352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dot-167"/>
            <p:cNvSpPr/>
            <p:nvPr/>
          </p:nvSpPr>
          <p:spPr>
            <a:xfrm>
              <a:off x="3683318" y="5522595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dot-168"/>
            <p:cNvSpPr/>
            <p:nvPr/>
          </p:nvSpPr>
          <p:spPr>
            <a:xfrm>
              <a:off x="4104322" y="5213985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dot-169"/>
            <p:cNvSpPr/>
            <p:nvPr/>
          </p:nvSpPr>
          <p:spPr>
            <a:xfrm>
              <a:off x="4551045" y="4946332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dot-170"/>
            <p:cNvSpPr/>
            <p:nvPr/>
          </p:nvSpPr>
          <p:spPr>
            <a:xfrm>
              <a:off x="5022532" y="4721542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dot-171"/>
            <p:cNvSpPr/>
            <p:nvPr/>
          </p:nvSpPr>
          <p:spPr>
            <a:xfrm>
              <a:off x="9577388" y="4828222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dot-172"/>
            <p:cNvSpPr/>
            <p:nvPr/>
          </p:nvSpPr>
          <p:spPr>
            <a:xfrm>
              <a:off x="10037445" y="5074920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dot-173"/>
            <p:cNvSpPr/>
            <p:nvPr/>
          </p:nvSpPr>
          <p:spPr>
            <a:xfrm>
              <a:off x="10471785" y="5362575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dot-174"/>
            <p:cNvSpPr/>
            <p:nvPr/>
          </p:nvSpPr>
          <p:spPr>
            <a:xfrm>
              <a:off x="10877550" y="5691188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dot-175"/>
            <p:cNvSpPr/>
            <p:nvPr/>
          </p:nvSpPr>
          <p:spPr>
            <a:xfrm>
              <a:off x="11249978" y="6055042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dot-176"/>
            <p:cNvSpPr/>
            <p:nvPr/>
          </p:nvSpPr>
          <p:spPr>
            <a:xfrm>
              <a:off x="11587162" y="6453188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dot-177"/>
            <p:cNvSpPr/>
            <p:nvPr/>
          </p:nvSpPr>
          <p:spPr>
            <a:xfrm>
              <a:off x="11886248" y="6880860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dot-178"/>
            <p:cNvSpPr/>
            <p:nvPr/>
          </p:nvSpPr>
          <p:spPr>
            <a:xfrm>
              <a:off x="12143422" y="7334250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dot-179"/>
            <p:cNvSpPr/>
            <p:nvPr/>
          </p:nvSpPr>
          <p:spPr>
            <a:xfrm>
              <a:off x="12356783" y="7809548"/>
              <a:ext cx="154305" cy="154305"/>
            </a:xfrm>
            <a:prstGeom prst="ellipse">
              <a:avLst/>
            </a:prstGeom>
            <a:solidFill>
              <a:srgbClr val="D0E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dot-180"/>
            <p:cNvSpPr/>
            <p:nvPr/>
          </p:nvSpPr>
          <p:spPr>
            <a:xfrm>
              <a:off x="12268200" y="13224510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dot-181"/>
            <p:cNvSpPr/>
            <p:nvPr/>
          </p:nvSpPr>
          <p:spPr>
            <a:xfrm>
              <a:off x="11966258" y="13641705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dot-182"/>
            <p:cNvSpPr/>
            <p:nvPr/>
          </p:nvSpPr>
          <p:spPr>
            <a:xfrm>
              <a:off x="11629072" y="14032230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dot-183"/>
            <p:cNvSpPr/>
            <p:nvPr/>
          </p:nvSpPr>
          <p:spPr>
            <a:xfrm>
              <a:off x="11259502" y="14392275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dot-184"/>
            <p:cNvSpPr/>
            <p:nvPr/>
          </p:nvSpPr>
          <p:spPr>
            <a:xfrm>
              <a:off x="10861358" y="14719935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dot-185"/>
            <p:cNvSpPr/>
            <p:nvPr/>
          </p:nvSpPr>
          <p:spPr>
            <a:xfrm>
              <a:off x="3634740" y="14788515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dot-186"/>
            <p:cNvSpPr/>
            <p:nvPr/>
          </p:nvSpPr>
          <p:spPr>
            <a:xfrm>
              <a:off x="3229928" y="14468475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dot-187"/>
            <p:cNvSpPr/>
            <p:nvPr/>
          </p:nvSpPr>
          <p:spPr>
            <a:xfrm>
              <a:off x="2854643" y="14115097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dot-188"/>
            <p:cNvSpPr/>
            <p:nvPr/>
          </p:nvSpPr>
          <p:spPr>
            <a:xfrm>
              <a:off x="3144202" y="5345430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dot-189"/>
            <p:cNvSpPr/>
            <p:nvPr/>
          </p:nvSpPr>
          <p:spPr>
            <a:xfrm>
              <a:off x="3542348" y="5017770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dot-190"/>
            <p:cNvSpPr/>
            <p:nvPr/>
          </p:nvSpPr>
          <p:spPr>
            <a:xfrm>
              <a:off x="3967162" y="4724400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dot-191"/>
            <p:cNvSpPr/>
            <p:nvPr/>
          </p:nvSpPr>
          <p:spPr>
            <a:xfrm>
              <a:off x="10768965" y="4949190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dot-192"/>
            <p:cNvSpPr/>
            <p:nvPr/>
          </p:nvSpPr>
          <p:spPr>
            <a:xfrm>
              <a:off x="11173778" y="5269230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dot-193"/>
            <p:cNvSpPr/>
            <p:nvPr/>
          </p:nvSpPr>
          <p:spPr>
            <a:xfrm>
              <a:off x="11549062" y="5622608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dot-194"/>
            <p:cNvSpPr/>
            <p:nvPr/>
          </p:nvSpPr>
          <p:spPr>
            <a:xfrm>
              <a:off x="11893867" y="6006465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dot-195"/>
            <p:cNvSpPr/>
            <p:nvPr/>
          </p:nvSpPr>
          <p:spPr>
            <a:xfrm>
              <a:off x="12204382" y="6418898"/>
              <a:ext cx="112395" cy="112395"/>
            </a:xfrm>
            <a:prstGeom prst="ellipse">
              <a:avLst/>
            </a:prstGeom>
            <a:solidFill>
              <a:srgbClr val="DBE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0" name="photo-data" descr="photo_cir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425" y="6562725"/>
            <a:ext cx="6915150" cy="6915150"/>
          </a:xfrm>
          <a:prstGeom prst="rect">
            <a:avLst/>
          </a:prstGeom>
          <a:effectLst/>
        </p:spPr>
      </p:pic>
      <p:sp>
        <p:nvSpPr>
          <p:cNvPr id="201" name="photo-ring"/>
          <p:cNvSpPr/>
          <p:nvPr/>
        </p:nvSpPr>
        <p:spPr>
          <a:xfrm>
            <a:off x="4086225" y="6486525"/>
            <a:ext cx="7067550" cy="7067550"/>
          </a:xfrm>
          <a:prstGeom prst="ellipse">
            <a:avLst/>
          </a:prstGeom>
          <a:noFill/>
          <a:ln w="10477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imeline-1"/>
          <p:cNvSpPr/>
          <p:nvPr/>
        </p:nvSpPr>
        <p:spPr>
          <a:xfrm>
            <a:off x="11087100" y="4476750"/>
            <a:ext cx="2438400" cy="4476750"/>
          </a:xfrm>
          <a:custGeom>
            <a:avLst/>
            <a:gdLst/>
            <a:ahLst/>
            <a:cxnLst/>
            <a:rect l="l" t="t" r="r" b="b"/>
            <a:pathLst>
              <a:path w="2438400" h="4476750">
                <a:moveTo>
                  <a:pt x="0" y="0"/>
                </a:moveTo>
                <a:lnTo>
                  <a:pt x="342900" y="304800"/>
                </a:lnTo>
                <a:lnTo>
                  <a:pt x="733425" y="685800"/>
                </a:lnTo>
                <a:lnTo>
                  <a:pt x="1114425" y="1143000"/>
                </a:lnTo>
                <a:lnTo>
                  <a:pt x="1295400" y="1476375"/>
                </a:lnTo>
                <a:lnTo>
                  <a:pt x="1581150" y="2190750"/>
                </a:lnTo>
                <a:lnTo>
                  <a:pt x="1866900" y="2781300"/>
                </a:lnTo>
                <a:lnTo>
                  <a:pt x="2095500" y="3162300"/>
                </a:lnTo>
                <a:lnTo>
                  <a:pt x="2228850" y="3714750"/>
                </a:lnTo>
                <a:lnTo>
                  <a:pt x="2362200" y="4152900"/>
                </a:lnTo>
                <a:lnTo>
                  <a:pt x="2438400" y="4476750"/>
                </a:lnTo>
              </a:path>
            </a:pathLst>
          </a:custGeom>
          <a:noFill/>
          <a:ln w="6667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imeline-2"/>
          <p:cNvSpPr/>
          <p:nvPr/>
        </p:nvSpPr>
        <p:spPr>
          <a:xfrm>
            <a:off x="8763000" y="6238875"/>
            <a:ext cx="2667000" cy="3724275"/>
          </a:xfrm>
          <a:custGeom>
            <a:avLst/>
            <a:gdLst/>
            <a:ahLst/>
            <a:cxnLst/>
            <a:rect l="l" t="t" r="r" b="b"/>
            <a:pathLst>
              <a:path w="2667000" h="3724275">
                <a:moveTo>
                  <a:pt x="0" y="0"/>
                </a:moveTo>
                <a:lnTo>
                  <a:pt x="400050" y="180975"/>
                </a:lnTo>
                <a:lnTo>
                  <a:pt x="857250" y="447675"/>
                </a:lnTo>
                <a:lnTo>
                  <a:pt x="1314450" y="809625"/>
                </a:lnTo>
                <a:lnTo>
                  <a:pt x="1695450" y="1190625"/>
                </a:lnTo>
                <a:lnTo>
                  <a:pt x="1981200" y="1571625"/>
                </a:lnTo>
                <a:lnTo>
                  <a:pt x="2219325" y="2028825"/>
                </a:lnTo>
                <a:lnTo>
                  <a:pt x="2428875" y="2619375"/>
                </a:lnTo>
                <a:lnTo>
                  <a:pt x="2590800" y="3190875"/>
                </a:lnTo>
                <a:lnTo>
                  <a:pt x="2667000" y="3724275"/>
                </a:lnTo>
              </a:path>
            </a:pathLst>
          </a:custGeom>
          <a:noFill/>
          <a:ln w="6667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imeline-3"/>
          <p:cNvSpPr/>
          <p:nvPr/>
        </p:nvSpPr>
        <p:spPr>
          <a:xfrm>
            <a:off x="10972800" y="9963150"/>
            <a:ext cx="2419350" cy="4705350"/>
          </a:xfrm>
          <a:custGeom>
            <a:avLst/>
            <a:gdLst/>
            <a:ahLst/>
            <a:cxnLst/>
            <a:rect l="l" t="t" r="r" b="b"/>
            <a:pathLst>
              <a:path w="2419350" h="4705350">
                <a:moveTo>
                  <a:pt x="1476375" y="0"/>
                </a:moveTo>
                <a:lnTo>
                  <a:pt x="1600200" y="419100"/>
                </a:lnTo>
                <a:lnTo>
                  <a:pt x="1790700" y="752475"/>
                </a:lnTo>
                <a:lnTo>
                  <a:pt x="2095500" y="952500"/>
                </a:lnTo>
                <a:lnTo>
                  <a:pt x="2419350" y="1009650"/>
                </a:lnTo>
                <a:lnTo>
                  <a:pt x="2324100" y="1409700"/>
                </a:lnTo>
                <a:lnTo>
                  <a:pt x="2095500" y="1943100"/>
                </a:lnTo>
                <a:lnTo>
                  <a:pt x="1924050" y="2381250"/>
                </a:lnTo>
                <a:lnTo>
                  <a:pt x="1800225" y="2705100"/>
                </a:lnTo>
                <a:lnTo>
                  <a:pt x="1581150" y="3181350"/>
                </a:lnTo>
                <a:lnTo>
                  <a:pt x="1295400" y="3562350"/>
                </a:lnTo>
                <a:lnTo>
                  <a:pt x="952500" y="3867150"/>
                </a:lnTo>
                <a:lnTo>
                  <a:pt x="457200" y="4362450"/>
                </a:lnTo>
                <a:lnTo>
                  <a:pt x="0" y="4705350"/>
                </a:lnTo>
              </a:path>
            </a:pathLst>
          </a:custGeom>
          <a:noFill/>
          <a:ln w="6667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6" name="node-1"/>
          <p:cNvGrpSpPr/>
          <p:nvPr/>
        </p:nvGrpSpPr>
        <p:grpSpPr>
          <a:xfrm>
            <a:off x="11830050" y="5695950"/>
            <a:ext cx="1885950" cy="1885950"/>
            <a:chOff x="11830050" y="5695950"/>
            <a:chExt cx="1885950" cy="1885950"/>
          </a:xfrm>
        </p:grpSpPr>
        <p:sp>
          <p:nvSpPr>
            <p:cNvPr id="205" name="node-1-ring"/>
            <p:cNvSpPr/>
            <p:nvPr/>
          </p:nvSpPr>
          <p:spPr>
            <a:xfrm>
              <a:off x="11830050" y="5695950"/>
              <a:ext cx="1885950" cy="1885950"/>
            </a:xfrm>
            <a:prstGeom prst="ellipse">
              <a:avLst/>
            </a:prstGeom>
            <a:noFill/>
            <a:ln w="38100">
              <a:solidFill>
                <a:srgbClr val="467DF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node-1-bg"/>
            <p:cNvSpPr/>
            <p:nvPr/>
          </p:nvSpPr>
          <p:spPr>
            <a:xfrm>
              <a:off x="11896725" y="5762625"/>
              <a:ext cx="1752600" cy="1752600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m-screen"/>
            <p:cNvSpPr/>
            <p:nvPr/>
          </p:nvSpPr>
          <p:spPr>
            <a:xfrm>
              <a:off x="12296775" y="6181725"/>
              <a:ext cx="952500" cy="685800"/>
            </a:xfrm>
            <a:prstGeom prst="roundRect">
              <a:avLst>
                <a:gd name="adj" fmla="val 4166"/>
              </a:avLst>
            </a:prstGeom>
            <a:noFill/>
            <a:ln w="762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m-sq"/>
            <p:cNvSpPr/>
            <p:nvPr/>
          </p:nvSpPr>
          <p:spPr>
            <a:xfrm>
              <a:off x="12430125" y="6334125"/>
              <a:ext cx="161925" cy="142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m-bar"/>
            <p:cNvSpPr/>
            <p:nvPr/>
          </p:nvSpPr>
          <p:spPr>
            <a:xfrm>
              <a:off x="12668250" y="6362700"/>
              <a:ext cx="428625" cy="952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m-sq"/>
            <p:cNvSpPr/>
            <p:nvPr/>
          </p:nvSpPr>
          <p:spPr>
            <a:xfrm>
              <a:off x="12430125" y="6562725"/>
              <a:ext cx="161925" cy="142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m-bar"/>
            <p:cNvSpPr/>
            <p:nvPr/>
          </p:nvSpPr>
          <p:spPr>
            <a:xfrm>
              <a:off x="12668250" y="6591300"/>
              <a:ext cx="428625" cy="952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m-neck"/>
            <p:cNvSpPr/>
            <p:nvPr/>
          </p:nvSpPr>
          <p:spPr>
            <a:xfrm>
              <a:off x="12715875" y="6867525"/>
              <a:ext cx="1143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m-base"/>
            <p:cNvSpPr/>
            <p:nvPr/>
          </p:nvSpPr>
          <p:spPr>
            <a:xfrm>
              <a:off x="12477750" y="6981825"/>
              <a:ext cx="590550" cy="85725"/>
            </a:xfrm>
            <a:prstGeom prst="roundRect">
              <a:avLst>
                <a:gd name="adj" fmla="val 4444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node-2"/>
          <p:cNvGrpSpPr/>
          <p:nvPr/>
        </p:nvGrpSpPr>
        <p:grpSpPr>
          <a:xfrm>
            <a:off x="12496800" y="8886825"/>
            <a:ext cx="1885950" cy="1885950"/>
            <a:chOff x="12496800" y="8886825"/>
            <a:chExt cx="1885950" cy="1885950"/>
          </a:xfrm>
        </p:grpSpPr>
        <p:sp>
          <p:nvSpPr>
            <p:cNvPr id="214" name="node-2-ring"/>
            <p:cNvSpPr/>
            <p:nvPr/>
          </p:nvSpPr>
          <p:spPr>
            <a:xfrm>
              <a:off x="12496800" y="8886825"/>
              <a:ext cx="1885950" cy="1885950"/>
            </a:xfrm>
            <a:prstGeom prst="ellipse">
              <a:avLst/>
            </a:prstGeom>
            <a:noFill/>
            <a:ln w="38100">
              <a:solidFill>
                <a:srgbClr val="467DF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node-2-bg"/>
            <p:cNvSpPr/>
            <p:nvPr/>
          </p:nvSpPr>
          <p:spPr>
            <a:xfrm>
              <a:off x="12563475" y="8953500"/>
              <a:ext cx="1752600" cy="1752600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g-ring"/>
            <p:cNvSpPr/>
            <p:nvPr/>
          </p:nvSpPr>
          <p:spPr>
            <a:xfrm>
              <a:off x="13192125" y="9391650"/>
              <a:ext cx="495300" cy="495300"/>
            </a:xfrm>
            <a:prstGeom prst="ellipse">
              <a:avLst/>
            </a:prstGeom>
            <a:noFill/>
            <a:ln w="952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g-tooth"/>
            <p:cNvSpPr/>
            <p:nvPr/>
          </p:nvSpPr>
          <p:spPr>
            <a:xfrm>
              <a:off x="13677900" y="9591675"/>
              <a:ext cx="95250" cy="9525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g-tooth"/>
            <p:cNvSpPr/>
            <p:nvPr/>
          </p:nvSpPr>
          <p:spPr>
            <a:xfrm>
              <a:off x="13594080" y="9793605"/>
              <a:ext cx="95250" cy="9525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g-tooth"/>
            <p:cNvSpPr/>
            <p:nvPr/>
          </p:nvSpPr>
          <p:spPr>
            <a:xfrm>
              <a:off x="13392150" y="9877425"/>
              <a:ext cx="95250" cy="9525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g-tooth"/>
            <p:cNvSpPr/>
            <p:nvPr/>
          </p:nvSpPr>
          <p:spPr>
            <a:xfrm>
              <a:off x="13190220" y="9793605"/>
              <a:ext cx="95250" cy="9525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g-tooth"/>
            <p:cNvSpPr/>
            <p:nvPr/>
          </p:nvSpPr>
          <p:spPr>
            <a:xfrm>
              <a:off x="13106400" y="9591675"/>
              <a:ext cx="95250" cy="9525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g-tooth"/>
            <p:cNvSpPr/>
            <p:nvPr/>
          </p:nvSpPr>
          <p:spPr>
            <a:xfrm>
              <a:off x="13190220" y="9389745"/>
              <a:ext cx="95250" cy="9525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g-tooth"/>
            <p:cNvSpPr/>
            <p:nvPr/>
          </p:nvSpPr>
          <p:spPr>
            <a:xfrm>
              <a:off x="13392150" y="9305925"/>
              <a:ext cx="95250" cy="9525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g-tooth"/>
            <p:cNvSpPr/>
            <p:nvPr/>
          </p:nvSpPr>
          <p:spPr>
            <a:xfrm>
              <a:off x="13594080" y="9389745"/>
              <a:ext cx="95250" cy="9525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g-hole"/>
            <p:cNvSpPr/>
            <p:nvPr/>
          </p:nvSpPr>
          <p:spPr>
            <a:xfrm>
              <a:off x="13363575" y="9563100"/>
              <a:ext cx="152400" cy="152400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g-trend"/>
            <p:cNvSpPr/>
            <p:nvPr/>
          </p:nvSpPr>
          <p:spPr>
            <a:xfrm>
              <a:off x="13020675" y="9944100"/>
              <a:ext cx="742950" cy="381000"/>
            </a:xfrm>
            <a:custGeom>
              <a:avLst/>
              <a:gdLst/>
              <a:ahLst/>
              <a:cxnLst/>
              <a:rect l="l" t="t" r="r" b="b"/>
              <a:pathLst>
                <a:path w="742950" h="381000">
                  <a:moveTo>
                    <a:pt x="0" y="381000"/>
                  </a:moveTo>
                  <a:lnTo>
                    <a:pt x="228600" y="171450"/>
                  </a:lnTo>
                  <a:lnTo>
                    <a:pt x="381000" y="304800"/>
                  </a:lnTo>
                  <a:lnTo>
                    <a:pt x="742950" y="0"/>
                  </a:lnTo>
                </a:path>
              </a:pathLst>
            </a:custGeom>
            <a:noFill/>
            <a:ln w="857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g-dot"/>
            <p:cNvSpPr/>
            <p:nvPr/>
          </p:nvSpPr>
          <p:spPr>
            <a:xfrm>
              <a:off x="13325475" y="10172700"/>
              <a:ext cx="152400" cy="15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g-arrow"/>
            <p:cNvSpPr/>
            <p:nvPr/>
          </p:nvSpPr>
          <p:spPr>
            <a:xfrm>
              <a:off x="13668375" y="98679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171450" y="0"/>
                  </a:moveTo>
                  <a:lnTo>
                    <a:pt x="209550" y="228600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7" name="node-3"/>
          <p:cNvGrpSpPr/>
          <p:nvPr/>
        </p:nvGrpSpPr>
        <p:grpSpPr>
          <a:xfrm>
            <a:off x="11830050" y="12420600"/>
            <a:ext cx="1885950" cy="1885950"/>
            <a:chOff x="11830050" y="12420600"/>
            <a:chExt cx="1885950" cy="1885950"/>
          </a:xfrm>
        </p:grpSpPr>
        <p:sp>
          <p:nvSpPr>
            <p:cNvPr id="229" name="node-3-ring"/>
            <p:cNvSpPr/>
            <p:nvPr/>
          </p:nvSpPr>
          <p:spPr>
            <a:xfrm>
              <a:off x="11830050" y="12420600"/>
              <a:ext cx="1885950" cy="1885950"/>
            </a:xfrm>
            <a:prstGeom prst="ellipse">
              <a:avLst/>
            </a:prstGeom>
            <a:noFill/>
            <a:ln w="38100">
              <a:solidFill>
                <a:srgbClr val="467DF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node-3-bg"/>
            <p:cNvSpPr/>
            <p:nvPr/>
          </p:nvSpPr>
          <p:spPr>
            <a:xfrm>
              <a:off x="11896725" y="12487275"/>
              <a:ext cx="1752600" cy="1752600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s-post"/>
            <p:cNvSpPr/>
            <p:nvPr/>
          </p:nvSpPr>
          <p:spPr>
            <a:xfrm>
              <a:off x="12734925" y="12887325"/>
              <a:ext cx="762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s-top"/>
            <p:cNvSpPr/>
            <p:nvPr/>
          </p:nvSpPr>
          <p:spPr>
            <a:xfrm>
              <a:off x="12325350" y="12944475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219075" y="0"/>
                  </a:lnTo>
                  <a:lnTo>
                    <a:pt x="762000" y="0"/>
                  </a:lnTo>
                  <a:lnTo>
                    <a:pt x="762000" y="304800"/>
                  </a:lnTo>
                  <a:lnTo>
                    <a:pt x="219075" y="3048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s-bot"/>
            <p:cNvSpPr/>
            <p:nvPr/>
          </p:nvSpPr>
          <p:spPr>
            <a:xfrm>
              <a:off x="12458700" y="13363575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762000" y="152400"/>
                  </a:moveTo>
                  <a:lnTo>
                    <a:pt x="542925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542925" y="3048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s-base"/>
            <p:cNvSpPr/>
            <p:nvPr/>
          </p:nvSpPr>
          <p:spPr>
            <a:xfrm>
              <a:off x="12639675" y="13763625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s-p1"/>
            <p:cNvSpPr/>
            <p:nvPr/>
          </p:nvSpPr>
          <p:spPr>
            <a:xfrm>
              <a:off x="12401550" y="13068300"/>
              <a:ext cx="171450" cy="57150"/>
            </a:xfrm>
            <a:prstGeom prst="rect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s-p2"/>
            <p:cNvSpPr/>
            <p:nvPr/>
          </p:nvSpPr>
          <p:spPr>
            <a:xfrm>
              <a:off x="12458700" y="13011150"/>
              <a:ext cx="57150" cy="171450"/>
            </a:xfrm>
            <a:prstGeom prst="rect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s-p1"/>
            <p:cNvSpPr/>
            <p:nvPr/>
          </p:nvSpPr>
          <p:spPr>
            <a:xfrm>
              <a:off x="12973050" y="13487400"/>
              <a:ext cx="171450" cy="57150"/>
            </a:xfrm>
            <a:prstGeom prst="rect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s-p2"/>
            <p:cNvSpPr/>
            <p:nvPr/>
          </p:nvSpPr>
          <p:spPr>
            <a:xfrm>
              <a:off x="13030200" y="13430250"/>
              <a:ext cx="57150" cy="171450"/>
            </a:xfrm>
            <a:prstGeom prst="rect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8" name="banner"/>
          <p:cNvGrpSpPr/>
          <p:nvPr/>
        </p:nvGrpSpPr>
        <p:grpSpPr>
          <a:xfrm>
            <a:off x="895350" y="933450"/>
            <a:ext cx="4124325" cy="2390775"/>
            <a:chOff x="895350" y="933450"/>
            <a:chExt cx="4124325" cy="2390775"/>
          </a:xfrm>
        </p:grpSpPr>
        <p:sp>
          <p:nvSpPr>
            <p:cNvPr id="239" name="banner-shape"/>
            <p:cNvSpPr/>
            <p:nvPr/>
          </p:nvSpPr>
          <p:spPr>
            <a:xfrm>
              <a:off x="895350" y="933450"/>
              <a:ext cx="2552700" cy="2038350"/>
            </a:xfrm>
            <a:custGeom>
              <a:avLst/>
              <a:gdLst/>
              <a:ahLst/>
              <a:cxnLst/>
              <a:rect l="l" t="t" r="r" b="b"/>
              <a:pathLst>
                <a:path w="2552700" h="2038350">
                  <a:moveTo>
                    <a:pt x="0" y="0"/>
                  </a:moveTo>
                  <a:lnTo>
                    <a:pt x="2552700" y="0"/>
                  </a:lnTo>
                  <a:lnTo>
                    <a:pt x="2362200" y="495300"/>
                  </a:lnTo>
                  <a:lnTo>
                    <a:pt x="2362200" y="2038350"/>
                  </a:lnTo>
                  <a:lnTo>
                    <a:pt x="0" y="2038350"/>
                  </a:lnTo>
                  <a:close/>
                </a:path>
              </a:pathLst>
            </a:custGeom>
            <a:solidFill>
              <a:srgbClr val="3E6E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banner-notch"/>
            <p:cNvSpPr/>
            <p:nvPr/>
          </p:nvSpPr>
          <p:spPr>
            <a:xfrm>
              <a:off x="1933575" y="1095375"/>
              <a:ext cx="3086100" cy="2228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1" name="title"/>
          <p:cNvSpPr txBox="1"/>
          <p:nvPr/>
        </p:nvSpPr>
        <p:spPr>
          <a:xfrm>
            <a:off x="3238500" y="1609725"/>
            <a:ext cx="13779246" cy="1219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25" b="1" i="0">
                <a:solidFill>
                  <a:srgbClr val="325CBC"/>
                </a:solidFill>
                <a:latin typeface="Microsoft YaHei"/>
                <a:ea typeface="Microsoft YaHei"/>
                <a:cs typeface="Microsoft YaHei"/>
              </a:rPr>
              <a:t>旧系统的瓶颈与新需求的诞生</a:t>
            </a:r>
          </a:p>
        </p:txBody>
      </p:sp>
      <p:sp>
        <p:nvSpPr>
          <p:cNvPr id="242" name="h1"/>
          <p:cNvSpPr txBox="1"/>
          <p:nvPr/>
        </p:nvSpPr>
        <p:spPr>
          <a:xfrm>
            <a:off x="14220825" y="5386388"/>
            <a:ext cx="48577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4D7BF3"/>
                </a:solidFill>
                <a:latin typeface="Microsoft YaHei"/>
                <a:ea typeface="Microsoft YaHei"/>
                <a:cs typeface="Microsoft YaHei"/>
              </a:rPr>
              <a:t>现有系统瓶颈凸显</a:t>
            </a:r>
          </a:p>
        </p:txBody>
      </p:sp>
      <p:sp>
        <p:nvSpPr>
          <p:cNvPr id="243" name="ul1"/>
          <p:cNvSpPr/>
          <p:nvPr/>
        </p:nvSpPr>
        <p:spPr>
          <a:xfrm>
            <a:off x="14220825" y="6229350"/>
            <a:ext cx="2238375" cy="85725"/>
          </a:xfrm>
          <a:prstGeom prst="rect">
            <a:avLst/>
          </a:prstGeom>
          <a:solidFill>
            <a:srgbClr val="467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body1-1"/>
          <p:cNvSpPr txBox="1"/>
          <p:nvPr/>
        </p:nvSpPr>
        <p:spPr>
          <a:xfrm>
            <a:off x="14230350" y="6480810"/>
            <a:ext cx="13363575" cy="5257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系统已超期服役8年，界面陈旧、功能单一，数据孤岛效应严重，</a:t>
            </a:r>
          </a:p>
        </p:txBody>
      </p:sp>
      <p:sp>
        <p:nvSpPr>
          <p:cNvPr id="245" name="body1-2"/>
          <p:cNvSpPr txBox="1"/>
          <p:nvPr/>
        </p:nvSpPr>
        <p:spPr>
          <a:xfrm>
            <a:off x="14230350" y="7190422"/>
            <a:ext cx="3514725" cy="5257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制约员工效率。</a:t>
            </a:r>
          </a:p>
        </p:txBody>
      </p:sp>
      <p:sp>
        <p:nvSpPr>
          <p:cNvPr id="246" name="h2"/>
          <p:cNvSpPr txBox="1"/>
          <p:nvPr/>
        </p:nvSpPr>
        <p:spPr>
          <a:xfrm>
            <a:off x="14963775" y="8758238"/>
            <a:ext cx="54292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4D7BF3"/>
                </a:solidFill>
                <a:latin typeface="Microsoft YaHei"/>
                <a:ea typeface="Microsoft YaHei"/>
                <a:cs typeface="Microsoft YaHei"/>
              </a:rPr>
              <a:t>数字化转型迫切需求</a:t>
            </a:r>
          </a:p>
        </p:txBody>
      </p:sp>
      <p:sp>
        <p:nvSpPr>
          <p:cNvPr id="247" name="ul2"/>
          <p:cNvSpPr/>
          <p:nvPr/>
        </p:nvSpPr>
        <p:spPr>
          <a:xfrm>
            <a:off x="14963775" y="9610725"/>
            <a:ext cx="2238375" cy="85725"/>
          </a:xfrm>
          <a:prstGeom prst="rect">
            <a:avLst/>
          </a:prstGeom>
          <a:solidFill>
            <a:srgbClr val="467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body2-1"/>
          <p:cNvSpPr txBox="1"/>
          <p:nvPr/>
        </p:nvSpPr>
        <p:spPr>
          <a:xfrm>
            <a:off x="14973300" y="9852660"/>
            <a:ext cx="12915900" cy="5257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伴随业务扩张，各部门对协同办公、移动化及数据分析的需求日</a:t>
            </a:r>
          </a:p>
        </p:txBody>
      </p:sp>
      <p:sp>
        <p:nvSpPr>
          <p:cNvPr id="249" name="body2-2"/>
          <p:cNvSpPr txBox="1"/>
          <p:nvPr/>
        </p:nvSpPr>
        <p:spPr>
          <a:xfrm>
            <a:off x="14973300" y="10562272"/>
            <a:ext cx="2171700" cy="5257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益迫切。</a:t>
            </a:r>
          </a:p>
        </p:txBody>
      </p:sp>
      <p:sp>
        <p:nvSpPr>
          <p:cNvPr id="250" name="h3"/>
          <p:cNvSpPr txBox="1"/>
          <p:nvPr/>
        </p:nvSpPr>
        <p:spPr>
          <a:xfrm>
            <a:off x="14220825" y="12130088"/>
            <a:ext cx="48577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4D7BF3"/>
                </a:solidFill>
                <a:latin typeface="Microsoft YaHei"/>
                <a:ea typeface="Microsoft YaHei"/>
                <a:cs typeface="Microsoft YaHei"/>
              </a:rPr>
              <a:t>启动智能升级项目</a:t>
            </a:r>
          </a:p>
        </p:txBody>
      </p:sp>
      <p:sp>
        <p:nvSpPr>
          <p:cNvPr id="251" name="ul3"/>
          <p:cNvSpPr/>
          <p:nvPr/>
        </p:nvSpPr>
        <p:spPr>
          <a:xfrm>
            <a:off x="14220825" y="12982575"/>
            <a:ext cx="2238375" cy="85725"/>
          </a:xfrm>
          <a:prstGeom prst="rect">
            <a:avLst/>
          </a:prstGeom>
          <a:solidFill>
            <a:srgbClr val="467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body3-1"/>
          <p:cNvSpPr txBox="1"/>
          <p:nvPr/>
        </p:nvSpPr>
        <p:spPr>
          <a:xfrm>
            <a:off x="14230350" y="13224510"/>
            <a:ext cx="12915900" cy="5257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为提升整体运营效率，公司决策层正式批准启动智能办公系统升</a:t>
            </a:r>
          </a:p>
        </p:txBody>
      </p:sp>
      <p:sp>
        <p:nvSpPr>
          <p:cNvPr id="253" name="body3-2"/>
          <p:cNvSpPr txBox="1"/>
          <p:nvPr/>
        </p:nvSpPr>
        <p:spPr>
          <a:xfrm>
            <a:off x="14230350" y="13934122"/>
            <a:ext cx="2171700" cy="5257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级计划。</a:t>
            </a:r>
          </a:p>
        </p:txBody>
      </p:sp>
      <p:sp>
        <p:nvSpPr>
          <p:cNvPr id="254" name="br-accent"/>
          <p:cNvSpPr/>
          <p:nvPr/>
        </p:nvSpPr>
        <p:spPr>
          <a:xfrm>
            <a:off x="23707725" y="15106650"/>
            <a:ext cx="2200275" cy="1333500"/>
          </a:xfrm>
          <a:custGeom>
            <a:avLst/>
            <a:gdLst/>
            <a:ahLst/>
            <a:cxnLst/>
            <a:rect l="l" t="t" r="r" b="b"/>
            <a:pathLst>
              <a:path w="2200275" h="1333500">
                <a:moveTo>
                  <a:pt x="590550" y="0"/>
                </a:moveTo>
                <a:lnTo>
                  <a:pt x="1647825" y="0"/>
                </a:lnTo>
                <a:lnTo>
                  <a:pt x="2200275" y="971550"/>
                </a:lnTo>
                <a:lnTo>
                  <a:pt x="2009775" y="1333500"/>
                </a:lnTo>
                <a:lnTo>
                  <a:pt x="180975" y="1333500"/>
                </a:lnTo>
                <a:lnTo>
                  <a:pt x="0" y="971550"/>
                </a:lnTo>
                <a:close/>
              </a:path>
            </a:pathLst>
          </a:custGeom>
          <a:solidFill>
            <a:srgbClr val="42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