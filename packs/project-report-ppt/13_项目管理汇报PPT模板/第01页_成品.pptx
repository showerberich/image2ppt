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211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211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fog"/>
          <p:cNvSpPr/>
          <p:nvPr/>
        </p:nvSpPr>
        <p:spPr>
          <a:xfrm>
            <a:off x="838200" y="11849100"/>
            <a:ext cx="16735425" cy="4457700"/>
          </a:xfrm>
          <a:custGeom>
            <a:avLst/>
            <a:gdLst/>
            <a:ahLst/>
            <a:cxnLst/>
            <a:rect l="l" t="t" r="r" b="b"/>
            <a:pathLst>
              <a:path w="16735425" h="4457700">
                <a:moveTo>
                  <a:pt x="0" y="0"/>
                </a:moveTo>
                <a:lnTo>
                  <a:pt x="10639425" y="0"/>
                </a:lnTo>
                <a:lnTo>
                  <a:pt x="14611350" y="2552700"/>
                </a:lnTo>
                <a:lnTo>
                  <a:pt x="16735425" y="3886200"/>
                </a:lnTo>
                <a:lnTo>
                  <a:pt x="16735425" y="4457700"/>
                </a:lnTo>
                <a:lnTo>
                  <a:pt x="0" y="4457700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hoto-office" descr="_photo_photo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5" y="1552575"/>
            <a:ext cx="12896850" cy="14068425"/>
          </a:xfrm>
          <a:prstGeom prst="rect">
            <a:avLst/>
          </a:prstGeom>
          <a:effectLst/>
        </p:spPr>
      </p:pic>
      <p:grpSp>
        <p:nvGrpSpPr>
          <p:cNvPr id="19" name="grp-panel"/>
          <p:cNvGrpSpPr/>
          <p:nvPr/>
        </p:nvGrpSpPr>
        <p:grpSpPr>
          <a:xfrm>
            <a:off x="876300" y="3057525"/>
            <a:ext cx="15859125" cy="8772525"/>
            <a:chOff x="876300" y="3057525"/>
            <a:chExt cx="15859125" cy="8772525"/>
          </a:xfrm>
        </p:grpSpPr>
        <p:sp>
          <p:nvSpPr>
            <p:cNvPr id="5" name="panel-main"/>
            <p:cNvSpPr/>
            <p:nvPr/>
          </p:nvSpPr>
          <p:spPr>
            <a:xfrm>
              <a:off x="876300" y="3057525"/>
              <a:ext cx="15859125" cy="8772525"/>
            </a:xfrm>
            <a:custGeom>
              <a:avLst/>
              <a:gdLst/>
              <a:ahLst/>
              <a:cxnLst/>
              <a:rect l="l" t="t" r="r" b="b"/>
              <a:pathLst>
                <a:path w="15859125" h="8772525">
                  <a:moveTo>
                    <a:pt x="0" y="0"/>
                  </a:moveTo>
                  <a:lnTo>
                    <a:pt x="13039725" y="0"/>
                  </a:lnTo>
                  <a:lnTo>
                    <a:pt x="13039725" y="19050"/>
                  </a:lnTo>
                  <a:lnTo>
                    <a:pt x="13287375" y="95250"/>
                  </a:lnTo>
                  <a:lnTo>
                    <a:pt x="13554075" y="247650"/>
                  </a:lnTo>
                  <a:lnTo>
                    <a:pt x="13677900" y="361950"/>
                  </a:lnTo>
                  <a:lnTo>
                    <a:pt x="13820775" y="552450"/>
                  </a:lnTo>
                  <a:lnTo>
                    <a:pt x="15735300" y="3867150"/>
                  </a:lnTo>
                  <a:lnTo>
                    <a:pt x="15811500" y="4057650"/>
                  </a:lnTo>
                  <a:lnTo>
                    <a:pt x="15849600" y="4210050"/>
                  </a:lnTo>
                  <a:lnTo>
                    <a:pt x="15859125" y="4362450"/>
                  </a:lnTo>
                  <a:lnTo>
                    <a:pt x="15849600" y="4552950"/>
                  </a:lnTo>
                  <a:lnTo>
                    <a:pt x="15801975" y="4743450"/>
                  </a:lnTo>
                  <a:lnTo>
                    <a:pt x="15697200" y="4972050"/>
                  </a:lnTo>
                  <a:lnTo>
                    <a:pt x="13782675" y="8286750"/>
                  </a:lnTo>
                  <a:lnTo>
                    <a:pt x="13687425" y="8401050"/>
                  </a:lnTo>
                  <a:lnTo>
                    <a:pt x="13515975" y="8553450"/>
                  </a:lnTo>
                  <a:lnTo>
                    <a:pt x="13325475" y="8667750"/>
                  </a:lnTo>
                  <a:lnTo>
                    <a:pt x="13096875" y="8743950"/>
                  </a:lnTo>
                  <a:lnTo>
                    <a:pt x="13096875" y="8772525"/>
                  </a:lnTo>
                  <a:lnTo>
                    <a:pt x="0" y="8772525"/>
                  </a:lnTo>
                  <a:close/>
                </a:path>
              </a:pathLst>
            </a:custGeom>
            <a:gradFill rotWithShape="1">
              <a:gsLst>
                <a:gs pos="0">
                  <a:srgbClr val="467DFE"/>
                </a:gs>
                <a:gs pos="100000">
                  <a:srgbClr val="3E6FE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itle-1"/>
            <p:cNvSpPr txBox="1"/>
            <p:nvPr/>
          </p:nvSpPr>
          <p:spPr>
            <a:xfrm>
              <a:off x="1866900" y="4648200"/>
              <a:ext cx="13049250" cy="3352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62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项目管理汇报</a:t>
              </a:r>
            </a:p>
          </p:txBody>
        </p:sp>
        <p:sp>
          <p:nvSpPr>
            <p:cNvPr id="7" name="title-2"/>
            <p:cNvSpPr txBox="1"/>
            <p:nvPr/>
          </p:nvSpPr>
          <p:spPr>
            <a:xfrm>
              <a:off x="1876425" y="8096250"/>
              <a:ext cx="12877800" cy="2057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智能办公系统升级项目</a:t>
              </a:r>
            </a:p>
          </p:txBody>
        </p:sp>
      </p:grpSp>
      <p:sp>
        <p:nvSpPr>
          <p:cNvPr id="8" name="deco-top-trapezoid"/>
          <p:cNvSpPr/>
          <p:nvPr/>
        </p:nvSpPr>
        <p:spPr>
          <a:xfrm>
            <a:off x="2771775" y="952500"/>
            <a:ext cx="2933700" cy="1285875"/>
          </a:xfrm>
          <a:custGeom>
            <a:avLst/>
            <a:gdLst/>
            <a:ahLst/>
            <a:cxnLst/>
            <a:rect l="l" t="t" r="r" b="b"/>
            <a:pathLst>
              <a:path w="2933700" h="1285875">
                <a:moveTo>
                  <a:pt x="0" y="0"/>
                </a:moveTo>
                <a:lnTo>
                  <a:pt x="2933700" y="0"/>
                </a:lnTo>
                <a:lnTo>
                  <a:pt x="2933700" y="28575"/>
                </a:lnTo>
                <a:lnTo>
                  <a:pt x="2886075" y="142875"/>
                </a:lnTo>
                <a:lnTo>
                  <a:pt x="2314575" y="1133475"/>
                </a:lnTo>
                <a:lnTo>
                  <a:pt x="2238375" y="1209675"/>
                </a:lnTo>
                <a:lnTo>
                  <a:pt x="2171700" y="1247775"/>
                </a:lnTo>
                <a:lnTo>
                  <a:pt x="2028825" y="1285875"/>
                </a:lnTo>
                <a:lnTo>
                  <a:pt x="866775" y="1285875"/>
                </a:lnTo>
                <a:lnTo>
                  <a:pt x="762000" y="1247775"/>
                </a:lnTo>
                <a:lnTo>
                  <a:pt x="695325" y="1209675"/>
                </a:lnTo>
                <a:lnTo>
                  <a:pt x="600075" y="1095375"/>
                </a:lnTo>
                <a:lnTo>
                  <a:pt x="85725" y="219075"/>
                </a:lnTo>
                <a:lnTo>
                  <a:pt x="0" y="28575"/>
                </a:lnTo>
                <a:close/>
              </a:path>
            </a:pathLst>
          </a:custGeom>
          <a:gradFill rotWithShape="1">
            <a:gsLst>
              <a:gs pos="0">
                <a:srgbClr val="447AF9"/>
              </a:gs>
              <a:gs pos="100000">
                <a:srgbClr val="3E6F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bottom-hex"/>
          <p:cNvSpPr/>
          <p:nvPr/>
        </p:nvSpPr>
        <p:spPr>
          <a:xfrm>
            <a:off x="15478125" y="13620750"/>
            <a:ext cx="4324350" cy="2657475"/>
          </a:xfrm>
          <a:custGeom>
            <a:avLst/>
            <a:gdLst/>
            <a:ahLst/>
            <a:cxnLst/>
            <a:rect l="l" t="t" r="r" b="b"/>
            <a:pathLst>
              <a:path w="4324350" h="2657475">
                <a:moveTo>
                  <a:pt x="1190625" y="0"/>
                </a:moveTo>
                <a:lnTo>
                  <a:pt x="3133725" y="0"/>
                </a:lnTo>
                <a:lnTo>
                  <a:pt x="3133725" y="66675"/>
                </a:lnTo>
                <a:lnTo>
                  <a:pt x="3286125" y="142875"/>
                </a:lnTo>
                <a:lnTo>
                  <a:pt x="3419475" y="295275"/>
                </a:lnTo>
                <a:lnTo>
                  <a:pt x="4276725" y="1781175"/>
                </a:lnTo>
                <a:lnTo>
                  <a:pt x="4305300" y="1857375"/>
                </a:lnTo>
                <a:lnTo>
                  <a:pt x="4324350" y="2085975"/>
                </a:lnTo>
                <a:lnTo>
                  <a:pt x="4295775" y="2124075"/>
                </a:lnTo>
                <a:lnTo>
                  <a:pt x="4257675" y="2238375"/>
                </a:lnTo>
                <a:lnTo>
                  <a:pt x="4010025" y="2657475"/>
                </a:lnTo>
                <a:lnTo>
                  <a:pt x="314325" y="2657475"/>
                </a:lnTo>
                <a:lnTo>
                  <a:pt x="104775" y="2314575"/>
                </a:lnTo>
                <a:lnTo>
                  <a:pt x="28575" y="2162175"/>
                </a:lnTo>
                <a:lnTo>
                  <a:pt x="0" y="1971675"/>
                </a:lnTo>
                <a:lnTo>
                  <a:pt x="28575" y="1819275"/>
                </a:lnTo>
                <a:lnTo>
                  <a:pt x="190500" y="1514475"/>
                </a:lnTo>
                <a:lnTo>
                  <a:pt x="466725" y="1057275"/>
                </a:lnTo>
                <a:lnTo>
                  <a:pt x="695325" y="638175"/>
                </a:lnTo>
                <a:lnTo>
                  <a:pt x="752475" y="561975"/>
                </a:lnTo>
                <a:lnTo>
                  <a:pt x="762000" y="523875"/>
                </a:lnTo>
                <a:lnTo>
                  <a:pt x="923925" y="257175"/>
                </a:lnTo>
                <a:lnTo>
                  <a:pt x="1038225" y="142875"/>
                </a:lnTo>
                <a:lnTo>
                  <a:pt x="1095375" y="104775"/>
                </a:lnTo>
                <a:lnTo>
                  <a:pt x="1190625" y="66675"/>
                </a:lnTo>
                <a:close/>
              </a:path>
            </a:pathLst>
          </a:custGeom>
          <a:gradFill rotWithShape="1">
            <a:gsLst>
              <a:gs pos="0">
                <a:srgbClr val="447AF9"/>
              </a:gs>
              <a:gs pos="100000">
                <a:srgbClr val="3E6F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" name="grp-presenter"/>
          <p:cNvGrpSpPr/>
          <p:nvPr/>
        </p:nvGrpSpPr>
        <p:grpSpPr>
          <a:xfrm>
            <a:off x="1771650" y="12382500"/>
            <a:ext cx="4886325" cy="952500"/>
            <a:chOff x="1771650" y="12382500"/>
            <a:chExt cx="4886325" cy="952500"/>
          </a:xfrm>
        </p:grpSpPr>
        <p:sp>
          <p:nvSpPr>
            <p:cNvPr id="10" name="ic-person-bg"/>
            <p:cNvSpPr/>
            <p:nvPr/>
          </p:nvSpPr>
          <p:spPr>
            <a:xfrm>
              <a:off x="1771650" y="12458700"/>
              <a:ext cx="781050" cy="781050"/>
            </a:xfrm>
            <a:prstGeom prst="ellipse">
              <a:avLst/>
            </a:prstGeom>
            <a:solidFill>
              <a:srgbClr val="447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c-person-head"/>
            <p:cNvSpPr/>
            <p:nvPr/>
          </p:nvSpPr>
          <p:spPr>
            <a:xfrm>
              <a:off x="2028825" y="12653962"/>
              <a:ext cx="266700" cy="2571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ic-person-body"/>
            <p:cNvSpPr/>
            <p:nvPr/>
          </p:nvSpPr>
          <p:spPr>
            <a:xfrm>
              <a:off x="1933575" y="12951142"/>
              <a:ext cx="457200" cy="288608"/>
            </a:xfrm>
            <a:custGeom>
              <a:avLst/>
              <a:gdLst/>
              <a:ahLst/>
              <a:cxnLst/>
              <a:rect l="l" t="t" r="r" b="b"/>
              <a:pathLst>
                <a:path w="457200" h="288608">
                  <a:moveTo>
                    <a:pt x="0" y="136208"/>
                  </a:moveTo>
                  <a:lnTo>
                    <a:pt x="3810" y="112396"/>
                  </a:lnTo>
                  <a:lnTo>
                    <a:pt x="13335" y="89536"/>
                  </a:lnTo>
                  <a:lnTo>
                    <a:pt x="30480" y="67628"/>
                  </a:lnTo>
                  <a:lnTo>
                    <a:pt x="53340" y="48578"/>
                  </a:lnTo>
                  <a:lnTo>
                    <a:pt x="81915" y="31433"/>
                  </a:lnTo>
                  <a:lnTo>
                    <a:pt x="114300" y="18098"/>
                  </a:lnTo>
                  <a:lnTo>
                    <a:pt x="150495" y="8573"/>
                  </a:lnTo>
                  <a:lnTo>
                    <a:pt x="188595" y="1906"/>
                  </a:lnTo>
                  <a:lnTo>
                    <a:pt x="228600" y="0"/>
                  </a:lnTo>
                  <a:lnTo>
                    <a:pt x="268605" y="1906"/>
                  </a:lnTo>
                  <a:lnTo>
                    <a:pt x="306705" y="8573"/>
                  </a:lnTo>
                  <a:lnTo>
                    <a:pt x="342900" y="18098"/>
                  </a:lnTo>
                  <a:lnTo>
                    <a:pt x="375285" y="31433"/>
                  </a:lnTo>
                  <a:lnTo>
                    <a:pt x="403860" y="48578"/>
                  </a:lnTo>
                  <a:lnTo>
                    <a:pt x="426720" y="67628"/>
                  </a:lnTo>
                  <a:lnTo>
                    <a:pt x="443865" y="89536"/>
                  </a:lnTo>
                  <a:lnTo>
                    <a:pt x="453390" y="112396"/>
                  </a:lnTo>
                  <a:lnTo>
                    <a:pt x="457200" y="136208"/>
                  </a:lnTo>
                  <a:lnTo>
                    <a:pt x="457200" y="214313"/>
                  </a:lnTo>
                  <a:lnTo>
                    <a:pt x="416243" y="240983"/>
                  </a:lnTo>
                  <a:lnTo>
                    <a:pt x="371475" y="260986"/>
                  </a:lnTo>
                  <a:lnTo>
                    <a:pt x="324803" y="276226"/>
                  </a:lnTo>
                  <a:lnTo>
                    <a:pt x="277177" y="285750"/>
                  </a:lnTo>
                  <a:lnTo>
                    <a:pt x="228600" y="288608"/>
                  </a:lnTo>
                  <a:lnTo>
                    <a:pt x="180023" y="285750"/>
                  </a:lnTo>
                  <a:lnTo>
                    <a:pt x="132397" y="276226"/>
                  </a:lnTo>
                  <a:lnTo>
                    <a:pt x="85725" y="260986"/>
                  </a:lnTo>
                  <a:lnTo>
                    <a:pt x="40957" y="240983"/>
                  </a:lnTo>
                  <a:lnTo>
                    <a:pt x="0" y="214313"/>
                  </a:lnTo>
                  <a:lnTo>
                    <a:pt x="0" y="136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xt-presenter"/>
            <p:cNvSpPr txBox="1"/>
            <p:nvPr/>
          </p:nvSpPr>
          <p:spPr>
            <a:xfrm>
              <a:off x="2847975" y="12382500"/>
              <a:ext cx="38100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0" i="0">
                  <a:solidFill>
                    <a:srgbClr val="345BB6"/>
                  </a:solidFill>
                  <a:latin typeface="Microsoft YaHei"/>
                  <a:ea typeface="Microsoft YaHei"/>
                  <a:cs typeface="Microsoft YaHei"/>
                </a:rPr>
                <a:t>汇报人：XXX</a:t>
              </a:r>
            </a:p>
          </p:txBody>
        </p:sp>
      </p:grpSp>
      <p:grpSp>
        <p:nvGrpSpPr>
          <p:cNvPr id="21" name="grp-time"/>
          <p:cNvGrpSpPr/>
          <p:nvPr/>
        </p:nvGrpSpPr>
        <p:grpSpPr>
          <a:xfrm>
            <a:off x="7529512" y="12382500"/>
            <a:ext cx="5624513" cy="952500"/>
            <a:chOff x="7529512" y="12382500"/>
            <a:chExt cx="5624513" cy="952500"/>
          </a:xfrm>
        </p:grpSpPr>
        <p:sp>
          <p:nvSpPr>
            <p:cNvPr id="14" name="ic-clock-bg"/>
            <p:cNvSpPr/>
            <p:nvPr/>
          </p:nvSpPr>
          <p:spPr>
            <a:xfrm>
              <a:off x="7529512" y="12458700"/>
              <a:ext cx="781050" cy="781050"/>
            </a:xfrm>
            <a:prstGeom prst="ellipse">
              <a:avLst/>
            </a:prstGeom>
            <a:solidFill>
              <a:srgbClr val="447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c-clock-h1"/>
            <p:cNvSpPr/>
            <p:nvPr/>
          </p:nvSpPr>
          <p:spPr>
            <a:xfrm>
              <a:off x="7896225" y="12630150"/>
              <a:ext cx="47625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c-clock-h2"/>
            <p:cNvSpPr/>
            <p:nvPr/>
          </p:nvSpPr>
          <p:spPr>
            <a:xfrm>
              <a:off x="7896225" y="12830175"/>
              <a:ext cx="257175" cy="476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xt-time"/>
            <p:cNvSpPr txBox="1"/>
            <p:nvPr/>
          </p:nvSpPr>
          <p:spPr>
            <a:xfrm>
              <a:off x="8677275" y="12382500"/>
              <a:ext cx="447675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0" i="0">
                  <a:solidFill>
                    <a:srgbClr val="345BB6"/>
                  </a:solidFill>
                  <a:latin typeface="Microsoft YaHei"/>
                  <a:ea typeface="Microsoft YaHei"/>
                  <a:cs typeface="Microsoft YaHei"/>
                </a:rPr>
                <a:t>时间：202X.XX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