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25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low-path"/>
          <p:cNvSpPr/>
          <p:nvPr/>
        </p:nvSpPr>
        <p:spPr>
          <a:xfrm>
            <a:off x="1828800" y="4991100"/>
            <a:ext cx="26803350" cy="7658100"/>
          </a:xfrm>
          <a:custGeom>
            <a:avLst/>
            <a:gdLst/>
            <a:ahLst/>
            <a:cxnLst/>
            <a:rect l="l" t="t" r="r" b="b"/>
            <a:pathLst>
              <a:path w="26803350" h="7658100">
                <a:moveTo>
                  <a:pt x="0" y="6267450"/>
                </a:moveTo>
                <a:lnTo>
                  <a:pt x="0" y="1276350"/>
                </a:lnTo>
                <a:lnTo>
                  <a:pt x="2247900" y="0"/>
                </a:lnTo>
                <a:lnTo>
                  <a:pt x="4457700" y="1276350"/>
                </a:lnTo>
                <a:lnTo>
                  <a:pt x="4457700" y="6267450"/>
                </a:lnTo>
                <a:lnTo>
                  <a:pt x="6705600" y="7658100"/>
                </a:lnTo>
                <a:lnTo>
                  <a:pt x="8934450" y="6267450"/>
                </a:lnTo>
                <a:lnTo>
                  <a:pt x="8934450" y="1276350"/>
                </a:lnTo>
                <a:lnTo>
                  <a:pt x="11144250" y="0"/>
                </a:lnTo>
                <a:lnTo>
                  <a:pt x="13411200" y="1276350"/>
                </a:lnTo>
                <a:lnTo>
                  <a:pt x="13411200" y="6267450"/>
                </a:lnTo>
                <a:lnTo>
                  <a:pt x="15582900" y="7658100"/>
                </a:lnTo>
                <a:lnTo>
                  <a:pt x="17887950" y="6267450"/>
                </a:lnTo>
                <a:lnTo>
                  <a:pt x="17887950" y="1276350"/>
                </a:lnTo>
                <a:lnTo>
                  <a:pt x="20078700" y="0"/>
                </a:lnTo>
                <a:lnTo>
                  <a:pt x="22364700" y="1276350"/>
                </a:lnTo>
                <a:lnTo>
                  <a:pt x="22364700" y="6267450"/>
                </a:lnTo>
                <a:lnTo>
                  <a:pt x="24536400" y="7658100"/>
                </a:lnTo>
                <a:lnTo>
                  <a:pt x="26803350" y="6267450"/>
                </a:lnTo>
                <a:lnTo>
                  <a:pt x="26803350" y="1276350"/>
                </a:lnTo>
              </a:path>
            </a:pathLst>
          </a:custGeom>
          <a:noFill/>
          <a:ln w="28575">
            <a:solidFill>
              <a:srgbClr val="42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tl"/>
          <p:cNvSpPr/>
          <p:nvPr/>
        </p:nvSpPr>
        <p:spPr>
          <a:xfrm>
            <a:off x="876300" y="962025"/>
            <a:ext cx="2581275" cy="1952625"/>
          </a:xfrm>
          <a:custGeom>
            <a:avLst/>
            <a:gdLst/>
            <a:ahLst/>
            <a:cxnLst/>
            <a:rect l="l" t="t" r="r" b="b"/>
            <a:pathLst>
              <a:path w="2581275" h="1952625">
                <a:moveTo>
                  <a:pt x="2581275" y="0"/>
                </a:moveTo>
                <a:lnTo>
                  <a:pt x="2552700" y="95250"/>
                </a:lnTo>
                <a:lnTo>
                  <a:pt x="2514600" y="190500"/>
                </a:lnTo>
                <a:lnTo>
                  <a:pt x="2457450" y="285750"/>
                </a:lnTo>
                <a:lnTo>
                  <a:pt x="2409825" y="381000"/>
                </a:lnTo>
                <a:lnTo>
                  <a:pt x="2381250" y="428625"/>
                </a:lnTo>
                <a:lnTo>
                  <a:pt x="1495425" y="476250"/>
                </a:lnTo>
                <a:lnTo>
                  <a:pt x="1428750" y="571500"/>
                </a:lnTo>
                <a:lnTo>
                  <a:pt x="1371600" y="666750"/>
                </a:lnTo>
                <a:lnTo>
                  <a:pt x="1314450" y="762000"/>
                </a:lnTo>
                <a:lnTo>
                  <a:pt x="1266825" y="857250"/>
                </a:lnTo>
                <a:lnTo>
                  <a:pt x="1209675" y="952500"/>
                </a:lnTo>
                <a:lnTo>
                  <a:pt x="1152525" y="1047750"/>
                </a:lnTo>
                <a:lnTo>
                  <a:pt x="1104900" y="1143000"/>
                </a:lnTo>
                <a:lnTo>
                  <a:pt x="1085850" y="1238250"/>
                </a:lnTo>
                <a:lnTo>
                  <a:pt x="1104900" y="1333500"/>
                </a:lnTo>
                <a:lnTo>
                  <a:pt x="1162050" y="1428750"/>
                </a:lnTo>
                <a:lnTo>
                  <a:pt x="1219200" y="1524000"/>
                </a:lnTo>
                <a:lnTo>
                  <a:pt x="1276350" y="1619250"/>
                </a:lnTo>
                <a:lnTo>
                  <a:pt x="1323975" y="1714500"/>
                </a:lnTo>
                <a:lnTo>
                  <a:pt x="1381125" y="1809750"/>
                </a:lnTo>
                <a:lnTo>
                  <a:pt x="1419225" y="1905000"/>
                </a:lnTo>
                <a:lnTo>
                  <a:pt x="1323975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solidFill>
            <a:srgbClr val="42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tr"/>
          <p:cNvSpPr/>
          <p:nvPr/>
        </p:nvSpPr>
        <p:spPr>
          <a:xfrm>
            <a:off x="26603325" y="933450"/>
            <a:ext cx="2952750" cy="1333500"/>
          </a:xfrm>
          <a:custGeom>
            <a:avLst/>
            <a:gdLst/>
            <a:ahLst/>
            <a:cxnLst/>
            <a:rect l="l" t="t" r="r" b="b"/>
            <a:pathLst>
              <a:path w="2952750" h="1333500">
                <a:moveTo>
                  <a:pt x="2943225" y="0"/>
                </a:moveTo>
                <a:lnTo>
                  <a:pt x="2952750" y="190500"/>
                </a:lnTo>
                <a:lnTo>
                  <a:pt x="2952750" y="476250"/>
                </a:lnTo>
                <a:lnTo>
                  <a:pt x="2924175" y="571500"/>
                </a:lnTo>
                <a:lnTo>
                  <a:pt x="2867025" y="666750"/>
                </a:lnTo>
                <a:lnTo>
                  <a:pt x="2819400" y="762000"/>
                </a:lnTo>
                <a:lnTo>
                  <a:pt x="2762250" y="857250"/>
                </a:lnTo>
                <a:lnTo>
                  <a:pt x="2705100" y="952500"/>
                </a:lnTo>
                <a:lnTo>
                  <a:pt x="2647950" y="1047750"/>
                </a:lnTo>
                <a:lnTo>
                  <a:pt x="2590800" y="1143000"/>
                </a:lnTo>
                <a:lnTo>
                  <a:pt x="2533650" y="1238250"/>
                </a:lnTo>
                <a:lnTo>
                  <a:pt x="2390775" y="1333500"/>
                </a:lnTo>
                <a:lnTo>
                  <a:pt x="857250" y="1333500"/>
                </a:lnTo>
                <a:lnTo>
                  <a:pt x="714375" y="1238250"/>
                </a:lnTo>
                <a:lnTo>
                  <a:pt x="628650" y="1095375"/>
                </a:lnTo>
                <a:lnTo>
                  <a:pt x="542925" y="952500"/>
                </a:lnTo>
                <a:lnTo>
                  <a:pt x="466725" y="809625"/>
                </a:lnTo>
                <a:lnTo>
                  <a:pt x="381000" y="666750"/>
                </a:lnTo>
                <a:lnTo>
                  <a:pt x="295275" y="523875"/>
                </a:lnTo>
                <a:lnTo>
                  <a:pt x="219075" y="381000"/>
                </a:lnTo>
                <a:lnTo>
                  <a:pt x="133350" y="238125"/>
                </a:lnTo>
                <a:lnTo>
                  <a:pt x="47625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42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br"/>
          <p:cNvSpPr/>
          <p:nvPr/>
        </p:nvSpPr>
        <p:spPr>
          <a:xfrm>
            <a:off x="26612850" y="14135100"/>
            <a:ext cx="2943225" cy="2228850"/>
          </a:xfrm>
          <a:custGeom>
            <a:avLst/>
            <a:gdLst/>
            <a:ahLst/>
            <a:cxnLst/>
            <a:rect l="l" t="t" r="r" b="b"/>
            <a:pathLst>
              <a:path w="2943225" h="2228850">
                <a:moveTo>
                  <a:pt x="2943225" y="0"/>
                </a:moveTo>
                <a:lnTo>
                  <a:pt x="2943225" y="723900"/>
                </a:lnTo>
                <a:lnTo>
                  <a:pt x="2943225" y="1485900"/>
                </a:lnTo>
                <a:lnTo>
                  <a:pt x="2943225" y="2228850"/>
                </a:lnTo>
                <a:lnTo>
                  <a:pt x="0" y="2228850"/>
                </a:lnTo>
                <a:lnTo>
                  <a:pt x="28575" y="2114550"/>
                </a:lnTo>
                <a:lnTo>
                  <a:pt x="85725" y="2000250"/>
                </a:lnTo>
                <a:lnTo>
                  <a:pt x="152400" y="1885950"/>
                </a:lnTo>
                <a:lnTo>
                  <a:pt x="219075" y="1771650"/>
                </a:lnTo>
                <a:lnTo>
                  <a:pt x="285750" y="1657350"/>
                </a:lnTo>
                <a:lnTo>
                  <a:pt x="352425" y="1543050"/>
                </a:lnTo>
                <a:lnTo>
                  <a:pt x="419100" y="1428750"/>
                </a:lnTo>
                <a:lnTo>
                  <a:pt x="485775" y="1314450"/>
                </a:lnTo>
                <a:lnTo>
                  <a:pt x="552450" y="1200150"/>
                </a:lnTo>
                <a:lnTo>
                  <a:pt x="647700" y="1028700"/>
                </a:lnTo>
                <a:lnTo>
                  <a:pt x="752475" y="857250"/>
                </a:lnTo>
                <a:lnTo>
                  <a:pt x="847725" y="685800"/>
                </a:lnTo>
                <a:lnTo>
                  <a:pt x="942975" y="514350"/>
                </a:lnTo>
                <a:lnTo>
                  <a:pt x="1047750" y="342900"/>
                </a:lnTo>
                <a:lnTo>
                  <a:pt x="1200150" y="171450"/>
                </a:lnTo>
                <a:lnTo>
                  <a:pt x="1362075" y="57150"/>
                </a:lnTo>
                <a:lnTo>
                  <a:pt x="1495425" y="0"/>
                </a:lnTo>
                <a:close/>
              </a:path>
            </a:pathLst>
          </a:custGeom>
          <a:solidFill>
            <a:srgbClr val="42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bc"/>
          <p:cNvSpPr/>
          <p:nvPr/>
        </p:nvSpPr>
        <p:spPr>
          <a:xfrm>
            <a:off x="20069175" y="15478125"/>
            <a:ext cx="2190750" cy="904875"/>
          </a:xfrm>
          <a:custGeom>
            <a:avLst/>
            <a:gdLst/>
            <a:ahLst/>
            <a:cxnLst/>
            <a:rect l="l" t="t" r="r" b="b"/>
            <a:pathLst>
              <a:path w="2190750" h="904875">
                <a:moveTo>
                  <a:pt x="1590675" y="0"/>
                </a:moveTo>
                <a:lnTo>
                  <a:pt x="1676400" y="47625"/>
                </a:lnTo>
                <a:lnTo>
                  <a:pt x="1724025" y="95250"/>
                </a:lnTo>
                <a:lnTo>
                  <a:pt x="1781175" y="190500"/>
                </a:lnTo>
                <a:lnTo>
                  <a:pt x="1838325" y="285750"/>
                </a:lnTo>
                <a:lnTo>
                  <a:pt x="1895475" y="381000"/>
                </a:lnTo>
                <a:lnTo>
                  <a:pt x="1943100" y="476250"/>
                </a:lnTo>
                <a:lnTo>
                  <a:pt x="2000250" y="571500"/>
                </a:lnTo>
                <a:lnTo>
                  <a:pt x="2057400" y="666750"/>
                </a:lnTo>
                <a:lnTo>
                  <a:pt x="2114550" y="762000"/>
                </a:lnTo>
                <a:lnTo>
                  <a:pt x="2190750" y="904875"/>
                </a:lnTo>
                <a:lnTo>
                  <a:pt x="0" y="904875"/>
                </a:lnTo>
                <a:lnTo>
                  <a:pt x="9525" y="857250"/>
                </a:lnTo>
                <a:lnTo>
                  <a:pt x="85725" y="714375"/>
                </a:lnTo>
                <a:lnTo>
                  <a:pt x="171450" y="571500"/>
                </a:lnTo>
                <a:lnTo>
                  <a:pt x="247650" y="428625"/>
                </a:lnTo>
                <a:lnTo>
                  <a:pt x="333375" y="285750"/>
                </a:lnTo>
                <a:lnTo>
                  <a:pt x="419100" y="142875"/>
                </a:lnTo>
                <a:lnTo>
                  <a:pt x="514350" y="0"/>
                </a:lnTo>
                <a:close/>
              </a:path>
            </a:pathLst>
          </a:custGeom>
          <a:solidFill>
            <a:srgbClr val="427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title"/>
          <p:cNvSpPr txBox="1"/>
          <p:nvPr/>
        </p:nvSpPr>
        <p:spPr>
          <a:xfrm>
            <a:off x="2952750" y="1590675"/>
            <a:ext cx="6477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62" b="1" i="0">
                <a:solidFill>
                  <a:srgbClr val="35507E"/>
                </a:solidFill>
                <a:latin typeface="Microsoft YaHei"/>
                <a:ea typeface="Microsoft YaHei"/>
                <a:cs typeface="Microsoft YaHei"/>
              </a:rPr>
              <a:t>项目实施流程</a:t>
            </a:r>
          </a:p>
        </p:txBody>
      </p:sp>
      <p:grpSp>
        <p:nvGrpSpPr>
          <p:cNvPr id="96" name="step-01"/>
          <p:cNvGrpSpPr/>
          <p:nvPr/>
        </p:nvGrpSpPr>
        <p:grpSpPr>
          <a:xfrm>
            <a:off x="2379345" y="5619750"/>
            <a:ext cx="3394710" cy="7210425"/>
            <a:chOff x="2379345" y="5619750"/>
            <a:chExt cx="3394710" cy="7210425"/>
          </a:xfrm>
        </p:grpSpPr>
        <p:sp>
          <p:nvSpPr>
            <p:cNvPr id="9" name="s1-border"/>
            <p:cNvSpPr/>
            <p:nvPr/>
          </p:nvSpPr>
          <p:spPr>
            <a:xfrm>
              <a:off x="2379345" y="5619750"/>
              <a:ext cx="3394710" cy="3771900"/>
            </a:xfrm>
            <a:custGeom>
              <a:avLst/>
              <a:gdLst/>
              <a:ahLst/>
              <a:cxnLst/>
              <a:rect l="l" t="t" r="r" b="b"/>
              <a:pathLst>
                <a:path w="3394710" h="3771900">
                  <a:moveTo>
                    <a:pt x="1697355" y="0"/>
                  </a:moveTo>
                  <a:lnTo>
                    <a:pt x="1965924" y="125730"/>
                  </a:lnTo>
                  <a:lnTo>
                    <a:pt x="2320435" y="293370"/>
                  </a:lnTo>
                  <a:lnTo>
                    <a:pt x="2642717" y="461010"/>
                  </a:lnTo>
                  <a:lnTo>
                    <a:pt x="2954257" y="628650"/>
                  </a:lnTo>
                  <a:lnTo>
                    <a:pt x="3233569" y="796290"/>
                  </a:lnTo>
                  <a:lnTo>
                    <a:pt x="3394710" y="963930"/>
                  </a:lnTo>
                  <a:lnTo>
                    <a:pt x="3394710" y="1005840"/>
                  </a:lnTo>
                  <a:lnTo>
                    <a:pt x="3394710" y="2766060"/>
                  </a:lnTo>
                  <a:lnTo>
                    <a:pt x="3394710" y="2807970"/>
                  </a:lnTo>
                  <a:lnTo>
                    <a:pt x="3233569" y="2975610"/>
                  </a:lnTo>
                  <a:lnTo>
                    <a:pt x="2954257" y="3143250"/>
                  </a:lnTo>
                  <a:lnTo>
                    <a:pt x="2642717" y="3310890"/>
                  </a:lnTo>
                  <a:lnTo>
                    <a:pt x="2320435" y="3478530"/>
                  </a:lnTo>
                  <a:lnTo>
                    <a:pt x="1965924" y="364617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428786" y="3646170"/>
                  </a:lnTo>
                  <a:lnTo>
                    <a:pt x="1074275" y="3478530"/>
                  </a:lnTo>
                  <a:lnTo>
                    <a:pt x="751993" y="3310890"/>
                  </a:lnTo>
                  <a:lnTo>
                    <a:pt x="440453" y="3143250"/>
                  </a:lnTo>
                  <a:lnTo>
                    <a:pt x="161141" y="2975610"/>
                  </a:lnTo>
                  <a:lnTo>
                    <a:pt x="0" y="2807970"/>
                  </a:lnTo>
                  <a:lnTo>
                    <a:pt x="0" y="2766060"/>
                  </a:lnTo>
                  <a:lnTo>
                    <a:pt x="0" y="1005840"/>
                  </a:lnTo>
                  <a:lnTo>
                    <a:pt x="0" y="963930"/>
                  </a:lnTo>
                  <a:lnTo>
                    <a:pt x="161141" y="796290"/>
                  </a:lnTo>
                  <a:lnTo>
                    <a:pt x="440453" y="628650"/>
                  </a:lnTo>
                  <a:lnTo>
                    <a:pt x="751993" y="461010"/>
                  </a:lnTo>
                  <a:lnTo>
                    <a:pt x="1074275" y="293370"/>
                  </a:lnTo>
                  <a:lnTo>
                    <a:pt x="1428786" y="125730"/>
                  </a:lnTo>
                  <a:lnTo>
                    <a:pt x="1697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s1-hex"/>
            <p:cNvSpPr/>
            <p:nvPr/>
          </p:nvSpPr>
          <p:spPr>
            <a:xfrm>
              <a:off x="2533650" y="5791200"/>
              <a:ext cx="3086100" cy="3429000"/>
            </a:xfrm>
            <a:custGeom>
              <a:avLst/>
              <a:gdLst/>
              <a:ahLst/>
              <a:cxnLst/>
              <a:rect l="l" t="t" r="r" b="b"/>
              <a:pathLst>
                <a:path w="3086100" h="3429000">
                  <a:moveTo>
                    <a:pt x="1543050" y="0"/>
                  </a:moveTo>
                  <a:lnTo>
                    <a:pt x="1787203" y="114300"/>
                  </a:lnTo>
                  <a:lnTo>
                    <a:pt x="2109486" y="266700"/>
                  </a:lnTo>
                  <a:lnTo>
                    <a:pt x="2402470" y="419100"/>
                  </a:lnTo>
                  <a:lnTo>
                    <a:pt x="2685688" y="571500"/>
                  </a:lnTo>
                  <a:lnTo>
                    <a:pt x="2939608" y="723900"/>
                  </a:lnTo>
                  <a:lnTo>
                    <a:pt x="3086100" y="876300"/>
                  </a:lnTo>
                  <a:lnTo>
                    <a:pt x="3086100" y="914400"/>
                  </a:lnTo>
                  <a:lnTo>
                    <a:pt x="3086100" y="2514600"/>
                  </a:lnTo>
                  <a:lnTo>
                    <a:pt x="3086100" y="2552700"/>
                  </a:lnTo>
                  <a:lnTo>
                    <a:pt x="2939608" y="2705100"/>
                  </a:lnTo>
                  <a:lnTo>
                    <a:pt x="2685688" y="2857500"/>
                  </a:lnTo>
                  <a:lnTo>
                    <a:pt x="2402470" y="3009900"/>
                  </a:lnTo>
                  <a:lnTo>
                    <a:pt x="2109486" y="3162300"/>
                  </a:lnTo>
                  <a:lnTo>
                    <a:pt x="1787203" y="33147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298897" y="3314700"/>
                  </a:lnTo>
                  <a:lnTo>
                    <a:pt x="976614" y="3162300"/>
                  </a:lnTo>
                  <a:lnTo>
                    <a:pt x="683630" y="3009900"/>
                  </a:lnTo>
                  <a:lnTo>
                    <a:pt x="400412" y="2857500"/>
                  </a:lnTo>
                  <a:lnTo>
                    <a:pt x="146492" y="2705100"/>
                  </a:lnTo>
                  <a:lnTo>
                    <a:pt x="0" y="2552700"/>
                  </a:lnTo>
                  <a:lnTo>
                    <a:pt x="0" y="2514600"/>
                  </a:lnTo>
                  <a:lnTo>
                    <a:pt x="0" y="914400"/>
                  </a:lnTo>
                  <a:lnTo>
                    <a:pt x="0" y="876300"/>
                  </a:lnTo>
                  <a:lnTo>
                    <a:pt x="146492" y="723900"/>
                  </a:lnTo>
                  <a:lnTo>
                    <a:pt x="400412" y="571500"/>
                  </a:lnTo>
                  <a:lnTo>
                    <a:pt x="683630" y="419100"/>
                  </a:lnTo>
                  <a:lnTo>
                    <a:pt x="976614" y="266700"/>
                  </a:lnTo>
                  <a:lnTo>
                    <a:pt x="1298897" y="11430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48050" y="6838950"/>
              <a:ext cx="1123950" cy="1257300"/>
            </a:xfrm>
            <a:prstGeom prst="roundRect">
              <a:avLst>
                <a:gd name="adj" fmla="val 8474"/>
              </a:avLst>
            </a:pr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81400" y="7067550"/>
              <a:ext cx="85725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581400" y="7315200"/>
              <a:ext cx="85725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81400" y="7562850"/>
              <a:ext cx="85725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52850" y="7096125"/>
              <a:ext cx="628650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752850" y="7343775"/>
              <a:ext cx="628650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52850" y="7591425"/>
              <a:ext cx="361950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171950" y="7639050"/>
              <a:ext cx="571500" cy="571500"/>
            </a:xfrm>
            <a:prstGeom prst="ellipse">
              <a:avLst/>
            </a:pr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4371975" y="7781925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0" y="0"/>
                  </a:moveTo>
                  <a:lnTo>
                    <a:pt x="0" y="285750"/>
                  </a:lnTo>
                  <a:lnTo>
                    <a:pt x="228600" y="1428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s1-num-ring"/>
            <p:cNvSpPr/>
            <p:nvPr/>
          </p:nvSpPr>
          <p:spPr>
            <a:xfrm>
              <a:off x="3562350" y="9667875"/>
              <a:ext cx="1028700" cy="1028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1-num-bg"/>
            <p:cNvSpPr/>
            <p:nvPr/>
          </p:nvSpPr>
          <p:spPr>
            <a:xfrm>
              <a:off x="3619500" y="9725025"/>
              <a:ext cx="914400" cy="914400"/>
            </a:xfrm>
            <a:prstGeom prst="ellipse">
              <a:avLst/>
            </a:pr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s1-num"/>
            <p:cNvSpPr txBox="1"/>
            <p:nvPr/>
          </p:nvSpPr>
          <p:spPr>
            <a:xfrm>
              <a:off x="3648075" y="9858375"/>
              <a:ext cx="857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3" name="s1-title"/>
            <p:cNvSpPr txBox="1"/>
            <p:nvPr/>
          </p:nvSpPr>
          <p:spPr>
            <a:xfrm>
              <a:off x="2916555" y="10734675"/>
              <a:ext cx="23774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项目启动</a:t>
              </a:r>
            </a:p>
          </p:txBody>
        </p:sp>
        <p:sp>
          <p:nvSpPr>
            <p:cNvPr id="24" name="s1-d1"/>
            <p:cNvSpPr txBox="1"/>
            <p:nvPr/>
          </p:nvSpPr>
          <p:spPr>
            <a:xfrm>
              <a:off x="2728912" y="11525250"/>
              <a:ext cx="2752725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成立项目组明</a:t>
              </a:r>
            </a:p>
          </p:txBody>
        </p:sp>
        <p:sp>
          <p:nvSpPr>
            <p:cNvPr id="25" name="s1-d2"/>
            <p:cNvSpPr txBox="1"/>
            <p:nvPr/>
          </p:nvSpPr>
          <p:spPr>
            <a:xfrm>
              <a:off x="2943225" y="12125325"/>
              <a:ext cx="2324100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确职责分工</a:t>
              </a:r>
            </a:p>
          </p:txBody>
        </p:sp>
      </p:grpSp>
      <p:grpSp>
        <p:nvGrpSpPr>
          <p:cNvPr id="99" name="step-02"/>
          <p:cNvGrpSpPr/>
          <p:nvPr/>
        </p:nvGrpSpPr>
        <p:grpSpPr>
          <a:xfrm>
            <a:off x="6837045" y="4924425"/>
            <a:ext cx="3394710" cy="7038975"/>
            <a:chOff x="6837045" y="4924425"/>
            <a:chExt cx="3394710" cy="7038975"/>
          </a:xfrm>
        </p:grpSpPr>
        <p:sp>
          <p:nvSpPr>
            <p:cNvPr id="26" name="s2-border"/>
            <p:cNvSpPr/>
            <p:nvPr/>
          </p:nvSpPr>
          <p:spPr>
            <a:xfrm>
              <a:off x="6837045" y="8191500"/>
              <a:ext cx="3394710" cy="3771900"/>
            </a:xfrm>
            <a:custGeom>
              <a:avLst/>
              <a:gdLst/>
              <a:ahLst/>
              <a:cxnLst/>
              <a:rect l="l" t="t" r="r" b="b"/>
              <a:pathLst>
                <a:path w="3394710" h="3771900">
                  <a:moveTo>
                    <a:pt x="1697355" y="0"/>
                  </a:moveTo>
                  <a:lnTo>
                    <a:pt x="1965924" y="125730"/>
                  </a:lnTo>
                  <a:lnTo>
                    <a:pt x="2320435" y="293370"/>
                  </a:lnTo>
                  <a:lnTo>
                    <a:pt x="2642717" y="461010"/>
                  </a:lnTo>
                  <a:lnTo>
                    <a:pt x="2954257" y="628650"/>
                  </a:lnTo>
                  <a:lnTo>
                    <a:pt x="3233569" y="796290"/>
                  </a:lnTo>
                  <a:lnTo>
                    <a:pt x="3394710" y="963930"/>
                  </a:lnTo>
                  <a:lnTo>
                    <a:pt x="3394710" y="1005840"/>
                  </a:lnTo>
                  <a:lnTo>
                    <a:pt x="3394710" y="2766060"/>
                  </a:lnTo>
                  <a:lnTo>
                    <a:pt x="3394710" y="2807970"/>
                  </a:lnTo>
                  <a:lnTo>
                    <a:pt x="3233569" y="2975610"/>
                  </a:lnTo>
                  <a:lnTo>
                    <a:pt x="2954257" y="3143250"/>
                  </a:lnTo>
                  <a:lnTo>
                    <a:pt x="2642717" y="3310890"/>
                  </a:lnTo>
                  <a:lnTo>
                    <a:pt x="2320435" y="3478530"/>
                  </a:lnTo>
                  <a:lnTo>
                    <a:pt x="1965924" y="364617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428786" y="3646170"/>
                  </a:lnTo>
                  <a:lnTo>
                    <a:pt x="1074275" y="3478530"/>
                  </a:lnTo>
                  <a:lnTo>
                    <a:pt x="751993" y="3310890"/>
                  </a:lnTo>
                  <a:lnTo>
                    <a:pt x="440453" y="3143250"/>
                  </a:lnTo>
                  <a:lnTo>
                    <a:pt x="161141" y="2975610"/>
                  </a:lnTo>
                  <a:lnTo>
                    <a:pt x="0" y="2807970"/>
                  </a:lnTo>
                  <a:lnTo>
                    <a:pt x="0" y="2766060"/>
                  </a:lnTo>
                  <a:lnTo>
                    <a:pt x="0" y="1005840"/>
                  </a:lnTo>
                  <a:lnTo>
                    <a:pt x="0" y="963930"/>
                  </a:lnTo>
                  <a:lnTo>
                    <a:pt x="161141" y="796290"/>
                  </a:lnTo>
                  <a:lnTo>
                    <a:pt x="440453" y="628650"/>
                  </a:lnTo>
                  <a:lnTo>
                    <a:pt x="751993" y="461010"/>
                  </a:lnTo>
                  <a:lnTo>
                    <a:pt x="1074275" y="293370"/>
                  </a:lnTo>
                  <a:lnTo>
                    <a:pt x="1428786" y="125730"/>
                  </a:lnTo>
                  <a:lnTo>
                    <a:pt x="1697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2-hex"/>
            <p:cNvSpPr/>
            <p:nvPr/>
          </p:nvSpPr>
          <p:spPr>
            <a:xfrm>
              <a:off x="6991350" y="8362950"/>
              <a:ext cx="3086100" cy="3429000"/>
            </a:xfrm>
            <a:custGeom>
              <a:avLst/>
              <a:gdLst/>
              <a:ahLst/>
              <a:cxnLst/>
              <a:rect l="l" t="t" r="r" b="b"/>
              <a:pathLst>
                <a:path w="3086100" h="3429000">
                  <a:moveTo>
                    <a:pt x="1543050" y="0"/>
                  </a:moveTo>
                  <a:lnTo>
                    <a:pt x="1787203" y="114300"/>
                  </a:lnTo>
                  <a:lnTo>
                    <a:pt x="2109486" y="266700"/>
                  </a:lnTo>
                  <a:lnTo>
                    <a:pt x="2402470" y="419100"/>
                  </a:lnTo>
                  <a:lnTo>
                    <a:pt x="2685688" y="571500"/>
                  </a:lnTo>
                  <a:lnTo>
                    <a:pt x="2939608" y="723900"/>
                  </a:lnTo>
                  <a:lnTo>
                    <a:pt x="3086100" y="876300"/>
                  </a:lnTo>
                  <a:lnTo>
                    <a:pt x="3086100" y="914400"/>
                  </a:lnTo>
                  <a:lnTo>
                    <a:pt x="3086100" y="2514600"/>
                  </a:lnTo>
                  <a:lnTo>
                    <a:pt x="3086100" y="2552700"/>
                  </a:lnTo>
                  <a:lnTo>
                    <a:pt x="2939608" y="2705100"/>
                  </a:lnTo>
                  <a:lnTo>
                    <a:pt x="2685688" y="2857500"/>
                  </a:lnTo>
                  <a:lnTo>
                    <a:pt x="2402470" y="3009900"/>
                  </a:lnTo>
                  <a:lnTo>
                    <a:pt x="2109486" y="3162300"/>
                  </a:lnTo>
                  <a:lnTo>
                    <a:pt x="1787203" y="33147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298897" y="3314700"/>
                  </a:lnTo>
                  <a:lnTo>
                    <a:pt x="976614" y="3162300"/>
                  </a:lnTo>
                  <a:lnTo>
                    <a:pt x="683630" y="3009900"/>
                  </a:lnTo>
                  <a:lnTo>
                    <a:pt x="400412" y="2857500"/>
                  </a:lnTo>
                  <a:lnTo>
                    <a:pt x="146492" y="2705100"/>
                  </a:lnTo>
                  <a:lnTo>
                    <a:pt x="0" y="2552700"/>
                  </a:lnTo>
                  <a:lnTo>
                    <a:pt x="0" y="2514600"/>
                  </a:lnTo>
                  <a:lnTo>
                    <a:pt x="0" y="914400"/>
                  </a:lnTo>
                  <a:lnTo>
                    <a:pt x="0" y="876300"/>
                  </a:lnTo>
                  <a:lnTo>
                    <a:pt x="146492" y="723900"/>
                  </a:lnTo>
                  <a:lnTo>
                    <a:pt x="400412" y="571500"/>
                  </a:lnTo>
                  <a:lnTo>
                    <a:pt x="683630" y="419100"/>
                  </a:lnTo>
                  <a:lnTo>
                    <a:pt x="976614" y="266700"/>
                  </a:lnTo>
                  <a:lnTo>
                    <a:pt x="1298897" y="11430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7905750" y="9448800"/>
              <a:ext cx="1314450" cy="1333500"/>
            </a:xfrm>
            <a:custGeom>
              <a:avLst/>
              <a:gdLst/>
              <a:ahLst/>
              <a:cxnLst/>
              <a:rect l="l" t="t" r="r" b="b"/>
              <a:pathLst>
                <a:path w="1314450" h="1333500">
                  <a:moveTo>
                    <a:pt x="0" y="76200"/>
                  </a:moveTo>
                  <a:lnTo>
                    <a:pt x="76200" y="0"/>
                  </a:lnTo>
                  <a:lnTo>
                    <a:pt x="914400" y="0"/>
                  </a:lnTo>
                  <a:lnTo>
                    <a:pt x="1314450" y="400050"/>
                  </a:lnTo>
                  <a:lnTo>
                    <a:pt x="1314450" y="1257300"/>
                  </a:lnTo>
                  <a:lnTo>
                    <a:pt x="12192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020050" y="9848850"/>
              <a:ext cx="1143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210550" y="9696450"/>
              <a:ext cx="9525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382000" y="9791700"/>
              <a:ext cx="11430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8077200" y="10248900"/>
              <a:ext cx="171450" cy="123825"/>
            </a:xfrm>
            <a:custGeom>
              <a:avLst/>
              <a:gdLst/>
              <a:ahLst/>
              <a:cxnLst/>
              <a:rect l="l" t="t" r="r" b="b"/>
              <a:pathLst>
                <a:path w="171450" h="123825">
                  <a:moveTo>
                    <a:pt x="0" y="57150"/>
                  </a:moveTo>
                  <a:lnTo>
                    <a:pt x="57150" y="123825"/>
                  </a:lnTo>
                  <a:lnTo>
                    <a:pt x="171450" y="0"/>
                  </a:lnTo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8324850" y="10287000"/>
              <a:ext cx="419100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077200" y="10515600"/>
              <a:ext cx="171450" cy="123825"/>
            </a:xfrm>
            <a:custGeom>
              <a:avLst/>
              <a:gdLst/>
              <a:ahLst/>
              <a:cxnLst/>
              <a:rect l="l" t="t" r="r" b="b"/>
              <a:pathLst>
                <a:path w="171450" h="123825">
                  <a:moveTo>
                    <a:pt x="0" y="57150"/>
                  </a:moveTo>
                  <a:lnTo>
                    <a:pt x="57150" y="123825"/>
                  </a:lnTo>
                  <a:lnTo>
                    <a:pt x="171450" y="0"/>
                  </a:lnTo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324850" y="10553700"/>
              <a:ext cx="419100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8763000" y="9982200"/>
              <a:ext cx="495300" cy="495300"/>
            </a:xfrm>
            <a:prstGeom prst="ellipse">
              <a:avLst/>
            </a:prstGeom>
            <a:solidFill>
              <a:srgbClr val="4278F0"/>
            </a:solidFill>
            <a:ln w="762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9182100" y="10401300"/>
              <a:ext cx="171450" cy="17145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s2-num-ring"/>
            <p:cNvSpPr/>
            <p:nvPr/>
          </p:nvSpPr>
          <p:spPr>
            <a:xfrm>
              <a:off x="8020050" y="6991350"/>
              <a:ext cx="1028700" cy="1028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2-num-bg"/>
            <p:cNvSpPr/>
            <p:nvPr/>
          </p:nvSpPr>
          <p:spPr>
            <a:xfrm>
              <a:off x="8077200" y="7048500"/>
              <a:ext cx="914400" cy="914400"/>
            </a:xfrm>
            <a:prstGeom prst="ellipse">
              <a:avLst/>
            </a:pr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s2-num"/>
            <p:cNvSpPr txBox="1"/>
            <p:nvPr/>
          </p:nvSpPr>
          <p:spPr>
            <a:xfrm>
              <a:off x="8105775" y="7181850"/>
              <a:ext cx="857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41" name="s2-title"/>
            <p:cNvSpPr txBox="1"/>
            <p:nvPr/>
          </p:nvSpPr>
          <p:spPr>
            <a:xfrm>
              <a:off x="7374255" y="4924425"/>
              <a:ext cx="23774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需求调研</a:t>
              </a:r>
            </a:p>
          </p:txBody>
        </p:sp>
        <p:sp>
          <p:nvSpPr>
            <p:cNvPr id="42" name="s2-d1"/>
            <p:cNvSpPr txBox="1"/>
            <p:nvPr/>
          </p:nvSpPr>
          <p:spPr>
            <a:xfrm>
              <a:off x="6953250" y="5724525"/>
              <a:ext cx="3219450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收集部门需求形</a:t>
              </a:r>
            </a:p>
          </p:txBody>
        </p:sp>
        <p:sp>
          <p:nvSpPr>
            <p:cNvPr id="43" name="s2-d2"/>
            <p:cNvSpPr txBox="1"/>
            <p:nvPr/>
          </p:nvSpPr>
          <p:spPr>
            <a:xfrm>
              <a:off x="7181850" y="6315075"/>
              <a:ext cx="2762250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成规格说明书</a:t>
              </a:r>
            </a:p>
          </p:txBody>
        </p:sp>
      </p:grpSp>
      <p:grpSp>
        <p:nvGrpSpPr>
          <p:cNvPr id="98" name="step-03"/>
          <p:cNvGrpSpPr/>
          <p:nvPr/>
        </p:nvGrpSpPr>
        <p:grpSpPr>
          <a:xfrm>
            <a:off x="11275695" y="5619750"/>
            <a:ext cx="3394710" cy="7210425"/>
            <a:chOff x="11275695" y="5619750"/>
            <a:chExt cx="3394710" cy="7210425"/>
          </a:xfrm>
        </p:grpSpPr>
        <p:sp>
          <p:nvSpPr>
            <p:cNvPr id="44" name="s3-border"/>
            <p:cNvSpPr/>
            <p:nvPr/>
          </p:nvSpPr>
          <p:spPr>
            <a:xfrm>
              <a:off x="11275695" y="5619750"/>
              <a:ext cx="3394710" cy="3771900"/>
            </a:xfrm>
            <a:custGeom>
              <a:avLst/>
              <a:gdLst/>
              <a:ahLst/>
              <a:cxnLst/>
              <a:rect l="l" t="t" r="r" b="b"/>
              <a:pathLst>
                <a:path w="3394710" h="3771900">
                  <a:moveTo>
                    <a:pt x="1697355" y="0"/>
                  </a:moveTo>
                  <a:lnTo>
                    <a:pt x="1965924" y="125730"/>
                  </a:lnTo>
                  <a:lnTo>
                    <a:pt x="2320435" y="293370"/>
                  </a:lnTo>
                  <a:lnTo>
                    <a:pt x="2642717" y="461010"/>
                  </a:lnTo>
                  <a:lnTo>
                    <a:pt x="2954257" y="628650"/>
                  </a:lnTo>
                  <a:lnTo>
                    <a:pt x="3233569" y="796290"/>
                  </a:lnTo>
                  <a:lnTo>
                    <a:pt x="3394710" y="963930"/>
                  </a:lnTo>
                  <a:lnTo>
                    <a:pt x="3394710" y="1005840"/>
                  </a:lnTo>
                  <a:lnTo>
                    <a:pt x="3394710" y="2766060"/>
                  </a:lnTo>
                  <a:lnTo>
                    <a:pt x="3394710" y="2807970"/>
                  </a:lnTo>
                  <a:lnTo>
                    <a:pt x="3233569" y="2975610"/>
                  </a:lnTo>
                  <a:lnTo>
                    <a:pt x="2954257" y="3143250"/>
                  </a:lnTo>
                  <a:lnTo>
                    <a:pt x="2642717" y="3310890"/>
                  </a:lnTo>
                  <a:lnTo>
                    <a:pt x="2320435" y="3478530"/>
                  </a:lnTo>
                  <a:lnTo>
                    <a:pt x="1965924" y="364617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428786" y="3646170"/>
                  </a:lnTo>
                  <a:lnTo>
                    <a:pt x="1074275" y="3478530"/>
                  </a:lnTo>
                  <a:lnTo>
                    <a:pt x="751993" y="3310890"/>
                  </a:lnTo>
                  <a:lnTo>
                    <a:pt x="440453" y="3143250"/>
                  </a:lnTo>
                  <a:lnTo>
                    <a:pt x="161141" y="2975610"/>
                  </a:lnTo>
                  <a:lnTo>
                    <a:pt x="0" y="2807970"/>
                  </a:lnTo>
                  <a:lnTo>
                    <a:pt x="0" y="2766060"/>
                  </a:lnTo>
                  <a:lnTo>
                    <a:pt x="0" y="1005840"/>
                  </a:lnTo>
                  <a:lnTo>
                    <a:pt x="0" y="963930"/>
                  </a:lnTo>
                  <a:lnTo>
                    <a:pt x="161141" y="796290"/>
                  </a:lnTo>
                  <a:lnTo>
                    <a:pt x="440453" y="628650"/>
                  </a:lnTo>
                  <a:lnTo>
                    <a:pt x="751993" y="461010"/>
                  </a:lnTo>
                  <a:lnTo>
                    <a:pt x="1074275" y="293370"/>
                  </a:lnTo>
                  <a:lnTo>
                    <a:pt x="1428786" y="125730"/>
                  </a:lnTo>
                  <a:lnTo>
                    <a:pt x="1697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3-hex"/>
            <p:cNvSpPr/>
            <p:nvPr/>
          </p:nvSpPr>
          <p:spPr>
            <a:xfrm>
              <a:off x="11430000" y="5791200"/>
              <a:ext cx="3086100" cy="3429000"/>
            </a:xfrm>
            <a:custGeom>
              <a:avLst/>
              <a:gdLst/>
              <a:ahLst/>
              <a:cxnLst/>
              <a:rect l="l" t="t" r="r" b="b"/>
              <a:pathLst>
                <a:path w="3086100" h="3429000">
                  <a:moveTo>
                    <a:pt x="1543050" y="0"/>
                  </a:moveTo>
                  <a:lnTo>
                    <a:pt x="1787203" y="114300"/>
                  </a:lnTo>
                  <a:lnTo>
                    <a:pt x="2109486" y="266700"/>
                  </a:lnTo>
                  <a:lnTo>
                    <a:pt x="2402470" y="419100"/>
                  </a:lnTo>
                  <a:lnTo>
                    <a:pt x="2685688" y="571500"/>
                  </a:lnTo>
                  <a:lnTo>
                    <a:pt x="2939608" y="723900"/>
                  </a:lnTo>
                  <a:lnTo>
                    <a:pt x="3086100" y="876300"/>
                  </a:lnTo>
                  <a:lnTo>
                    <a:pt x="3086100" y="914400"/>
                  </a:lnTo>
                  <a:lnTo>
                    <a:pt x="3086100" y="2514600"/>
                  </a:lnTo>
                  <a:lnTo>
                    <a:pt x="3086100" y="2552700"/>
                  </a:lnTo>
                  <a:lnTo>
                    <a:pt x="2939608" y="2705100"/>
                  </a:lnTo>
                  <a:lnTo>
                    <a:pt x="2685688" y="2857500"/>
                  </a:lnTo>
                  <a:lnTo>
                    <a:pt x="2402470" y="3009900"/>
                  </a:lnTo>
                  <a:lnTo>
                    <a:pt x="2109486" y="3162300"/>
                  </a:lnTo>
                  <a:lnTo>
                    <a:pt x="1787203" y="33147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298897" y="3314700"/>
                  </a:lnTo>
                  <a:lnTo>
                    <a:pt x="976614" y="3162300"/>
                  </a:lnTo>
                  <a:lnTo>
                    <a:pt x="683630" y="3009900"/>
                  </a:lnTo>
                  <a:lnTo>
                    <a:pt x="400412" y="2857500"/>
                  </a:lnTo>
                  <a:lnTo>
                    <a:pt x="146492" y="2705100"/>
                  </a:lnTo>
                  <a:lnTo>
                    <a:pt x="0" y="2552700"/>
                  </a:lnTo>
                  <a:lnTo>
                    <a:pt x="0" y="2514600"/>
                  </a:lnTo>
                  <a:lnTo>
                    <a:pt x="0" y="914400"/>
                  </a:lnTo>
                  <a:lnTo>
                    <a:pt x="0" y="876300"/>
                  </a:lnTo>
                  <a:lnTo>
                    <a:pt x="146492" y="723900"/>
                  </a:lnTo>
                  <a:lnTo>
                    <a:pt x="400412" y="571500"/>
                  </a:lnTo>
                  <a:lnTo>
                    <a:pt x="683630" y="419100"/>
                  </a:lnTo>
                  <a:lnTo>
                    <a:pt x="976614" y="266700"/>
                  </a:lnTo>
                  <a:lnTo>
                    <a:pt x="1298897" y="11430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2344400" y="6877050"/>
              <a:ext cx="1314450" cy="1314450"/>
            </a:xfrm>
            <a:prstGeom prst="roundRect">
              <a:avLst>
                <a:gd name="adj" fmla="val 2898"/>
              </a:avLst>
            </a:pr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Left Arrow 46"/>
            <p:cNvSpPr/>
            <p:nvPr/>
          </p:nvSpPr>
          <p:spPr>
            <a:xfrm>
              <a:off x="12611100" y="7219950"/>
              <a:ext cx="800100" cy="295275"/>
            </a:xfrm>
            <a:prstGeom prst="leftArrow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12611100" y="7610475"/>
              <a:ext cx="800100" cy="295275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2992100" y="7219950"/>
              <a:ext cx="1143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3239750" y="7219950"/>
              <a:ext cx="1143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3-num-ring"/>
            <p:cNvSpPr/>
            <p:nvPr/>
          </p:nvSpPr>
          <p:spPr>
            <a:xfrm>
              <a:off x="12458700" y="9667875"/>
              <a:ext cx="1028700" cy="1028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3-num-bg"/>
            <p:cNvSpPr/>
            <p:nvPr/>
          </p:nvSpPr>
          <p:spPr>
            <a:xfrm>
              <a:off x="12515850" y="9725025"/>
              <a:ext cx="914400" cy="914400"/>
            </a:xfrm>
            <a:prstGeom prst="ellipse">
              <a:avLst/>
            </a:pr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s3-num"/>
            <p:cNvSpPr txBox="1"/>
            <p:nvPr/>
          </p:nvSpPr>
          <p:spPr>
            <a:xfrm>
              <a:off x="12544425" y="9858375"/>
              <a:ext cx="857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54" name="s3-title"/>
            <p:cNvSpPr txBox="1"/>
            <p:nvPr/>
          </p:nvSpPr>
          <p:spPr>
            <a:xfrm>
              <a:off x="11812905" y="10734675"/>
              <a:ext cx="23774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方案设计</a:t>
              </a:r>
            </a:p>
          </p:txBody>
        </p:sp>
        <p:sp>
          <p:nvSpPr>
            <p:cNvPr id="55" name="s3-d1"/>
            <p:cNvSpPr txBox="1"/>
            <p:nvPr/>
          </p:nvSpPr>
          <p:spPr>
            <a:xfrm>
              <a:off x="11610975" y="11525250"/>
              <a:ext cx="2781300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进行系统选型</a:t>
              </a:r>
            </a:p>
          </p:txBody>
        </p:sp>
        <p:sp>
          <p:nvSpPr>
            <p:cNvPr id="56" name="s3-d2"/>
            <p:cNvSpPr txBox="1"/>
            <p:nvPr/>
          </p:nvSpPr>
          <p:spPr>
            <a:xfrm>
              <a:off x="11615738" y="12125325"/>
              <a:ext cx="2771775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完成总体设计</a:t>
              </a:r>
            </a:p>
          </p:txBody>
        </p:sp>
      </p:grpSp>
      <p:grpSp>
        <p:nvGrpSpPr>
          <p:cNvPr id="94" name="step-04"/>
          <p:cNvGrpSpPr/>
          <p:nvPr/>
        </p:nvGrpSpPr>
        <p:grpSpPr>
          <a:xfrm>
            <a:off x="15714345" y="4924425"/>
            <a:ext cx="3394710" cy="7038975"/>
            <a:chOff x="15714345" y="4924425"/>
            <a:chExt cx="3394710" cy="7038975"/>
          </a:xfrm>
        </p:grpSpPr>
        <p:sp>
          <p:nvSpPr>
            <p:cNvPr id="57" name="s4-border"/>
            <p:cNvSpPr/>
            <p:nvPr/>
          </p:nvSpPr>
          <p:spPr>
            <a:xfrm>
              <a:off x="15714345" y="8191500"/>
              <a:ext cx="3394710" cy="3771900"/>
            </a:xfrm>
            <a:custGeom>
              <a:avLst/>
              <a:gdLst/>
              <a:ahLst/>
              <a:cxnLst/>
              <a:rect l="l" t="t" r="r" b="b"/>
              <a:pathLst>
                <a:path w="3394710" h="3771900">
                  <a:moveTo>
                    <a:pt x="1697355" y="0"/>
                  </a:moveTo>
                  <a:lnTo>
                    <a:pt x="1965924" y="125730"/>
                  </a:lnTo>
                  <a:lnTo>
                    <a:pt x="2320435" y="293370"/>
                  </a:lnTo>
                  <a:lnTo>
                    <a:pt x="2642717" y="461010"/>
                  </a:lnTo>
                  <a:lnTo>
                    <a:pt x="2954257" y="628650"/>
                  </a:lnTo>
                  <a:lnTo>
                    <a:pt x="3233569" y="796290"/>
                  </a:lnTo>
                  <a:lnTo>
                    <a:pt x="3394710" y="963930"/>
                  </a:lnTo>
                  <a:lnTo>
                    <a:pt x="3394710" y="1005840"/>
                  </a:lnTo>
                  <a:lnTo>
                    <a:pt x="3394710" y="2766060"/>
                  </a:lnTo>
                  <a:lnTo>
                    <a:pt x="3394710" y="2807970"/>
                  </a:lnTo>
                  <a:lnTo>
                    <a:pt x="3233569" y="2975610"/>
                  </a:lnTo>
                  <a:lnTo>
                    <a:pt x="2954257" y="3143250"/>
                  </a:lnTo>
                  <a:lnTo>
                    <a:pt x="2642717" y="3310890"/>
                  </a:lnTo>
                  <a:lnTo>
                    <a:pt x="2320435" y="3478530"/>
                  </a:lnTo>
                  <a:lnTo>
                    <a:pt x="1965924" y="364617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428786" y="3646170"/>
                  </a:lnTo>
                  <a:lnTo>
                    <a:pt x="1074275" y="3478530"/>
                  </a:lnTo>
                  <a:lnTo>
                    <a:pt x="751993" y="3310890"/>
                  </a:lnTo>
                  <a:lnTo>
                    <a:pt x="440453" y="3143250"/>
                  </a:lnTo>
                  <a:lnTo>
                    <a:pt x="161141" y="2975610"/>
                  </a:lnTo>
                  <a:lnTo>
                    <a:pt x="0" y="2807970"/>
                  </a:lnTo>
                  <a:lnTo>
                    <a:pt x="0" y="2766060"/>
                  </a:lnTo>
                  <a:lnTo>
                    <a:pt x="0" y="1005840"/>
                  </a:lnTo>
                  <a:lnTo>
                    <a:pt x="0" y="963930"/>
                  </a:lnTo>
                  <a:lnTo>
                    <a:pt x="161141" y="796290"/>
                  </a:lnTo>
                  <a:lnTo>
                    <a:pt x="440453" y="628650"/>
                  </a:lnTo>
                  <a:lnTo>
                    <a:pt x="751993" y="461010"/>
                  </a:lnTo>
                  <a:lnTo>
                    <a:pt x="1074275" y="293370"/>
                  </a:lnTo>
                  <a:lnTo>
                    <a:pt x="1428786" y="125730"/>
                  </a:lnTo>
                  <a:lnTo>
                    <a:pt x="1697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4-hex"/>
            <p:cNvSpPr/>
            <p:nvPr/>
          </p:nvSpPr>
          <p:spPr>
            <a:xfrm>
              <a:off x="15868650" y="8362950"/>
              <a:ext cx="3086100" cy="3429000"/>
            </a:xfrm>
            <a:custGeom>
              <a:avLst/>
              <a:gdLst/>
              <a:ahLst/>
              <a:cxnLst/>
              <a:rect l="l" t="t" r="r" b="b"/>
              <a:pathLst>
                <a:path w="3086100" h="3429000">
                  <a:moveTo>
                    <a:pt x="1543050" y="0"/>
                  </a:moveTo>
                  <a:lnTo>
                    <a:pt x="1787203" y="114300"/>
                  </a:lnTo>
                  <a:lnTo>
                    <a:pt x="2109486" y="266700"/>
                  </a:lnTo>
                  <a:lnTo>
                    <a:pt x="2402470" y="419100"/>
                  </a:lnTo>
                  <a:lnTo>
                    <a:pt x="2685688" y="571500"/>
                  </a:lnTo>
                  <a:lnTo>
                    <a:pt x="2939608" y="723900"/>
                  </a:lnTo>
                  <a:lnTo>
                    <a:pt x="3086100" y="876300"/>
                  </a:lnTo>
                  <a:lnTo>
                    <a:pt x="3086100" y="914400"/>
                  </a:lnTo>
                  <a:lnTo>
                    <a:pt x="3086100" y="2514600"/>
                  </a:lnTo>
                  <a:lnTo>
                    <a:pt x="3086100" y="2552700"/>
                  </a:lnTo>
                  <a:lnTo>
                    <a:pt x="2939608" y="2705100"/>
                  </a:lnTo>
                  <a:lnTo>
                    <a:pt x="2685688" y="2857500"/>
                  </a:lnTo>
                  <a:lnTo>
                    <a:pt x="2402470" y="3009900"/>
                  </a:lnTo>
                  <a:lnTo>
                    <a:pt x="2109486" y="3162300"/>
                  </a:lnTo>
                  <a:lnTo>
                    <a:pt x="1787203" y="33147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298897" y="3314700"/>
                  </a:lnTo>
                  <a:lnTo>
                    <a:pt x="976614" y="3162300"/>
                  </a:lnTo>
                  <a:lnTo>
                    <a:pt x="683630" y="3009900"/>
                  </a:lnTo>
                  <a:lnTo>
                    <a:pt x="400412" y="2857500"/>
                  </a:lnTo>
                  <a:lnTo>
                    <a:pt x="146492" y="2705100"/>
                  </a:lnTo>
                  <a:lnTo>
                    <a:pt x="0" y="2552700"/>
                  </a:lnTo>
                  <a:lnTo>
                    <a:pt x="0" y="2514600"/>
                  </a:lnTo>
                  <a:lnTo>
                    <a:pt x="0" y="914400"/>
                  </a:lnTo>
                  <a:lnTo>
                    <a:pt x="0" y="876300"/>
                  </a:lnTo>
                  <a:lnTo>
                    <a:pt x="146492" y="723900"/>
                  </a:lnTo>
                  <a:lnTo>
                    <a:pt x="400412" y="571500"/>
                  </a:lnTo>
                  <a:lnTo>
                    <a:pt x="683630" y="419100"/>
                  </a:lnTo>
                  <a:lnTo>
                    <a:pt x="976614" y="266700"/>
                  </a:lnTo>
                  <a:lnTo>
                    <a:pt x="1298897" y="11430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16769765" y="9435515"/>
              <a:ext cx="1283870" cy="1283870"/>
            </a:xfrm>
            <a:custGeom>
              <a:avLst/>
              <a:gdLst/>
              <a:ahLst/>
              <a:cxnLst/>
              <a:rect l="l" t="t" r="r" b="b"/>
              <a:pathLst>
                <a:path w="1283870" h="1283870">
                  <a:moveTo>
                    <a:pt x="459682" y="201937"/>
                  </a:moveTo>
                  <a:lnTo>
                    <a:pt x="530757" y="178844"/>
                  </a:lnTo>
                  <a:lnTo>
                    <a:pt x="555712" y="0"/>
                  </a:lnTo>
                  <a:lnTo>
                    <a:pt x="728158" y="0"/>
                  </a:lnTo>
                  <a:lnTo>
                    <a:pt x="753113" y="178844"/>
                  </a:lnTo>
                  <a:lnTo>
                    <a:pt x="824188" y="201937"/>
                  </a:lnTo>
                  <a:lnTo>
                    <a:pt x="890775" y="235865"/>
                  </a:lnTo>
                  <a:lnTo>
                    <a:pt x="1034883" y="127050"/>
                  </a:lnTo>
                  <a:lnTo>
                    <a:pt x="1156820" y="248987"/>
                  </a:lnTo>
                  <a:lnTo>
                    <a:pt x="1048005" y="393095"/>
                  </a:lnTo>
                  <a:lnTo>
                    <a:pt x="1081933" y="459682"/>
                  </a:lnTo>
                  <a:lnTo>
                    <a:pt x="1105026" y="530757"/>
                  </a:lnTo>
                  <a:lnTo>
                    <a:pt x="1283870" y="555712"/>
                  </a:lnTo>
                  <a:lnTo>
                    <a:pt x="1283870" y="728158"/>
                  </a:lnTo>
                  <a:lnTo>
                    <a:pt x="1105026" y="753113"/>
                  </a:lnTo>
                  <a:lnTo>
                    <a:pt x="1081933" y="824188"/>
                  </a:lnTo>
                  <a:lnTo>
                    <a:pt x="1048005" y="890775"/>
                  </a:lnTo>
                  <a:lnTo>
                    <a:pt x="1156820" y="1034883"/>
                  </a:lnTo>
                  <a:lnTo>
                    <a:pt x="1034883" y="1156820"/>
                  </a:lnTo>
                  <a:lnTo>
                    <a:pt x="890775" y="1048005"/>
                  </a:lnTo>
                  <a:lnTo>
                    <a:pt x="824188" y="1081933"/>
                  </a:lnTo>
                  <a:lnTo>
                    <a:pt x="753113" y="1105026"/>
                  </a:lnTo>
                  <a:lnTo>
                    <a:pt x="728158" y="1283870"/>
                  </a:lnTo>
                  <a:lnTo>
                    <a:pt x="555712" y="1283870"/>
                  </a:lnTo>
                  <a:lnTo>
                    <a:pt x="530757" y="1105026"/>
                  </a:lnTo>
                  <a:lnTo>
                    <a:pt x="459682" y="1081933"/>
                  </a:lnTo>
                  <a:lnTo>
                    <a:pt x="393095" y="1048005"/>
                  </a:lnTo>
                  <a:lnTo>
                    <a:pt x="248987" y="1156820"/>
                  </a:lnTo>
                  <a:lnTo>
                    <a:pt x="127050" y="1034883"/>
                  </a:lnTo>
                  <a:lnTo>
                    <a:pt x="235865" y="890775"/>
                  </a:lnTo>
                  <a:lnTo>
                    <a:pt x="201937" y="824188"/>
                  </a:lnTo>
                  <a:lnTo>
                    <a:pt x="178844" y="753113"/>
                  </a:lnTo>
                  <a:lnTo>
                    <a:pt x="0" y="728158"/>
                  </a:lnTo>
                  <a:lnTo>
                    <a:pt x="0" y="555712"/>
                  </a:lnTo>
                  <a:lnTo>
                    <a:pt x="178844" y="530757"/>
                  </a:lnTo>
                  <a:lnTo>
                    <a:pt x="201937" y="459682"/>
                  </a:lnTo>
                  <a:lnTo>
                    <a:pt x="235865" y="393095"/>
                  </a:lnTo>
                  <a:lnTo>
                    <a:pt x="127050" y="248987"/>
                  </a:lnTo>
                  <a:lnTo>
                    <a:pt x="248987" y="127050"/>
                  </a:lnTo>
                  <a:lnTo>
                    <a:pt x="393095" y="235865"/>
                  </a:lnTo>
                  <a:close/>
                </a:path>
              </a:pathLst>
            </a:cu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17306925" y="9820275"/>
              <a:ext cx="247650" cy="247650"/>
            </a:xfrm>
            <a:prstGeom prst="ellipse">
              <a:avLst/>
            </a:prstGeom>
            <a:solidFill>
              <a:srgbClr val="4278F0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7164050" y="10134600"/>
              <a:ext cx="533400" cy="285750"/>
            </a:xfrm>
            <a:prstGeom prst="roundRect">
              <a:avLst>
                <a:gd name="adj" fmla="val 50000"/>
              </a:avLst>
            </a:prstGeom>
            <a:solidFill>
              <a:srgbClr val="4278F0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4-num-ring"/>
            <p:cNvSpPr/>
            <p:nvPr/>
          </p:nvSpPr>
          <p:spPr>
            <a:xfrm>
              <a:off x="16897350" y="6991350"/>
              <a:ext cx="1028700" cy="1028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4-num-bg"/>
            <p:cNvSpPr/>
            <p:nvPr/>
          </p:nvSpPr>
          <p:spPr>
            <a:xfrm>
              <a:off x="16954500" y="7048500"/>
              <a:ext cx="914400" cy="914400"/>
            </a:xfrm>
            <a:prstGeom prst="ellipse">
              <a:avLst/>
            </a:pr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4-num"/>
            <p:cNvSpPr txBox="1"/>
            <p:nvPr/>
          </p:nvSpPr>
          <p:spPr>
            <a:xfrm>
              <a:off x="16983075" y="7181850"/>
              <a:ext cx="857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65" name="s4-title"/>
            <p:cNvSpPr txBox="1"/>
            <p:nvPr/>
          </p:nvSpPr>
          <p:spPr>
            <a:xfrm>
              <a:off x="16251555" y="4924425"/>
              <a:ext cx="23774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系统开发</a:t>
              </a:r>
            </a:p>
          </p:txBody>
        </p:sp>
        <p:sp>
          <p:nvSpPr>
            <p:cNvPr id="66" name="s4-d1"/>
            <p:cNvSpPr txBox="1"/>
            <p:nvPr/>
          </p:nvSpPr>
          <p:spPr>
            <a:xfrm>
              <a:off x="16273462" y="5724525"/>
              <a:ext cx="2333625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供应商主导</a:t>
              </a:r>
            </a:p>
          </p:txBody>
        </p:sp>
        <p:sp>
          <p:nvSpPr>
            <p:cNvPr id="67" name="s4-d2"/>
            <p:cNvSpPr txBox="1"/>
            <p:nvPr/>
          </p:nvSpPr>
          <p:spPr>
            <a:xfrm>
              <a:off x="16292512" y="6315075"/>
              <a:ext cx="2295525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开发与定制</a:t>
              </a:r>
            </a:p>
          </p:txBody>
        </p:sp>
      </p:grpSp>
      <p:grpSp>
        <p:nvGrpSpPr>
          <p:cNvPr id="97" name="step-05"/>
          <p:cNvGrpSpPr/>
          <p:nvPr/>
        </p:nvGrpSpPr>
        <p:grpSpPr>
          <a:xfrm>
            <a:off x="20210145" y="5619750"/>
            <a:ext cx="3394710" cy="7210425"/>
            <a:chOff x="20210145" y="5619750"/>
            <a:chExt cx="3394710" cy="7210425"/>
          </a:xfrm>
        </p:grpSpPr>
        <p:sp>
          <p:nvSpPr>
            <p:cNvPr id="68" name="s5-border"/>
            <p:cNvSpPr/>
            <p:nvPr/>
          </p:nvSpPr>
          <p:spPr>
            <a:xfrm>
              <a:off x="20210145" y="5619750"/>
              <a:ext cx="3394710" cy="3771900"/>
            </a:xfrm>
            <a:custGeom>
              <a:avLst/>
              <a:gdLst/>
              <a:ahLst/>
              <a:cxnLst/>
              <a:rect l="l" t="t" r="r" b="b"/>
              <a:pathLst>
                <a:path w="3394710" h="3771900">
                  <a:moveTo>
                    <a:pt x="1697355" y="0"/>
                  </a:moveTo>
                  <a:lnTo>
                    <a:pt x="1965924" y="125730"/>
                  </a:lnTo>
                  <a:lnTo>
                    <a:pt x="2320435" y="293370"/>
                  </a:lnTo>
                  <a:lnTo>
                    <a:pt x="2642717" y="461010"/>
                  </a:lnTo>
                  <a:lnTo>
                    <a:pt x="2954257" y="628650"/>
                  </a:lnTo>
                  <a:lnTo>
                    <a:pt x="3233569" y="796290"/>
                  </a:lnTo>
                  <a:lnTo>
                    <a:pt x="3394710" y="963930"/>
                  </a:lnTo>
                  <a:lnTo>
                    <a:pt x="3394710" y="1005840"/>
                  </a:lnTo>
                  <a:lnTo>
                    <a:pt x="3394710" y="2766060"/>
                  </a:lnTo>
                  <a:lnTo>
                    <a:pt x="3394710" y="2807970"/>
                  </a:lnTo>
                  <a:lnTo>
                    <a:pt x="3233569" y="2975610"/>
                  </a:lnTo>
                  <a:lnTo>
                    <a:pt x="2954257" y="3143250"/>
                  </a:lnTo>
                  <a:lnTo>
                    <a:pt x="2642717" y="3310890"/>
                  </a:lnTo>
                  <a:lnTo>
                    <a:pt x="2320435" y="3478530"/>
                  </a:lnTo>
                  <a:lnTo>
                    <a:pt x="1965924" y="364617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428786" y="3646170"/>
                  </a:lnTo>
                  <a:lnTo>
                    <a:pt x="1074275" y="3478530"/>
                  </a:lnTo>
                  <a:lnTo>
                    <a:pt x="751993" y="3310890"/>
                  </a:lnTo>
                  <a:lnTo>
                    <a:pt x="440453" y="3143250"/>
                  </a:lnTo>
                  <a:lnTo>
                    <a:pt x="161141" y="2975610"/>
                  </a:lnTo>
                  <a:lnTo>
                    <a:pt x="0" y="2807970"/>
                  </a:lnTo>
                  <a:lnTo>
                    <a:pt x="0" y="2766060"/>
                  </a:lnTo>
                  <a:lnTo>
                    <a:pt x="0" y="1005840"/>
                  </a:lnTo>
                  <a:lnTo>
                    <a:pt x="0" y="963930"/>
                  </a:lnTo>
                  <a:lnTo>
                    <a:pt x="161141" y="796290"/>
                  </a:lnTo>
                  <a:lnTo>
                    <a:pt x="440453" y="628650"/>
                  </a:lnTo>
                  <a:lnTo>
                    <a:pt x="751993" y="461010"/>
                  </a:lnTo>
                  <a:lnTo>
                    <a:pt x="1074275" y="293370"/>
                  </a:lnTo>
                  <a:lnTo>
                    <a:pt x="1428786" y="125730"/>
                  </a:lnTo>
                  <a:lnTo>
                    <a:pt x="1697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5-hex"/>
            <p:cNvSpPr/>
            <p:nvPr/>
          </p:nvSpPr>
          <p:spPr>
            <a:xfrm>
              <a:off x="20364450" y="5791200"/>
              <a:ext cx="3086100" cy="3429000"/>
            </a:xfrm>
            <a:custGeom>
              <a:avLst/>
              <a:gdLst/>
              <a:ahLst/>
              <a:cxnLst/>
              <a:rect l="l" t="t" r="r" b="b"/>
              <a:pathLst>
                <a:path w="3086100" h="3429000">
                  <a:moveTo>
                    <a:pt x="1543050" y="0"/>
                  </a:moveTo>
                  <a:lnTo>
                    <a:pt x="1787203" y="114300"/>
                  </a:lnTo>
                  <a:lnTo>
                    <a:pt x="2109486" y="266700"/>
                  </a:lnTo>
                  <a:lnTo>
                    <a:pt x="2402470" y="419100"/>
                  </a:lnTo>
                  <a:lnTo>
                    <a:pt x="2685688" y="571500"/>
                  </a:lnTo>
                  <a:lnTo>
                    <a:pt x="2939608" y="723900"/>
                  </a:lnTo>
                  <a:lnTo>
                    <a:pt x="3086100" y="876300"/>
                  </a:lnTo>
                  <a:lnTo>
                    <a:pt x="3086100" y="914400"/>
                  </a:lnTo>
                  <a:lnTo>
                    <a:pt x="3086100" y="2514600"/>
                  </a:lnTo>
                  <a:lnTo>
                    <a:pt x="3086100" y="2552700"/>
                  </a:lnTo>
                  <a:lnTo>
                    <a:pt x="2939608" y="2705100"/>
                  </a:lnTo>
                  <a:lnTo>
                    <a:pt x="2685688" y="2857500"/>
                  </a:lnTo>
                  <a:lnTo>
                    <a:pt x="2402470" y="3009900"/>
                  </a:lnTo>
                  <a:lnTo>
                    <a:pt x="2109486" y="3162300"/>
                  </a:lnTo>
                  <a:lnTo>
                    <a:pt x="1787203" y="33147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298897" y="3314700"/>
                  </a:lnTo>
                  <a:lnTo>
                    <a:pt x="976614" y="3162300"/>
                  </a:lnTo>
                  <a:lnTo>
                    <a:pt x="683630" y="3009900"/>
                  </a:lnTo>
                  <a:lnTo>
                    <a:pt x="400412" y="2857500"/>
                  </a:lnTo>
                  <a:lnTo>
                    <a:pt x="146492" y="2705100"/>
                  </a:lnTo>
                  <a:lnTo>
                    <a:pt x="0" y="2552700"/>
                  </a:lnTo>
                  <a:lnTo>
                    <a:pt x="0" y="2514600"/>
                  </a:lnTo>
                  <a:lnTo>
                    <a:pt x="0" y="914400"/>
                  </a:lnTo>
                  <a:lnTo>
                    <a:pt x="0" y="876300"/>
                  </a:lnTo>
                  <a:lnTo>
                    <a:pt x="146492" y="723900"/>
                  </a:lnTo>
                  <a:lnTo>
                    <a:pt x="400412" y="571500"/>
                  </a:lnTo>
                  <a:lnTo>
                    <a:pt x="683630" y="419100"/>
                  </a:lnTo>
                  <a:lnTo>
                    <a:pt x="976614" y="266700"/>
                  </a:lnTo>
                  <a:lnTo>
                    <a:pt x="1298897" y="11430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21278850" y="6877050"/>
              <a:ext cx="1333500" cy="1314450"/>
            </a:xfrm>
            <a:prstGeom prst="roundRect">
              <a:avLst>
                <a:gd name="adj" fmla="val 2898"/>
              </a:avLst>
            </a:pr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1278850" y="7219950"/>
              <a:ext cx="1333500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1336000" y="6915150"/>
              <a:ext cx="857250" cy="304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9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&lt;/&gt;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1393150" y="7429500"/>
              <a:ext cx="11430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Test</a:t>
              </a:r>
            </a:p>
          </p:txBody>
        </p:sp>
        <p:sp>
          <p:nvSpPr>
            <p:cNvPr id="74" name="s5-num-ring"/>
            <p:cNvSpPr/>
            <p:nvPr/>
          </p:nvSpPr>
          <p:spPr>
            <a:xfrm>
              <a:off x="21393150" y="9667875"/>
              <a:ext cx="1028700" cy="1028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5-num-bg"/>
            <p:cNvSpPr/>
            <p:nvPr/>
          </p:nvSpPr>
          <p:spPr>
            <a:xfrm>
              <a:off x="21450300" y="9725025"/>
              <a:ext cx="914400" cy="914400"/>
            </a:xfrm>
            <a:prstGeom prst="ellipse">
              <a:avLst/>
            </a:pr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5-num"/>
            <p:cNvSpPr txBox="1"/>
            <p:nvPr/>
          </p:nvSpPr>
          <p:spPr>
            <a:xfrm>
              <a:off x="21478875" y="9858375"/>
              <a:ext cx="857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77" name="s5-title"/>
            <p:cNvSpPr txBox="1"/>
            <p:nvPr/>
          </p:nvSpPr>
          <p:spPr>
            <a:xfrm>
              <a:off x="20747355" y="10734675"/>
              <a:ext cx="23774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测试上线</a:t>
              </a:r>
            </a:p>
          </p:txBody>
        </p:sp>
        <p:sp>
          <p:nvSpPr>
            <p:cNvPr id="78" name="s5-d1"/>
            <p:cNvSpPr txBox="1"/>
            <p:nvPr/>
          </p:nvSpPr>
          <p:spPr>
            <a:xfrm>
              <a:off x="20321588" y="11525250"/>
              <a:ext cx="3228975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测试与数据迁移</a:t>
              </a:r>
            </a:p>
          </p:txBody>
        </p:sp>
        <p:sp>
          <p:nvSpPr>
            <p:cNvPr id="79" name="s5-d2"/>
            <p:cNvSpPr txBox="1"/>
            <p:nvPr/>
          </p:nvSpPr>
          <p:spPr>
            <a:xfrm>
              <a:off x="20545425" y="12125325"/>
              <a:ext cx="2781300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用户培训上线</a:t>
              </a:r>
            </a:p>
          </p:txBody>
        </p:sp>
      </p:grpSp>
      <p:grpSp>
        <p:nvGrpSpPr>
          <p:cNvPr id="95" name="step-06"/>
          <p:cNvGrpSpPr/>
          <p:nvPr/>
        </p:nvGrpSpPr>
        <p:grpSpPr>
          <a:xfrm>
            <a:off x="24667845" y="4924425"/>
            <a:ext cx="3394710" cy="7038975"/>
            <a:chOff x="24667845" y="4924425"/>
            <a:chExt cx="3394710" cy="7038975"/>
          </a:xfrm>
        </p:grpSpPr>
        <p:sp>
          <p:nvSpPr>
            <p:cNvPr id="80" name="s6-border"/>
            <p:cNvSpPr/>
            <p:nvPr/>
          </p:nvSpPr>
          <p:spPr>
            <a:xfrm>
              <a:off x="24667845" y="8191500"/>
              <a:ext cx="3394710" cy="3771900"/>
            </a:xfrm>
            <a:custGeom>
              <a:avLst/>
              <a:gdLst/>
              <a:ahLst/>
              <a:cxnLst/>
              <a:rect l="l" t="t" r="r" b="b"/>
              <a:pathLst>
                <a:path w="3394710" h="3771900">
                  <a:moveTo>
                    <a:pt x="1697355" y="0"/>
                  </a:moveTo>
                  <a:lnTo>
                    <a:pt x="1965924" y="125730"/>
                  </a:lnTo>
                  <a:lnTo>
                    <a:pt x="2320435" y="293370"/>
                  </a:lnTo>
                  <a:lnTo>
                    <a:pt x="2642717" y="461010"/>
                  </a:lnTo>
                  <a:lnTo>
                    <a:pt x="2954257" y="628650"/>
                  </a:lnTo>
                  <a:lnTo>
                    <a:pt x="3233569" y="796290"/>
                  </a:lnTo>
                  <a:lnTo>
                    <a:pt x="3394710" y="963930"/>
                  </a:lnTo>
                  <a:lnTo>
                    <a:pt x="3394710" y="1005840"/>
                  </a:lnTo>
                  <a:lnTo>
                    <a:pt x="3394710" y="2766060"/>
                  </a:lnTo>
                  <a:lnTo>
                    <a:pt x="3394710" y="2807970"/>
                  </a:lnTo>
                  <a:lnTo>
                    <a:pt x="3233569" y="2975610"/>
                  </a:lnTo>
                  <a:lnTo>
                    <a:pt x="2954257" y="3143250"/>
                  </a:lnTo>
                  <a:lnTo>
                    <a:pt x="2642717" y="3310890"/>
                  </a:lnTo>
                  <a:lnTo>
                    <a:pt x="2320435" y="3478530"/>
                  </a:lnTo>
                  <a:lnTo>
                    <a:pt x="1965924" y="364617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697355" y="3771900"/>
                  </a:lnTo>
                  <a:lnTo>
                    <a:pt x="1428786" y="3646170"/>
                  </a:lnTo>
                  <a:lnTo>
                    <a:pt x="1074275" y="3478530"/>
                  </a:lnTo>
                  <a:lnTo>
                    <a:pt x="751993" y="3310890"/>
                  </a:lnTo>
                  <a:lnTo>
                    <a:pt x="440453" y="3143250"/>
                  </a:lnTo>
                  <a:lnTo>
                    <a:pt x="161141" y="2975610"/>
                  </a:lnTo>
                  <a:lnTo>
                    <a:pt x="0" y="2807970"/>
                  </a:lnTo>
                  <a:lnTo>
                    <a:pt x="0" y="2766060"/>
                  </a:lnTo>
                  <a:lnTo>
                    <a:pt x="0" y="1005840"/>
                  </a:lnTo>
                  <a:lnTo>
                    <a:pt x="0" y="963930"/>
                  </a:lnTo>
                  <a:lnTo>
                    <a:pt x="161141" y="796290"/>
                  </a:lnTo>
                  <a:lnTo>
                    <a:pt x="440453" y="628650"/>
                  </a:lnTo>
                  <a:lnTo>
                    <a:pt x="751993" y="461010"/>
                  </a:lnTo>
                  <a:lnTo>
                    <a:pt x="1074275" y="293370"/>
                  </a:lnTo>
                  <a:lnTo>
                    <a:pt x="1428786" y="125730"/>
                  </a:lnTo>
                  <a:lnTo>
                    <a:pt x="1697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s6-hex"/>
            <p:cNvSpPr/>
            <p:nvPr/>
          </p:nvSpPr>
          <p:spPr>
            <a:xfrm>
              <a:off x="24822150" y="8362950"/>
              <a:ext cx="3086100" cy="3429000"/>
            </a:xfrm>
            <a:custGeom>
              <a:avLst/>
              <a:gdLst/>
              <a:ahLst/>
              <a:cxnLst/>
              <a:rect l="l" t="t" r="r" b="b"/>
              <a:pathLst>
                <a:path w="3086100" h="3429000">
                  <a:moveTo>
                    <a:pt x="1543050" y="0"/>
                  </a:moveTo>
                  <a:lnTo>
                    <a:pt x="1787203" y="114300"/>
                  </a:lnTo>
                  <a:lnTo>
                    <a:pt x="2109486" y="266700"/>
                  </a:lnTo>
                  <a:lnTo>
                    <a:pt x="2402470" y="419100"/>
                  </a:lnTo>
                  <a:lnTo>
                    <a:pt x="2685688" y="571500"/>
                  </a:lnTo>
                  <a:lnTo>
                    <a:pt x="2939608" y="723900"/>
                  </a:lnTo>
                  <a:lnTo>
                    <a:pt x="3086100" y="876300"/>
                  </a:lnTo>
                  <a:lnTo>
                    <a:pt x="3086100" y="914400"/>
                  </a:lnTo>
                  <a:lnTo>
                    <a:pt x="3086100" y="2514600"/>
                  </a:lnTo>
                  <a:lnTo>
                    <a:pt x="3086100" y="2552700"/>
                  </a:lnTo>
                  <a:lnTo>
                    <a:pt x="2939608" y="2705100"/>
                  </a:lnTo>
                  <a:lnTo>
                    <a:pt x="2685688" y="2857500"/>
                  </a:lnTo>
                  <a:lnTo>
                    <a:pt x="2402470" y="3009900"/>
                  </a:lnTo>
                  <a:lnTo>
                    <a:pt x="2109486" y="3162300"/>
                  </a:lnTo>
                  <a:lnTo>
                    <a:pt x="1787203" y="33147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543050" y="3429000"/>
                  </a:lnTo>
                  <a:lnTo>
                    <a:pt x="1298897" y="3314700"/>
                  </a:lnTo>
                  <a:lnTo>
                    <a:pt x="976614" y="3162300"/>
                  </a:lnTo>
                  <a:lnTo>
                    <a:pt x="683630" y="3009900"/>
                  </a:lnTo>
                  <a:lnTo>
                    <a:pt x="400412" y="2857500"/>
                  </a:lnTo>
                  <a:lnTo>
                    <a:pt x="146492" y="2705100"/>
                  </a:lnTo>
                  <a:lnTo>
                    <a:pt x="0" y="2552700"/>
                  </a:lnTo>
                  <a:lnTo>
                    <a:pt x="0" y="2514600"/>
                  </a:lnTo>
                  <a:lnTo>
                    <a:pt x="0" y="914400"/>
                  </a:lnTo>
                  <a:lnTo>
                    <a:pt x="0" y="876300"/>
                  </a:lnTo>
                  <a:lnTo>
                    <a:pt x="146492" y="723900"/>
                  </a:lnTo>
                  <a:lnTo>
                    <a:pt x="400412" y="571500"/>
                  </a:lnTo>
                  <a:lnTo>
                    <a:pt x="683630" y="419100"/>
                  </a:lnTo>
                  <a:lnTo>
                    <a:pt x="976614" y="266700"/>
                  </a:lnTo>
                  <a:lnTo>
                    <a:pt x="1298897" y="114300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25755600" y="9353550"/>
              <a:ext cx="1219200" cy="1485900"/>
            </a:xfrm>
            <a:prstGeom prst="roundRect">
              <a:avLst>
                <a:gd name="adj" fmla="val 7812"/>
              </a:avLst>
            </a:pr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26022300" y="9639300"/>
              <a:ext cx="685800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6022300" y="9886950"/>
              <a:ext cx="323850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26441400" y="10058400"/>
              <a:ext cx="590550" cy="762000"/>
            </a:xfrm>
            <a:custGeom>
              <a:avLst/>
              <a:gdLst/>
              <a:ahLst/>
              <a:cxnLst/>
              <a:rect l="l" t="t" r="r" b="b"/>
              <a:pathLst>
                <a:path w="590550" h="762000">
                  <a:moveTo>
                    <a:pt x="0" y="0"/>
                  </a:moveTo>
                  <a:lnTo>
                    <a:pt x="590550" y="0"/>
                  </a:lnTo>
                  <a:lnTo>
                    <a:pt x="590550" y="342900"/>
                  </a:lnTo>
                  <a:lnTo>
                    <a:pt x="295275" y="7620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4278F0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26574750" y="10220325"/>
              <a:ext cx="333375" cy="276225"/>
            </a:xfrm>
            <a:custGeom>
              <a:avLst/>
              <a:gdLst/>
              <a:ahLst/>
              <a:cxnLst/>
              <a:rect l="l" t="t" r="r" b="b"/>
              <a:pathLst>
                <a:path w="333375" h="276225">
                  <a:moveTo>
                    <a:pt x="0" y="161925"/>
                  </a:moveTo>
                  <a:lnTo>
                    <a:pt x="104775" y="276225"/>
                  </a:lnTo>
                  <a:lnTo>
                    <a:pt x="333375" y="0"/>
                  </a:lnTo>
                </a:path>
              </a:pathLst>
            </a:custGeom>
            <a:noFill/>
            <a:ln w="857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s6-num-ring"/>
            <p:cNvSpPr/>
            <p:nvPr/>
          </p:nvSpPr>
          <p:spPr>
            <a:xfrm>
              <a:off x="25850850" y="6991350"/>
              <a:ext cx="1028700" cy="1028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s6-num-bg"/>
            <p:cNvSpPr/>
            <p:nvPr/>
          </p:nvSpPr>
          <p:spPr>
            <a:xfrm>
              <a:off x="25908000" y="7048500"/>
              <a:ext cx="914400" cy="914400"/>
            </a:xfrm>
            <a:prstGeom prst="ellipse">
              <a:avLst/>
            </a:prstGeom>
            <a:solidFill>
              <a:srgbClr val="427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6-num"/>
            <p:cNvSpPr txBox="1"/>
            <p:nvPr/>
          </p:nvSpPr>
          <p:spPr>
            <a:xfrm>
              <a:off x="25936575" y="7181850"/>
              <a:ext cx="8572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06</a:t>
              </a:r>
            </a:p>
          </p:txBody>
        </p:sp>
        <p:sp>
          <p:nvSpPr>
            <p:cNvPr id="90" name="s6-title"/>
            <p:cNvSpPr txBox="1"/>
            <p:nvPr/>
          </p:nvSpPr>
          <p:spPr>
            <a:xfrm>
              <a:off x="25205055" y="4924425"/>
              <a:ext cx="237744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项目验收</a:t>
              </a:r>
            </a:p>
          </p:txBody>
        </p:sp>
        <p:sp>
          <p:nvSpPr>
            <p:cNvPr id="91" name="s6-d1"/>
            <p:cNvSpPr txBox="1"/>
            <p:nvPr/>
          </p:nvSpPr>
          <p:spPr>
            <a:xfrm>
              <a:off x="24779288" y="5724525"/>
              <a:ext cx="3228975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组织验收评审总</a:t>
              </a:r>
            </a:p>
          </p:txBody>
        </p:sp>
        <p:sp>
          <p:nvSpPr>
            <p:cNvPr id="92" name="s6-d2"/>
            <p:cNvSpPr txBox="1"/>
            <p:nvPr/>
          </p:nvSpPr>
          <p:spPr>
            <a:xfrm>
              <a:off x="25231725" y="6315075"/>
              <a:ext cx="2324100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结项目成果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