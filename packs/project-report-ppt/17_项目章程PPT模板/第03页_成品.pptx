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755975" cy="154876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8755975" cy="15487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bg-top" descr="_photo_bg_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755975" cy="5829300"/>
          </a:xfrm>
          <a:prstGeom prst="rect">
            <a:avLst/>
          </a:prstGeom>
          <a:effectLst/>
        </p:spPr>
      </p:pic>
      <p:pic>
        <p:nvPicPr>
          <p:cNvPr id="4" name="bg-left" descr="_photo_bg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29300"/>
            <a:ext cx="4229100" cy="9658350"/>
          </a:xfrm>
          <a:prstGeom prst="rect">
            <a:avLst/>
          </a:prstGeom>
          <a:effectLst/>
        </p:spPr>
      </p:pic>
      <p:pic>
        <p:nvPicPr>
          <p:cNvPr id="5" name="bg-bottom" descr="_photo_bg_botto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10677525"/>
            <a:ext cx="18945225" cy="4810125"/>
          </a:xfrm>
          <a:prstGeom prst="rect">
            <a:avLst/>
          </a:prstGeom>
          <a:effectLst/>
        </p:spPr>
      </p:pic>
      <p:pic>
        <p:nvPicPr>
          <p:cNvPr id="6" name="bg-right-mid" descr="_photo_bg_right_mi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4325" y="5829300"/>
            <a:ext cx="5581650" cy="4848225"/>
          </a:xfrm>
          <a:prstGeom prst="rect">
            <a:avLst/>
          </a:prstGeom>
          <a:effectLst/>
        </p:spPr>
      </p:pic>
      <p:pic>
        <p:nvPicPr>
          <p:cNvPr id="7" name="bg-right-low" descr="_photo_bg_right_lo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98250" y="10677525"/>
            <a:ext cx="4657725" cy="4810125"/>
          </a:xfrm>
          <a:prstGeom prst="rect">
            <a:avLst/>
          </a:prstGeom>
          <a:effectLst/>
        </p:spPr>
      </p:pic>
      <p:pic>
        <p:nvPicPr>
          <p:cNvPr id="8" name="bg-mint-under" descr="_photo_bg_mint_und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74325" y="11630025"/>
            <a:ext cx="923925" cy="3857625"/>
          </a:xfrm>
          <a:prstGeom prst="rect">
            <a:avLst/>
          </a:prstGeom>
          <a:effectLst/>
        </p:spPr>
      </p:pic>
      <p:cxnSp>
        <p:nvCxnSpPr>
          <p:cNvPr id="9" name="frame-1"/>
          <p:cNvCxnSpPr/>
          <p:nvPr/>
        </p:nvCxnSpPr>
        <p:spPr>
          <a:xfrm>
            <a:off x="2381250" y="2952750"/>
            <a:ext cx="0" cy="9525000"/>
          </a:xfrm>
          <a:prstGeom prst="line">
            <a:avLst/>
          </a:prstGeom>
          <a:ln w="66675">
            <a:solidFill>
              <a:srgbClr val="477CF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rame-2"/>
          <p:cNvCxnSpPr/>
          <p:nvPr/>
        </p:nvCxnSpPr>
        <p:spPr>
          <a:xfrm>
            <a:off x="2352675" y="2981325"/>
            <a:ext cx="6362700" cy="0"/>
          </a:xfrm>
          <a:prstGeom prst="line">
            <a:avLst/>
          </a:prstGeom>
          <a:ln w="66675">
            <a:solidFill>
              <a:srgbClr val="477CF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rame-3"/>
          <p:cNvCxnSpPr/>
          <p:nvPr/>
        </p:nvCxnSpPr>
        <p:spPr>
          <a:xfrm>
            <a:off x="8677275" y="2952750"/>
            <a:ext cx="0" cy="7724775"/>
          </a:xfrm>
          <a:prstGeom prst="line">
            <a:avLst/>
          </a:prstGeom>
          <a:ln w="66675">
            <a:solidFill>
              <a:srgbClr val="477CF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rame-4"/>
          <p:cNvCxnSpPr/>
          <p:nvPr/>
        </p:nvCxnSpPr>
        <p:spPr>
          <a:xfrm>
            <a:off x="2352675" y="12439650"/>
            <a:ext cx="5095875" cy="0"/>
          </a:xfrm>
          <a:prstGeom prst="line">
            <a:avLst/>
          </a:prstGeom>
          <a:ln w="66675">
            <a:solidFill>
              <a:srgbClr val="477CF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frame-5"/>
          <p:cNvCxnSpPr/>
          <p:nvPr/>
        </p:nvCxnSpPr>
        <p:spPr>
          <a:xfrm>
            <a:off x="7410450" y="10687050"/>
            <a:ext cx="0" cy="1781175"/>
          </a:xfrm>
          <a:prstGeom prst="line">
            <a:avLst/>
          </a:prstGeom>
          <a:ln w="66675">
            <a:solidFill>
              <a:srgbClr val="477CF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blue-block"/>
          <p:cNvSpPr/>
          <p:nvPr/>
        </p:nvSpPr>
        <p:spPr>
          <a:xfrm>
            <a:off x="4229100" y="5829300"/>
            <a:ext cx="18945225" cy="4848225"/>
          </a:xfrm>
          <a:prstGeom prst="rect">
            <a:avLst/>
          </a:prstGeom>
          <a:gradFill rotWithShape="1">
            <a:gsLst>
              <a:gs pos="0">
                <a:srgbClr val="477CFE"/>
              </a:gs>
              <a:gs pos="100000">
                <a:srgbClr val="3E6FE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-part01a"/>
          <p:cNvSpPr txBox="1"/>
          <p:nvPr/>
        </p:nvSpPr>
        <p:spPr>
          <a:xfrm>
            <a:off x="6943725" y="4295775"/>
            <a:ext cx="4953000" cy="1524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800" b="0" i="0" spc="1275">
                <a:solidFill>
                  <a:srgbClr val="477CFE"/>
                </a:solidFill>
                <a:latin typeface="Microsoft YaHei"/>
                <a:ea typeface="Microsoft YaHei"/>
                <a:cs typeface="Microsoft YaHei"/>
              </a:rPr>
              <a:t>PART</a:t>
            </a:r>
          </a:p>
        </p:txBody>
      </p:sp>
      <p:sp>
        <p:nvSpPr>
          <p:cNvPr id="16" name="text-part01b"/>
          <p:cNvSpPr txBox="1"/>
          <p:nvPr/>
        </p:nvSpPr>
        <p:spPr>
          <a:xfrm>
            <a:off x="12411075" y="4295775"/>
            <a:ext cx="2286000" cy="1524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800" b="0" i="0" spc="450">
                <a:solidFill>
                  <a:srgbClr val="477CF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text-title"/>
          <p:cNvSpPr txBox="1"/>
          <p:nvPr/>
        </p:nvSpPr>
        <p:spPr>
          <a:xfrm>
            <a:off x="6962775" y="7019925"/>
            <a:ext cx="10763250" cy="1524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背景与商业论证</a:t>
            </a:r>
          </a:p>
        </p:txBody>
      </p:sp>
      <p:sp>
        <p:nvSpPr>
          <p:cNvPr id="18" name="text-sub"/>
          <p:cNvSpPr txBox="1"/>
          <p:nvPr/>
        </p:nvSpPr>
        <p:spPr>
          <a:xfrm>
            <a:off x="6953250" y="9077325"/>
            <a:ext cx="12668250" cy="5905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分析项目提出动因，阐述商业价值与预期收益目标</a:t>
            </a:r>
          </a:p>
        </p:txBody>
      </p:sp>
      <p:sp>
        <p:nvSpPr>
          <p:cNvPr id="19" name="mint-square"/>
          <p:cNvSpPr/>
          <p:nvPr/>
        </p:nvSpPr>
        <p:spPr>
          <a:xfrm>
            <a:off x="23174325" y="10677525"/>
            <a:ext cx="933450" cy="952500"/>
          </a:xfrm>
          <a:prstGeom prst="rect">
            <a:avLst/>
          </a:prstGeom>
          <a:solidFill>
            <a:srgbClr val="4E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5" name="icon-scroll-down"/>
          <p:cNvGrpSpPr/>
          <p:nvPr/>
        </p:nvGrpSpPr>
        <p:grpSpPr>
          <a:xfrm>
            <a:off x="27720417" y="14564487"/>
            <a:ext cx="272415" cy="208026"/>
            <a:chOff x="27720417" y="14564487"/>
            <a:chExt cx="272415" cy="208026"/>
          </a:xfrm>
        </p:grpSpPr>
        <p:cxnSp>
          <p:nvCxnSpPr>
            <p:cNvPr id="20" name="Connector 19"/>
            <p:cNvCxnSpPr/>
            <p:nvPr/>
          </p:nvCxnSpPr>
          <p:spPr>
            <a:xfrm>
              <a:off x="27720417" y="14564487"/>
              <a:ext cx="123825" cy="104013"/>
            </a:xfrm>
            <a:prstGeom prst="line">
              <a:avLst/>
            </a:prstGeom>
            <a:ln w="579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27720417" y="14668500"/>
              <a:ext cx="123825" cy="104013"/>
            </a:xfrm>
            <a:prstGeom prst="line">
              <a:avLst/>
            </a:prstGeom>
            <a:ln w="579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27869007" y="14564487"/>
              <a:ext cx="123825" cy="104013"/>
            </a:xfrm>
            <a:prstGeom prst="line">
              <a:avLst/>
            </a:prstGeom>
            <a:ln w="579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 flipH="1">
              <a:off x="27869007" y="14668500"/>
              <a:ext cx="123825" cy="104013"/>
            </a:xfrm>
            <a:prstGeom prst="line">
              <a:avLst/>
            </a:prstGeom>
            <a:ln w="579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