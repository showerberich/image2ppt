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5085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5085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-desk" descr="_photo_photo_de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48000"/>
            <a:ext cx="13563600" cy="7810500"/>
          </a:xfrm>
          <a:prstGeom prst="rect">
            <a:avLst/>
          </a:prstGeom>
          <a:effectLst/>
        </p:spPr>
      </p:pic>
      <p:pic>
        <p:nvPicPr>
          <p:cNvPr id="4" name="photo-desk-low" descr="_photo_photo_desk_l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858500"/>
            <a:ext cx="14897100" cy="5391150"/>
          </a:xfrm>
          <a:prstGeom prst="rect">
            <a:avLst/>
          </a:prstGeom>
          <a:effectLst/>
        </p:spPr>
      </p:pic>
      <p:sp>
        <p:nvSpPr>
          <p:cNvPr id="5" name="blue-mass"/>
          <p:cNvSpPr/>
          <p:nvPr/>
        </p:nvSpPr>
        <p:spPr>
          <a:xfrm>
            <a:off x="10382250" y="11058525"/>
            <a:ext cx="14478000" cy="5200650"/>
          </a:xfrm>
          <a:custGeom>
            <a:avLst/>
            <a:gdLst/>
            <a:ahLst/>
            <a:cxnLst/>
            <a:rect l="l" t="t" r="r" b="b"/>
            <a:pathLst>
              <a:path w="14478000" h="5200650">
                <a:moveTo>
                  <a:pt x="0" y="0"/>
                </a:moveTo>
                <a:lnTo>
                  <a:pt x="14478000" y="3581400"/>
                </a:lnTo>
                <a:lnTo>
                  <a:pt x="13144500" y="5200650"/>
                </a:lnTo>
                <a:lnTo>
                  <a:pt x="4981575" y="5200650"/>
                </a:lnTo>
                <a:close/>
              </a:path>
            </a:pathLst>
          </a:custGeom>
          <a:gradFill rotWithShape="1">
            <a:gsLst>
              <a:gs pos="0">
                <a:srgbClr val="4A83FE"/>
              </a:gs>
              <a:gs pos="100000">
                <a:srgbClr val="3A69E2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and-dark"/>
          <p:cNvSpPr/>
          <p:nvPr/>
        </p:nvSpPr>
        <p:spPr>
          <a:xfrm>
            <a:off x="895350" y="1638300"/>
            <a:ext cx="9696450" cy="9420225"/>
          </a:xfrm>
          <a:custGeom>
            <a:avLst/>
            <a:gdLst/>
            <a:ahLst/>
            <a:cxnLst/>
            <a:rect l="l" t="t" r="r" b="b"/>
            <a:pathLst>
              <a:path w="9696450" h="9420225">
                <a:moveTo>
                  <a:pt x="0" y="0"/>
                </a:moveTo>
                <a:lnTo>
                  <a:pt x="0" y="457200"/>
                </a:lnTo>
                <a:lnTo>
                  <a:pt x="0" y="838200"/>
                </a:lnTo>
                <a:lnTo>
                  <a:pt x="219075" y="1219200"/>
                </a:lnTo>
                <a:lnTo>
                  <a:pt x="628650" y="1600200"/>
                </a:lnTo>
                <a:lnTo>
                  <a:pt x="1038225" y="1981200"/>
                </a:lnTo>
                <a:lnTo>
                  <a:pt x="1447800" y="2362200"/>
                </a:lnTo>
                <a:lnTo>
                  <a:pt x="1857375" y="2743200"/>
                </a:lnTo>
                <a:lnTo>
                  <a:pt x="2257425" y="3124200"/>
                </a:lnTo>
                <a:lnTo>
                  <a:pt x="2667000" y="3505200"/>
                </a:lnTo>
                <a:lnTo>
                  <a:pt x="3067050" y="3886200"/>
                </a:lnTo>
                <a:lnTo>
                  <a:pt x="3476625" y="4267200"/>
                </a:lnTo>
                <a:lnTo>
                  <a:pt x="3876675" y="4648200"/>
                </a:lnTo>
                <a:lnTo>
                  <a:pt x="4286250" y="5029200"/>
                </a:lnTo>
                <a:lnTo>
                  <a:pt x="4705350" y="5410200"/>
                </a:lnTo>
                <a:lnTo>
                  <a:pt x="5114925" y="5791200"/>
                </a:lnTo>
                <a:lnTo>
                  <a:pt x="5514975" y="6172200"/>
                </a:lnTo>
                <a:lnTo>
                  <a:pt x="5924550" y="6553200"/>
                </a:lnTo>
                <a:lnTo>
                  <a:pt x="6334125" y="6934200"/>
                </a:lnTo>
                <a:lnTo>
                  <a:pt x="6734175" y="7315200"/>
                </a:lnTo>
                <a:lnTo>
                  <a:pt x="7153275" y="7696200"/>
                </a:lnTo>
                <a:lnTo>
                  <a:pt x="7553325" y="8077200"/>
                </a:lnTo>
                <a:lnTo>
                  <a:pt x="7962900" y="8458200"/>
                </a:lnTo>
                <a:lnTo>
                  <a:pt x="8362950" y="8839200"/>
                </a:lnTo>
                <a:lnTo>
                  <a:pt x="8782050" y="9220200"/>
                </a:lnTo>
                <a:lnTo>
                  <a:pt x="9296400" y="9420225"/>
                </a:lnTo>
                <a:lnTo>
                  <a:pt x="9696450" y="9420225"/>
                </a:lnTo>
                <a:lnTo>
                  <a:pt x="9182100" y="9220200"/>
                </a:lnTo>
                <a:lnTo>
                  <a:pt x="8763000" y="8839200"/>
                </a:lnTo>
                <a:lnTo>
                  <a:pt x="8362950" y="8458200"/>
                </a:lnTo>
                <a:lnTo>
                  <a:pt x="7953375" y="8077200"/>
                </a:lnTo>
                <a:lnTo>
                  <a:pt x="7553325" y="7696200"/>
                </a:lnTo>
                <a:lnTo>
                  <a:pt x="7134225" y="7315200"/>
                </a:lnTo>
                <a:lnTo>
                  <a:pt x="6734175" y="6934200"/>
                </a:lnTo>
                <a:lnTo>
                  <a:pt x="6324600" y="6553200"/>
                </a:lnTo>
                <a:lnTo>
                  <a:pt x="5915025" y="6172200"/>
                </a:lnTo>
                <a:lnTo>
                  <a:pt x="5514975" y="5791200"/>
                </a:lnTo>
                <a:lnTo>
                  <a:pt x="5105400" y="5410200"/>
                </a:lnTo>
                <a:lnTo>
                  <a:pt x="4686300" y="5029200"/>
                </a:lnTo>
                <a:lnTo>
                  <a:pt x="4276725" y="4648200"/>
                </a:lnTo>
                <a:lnTo>
                  <a:pt x="3876675" y="4267200"/>
                </a:lnTo>
                <a:lnTo>
                  <a:pt x="3467100" y="3886200"/>
                </a:lnTo>
                <a:lnTo>
                  <a:pt x="3067050" y="3505200"/>
                </a:lnTo>
                <a:lnTo>
                  <a:pt x="2657475" y="3124200"/>
                </a:lnTo>
                <a:lnTo>
                  <a:pt x="2257425" y="2743200"/>
                </a:lnTo>
                <a:lnTo>
                  <a:pt x="1847850" y="2362200"/>
                </a:lnTo>
                <a:lnTo>
                  <a:pt x="1438275" y="1981200"/>
                </a:lnTo>
                <a:lnTo>
                  <a:pt x="1028700" y="1600200"/>
                </a:lnTo>
                <a:lnTo>
                  <a:pt x="619125" y="1219200"/>
                </a:lnTo>
                <a:lnTo>
                  <a:pt x="209550" y="838200"/>
                </a:lnTo>
                <a:lnTo>
                  <a:pt x="38100" y="457200"/>
                </a:lnTo>
                <a:lnTo>
                  <a:pt x="38100" y="0"/>
                </a:lnTo>
                <a:close/>
              </a:path>
            </a:pathLst>
          </a:custGeom>
          <a:solidFill>
            <a:srgbClr val="2F5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nd-light"/>
          <p:cNvSpPr/>
          <p:nvPr/>
        </p:nvSpPr>
        <p:spPr>
          <a:xfrm>
            <a:off x="895350" y="1638300"/>
            <a:ext cx="9867900" cy="9420225"/>
          </a:xfrm>
          <a:custGeom>
            <a:avLst/>
            <a:gdLst/>
            <a:ahLst/>
            <a:cxnLst/>
            <a:rect l="l" t="t" r="r" b="b"/>
            <a:pathLst>
              <a:path w="9867900" h="9420225">
                <a:moveTo>
                  <a:pt x="0" y="0"/>
                </a:moveTo>
                <a:lnTo>
                  <a:pt x="0" y="457200"/>
                </a:lnTo>
                <a:lnTo>
                  <a:pt x="171450" y="838200"/>
                </a:lnTo>
                <a:lnTo>
                  <a:pt x="581025" y="1219200"/>
                </a:lnTo>
                <a:lnTo>
                  <a:pt x="990600" y="1600200"/>
                </a:lnTo>
                <a:lnTo>
                  <a:pt x="1400175" y="1981200"/>
                </a:lnTo>
                <a:lnTo>
                  <a:pt x="1809750" y="2362200"/>
                </a:lnTo>
                <a:lnTo>
                  <a:pt x="2219325" y="2743200"/>
                </a:lnTo>
                <a:lnTo>
                  <a:pt x="2619375" y="3124200"/>
                </a:lnTo>
                <a:lnTo>
                  <a:pt x="3028950" y="3505200"/>
                </a:lnTo>
                <a:lnTo>
                  <a:pt x="3429000" y="3886200"/>
                </a:lnTo>
                <a:lnTo>
                  <a:pt x="3838575" y="4267200"/>
                </a:lnTo>
                <a:lnTo>
                  <a:pt x="4238625" y="4648200"/>
                </a:lnTo>
                <a:lnTo>
                  <a:pt x="4648200" y="5029200"/>
                </a:lnTo>
                <a:lnTo>
                  <a:pt x="5067300" y="5410200"/>
                </a:lnTo>
                <a:lnTo>
                  <a:pt x="5476875" y="5791200"/>
                </a:lnTo>
                <a:lnTo>
                  <a:pt x="5876925" y="6172200"/>
                </a:lnTo>
                <a:lnTo>
                  <a:pt x="6286500" y="6553200"/>
                </a:lnTo>
                <a:lnTo>
                  <a:pt x="6696075" y="6934200"/>
                </a:lnTo>
                <a:lnTo>
                  <a:pt x="7096125" y="7315200"/>
                </a:lnTo>
                <a:lnTo>
                  <a:pt x="7515225" y="7696200"/>
                </a:lnTo>
                <a:lnTo>
                  <a:pt x="7915275" y="8077200"/>
                </a:lnTo>
                <a:lnTo>
                  <a:pt x="8324850" y="8458200"/>
                </a:lnTo>
                <a:lnTo>
                  <a:pt x="8724900" y="8839200"/>
                </a:lnTo>
                <a:lnTo>
                  <a:pt x="9144000" y="9220200"/>
                </a:lnTo>
                <a:lnTo>
                  <a:pt x="9658350" y="9420225"/>
                </a:lnTo>
                <a:lnTo>
                  <a:pt x="9867900" y="9420225"/>
                </a:lnTo>
                <a:lnTo>
                  <a:pt x="9363075" y="9220200"/>
                </a:lnTo>
                <a:lnTo>
                  <a:pt x="8982075" y="8839200"/>
                </a:lnTo>
                <a:lnTo>
                  <a:pt x="8601075" y="8458200"/>
                </a:lnTo>
                <a:lnTo>
                  <a:pt x="8220075" y="8077200"/>
                </a:lnTo>
                <a:lnTo>
                  <a:pt x="7839075" y="7696200"/>
                </a:lnTo>
                <a:lnTo>
                  <a:pt x="7458075" y="7315200"/>
                </a:lnTo>
                <a:lnTo>
                  <a:pt x="7077075" y="6934200"/>
                </a:lnTo>
                <a:lnTo>
                  <a:pt x="6696075" y="6553200"/>
                </a:lnTo>
                <a:lnTo>
                  <a:pt x="6315075" y="6172200"/>
                </a:lnTo>
                <a:lnTo>
                  <a:pt x="5934075" y="5791200"/>
                </a:lnTo>
                <a:lnTo>
                  <a:pt x="5553075" y="5410200"/>
                </a:lnTo>
                <a:lnTo>
                  <a:pt x="5172075" y="5029200"/>
                </a:lnTo>
                <a:lnTo>
                  <a:pt x="4791075" y="4648200"/>
                </a:lnTo>
                <a:lnTo>
                  <a:pt x="4410075" y="4267200"/>
                </a:lnTo>
                <a:lnTo>
                  <a:pt x="4029075" y="3886200"/>
                </a:lnTo>
                <a:lnTo>
                  <a:pt x="3648075" y="3505200"/>
                </a:lnTo>
                <a:lnTo>
                  <a:pt x="3276600" y="3124200"/>
                </a:lnTo>
                <a:lnTo>
                  <a:pt x="2886075" y="2743200"/>
                </a:lnTo>
                <a:lnTo>
                  <a:pt x="2514600" y="2362200"/>
                </a:lnTo>
                <a:lnTo>
                  <a:pt x="2124075" y="1981200"/>
                </a:lnTo>
                <a:lnTo>
                  <a:pt x="1752600" y="1600200"/>
                </a:lnTo>
                <a:lnTo>
                  <a:pt x="1362075" y="1219200"/>
                </a:lnTo>
                <a:lnTo>
                  <a:pt x="990600" y="838200"/>
                </a:lnTo>
                <a:lnTo>
                  <a:pt x="600075" y="457200"/>
                </a:lnTo>
                <a:lnTo>
                  <a:pt x="228600" y="0"/>
                </a:lnTo>
                <a:close/>
              </a:path>
            </a:pathLst>
          </a:custGeom>
          <a:solidFill>
            <a:srgbClr val="467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i-top-right"/>
          <p:cNvSpPr/>
          <p:nvPr/>
        </p:nvSpPr>
        <p:spPr>
          <a:xfrm>
            <a:off x="26403300" y="4105275"/>
            <a:ext cx="3219450" cy="3505200"/>
          </a:xfrm>
          <a:custGeom>
            <a:avLst/>
            <a:gdLst/>
            <a:ahLst/>
            <a:cxnLst/>
            <a:rect l="l" t="t" r="r" b="b"/>
            <a:pathLst>
              <a:path w="3219450" h="3505200">
                <a:moveTo>
                  <a:pt x="0" y="0"/>
                </a:moveTo>
                <a:lnTo>
                  <a:pt x="3219450" y="847725"/>
                </a:lnTo>
                <a:lnTo>
                  <a:pt x="3219450" y="3505200"/>
                </a:lnTo>
                <a:close/>
              </a:path>
            </a:pathLst>
          </a:custGeom>
          <a:gradFill rotWithShape="1">
            <a:gsLst>
              <a:gs pos="0">
                <a:srgbClr val="3260C8"/>
              </a:gs>
              <a:gs pos="100000">
                <a:srgbClr val="467DF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7" name="g-dots-left"/>
          <p:cNvGrpSpPr/>
          <p:nvPr/>
        </p:nvGrpSpPr>
        <p:grpSpPr>
          <a:xfrm>
            <a:off x="6234112" y="3062288"/>
            <a:ext cx="1000125" cy="771525"/>
            <a:chOff x="6234112" y="3062288"/>
            <a:chExt cx="1000125" cy="771525"/>
          </a:xfrm>
        </p:grpSpPr>
        <p:sp>
          <p:nvSpPr>
            <p:cNvPr id="9" name="dots-lt-00"/>
            <p:cNvSpPr/>
            <p:nvPr/>
          </p:nvSpPr>
          <p:spPr>
            <a:xfrm>
              <a:off x="6234112" y="30622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dots-lt-01"/>
            <p:cNvSpPr/>
            <p:nvPr/>
          </p:nvSpPr>
          <p:spPr>
            <a:xfrm>
              <a:off x="6462712" y="30622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ts-lt-02"/>
            <p:cNvSpPr/>
            <p:nvPr/>
          </p:nvSpPr>
          <p:spPr>
            <a:xfrm>
              <a:off x="6691312" y="30622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ots-lt-03"/>
            <p:cNvSpPr/>
            <p:nvPr/>
          </p:nvSpPr>
          <p:spPr>
            <a:xfrm>
              <a:off x="6919912" y="30622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ots-lt-04"/>
            <p:cNvSpPr/>
            <p:nvPr/>
          </p:nvSpPr>
          <p:spPr>
            <a:xfrm>
              <a:off x="7148512" y="30622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dots-lt-10"/>
            <p:cNvSpPr/>
            <p:nvPr/>
          </p:nvSpPr>
          <p:spPr>
            <a:xfrm>
              <a:off x="6234112" y="32908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dots-lt-11"/>
            <p:cNvSpPr/>
            <p:nvPr/>
          </p:nvSpPr>
          <p:spPr>
            <a:xfrm>
              <a:off x="6462712" y="32908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dots-lt-12"/>
            <p:cNvSpPr/>
            <p:nvPr/>
          </p:nvSpPr>
          <p:spPr>
            <a:xfrm>
              <a:off x="6691312" y="32908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ots-lt-13"/>
            <p:cNvSpPr/>
            <p:nvPr/>
          </p:nvSpPr>
          <p:spPr>
            <a:xfrm>
              <a:off x="6919912" y="32908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dots-lt-14"/>
            <p:cNvSpPr/>
            <p:nvPr/>
          </p:nvSpPr>
          <p:spPr>
            <a:xfrm>
              <a:off x="7148512" y="32908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dots-lt-20"/>
            <p:cNvSpPr/>
            <p:nvPr/>
          </p:nvSpPr>
          <p:spPr>
            <a:xfrm>
              <a:off x="6234112" y="35194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ots-lt-21"/>
            <p:cNvSpPr/>
            <p:nvPr/>
          </p:nvSpPr>
          <p:spPr>
            <a:xfrm>
              <a:off x="6462712" y="35194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ots-lt-22"/>
            <p:cNvSpPr/>
            <p:nvPr/>
          </p:nvSpPr>
          <p:spPr>
            <a:xfrm>
              <a:off x="6691312" y="35194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ots-lt-23"/>
            <p:cNvSpPr/>
            <p:nvPr/>
          </p:nvSpPr>
          <p:spPr>
            <a:xfrm>
              <a:off x="6919912" y="35194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dots-lt-24"/>
            <p:cNvSpPr/>
            <p:nvPr/>
          </p:nvSpPr>
          <p:spPr>
            <a:xfrm>
              <a:off x="7148512" y="35194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dots-lt-30"/>
            <p:cNvSpPr/>
            <p:nvPr/>
          </p:nvSpPr>
          <p:spPr>
            <a:xfrm>
              <a:off x="6234112" y="37480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dots-lt-31"/>
            <p:cNvSpPr/>
            <p:nvPr/>
          </p:nvSpPr>
          <p:spPr>
            <a:xfrm>
              <a:off x="6462712" y="37480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dots-lt-32"/>
            <p:cNvSpPr/>
            <p:nvPr/>
          </p:nvSpPr>
          <p:spPr>
            <a:xfrm>
              <a:off x="6691312" y="37480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dots-lt-33"/>
            <p:cNvSpPr/>
            <p:nvPr/>
          </p:nvSpPr>
          <p:spPr>
            <a:xfrm>
              <a:off x="6919912" y="37480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dots-lt-34"/>
            <p:cNvSpPr/>
            <p:nvPr/>
          </p:nvSpPr>
          <p:spPr>
            <a:xfrm>
              <a:off x="7148512" y="37480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" name="g-dots-right"/>
          <p:cNvGrpSpPr/>
          <p:nvPr/>
        </p:nvGrpSpPr>
        <p:grpSpPr>
          <a:xfrm>
            <a:off x="28332112" y="9710738"/>
            <a:ext cx="981075" cy="1133475"/>
            <a:chOff x="28332112" y="9710738"/>
            <a:chExt cx="981075" cy="1133475"/>
          </a:xfrm>
        </p:grpSpPr>
        <p:sp>
          <p:nvSpPr>
            <p:cNvPr id="29" name="dots-r-00"/>
            <p:cNvSpPr/>
            <p:nvPr/>
          </p:nvSpPr>
          <p:spPr>
            <a:xfrm>
              <a:off x="28332112" y="971073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dots-r-01"/>
            <p:cNvSpPr/>
            <p:nvPr/>
          </p:nvSpPr>
          <p:spPr>
            <a:xfrm>
              <a:off x="28555950" y="971073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dots-r-02"/>
            <p:cNvSpPr/>
            <p:nvPr/>
          </p:nvSpPr>
          <p:spPr>
            <a:xfrm>
              <a:off x="28779788" y="971073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dots-r-03"/>
            <p:cNvSpPr/>
            <p:nvPr/>
          </p:nvSpPr>
          <p:spPr>
            <a:xfrm>
              <a:off x="29003625" y="971073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dots-r-04"/>
            <p:cNvSpPr/>
            <p:nvPr/>
          </p:nvSpPr>
          <p:spPr>
            <a:xfrm>
              <a:off x="29227462" y="971073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dots-r-10"/>
            <p:cNvSpPr/>
            <p:nvPr/>
          </p:nvSpPr>
          <p:spPr>
            <a:xfrm>
              <a:off x="28332112" y="99202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dots-r-11"/>
            <p:cNvSpPr/>
            <p:nvPr/>
          </p:nvSpPr>
          <p:spPr>
            <a:xfrm>
              <a:off x="28555950" y="99202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dots-r-12"/>
            <p:cNvSpPr/>
            <p:nvPr/>
          </p:nvSpPr>
          <p:spPr>
            <a:xfrm>
              <a:off x="28779788" y="99202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dots-r-13"/>
            <p:cNvSpPr/>
            <p:nvPr/>
          </p:nvSpPr>
          <p:spPr>
            <a:xfrm>
              <a:off x="29003625" y="99202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dots-r-14"/>
            <p:cNvSpPr/>
            <p:nvPr/>
          </p:nvSpPr>
          <p:spPr>
            <a:xfrm>
              <a:off x="29227462" y="99202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dots-r-20"/>
            <p:cNvSpPr/>
            <p:nvPr/>
          </p:nvSpPr>
          <p:spPr>
            <a:xfrm>
              <a:off x="28332112" y="1012983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dots-r-21"/>
            <p:cNvSpPr/>
            <p:nvPr/>
          </p:nvSpPr>
          <p:spPr>
            <a:xfrm>
              <a:off x="28555950" y="1012983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dots-r-22"/>
            <p:cNvSpPr/>
            <p:nvPr/>
          </p:nvSpPr>
          <p:spPr>
            <a:xfrm>
              <a:off x="28779788" y="1012983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dots-r-23"/>
            <p:cNvSpPr/>
            <p:nvPr/>
          </p:nvSpPr>
          <p:spPr>
            <a:xfrm>
              <a:off x="29003625" y="1012983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dots-r-24"/>
            <p:cNvSpPr/>
            <p:nvPr/>
          </p:nvSpPr>
          <p:spPr>
            <a:xfrm>
              <a:off x="29227462" y="1012983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dots-r-30"/>
            <p:cNvSpPr/>
            <p:nvPr/>
          </p:nvSpPr>
          <p:spPr>
            <a:xfrm>
              <a:off x="28332112" y="103393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dots-r-31"/>
            <p:cNvSpPr/>
            <p:nvPr/>
          </p:nvSpPr>
          <p:spPr>
            <a:xfrm>
              <a:off x="28555950" y="103393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dots-r-32"/>
            <p:cNvSpPr/>
            <p:nvPr/>
          </p:nvSpPr>
          <p:spPr>
            <a:xfrm>
              <a:off x="28779788" y="103393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dots-r-33"/>
            <p:cNvSpPr/>
            <p:nvPr/>
          </p:nvSpPr>
          <p:spPr>
            <a:xfrm>
              <a:off x="29003625" y="103393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dots-r-34"/>
            <p:cNvSpPr/>
            <p:nvPr/>
          </p:nvSpPr>
          <p:spPr>
            <a:xfrm>
              <a:off x="29227462" y="103393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dots-r-40"/>
            <p:cNvSpPr/>
            <p:nvPr/>
          </p:nvSpPr>
          <p:spPr>
            <a:xfrm>
              <a:off x="28332112" y="1054893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dots-r-41"/>
            <p:cNvSpPr/>
            <p:nvPr/>
          </p:nvSpPr>
          <p:spPr>
            <a:xfrm>
              <a:off x="28555950" y="1054893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dots-r-42"/>
            <p:cNvSpPr/>
            <p:nvPr/>
          </p:nvSpPr>
          <p:spPr>
            <a:xfrm>
              <a:off x="28779788" y="1054893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dots-r-43"/>
            <p:cNvSpPr/>
            <p:nvPr/>
          </p:nvSpPr>
          <p:spPr>
            <a:xfrm>
              <a:off x="29003625" y="1054893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dots-r-44"/>
            <p:cNvSpPr/>
            <p:nvPr/>
          </p:nvSpPr>
          <p:spPr>
            <a:xfrm>
              <a:off x="29227462" y="1054893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dots-r-50"/>
            <p:cNvSpPr/>
            <p:nvPr/>
          </p:nvSpPr>
          <p:spPr>
            <a:xfrm>
              <a:off x="28332112" y="107584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dots-r-51"/>
            <p:cNvSpPr/>
            <p:nvPr/>
          </p:nvSpPr>
          <p:spPr>
            <a:xfrm>
              <a:off x="28555950" y="107584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dots-r-52"/>
            <p:cNvSpPr/>
            <p:nvPr/>
          </p:nvSpPr>
          <p:spPr>
            <a:xfrm>
              <a:off x="28779788" y="107584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dots-r-53"/>
            <p:cNvSpPr/>
            <p:nvPr/>
          </p:nvSpPr>
          <p:spPr>
            <a:xfrm>
              <a:off x="29003625" y="107584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dots-r-54"/>
            <p:cNvSpPr/>
            <p:nvPr/>
          </p:nvSpPr>
          <p:spPr>
            <a:xfrm>
              <a:off x="29227462" y="10758488"/>
              <a:ext cx="85725" cy="85725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g-menu"/>
          <p:cNvGrpSpPr/>
          <p:nvPr/>
        </p:nvGrpSpPr>
        <p:grpSpPr>
          <a:xfrm>
            <a:off x="27793950" y="1771650"/>
            <a:ext cx="704850" cy="485775"/>
            <a:chOff x="27793950" y="1771650"/>
            <a:chExt cx="704850" cy="485775"/>
          </a:xfrm>
        </p:grpSpPr>
        <p:sp>
          <p:nvSpPr>
            <p:cNvPr id="59" name="hamb-0"/>
            <p:cNvSpPr/>
            <p:nvPr/>
          </p:nvSpPr>
          <p:spPr>
            <a:xfrm>
              <a:off x="27793950" y="1771650"/>
              <a:ext cx="704850" cy="66675"/>
            </a:xfrm>
            <a:prstGeom prst="roundRect">
              <a:avLst>
                <a:gd name="adj" fmla="val 42857"/>
              </a:avLst>
            </a:prstGeom>
            <a:solidFill>
              <a:srgbClr val="4ED7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hamb-1"/>
            <p:cNvSpPr/>
            <p:nvPr/>
          </p:nvSpPr>
          <p:spPr>
            <a:xfrm>
              <a:off x="27793950" y="1981200"/>
              <a:ext cx="704850" cy="66675"/>
            </a:xfrm>
            <a:prstGeom prst="roundRect">
              <a:avLst>
                <a:gd name="adj" fmla="val 42857"/>
              </a:avLst>
            </a:prstGeom>
            <a:solidFill>
              <a:srgbClr val="4ED7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hamb-2"/>
            <p:cNvSpPr/>
            <p:nvPr/>
          </p:nvSpPr>
          <p:spPr>
            <a:xfrm>
              <a:off x="27793950" y="2190750"/>
              <a:ext cx="704850" cy="66675"/>
            </a:xfrm>
            <a:prstGeom prst="roundRect">
              <a:avLst>
                <a:gd name="adj" fmla="val 42857"/>
              </a:avLst>
            </a:prstGeom>
            <a:solidFill>
              <a:srgbClr val="4ED7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2" name="arrow-down"/>
          <p:cNvSpPr/>
          <p:nvPr/>
        </p:nvSpPr>
        <p:spPr>
          <a:xfrm>
            <a:off x="28565475" y="14963775"/>
            <a:ext cx="438150" cy="333375"/>
          </a:xfrm>
          <a:custGeom>
            <a:avLst/>
            <a:gdLst/>
            <a:ahLst/>
            <a:cxnLst/>
            <a:rect l="l" t="t" r="r" b="b"/>
            <a:pathLst>
              <a:path w="438150" h="333375">
                <a:moveTo>
                  <a:pt x="0" y="0"/>
                </a:moveTo>
                <a:lnTo>
                  <a:pt x="219075" y="238125"/>
                </a:lnTo>
                <a:lnTo>
                  <a:pt x="438150" y="0"/>
                </a:lnTo>
                <a:lnTo>
                  <a:pt x="438150" y="123825"/>
                </a:lnTo>
                <a:lnTo>
                  <a:pt x="219075" y="333375"/>
                </a:lnTo>
                <a:lnTo>
                  <a:pt x="0" y="123825"/>
                </a:lnTo>
                <a:close/>
              </a:path>
            </a:pathLst>
          </a:custGeom>
          <a:solidFill>
            <a:srgbClr val="467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hair-1"/>
          <p:cNvCxnSpPr/>
          <p:nvPr/>
        </p:nvCxnSpPr>
        <p:spPr>
          <a:xfrm>
            <a:off x="6438900" y="857250"/>
            <a:ext cx="3086100" cy="3886200"/>
          </a:xfrm>
          <a:prstGeom prst="line">
            <a:avLst/>
          </a:prstGeom>
          <a:ln w="47625">
            <a:solidFill>
              <a:srgbClr val="DFE3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hair-2"/>
          <p:cNvCxnSpPr/>
          <p:nvPr/>
        </p:nvCxnSpPr>
        <p:spPr>
          <a:xfrm>
            <a:off x="24098250" y="904875"/>
            <a:ext cx="2571750" cy="2638425"/>
          </a:xfrm>
          <a:prstGeom prst="line">
            <a:avLst/>
          </a:prstGeom>
          <a:ln w="47625">
            <a:solidFill>
              <a:srgbClr val="DFE3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5" name="g-header"/>
          <p:cNvGrpSpPr/>
          <p:nvPr/>
        </p:nvGrpSpPr>
        <p:grpSpPr>
          <a:xfrm>
            <a:off x="3333750" y="1638300"/>
            <a:ext cx="18173700" cy="781050"/>
            <a:chOff x="3333750" y="1638300"/>
            <a:chExt cx="18173700" cy="781050"/>
          </a:xfrm>
        </p:grpSpPr>
        <p:sp>
          <p:nvSpPr>
            <p:cNvPr id="65" name="t-brand"/>
            <p:cNvSpPr txBox="1"/>
            <p:nvPr/>
          </p:nvSpPr>
          <p:spPr>
            <a:xfrm>
              <a:off x="3333750" y="1638300"/>
              <a:ext cx="2476500" cy="7810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项目章程</a:t>
              </a:r>
            </a:p>
          </p:txBody>
        </p:sp>
        <p:sp>
          <p:nvSpPr>
            <p:cNvPr id="66" name="t-nav-1"/>
            <p:cNvSpPr txBox="1"/>
            <p:nvPr/>
          </p:nvSpPr>
          <p:spPr>
            <a:xfrm>
              <a:off x="15163800" y="1676400"/>
              <a:ext cx="990600" cy="590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450" b="0" i="0">
                  <a:solidFill>
                    <a:srgbClr val="4D7CD3"/>
                  </a:solidFill>
                  <a:latin typeface="Microsoft YaHei"/>
                  <a:ea typeface="Microsoft YaHei"/>
                  <a:cs typeface="Microsoft YaHei"/>
                </a:rPr>
                <a:t>首页</a:t>
              </a:r>
            </a:p>
          </p:txBody>
        </p:sp>
        <p:sp>
          <p:nvSpPr>
            <p:cNvPr id="67" name="t-nav-2"/>
            <p:cNvSpPr txBox="1"/>
            <p:nvPr/>
          </p:nvSpPr>
          <p:spPr>
            <a:xfrm>
              <a:off x="17154525" y="1676400"/>
              <a:ext cx="1905000" cy="590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450" b="0" i="0">
                  <a:solidFill>
                    <a:srgbClr val="4D7CD3"/>
                  </a:solidFill>
                  <a:latin typeface="Microsoft YaHei"/>
                  <a:ea typeface="Microsoft YaHei"/>
                  <a:cs typeface="Microsoft YaHei"/>
                </a:rPr>
                <a:t>关于我们</a:t>
              </a:r>
            </a:p>
          </p:txBody>
        </p:sp>
        <p:sp>
          <p:nvSpPr>
            <p:cNvPr id="68" name="t-nav-3"/>
            <p:cNvSpPr txBox="1"/>
            <p:nvPr/>
          </p:nvSpPr>
          <p:spPr>
            <a:xfrm>
              <a:off x="20516850" y="1676400"/>
              <a:ext cx="990600" cy="590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450" b="0" i="0">
                  <a:solidFill>
                    <a:srgbClr val="4D7CD3"/>
                  </a:solidFill>
                  <a:latin typeface="Microsoft YaHei"/>
                  <a:ea typeface="Microsoft YaHei"/>
                  <a:cs typeface="Microsoft YaHei"/>
                </a:rPr>
                <a:t>搜索</a:t>
              </a:r>
            </a:p>
          </p:txBody>
        </p:sp>
      </p:grpSp>
      <p:grpSp>
        <p:nvGrpSpPr>
          <p:cNvPr id="79" name="g-headline"/>
          <p:cNvGrpSpPr/>
          <p:nvPr/>
        </p:nvGrpSpPr>
        <p:grpSpPr>
          <a:xfrm>
            <a:off x="14554200" y="5286375"/>
            <a:ext cx="15240000" cy="3952875"/>
            <a:chOff x="14554200" y="5286375"/>
            <a:chExt cx="15240000" cy="3952875"/>
          </a:xfrm>
        </p:grpSpPr>
        <p:sp>
          <p:nvSpPr>
            <p:cNvPr id="69" name="t-title"/>
            <p:cNvSpPr txBox="1"/>
            <p:nvPr/>
          </p:nvSpPr>
          <p:spPr>
            <a:xfrm>
              <a:off x="14601825" y="5286375"/>
              <a:ext cx="9620250" cy="2667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8150" b="1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感谢观看</a:t>
              </a:r>
            </a:p>
          </p:txBody>
        </p:sp>
        <p:sp>
          <p:nvSpPr>
            <p:cNvPr id="70" name="t-sub"/>
            <p:cNvSpPr txBox="1"/>
            <p:nvPr/>
          </p:nvSpPr>
          <p:spPr>
            <a:xfrm>
              <a:off x="14554200" y="8324850"/>
              <a:ext cx="15240000" cy="914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5250" b="0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数据孤岛、增长瓶颈与风险预警下的项目必要性</a:t>
              </a:r>
            </a:p>
          </p:txBody>
        </p:sp>
      </p:grpSp>
      <p:grpSp>
        <p:nvGrpSpPr>
          <p:cNvPr id="74" name="g-capsule"/>
          <p:cNvGrpSpPr/>
          <p:nvPr/>
        </p:nvGrpSpPr>
        <p:grpSpPr>
          <a:xfrm>
            <a:off x="14516100" y="9782175"/>
            <a:ext cx="5895975" cy="876300"/>
            <a:chOff x="14516100" y="9782175"/>
            <a:chExt cx="5895975" cy="876300"/>
          </a:xfrm>
        </p:grpSpPr>
        <p:sp>
          <p:nvSpPr>
            <p:cNvPr id="71" name="capsule"/>
            <p:cNvSpPr/>
            <p:nvPr/>
          </p:nvSpPr>
          <p:spPr>
            <a:xfrm>
              <a:off x="14516100" y="9782175"/>
              <a:ext cx="5895975" cy="876300"/>
            </a:xfrm>
            <a:prstGeom prst="roundRect">
              <a:avLst>
                <a:gd name="adj" fmla="val 50000"/>
              </a:avLst>
            </a:prstGeom>
            <a:solidFill>
              <a:srgbClr val="4ED7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-capsule"/>
            <p:cNvSpPr txBox="1"/>
            <p:nvPr/>
          </p:nvSpPr>
          <p:spPr>
            <a:xfrm>
              <a:off x="14782800" y="9858375"/>
              <a:ext cx="5524500" cy="723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汇报人：XXX  时间：202X.XX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