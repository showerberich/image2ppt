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508575" cy="1714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508575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"/>
          <p:cNvSpPr/>
          <p:nvPr/>
        </p:nvSpPr>
        <p:spPr>
          <a:xfrm>
            <a:off x="0" y="0"/>
            <a:ext cx="30508575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ooter-glow"/>
          <p:cNvSpPr/>
          <p:nvPr/>
        </p:nvSpPr>
        <p:spPr>
          <a:xfrm>
            <a:off x="895350" y="15259050"/>
            <a:ext cx="28727400" cy="533400"/>
          </a:xfrm>
          <a:prstGeom prst="rect">
            <a:avLst/>
          </a:prstGeom>
          <a:gradFill rotWithShape="1">
            <a:gsLst>
              <a:gs pos="0">
                <a:srgbClr val="E7EBFF"/>
              </a:gs>
              <a:gs pos="100000">
                <a:srgbClr val="FFFFFF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er-bar"/>
          <p:cNvSpPr/>
          <p:nvPr/>
        </p:nvSpPr>
        <p:spPr>
          <a:xfrm>
            <a:off x="895350" y="15792450"/>
            <a:ext cx="28727400" cy="419100"/>
          </a:xfrm>
          <a:prstGeom prst="rect">
            <a:avLst/>
          </a:prstGeom>
          <a:solidFill>
            <a:srgbClr val="467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42" name="hdr-icon"/>
          <p:cNvGrpSpPr/>
          <p:nvPr/>
        </p:nvGrpSpPr>
        <p:grpSpPr>
          <a:xfrm>
            <a:off x="1781175" y="1333500"/>
            <a:ext cx="1362075" cy="1447800"/>
            <a:chOff x="1781175" y="1333500"/>
            <a:chExt cx="1362075" cy="1447800"/>
          </a:xfrm>
        </p:grpSpPr>
        <p:sp>
          <p:nvSpPr>
            <p:cNvPr id="6" name="icon-top"/>
            <p:cNvSpPr/>
            <p:nvPr/>
          </p:nvSpPr>
          <p:spPr>
            <a:xfrm>
              <a:off x="1781175" y="1333500"/>
              <a:ext cx="1362075" cy="381000"/>
            </a:xfrm>
            <a:custGeom>
              <a:avLst/>
              <a:gdLst/>
              <a:ahLst/>
              <a:cxnLst/>
              <a:rect l="l" t="t" r="r" b="b"/>
              <a:pathLst>
                <a:path w="1362075" h="381000">
                  <a:moveTo>
                    <a:pt x="0" y="314325"/>
                  </a:moveTo>
                  <a:lnTo>
                    <a:pt x="1362075" y="0"/>
                  </a:lnTo>
                  <a:lnTo>
                    <a:pt x="704850" y="381000"/>
                  </a:lnTo>
                  <a:close/>
                </a:path>
              </a:pathLst>
            </a:custGeom>
            <a:solidFill>
              <a:srgbClr val="4381E8"/>
            </a:solidFill>
            <a:ln w="9525">
              <a:solidFill>
                <a:srgbClr val="4381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icon-left"/>
            <p:cNvSpPr/>
            <p:nvPr/>
          </p:nvSpPr>
          <p:spPr>
            <a:xfrm>
              <a:off x="1781175" y="1647825"/>
              <a:ext cx="704850" cy="1133475"/>
            </a:xfrm>
            <a:custGeom>
              <a:avLst/>
              <a:gdLst/>
              <a:ahLst/>
              <a:cxnLst/>
              <a:rect l="l" t="t" r="r" b="b"/>
              <a:pathLst>
                <a:path w="704850" h="1133475">
                  <a:moveTo>
                    <a:pt x="0" y="0"/>
                  </a:moveTo>
                  <a:lnTo>
                    <a:pt x="704850" y="66675"/>
                  </a:lnTo>
                  <a:lnTo>
                    <a:pt x="704850" y="1133475"/>
                  </a:lnTo>
                  <a:close/>
                </a:path>
              </a:pathLst>
            </a:custGeom>
            <a:solidFill>
              <a:srgbClr val="4A8DF4"/>
            </a:solidFill>
            <a:ln w="9525">
              <a:solidFill>
                <a:srgbClr val="4A8DF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icon-right"/>
            <p:cNvSpPr/>
            <p:nvPr/>
          </p:nvSpPr>
          <p:spPr>
            <a:xfrm>
              <a:off x="2486025" y="1333500"/>
              <a:ext cx="657225" cy="1447800"/>
            </a:xfrm>
            <a:custGeom>
              <a:avLst/>
              <a:gdLst/>
              <a:ahLst/>
              <a:cxnLst/>
              <a:rect l="l" t="t" r="r" b="b"/>
              <a:pathLst>
                <a:path w="657225" h="1447800">
                  <a:moveTo>
                    <a:pt x="657225" y="0"/>
                  </a:moveTo>
                  <a:lnTo>
                    <a:pt x="0" y="381000"/>
                  </a:lnTo>
                  <a:lnTo>
                    <a:pt x="0" y="1447800"/>
                  </a:lnTo>
                  <a:close/>
                </a:path>
              </a:pathLst>
            </a:custGeom>
            <a:solidFill>
              <a:srgbClr val="376BD6"/>
            </a:solidFill>
            <a:ln w="9525">
              <a:solidFill>
                <a:srgbClr val="376B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9" name="title"/>
          <p:cNvSpPr txBox="1"/>
          <p:nvPr/>
        </p:nvSpPr>
        <p:spPr>
          <a:xfrm>
            <a:off x="3352800" y="1343025"/>
            <a:ext cx="8915400" cy="13525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500" b="1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核心团队与关键角色</a:t>
            </a:r>
          </a:p>
        </p:txBody>
      </p:sp>
      <p:grpSp>
        <p:nvGrpSpPr>
          <p:cNvPr id="45" name="card1"/>
          <p:cNvGrpSpPr/>
          <p:nvPr/>
        </p:nvGrpSpPr>
        <p:grpSpPr>
          <a:xfrm>
            <a:off x="2462212" y="4319588"/>
            <a:ext cx="5343526" cy="9415462"/>
            <a:chOff x="2462212" y="4319588"/>
            <a:chExt cx="5343526" cy="9415462"/>
          </a:xfrm>
        </p:grpSpPr>
        <p:sp>
          <p:nvSpPr>
            <p:cNvPr id="10" name="card1-panel"/>
            <p:cNvSpPr/>
            <p:nvPr/>
          </p:nvSpPr>
          <p:spPr>
            <a:xfrm>
              <a:off x="2462212" y="4857750"/>
              <a:ext cx="5343526" cy="7038975"/>
            </a:xfrm>
            <a:custGeom>
              <a:avLst/>
              <a:gdLst/>
              <a:ahLst/>
              <a:cxnLst/>
              <a:rect l="l" t="t" r="r" b="b"/>
              <a:pathLst>
                <a:path w="5343526" h="7038975">
                  <a:moveTo>
                    <a:pt x="1057276" y="0"/>
                  </a:moveTo>
                  <a:lnTo>
                    <a:pt x="5343526" y="0"/>
                  </a:lnTo>
                  <a:lnTo>
                    <a:pt x="4286250" y="7038975"/>
                  </a:lnTo>
                  <a:lnTo>
                    <a:pt x="0" y="7038975"/>
                  </a:lnTo>
                  <a:close/>
                </a:path>
              </a:pathLst>
            </a:custGeom>
            <a:solidFill>
              <a:srgbClr val="467D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11" name="card1-photo" descr="_photo_card1_photo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33650" y="5715000"/>
              <a:ext cx="5200650" cy="6181725"/>
            </a:xfrm>
            <a:prstGeom prst="rect">
              <a:avLst/>
            </a:prstGeom>
            <a:effectLst/>
          </p:spPr>
        </p:pic>
        <p:sp>
          <p:nvSpPr>
            <p:cNvPr id="12" name="card1-badge"/>
            <p:cNvSpPr/>
            <p:nvPr/>
          </p:nvSpPr>
          <p:spPr>
            <a:xfrm>
              <a:off x="2928938" y="4319588"/>
              <a:ext cx="1304925" cy="1304925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3B74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card1-num"/>
            <p:cNvSpPr txBox="1"/>
            <p:nvPr/>
          </p:nvSpPr>
          <p:spPr>
            <a:xfrm>
              <a:off x="2914650" y="4405312"/>
              <a:ext cx="1333500" cy="11049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4650" b="1" i="0">
                  <a:solidFill>
                    <a:srgbClr val="3468E0"/>
                  </a:solidFill>
                  <a:latin typeface="Microsoft YaHei"/>
                  <a:ea typeface="Microsoft YaHei"/>
                  <a:cs typeface="Microsoft YaHei"/>
                </a:rPr>
                <a:t>01</a:t>
              </a:r>
            </a:p>
          </p:txBody>
        </p:sp>
        <p:sp>
          <p:nvSpPr>
            <p:cNvPr id="14" name="card1-name"/>
            <p:cNvSpPr txBox="1"/>
            <p:nvPr/>
          </p:nvSpPr>
          <p:spPr>
            <a:xfrm>
              <a:off x="2581466" y="12315825"/>
              <a:ext cx="3704844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4125" b="1" i="0">
                  <a:solidFill>
                    <a:srgbClr val="467DFE"/>
                  </a:solidFill>
                  <a:latin typeface="Microsoft YaHei"/>
                  <a:ea typeface="Microsoft YaHei"/>
                  <a:cs typeface="Microsoft YaHei"/>
                </a:rPr>
                <a:t>Ethan Miller</a:t>
              </a:r>
            </a:p>
          </p:txBody>
        </p:sp>
        <p:sp>
          <p:nvSpPr>
            <p:cNvPr id="15" name="card1-role"/>
            <p:cNvSpPr txBox="1"/>
            <p:nvPr/>
          </p:nvSpPr>
          <p:spPr>
            <a:xfrm>
              <a:off x="2912745" y="13144500"/>
              <a:ext cx="2994660" cy="5905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975" b="0" i="0">
                  <a:solidFill>
                    <a:srgbClr val="467DFE"/>
                  </a:solidFill>
                  <a:latin typeface="Microsoft YaHei"/>
                  <a:ea typeface="Microsoft YaHei"/>
                  <a:cs typeface="Microsoft YaHei"/>
                </a:rPr>
                <a:t>项目发起人</a:t>
              </a:r>
            </a:p>
          </p:txBody>
        </p:sp>
      </p:grpSp>
      <p:grpSp>
        <p:nvGrpSpPr>
          <p:cNvPr id="41" name="card2"/>
          <p:cNvGrpSpPr/>
          <p:nvPr/>
        </p:nvGrpSpPr>
        <p:grpSpPr>
          <a:xfrm>
            <a:off x="7615238" y="4319588"/>
            <a:ext cx="5343524" cy="9415462"/>
            <a:chOff x="7615238" y="4319588"/>
            <a:chExt cx="5343524" cy="9415462"/>
          </a:xfrm>
        </p:grpSpPr>
        <p:sp>
          <p:nvSpPr>
            <p:cNvPr id="16" name="card2-panel"/>
            <p:cNvSpPr/>
            <p:nvPr/>
          </p:nvSpPr>
          <p:spPr>
            <a:xfrm>
              <a:off x="7615238" y="4857750"/>
              <a:ext cx="5343524" cy="7038975"/>
            </a:xfrm>
            <a:custGeom>
              <a:avLst/>
              <a:gdLst/>
              <a:ahLst/>
              <a:cxnLst/>
              <a:rect l="l" t="t" r="r" b="b"/>
              <a:pathLst>
                <a:path w="5343524" h="7038975">
                  <a:moveTo>
                    <a:pt x="1057274" y="0"/>
                  </a:moveTo>
                  <a:lnTo>
                    <a:pt x="5343524" y="0"/>
                  </a:lnTo>
                  <a:lnTo>
                    <a:pt x="4286250" y="7038975"/>
                  </a:lnTo>
                  <a:lnTo>
                    <a:pt x="0" y="7038975"/>
                  </a:lnTo>
                  <a:close/>
                </a:path>
              </a:pathLst>
            </a:custGeom>
            <a:solidFill>
              <a:srgbClr val="467D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17" name="card2-photo" descr="_photo_card2_photo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86675" y="5715000"/>
              <a:ext cx="5200650" cy="6181725"/>
            </a:xfrm>
            <a:prstGeom prst="rect">
              <a:avLst/>
            </a:prstGeom>
            <a:effectLst/>
          </p:spPr>
        </p:pic>
        <p:sp>
          <p:nvSpPr>
            <p:cNvPr id="18" name="card2-badge"/>
            <p:cNvSpPr/>
            <p:nvPr/>
          </p:nvSpPr>
          <p:spPr>
            <a:xfrm>
              <a:off x="8081962" y="4319588"/>
              <a:ext cx="1304925" cy="1304925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3B74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card2-num"/>
            <p:cNvSpPr txBox="1"/>
            <p:nvPr/>
          </p:nvSpPr>
          <p:spPr>
            <a:xfrm>
              <a:off x="8067675" y="4405312"/>
              <a:ext cx="1333500" cy="11049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4650" b="1" i="0">
                  <a:solidFill>
                    <a:srgbClr val="3468E0"/>
                  </a:solidFill>
                  <a:latin typeface="Microsoft YaHei"/>
                  <a:ea typeface="Microsoft YaHei"/>
                  <a:cs typeface="Microsoft YaHei"/>
                </a:rPr>
                <a:t>02</a:t>
              </a:r>
            </a:p>
          </p:txBody>
        </p:sp>
        <p:sp>
          <p:nvSpPr>
            <p:cNvPr id="20" name="card2-name"/>
            <p:cNvSpPr txBox="1"/>
            <p:nvPr/>
          </p:nvSpPr>
          <p:spPr>
            <a:xfrm>
              <a:off x="8070532" y="12315825"/>
              <a:ext cx="3051810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4125" b="1" i="0">
                  <a:solidFill>
                    <a:srgbClr val="467DFE"/>
                  </a:solidFill>
                  <a:latin typeface="Microsoft YaHei"/>
                  <a:ea typeface="Microsoft YaHei"/>
                  <a:cs typeface="Microsoft YaHei"/>
                </a:rPr>
                <a:t>Liam Chen</a:t>
              </a:r>
            </a:p>
          </p:txBody>
        </p:sp>
        <p:sp>
          <p:nvSpPr>
            <p:cNvPr id="21" name="card2-role"/>
            <p:cNvSpPr txBox="1"/>
            <p:nvPr/>
          </p:nvSpPr>
          <p:spPr>
            <a:xfrm>
              <a:off x="8094345" y="13144500"/>
              <a:ext cx="2994660" cy="5905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975" b="0" i="0">
                  <a:solidFill>
                    <a:srgbClr val="467DFE"/>
                  </a:solidFill>
                  <a:latin typeface="Microsoft YaHei"/>
                  <a:ea typeface="Microsoft YaHei"/>
                  <a:cs typeface="Microsoft YaHei"/>
                </a:rPr>
                <a:t>技术负责人</a:t>
              </a:r>
            </a:p>
          </p:txBody>
        </p:sp>
      </p:grpSp>
      <p:grpSp>
        <p:nvGrpSpPr>
          <p:cNvPr id="44" name="card3"/>
          <p:cNvGrpSpPr/>
          <p:nvPr/>
        </p:nvGrpSpPr>
        <p:grpSpPr>
          <a:xfrm>
            <a:off x="12645390" y="4319588"/>
            <a:ext cx="5466398" cy="9415462"/>
            <a:chOff x="12645390" y="4319588"/>
            <a:chExt cx="5466398" cy="9415462"/>
          </a:xfrm>
        </p:grpSpPr>
        <p:sp>
          <p:nvSpPr>
            <p:cNvPr id="22" name="card3-panel"/>
            <p:cNvSpPr/>
            <p:nvPr/>
          </p:nvSpPr>
          <p:spPr>
            <a:xfrm>
              <a:off x="12768262" y="4857750"/>
              <a:ext cx="5343526" cy="7038975"/>
            </a:xfrm>
            <a:custGeom>
              <a:avLst/>
              <a:gdLst/>
              <a:ahLst/>
              <a:cxnLst/>
              <a:rect l="l" t="t" r="r" b="b"/>
              <a:pathLst>
                <a:path w="5343526" h="7038975">
                  <a:moveTo>
                    <a:pt x="1057276" y="0"/>
                  </a:moveTo>
                  <a:lnTo>
                    <a:pt x="5343526" y="0"/>
                  </a:lnTo>
                  <a:lnTo>
                    <a:pt x="4286250" y="7038975"/>
                  </a:lnTo>
                  <a:lnTo>
                    <a:pt x="0" y="7038975"/>
                  </a:lnTo>
                  <a:close/>
                </a:path>
              </a:pathLst>
            </a:custGeom>
            <a:solidFill>
              <a:srgbClr val="467D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23" name="card3-photo" descr="_photo_card3_photo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839700" y="5715000"/>
              <a:ext cx="5200650" cy="6181725"/>
            </a:xfrm>
            <a:prstGeom prst="rect">
              <a:avLst/>
            </a:prstGeom>
            <a:effectLst/>
          </p:spPr>
        </p:pic>
        <p:sp>
          <p:nvSpPr>
            <p:cNvPr id="24" name="card3-badge"/>
            <p:cNvSpPr/>
            <p:nvPr/>
          </p:nvSpPr>
          <p:spPr>
            <a:xfrm>
              <a:off x="13234988" y="4319588"/>
              <a:ext cx="1304925" cy="1304925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3B74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card3-num"/>
            <p:cNvSpPr txBox="1"/>
            <p:nvPr/>
          </p:nvSpPr>
          <p:spPr>
            <a:xfrm>
              <a:off x="13220700" y="4405312"/>
              <a:ext cx="1333500" cy="11049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4650" b="1" i="0">
                  <a:solidFill>
                    <a:srgbClr val="3468E0"/>
                  </a:solidFill>
                  <a:latin typeface="Microsoft YaHei"/>
                  <a:ea typeface="Microsoft YaHei"/>
                  <a:cs typeface="Microsoft YaHei"/>
                </a:rPr>
                <a:t>03</a:t>
              </a:r>
            </a:p>
          </p:txBody>
        </p:sp>
        <p:sp>
          <p:nvSpPr>
            <p:cNvPr id="26" name="card3-name"/>
            <p:cNvSpPr txBox="1"/>
            <p:nvPr/>
          </p:nvSpPr>
          <p:spPr>
            <a:xfrm>
              <a:off x="12645390" y="12315825"/>
              <a:ext cx="4046220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4125" b="1" i="0">
                  <a:solidFill>
                    <a:srgbClr val="467DFE"/>
                  </a:solidFill>
                  <a:latin typeface="Microsoft YaHei"/>
                  <a:ea typeface="Microsoft YaHei"/>
                  <a:cs typeface="Microsoft YaHei"/>
                </a:rPr>
                <a:t>Emma Wilson</a:t>
              </a:r>
            </a:p>
          </p:txBody>
        </p:sp>
        <p:sp>
          <p:nvSpPr>
            <p:cNvPr id="27" name="card3-role"/>
            <p:cNvSpPr txBox="1"/>
            <p:nvPr/>
          </p:nvSpPr>
          <p:spPr>
            <a:xfrm>
              <a:off x="13469302" y="13144500"/>
              <a:ext cx="2388870" cy="5905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975" b="0" i="0">
                  <a:solidFill>
                    <a:srgbClr val="467DFE"/>
                  </a:solidFill>
                  <a:latin typeface="Microsoft YaHei"/>
                  <a:ea typeface="Microsoft YaHei"/>
                  <a:cs typeface="Microsoft YaHei"/>
                </a:rPr>
                <a:t>项目经理</a:t>
              </a:r>
            </a:p>
          </p:txBody>
        </p:sp>
      </p:grpSp>
      <p:grpSp>
        <p:nvGrpSpPr>
          <p:cNvPr id="46" name="card4"/>
          <p:cNvGrpSpPr/>
          <p:nvPr/>
        </p:nvGrpSpPr>
        <p:grpSpPr>
          <a:xfrm>
            <a:off x="17921288" y="4319588"/>
            <a:ext cx="5343524" cy="9415462"/>
            <a:chOff x="17921288" y="4319588"/>
            <a:chExt cx="5343524" cy="9415462"/>
          </a:xfrm>
        </p:grpSpPr>
        <p:sp>
          <p:nvSpPr>
            <p:cNvPr id="28" name="card4-panel"/>
            <p:cNvSpPr/>
            <p:nvPr/>
          </p:nvSpPr>
          <p:spPr>
            <a:xfrm>
              <a:off x="17921288" y="4857750"/>
              <a:ext cx="5343524" cy="7038975"/>
            </a:xfrm>
            <a:custGeom>
              <a:avLst/>
              <a:gdLst/>
              <a:ahLst/>
              <a:cxnLst/>
              <a:rect l="l" t="t" r="r" b="b"/>
              <a:pathLst>
                <a:path w="5343524" h="7038975">
                  <a:moveTo>
                    <a:pt x="1057274" y="0"/>
                  </a:moveTo>
                  <a:lnTo>
                    <a:pt x="5343524" y="0"/>
                  </a:lnTo>
                  <a:lnTo>
                    <a:pt x="4286250" y="7038975"/>
                  </a:lnTo>
                  <a:lnTo>
                    <a:pt x="0" y="7038975"/>
                  </a:lnTo>
                  <a:close/>
                </a:path>
              </a:pathLst>
            </a:custGeom>
            <a:solidFill>
              <a:srgbClr val="467D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29" name="card4-photo" descr="_photo_card4_photo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992725" y="5715000"/>
              <a:ext cx="5200650" cy="6181725"/>
            </a:xfrm>
            <a:prstGeom prst="rect">
              <a:avLst/>
            </a:prstGeom>
            <a:effectLst/>
          </p:spPr>
        </p:pic>
        <p:sp>
          <p:nvSpPr>
            <p:cNvPr id="30" name="card4-badge"/>
            <p:cNvSpPr/>
            <p:nvPr/>
          </p:nvSpPr>
          <p:spPr>
            <a:xfrm>
              <a:off x="18388012" y="4319588"/>
              <a:ext cx="1304925" cy="1304925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3B74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card4-num"/>
            <p:cNvSpPr txBox="1"/>
            <p:nvPr/>
          </p:nvSpPr>
          <p:spPr>
            <a:xfrm>
              <a:off x="18373725" y="4405312"/>
              <a:ext cx="1333500" cy="11049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4650" b="1" i="0">
                  <a:solidFill>
                    <a:srgbClr val="3468E0"/>
                  </a:solidFill>
                  <a:latin typeface="Microsoft YaHei"/>
                  <a:ea typeface="Microsoft YaHei"/>
                  <a:cs typeface="Microsoft YaHei"/>
                </a:rPr>
                <a:t>04</a:t>
              </a:r>
            </a:p>
          </p:txBody>
        </p:sp>
        <p:sp>
          <p:nvSpPr>
            <p:cNvPr id="32" name="card4-name"/>
            <p:cNvSpPr txBox="1"/>
            <p:nvPr/>
          </p:nvSpPr>
          <p:spPr>
            <a:xfrm>
              <a:off x="17927002" y="12315825"/>
              <a:ext cx="3760470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4125" b="1" i="0">
                  <a:solidFill>
                    <a:srgbClr val="467DFE"/>
                  </a:solidFill>
                  <a:latin typeface="Microsoft YaHei"/>
                  <a:ea typeface="Microsoft YaHei"/>
                  <a:cs typeface="Microsoft YaHei"/>
                </a:rPr>
                <a:t>Olivia Brown</a:t>
              </a:r>
            </a:p>
          </p:txBody>
        </p:sp>
        <p:sp>
          <p:nvSpPr>
            <p:cNvPr id="33" name="card4-role"/>
            <p:cNvSpPr txBox="1"/>
            <p:nvPr/>
          </p:nvSpPr>
          <p:spPr>
            <a:xfrm>
              <a:off x="18314670" y="13144500"/>
              <a:ext cx="2994660" cy="5905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975" b="0" i="0">
                  <a:solidFill>
                    <a:srgbClr val="467DFE"/>
                  </a:solidFill>
                  <a:latin typeface="Microsoft YaHei"/>
                  <a:ea typeface="Microsoft YaHei"/>
                  <a:cs typeface="Microsoft YaHei"/>
                </a:rPr>
                <a:t>测试负责人</a:t>
              </a:r>
            </a:p>
          </p:txBody>
        </p:sp>
      </p:grpSp>
      <p:grpSp>
        <p:nvGrpSpPr>
          <p:cNvPr id="43" name="card5"/>
          <p:cNvGrpSpPr/>
          <p:nvPr/>
        </p:nvGrpSpPr>
        <p:grpSpPr>
          <a:xfrm>
            <a:off x="23074312" y="4319588"/>
            <a:ext cx="5343526" cy="9415462"/>
            <a:chOff x="23074312" y="4319588"/>
            <a:chExt cx="5343526" cy="9415462"/>
          </a:xfrm>
        </p:grpSpPr>
        <p:sp>
          <p:nvSpPr>
            <p:cNvPr id="34" name="card5-panel"/>
            <p:cNvSpPr/>
            <p:nvPr/>
          </p:nvSpPr>
          <p:spPr>
            <a:xfrm>
              <a:off x="23074312" y="4857750"/>
              <a:ext cx="5343526" cy="7038975"/>
            </a:xfrm>
            <a:custGeom>
              <a:avLst/>
              <a:gdLst/>
              <a:ahLst/>
              <a:cxnLst/>
              <a:rect l="l" t="t" r="r" b="b"/>
              <a:pathLst>
                <a:path w="5343526" h="7038975">
                  <a:moveTo>
                    <a:pt x="1057276" y="0"/>
                  </a:moveTo>
                  <a:lnTo>
                    <a:pt x="5343526" y="0"/>
                  </a:lnTo>
                  <a:lnTo>
                    <a:pt x="4286250" y="7038975"/>
                  </a:lnTo>
                  <a:lnTo>
                    <a:pt x="0" y="7038975"/>
                  </a:lnTo>
                  <a:close/>
                </a:path>
              </a:pathLst>
            </a:custGeom>
            <a:solidFill>
              <a:srgbClr val="467D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5" name="card5-photo" descr="_photo_card5_photo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3145750" y="5715000"/>
              <a:ext cx="5200650" cy="6181725"/>
            </a:xfrm>
            <a:prstGeom prst="rect">
              <a:avLst/>
            </a:prstGeom>
            <a:effectLst/>
          </p:spPr>
        </p:pic>
        <p:sp>
          <p:nvSpPr>
            <p:cNvPr id="36" name="card5-badge"/>
            <p:cNvSpPr/>
            <p:nvPr/>
          </p:nvSpPr>
          <p:spPr>
            <a:xfrm>
              <a:off x="23541038" y="4319588"/>
              <a:ext cx="1304925" cy="1304925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3B74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card5-num"/>
            <p:cNvSpPr txBox="1"/>
            <p:nvPr/>
          </p:nvSpPr>
          <p:spPr>
            <a:xfrm>
              <a:off x="23526750" y="4405312"/>
              <a:ext cx="1333500" cy="11049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4650" b="1" i="0">
                  <a:solidFill>
                    <a:srgbClr val="3468E0"/>
                  </a:solidFill>
                  <a:latin typeface="Microsoft YaHei"/>
                  <a:ea typeface="Microsoft YaHei"/>
                  <a:cs typeface="Microsoft YaHei"/>
                </a:rPr>
                <a:t>05</a:t>
              </a:r>
            </a:p>
          </p:txBody>
        </p:sp>
        <p:sp>
          <p:nvSpPr>
            <p:cNvPr id="38" name="card5-name"/>
            <p:cNvSpPr txBox="1"/>
            <p:nvPr/>
          </p:nvSpPr>
          <p:spPr>
            <a:xfrm>
              <a:off x="23215282" y="12315825"/>
              <a:ext cx="3623310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4125" b="1" i="0">
                  <a:solidFill>
                    <a:srgbClr val="467DFE"/>
                  </a:solidFill>
                  <a:latin typeface="Microsoft YaHei"/>
                  <a:ea typeface="Microsoft YaHei"/>
                  <a:cs typeface="Microsoft YaHei"/>
                </a:rPr>
                <a:t>Noah Garcia</a:t>
              </a:r>
            </a:p>
          </p:txBody>
        </p:sp>
        <p:sp>
          <p:nvSpPr>
            <p:cNvPr id="39" name="card5-role"/>
            <p:cNvSpPr txBox="1"/>
            <p:nvPr/>
          </p:nvSpPr>
          <p:spPr>
            <a:xfrm>
              <a:off x="23832502" y="13144500"/>
              <a:ext cx="2388870" cy="5905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975" b="0" i="0">
                  <a:solidFill>
                    <a:srgbClr val="467DFE"/>
                  </a:solidFill>
                  <a:latin typeface="Microsoft YaHei"/>
                  <a:ea typeface="Microsoft YaHei"/>
                  <a:cs typeface="Microsoft YaHei"/>
                </a:rPr>
                <a:t>产品经理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