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755975" cy="15449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755975" cy="1544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bg-photo" descr="_photo_b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755975" cy="15449550"/>
          </a:xfrm>
          <a:prstGeom prst="rect">
            <a:avLst/>
          </a:prstGeom>
          <a:effectLst/>
        </p:spPr>
      </p:pic>
      <p:grpSp>
        <p:nvGrpSpPr>
          <p:cNvPr id="16" name="frame-bracket"/>
          <p:cNvGrpSpPr/>
          <p:nvPr/>
        </p:nvGrpSpPr>
        <p:grpSpPr>
          <a:xfrm>
            <a:off x="2381250" y="2990850"/>
            <a:ext cx="6296025" cy="9458325"/>
            <a:chOff x="2381250" y="2990850"/>
            <a:chExt cx="6296025" cy="9458325"/>
          </a:xfrm>
        </p:grpSpPr>
        <p:sp>
          <p:nvSpPr>
            <p:cNvPr id="4" name="frame-top"/>
            <p:cNvSpPr/>
            <p:nvPr/>
          </p:nvSpPr>
          <p:spPr>
            <a:xfrm>
              <a:off x="2381250" y="2990850"/>
              <a:ext cx="6296025" cy="9458325"/>
            </a:xfrm>
            <a:custGeom>
              <a:avLst/>
              <a:gdLst/>
              <a:ahLst/>
              <a:cxnLst/>
              <a:rect l="l" t="t" r="r" b="b"/>
              <a:pathLst>
                <a:path w="6296025" h="9458325">
                  <a:moveTo>
                    <a:pt x="0" y="9458325"/>
                  </a:moveTo>
                  <a:lnTo>
                    <a:pt x="0" y="0"/>
                  </a:lnTo>
                  <a:lnTo>
                    <a:pt x="6296025" y="0"/>
                  </a:lnTo>
                  <a:lnTo>
                    <a:pt x="6296025" y="1200150"/>
                  </a:lnTo>
                </a:path>
              </a:pathLst>
            </a:custGeom>
            <a:noFill/>
            <a:ln w="66675">
              <a:solidFill>
                <a:srgbClr val="4073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ame-bottom"/>
            <p:cNvSpPr/>
            <p:nvPr/>
          </p:nvSpPr>
          <p:spPr>
            <a:xfrm>
              <a:off x="2381250" y="10677525"/>
              <a:ext cx="5029200" cy="1771650"/>
            </a:xfrm>
            <a:custGeom>
              <a:avLst/>
              <a:gdLst/>
              <a:ahLst/>
              <a:cxnLst/>
              <a:rect l="l" t="t" r="r" b="b"/>
              <a:pathLst>
                <a:path w="5029200" h="1771650">
                  <a:moveTo>
                    <a:pt x="0" y="1771650"/>
                  </a:moveTo>
                  <a:lnTo>
                    <a:pt x="5029200" y="1771650"/>
                  </a:lnTo>
                  <a:lnTo>
                    <a:pt x="5029200" y="0"/>
                  </a:lnTo>
                </a:path>
              </a:pathLst>
            </a:custGeom>
            <a:noFill/>
            <a:ln w="66675">
              <a:solidFill>
                <a:srgbClr val="4073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part-label"/>
          <p:cNvGrpSpPr/>
          <p:nvPr/>
        </p:nvGrpSpPr>
        <p:grpSpPr>
          <a:xfrm>
            <a:off x="6858000" y="4057650"/>
            <a:ext cx="8086725" cy="2095500"/>
            <a:chOff x="6858000" y="4057650"/>
            <a:chExt cx="8086725" cy="2095500"/>
          </a:xfrm>
        </p:grpSpPr>
        <p:sp>
          <p:nvSpPr>
            <p:cNvPr id="6" name="part-word"/>
            <p:cNvSpPr txBox="1"/>
            <p:nvPr/>
          </p:nvSpPr>
          <p:spPr>
            <a:xfrm>
              <a:off x="6858000" y="4057650"/>
              <a:ext cx="5198669" cy="2095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375" b="1" i="0">
                  <a:solidFill>
                    <a:srgbClr val="4073E9"/>
                  </a:solidFill>
                  <a:latin typeface="Microsoft YaHei"/>
                  <a:ea typeface="Microsoft YaHei"/>
                  <a:cs typeface="Microsoft YaHei"/>
                </a:rPr>
                <a:t>PART</a:t>
              </a:r>
            </a:p>
          </p:txBody>
        </p:sp>
        <p:sp>
          <p:nvSpPr>
            <p:cNvPr id="7" name="part-num"/>
            <p:cNvSpPr txBox="1"/>
            <p:nvPr/>
          </p:nvSpPr>
          <p:spPr>
            <a:xfrm>
              <a:off x="12468225" y="4057650"/>
              <a:ext cx="2476500" cy="2095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375" b="1" i="0">
                  <a:solidFill>
                    <a:srgbClr val="4073E9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</p:grpSp>
      <p:grpSp>
        <p:nvGrpSpPr>
          <p:cNvPr id="14" name="title-block"/>
          <p:cNvGrpSpPr/>
          <p:nvPr/>
        </p:nvGrpSpPr>
        <p:grpSpPr>
          <a:xfrm>
            <a:off x="4238625" y="5829300"/>
            <a:ext cx="18926175" cy="4857750"/>
            <a:chOff x="4238625" y="5829300"/>
            <a:chExt cx="18926175" cy="4857750"/>
          </a:xfrm>
        </p:grpSpPr>
        <p:sp>
          <p:nvSpPr>
            <p:cNvPr id="8" name="block-bg"/>
            <p:cNvSpPr/>
            <p:nvPr/>
          </p:nvSpPr>
          <p:spPr>
            <a:xfrm>
              <a:off x="4238625" y="5829300"/>
              <a:ext cx="18926175" cy="4857750"/>
            </a:xfrm>
            <a:prstGeom prst="rect">
              <a:avLst/>
            </a:prstGeom>
            <a:gradFill rotWithShape="1">
              <a:gsLst>
                <a:gs pos="0">
                  <a:srgbClr val="467AFA"/>
                </a:gs>
                <a:gs pos="100000">
                  <a:srgbClr val="3F70E6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itle-main"/>
            <p:cNvSpPr txBox="1"/>
            <p:nvPr/>
          </p:nvSpPr>
          <p:spPr>
            <a:xfrm>
              <a:off x="6934200" y="6705600"/>
              <a:ext cx="11164062" cy="2190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20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目标与成功标准</a:t>
              </a:r>
            </a:p>
          </p:txBody>
        </p:sp>
        <p:sp>
          <p:nvSpPr>
            <p:cNvPr id="10" name="title-sub"/>
            <p:cNvSpPr txBox="1"/>
            <p:nvPr/>
          </p:nvSpPr>
          <p:spPr>
            <a:xfrm>
              <a:off x="6953250" y="8915400"/>
              <a:ext cx="152400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基于SMART原则设定总体目标，定义项目成功的衡量指标</a:t>
              </a:r>
            </a:p>
          </p:txBody>
        </p:sp>
      </p:grpSp>
      <p:sp>
        <p:nvSpPr>
          <p:cNvPr id="11" name="teal-square"/>
          <p:cNvSpPr/>
          <p:nvPr/>
        </p:nvSpPr>
        <p:spPr>
          <a:xfrm>
            <a:off x="23155275" y="10696575"/>
            <a:ext cx="952500" cy="942975"/>
          </a:xfrm>
          <a:prstGeom prst="rect">
            <a:avLst/>
          </a:prstGeom>
          <a:solidFill>
            <a:srgbClr val="4E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-down"/>
          <p:cNvSpPr/>
          <p:nvPr/>
        </p:nvSpPr>
        <p:spPr>
          <a:xfrm>
            <a:off x="27641550" y="14516100"/>
            <a:ext cx="514350" cy="276225"/>
          </a:xfrm>
          <a:custGeom>
            <a:avLst/>
            <a:gdLst/>
            <a:ahLst/>
            <a:cxnLst/>
            <a:rect l="l" t="t" r="r" b="b"/>
            <a:pathLst>
              <a:path w="514350" h="276225">
                <a:moveTo>
                  <a:pt x="0" y="0"/>
                </a:moveTo>
                <a:lnTo>
                  <a:pt x="257175" y="276225"/>
                </a:lnTo>
                <a:lnTo>
                  <a:pt x="514350" y="0"/>
                </a:lnTo>
                <a:lnTo>
                  <a:pt x="514350" y="57150"/>
                </a:lnTo>
                <a:lnTo>
                  <a:pt x="257175" y="200025"/>
                </a:lnTo>
                <a:lnTo>
                  <a:pt x="0" y="571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