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651200" cy="154019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8651200" cy="15401925"/>
          </a:xfrm>
          <a:prstGeom prst="rect">
            <a:avLst/>
          </a:prstGeom>
          <a:solidFill>
            <a:srgbClr val="32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-base"/>
          <p:cNvSpPr/>
          <p:nvPr/>
        </p:nvSpPr>
        <p:spPr>
          <a:xfrm>
            <a:off x="0" y="0"/>
            <a:ext cx="28651200" cy="15401925"/>
          </a:xfrm>
          <a:prstGeom prst="rect">
            <a:avLst/>
          </a:prstGeom>
          <a:gradFill rotWithShape="1">
            <a:gsLst>
              <a:gs pos="0">
                <a:srgbClr val="3647DC"/>
              </a:gs>
              <a:gs pos="45000">
                <a:srgbClr val="3240D6"/>
              </a:gs>
            </a:gsLst>
            <a:lin scaled="0" ang="18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-glow-top-0"/>
          <p:cNvSpPr/>
          <p:nvPr/>
        </p:nvSpPr>
        <p:spPr>
          <a:xfrm>
            <a:off x="8008620" y="0"/>
            <a:ext cx="10652760" cy="5619750"/>
          </a:xfrm>
          <a:custGeom>
            <a:avLst/>
            <a:gdLst/>
            <a:ahLst/>
            <a:cxnLst/>
            <a:rect l="l" t="t" r="r" b="b"/>
            <a:pathLst>
              <a:path w="10652760" h="5619750">
                <a:moveTo>
                  <a:pt x="0" y="0"/>
                </a:moveTo>
                <a:lnTo>
                  <a:pt x="0" y="0"/>
                </a:lnTo>
                <a:lnTo>
                  <a:pt x="5715" y="665798"/>
                </a:lnTo>
                <a:lnTo>
                  <a:pt x="95250" y="1325880"/>
                </a:lnTo>
                <a:lnTo>
                  <a:pt x="265748" y="1969770"/>
                </a:lnTo>
                <a:lnTo>
                  <a:pt x="514350" y="2587942"/>
                </a:lnTo>
                <a:lnTo>
                  <a:pt x="839152" y="3168968"/>
                </a:lnTo>
                <a:lnTo>
                  <a:pt x="1233488" y="3706178"/>
                </a:lnTo>
                <a:lnTo>
                  <a:pt x="1691640" y="4190048"/>
                </a:lnTo>
                <a:lnTo>
                  <a:pt x="2206942" y="4612005"/>
                </a:lnTo>
                <a:lnTo>
                  <a:pt x="2769870" y="4967288"/>
                </a:lnTo>
                <a:lnTo>
                  <a:pt x="3373755" y="5249228"/>
                </a:lnTo>
                <a:lnTo>
                  <a:pt x="4007168" y="5454015"/>
                </a:lnTo>
                <a:lnTo>
                  <a:pt x="4661535" y="5577840"/>
                </a:lnTo>
                <a:lnTo>
                  <a:pt x="5326380" y="5619750"/>
                </a:lnTo>
                <a:lnTo>
                  <a:pt x="5991225" y="5577840"/>
                </a:lnTo>
                <a:lnTo>
                  <a:pt x="6645592" y="5454015"/>
                </a:lnTo>
                <a:lnTo>
                  <a:pt x="7279005" y="5249228"/>
                </a:lnTo>
                <a:lnTo>
                  <a:pt x="7882890" y="4967288"/>
                </a:lnTo>
                <a:lnTo>
                  <a:pt x="8445818" y="4612005"/>
                </a:lnTo>
                <a:lnTo>
                  <a:pt x="8961120" y="4190048"/>
                </a:lnTo>
                <a:lnTo>
                  <a:pt x="9419272" y="3706178"/>
                </a:lnTo>
                <a:lnTo>
                  <a:pt x="9813608" y="3168968"/>
                </a:lnTo>
                <a:lnTo>
                  <a:pt x="10138410" y="2587942"/>
                </a:lnTo>
                <a:lnTo>
                  <a:pt x="10387012" y="1969770"/>
                </a:lnTo>
                <a:lnTo>
                  <a:pt x="10557510" y="1325880"/>
                </a:lnTo>
                <a:lnTo>
                  <a:pt x="10647045" y="665798"/>
                </a:lnTo>
                <a:lnTo>
                  <a:pt x="10652760" y="0"/>
                </a:lnTo>
                <a:lnTo>
                  <a:pt x="10652760" y="0"/>
                </a:lnTo>
                <a:close/>
              </a:path>
            </a:pathLst>
          </a:custGeom>
          <a:solidFill>
            <a:srgbClr val="B7CCFF">
              <a:alpha val="7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g-glow-top-1"/>
          <p:cNvSpPr/>
          <p:nvPr/>
        </p:nvSpPr>
        <p:spPr>
          <a:xfrm>
            <a:off x="8771572" y="0"/>
            <a:ext cx="9126856" cy="4857750"/>
          </a:xfrm>
          <a:custGeom>
            <a:avLst/>
            <a:gdLst/>
            <a:ahLst/>
            <a:cxnLst/>
            <a:rect l="l" t="t" r="r" b="b"/>
            <a:pathLst>
              <a:path w="9126856" h="4857750">
                <a:moveTo>
                  <a:pt x="0" y="0"/>
                </a:moveTo>
                <a:lnTo>
                  <a:pt x="0" y="0"/>
                </a:lnTo>
                <a:lnTo>
                  <a:pt x="953" y="574358"/>
                </a:lnTo>
                <a:lnTo>
                  <a:pt x="72390" y="1143952"/>
                </a:lnTo>
                <a:lnTo>
                  <a:pt x="215266" y="1699260"/>
                </a:lnTo>
                <a:lnTo>
                  <a:pt x="426720" y="2233612"/>
                </a:lnTo>
                <a:lnTo>
                  <a:pt x="703898" y="2736532"/>
                </a:lnTo>
                <a:lnTo>
                  <a:pt x="1041083" y="3200400"/>
                </a:lnTo>
                <a:lnTo>
                  <a:pt x="1434466" y="3618548"/>
                </a:lnTo>
                <a:lnTo>
                  <a:pt x="1876426" y="3985260"/>
                </a:lnTo>
                <a:lnTo>
                  <a:pt x="2361248" y="4291965"/>
                </a:lnTo>
                <a:lnTo>
                  <a:pt x="2880360" y="4536758"/>
                </a:lnTo>
                <a:lnTo>
                  <a:pt x="3426143" y="4713922"/>
                </a:lnTo>
                <a:lnTo>
                  <a:pt x="3990976" y="4821555"/>
                </a:lnTo>
                <a:lnTo>
                  <a:pt x="4563428" y="4857750"/>
                </a:lnTo>
                <a:lnTo>
                  <a:pt x="5135880" y="4821555"/>
                </a:lnTo>
                <a:lnTo>
                  <a:pt x="5700713" y="4713922"/>
                </a:lnTo>
                <a:lnTo>
                  <a:pt x="6246496" y="4536758"/>
                </a:lnTo>
                <a:lnTo>
                  <a:pt x="6765608" y="4291965"/>
                </a:lnTo>
                <a:lnTo>
                  <a:pt x="7250430" y="3985260"/>
                </a:lnTo>
                <a:lnTo>
                  <a:pt x="7692390" y="3618548"/>
                </a:lnTo>
                <a:lnTo>
                  <a:pt x="8085773" y="3200400"/>
                </a:lnTo>
                <a:lnTo>
                  <a:pt x="8422958" y="2736532"/>
                </a:lnTo>
                <a:lnTo>
                  <a:pt x="8700136" y="2233612"/>
                </a:lnTo>
                <a:lnTo>
                  <a:pt x="8911590" y="1699260"/>
                </a:lnTo>
                <a:lnTo>
                  <a:pt x="9054466" y="1143952"/>
                </a:lnTo>
                <a:lnTo>
                  <a:pt x="9125903" y="574358"/>
                </a:lnTo>
                <a:lnTo>
                  <a:pt x="9126856" y="0"/>
                </a:lnTo>
                <a:lnTo>
                  <a:pt x="9126856" y="0"/>
                </a:lnTo>
                <a:close/>
              </a:path>
            </a:pathLst>
          </a:custGeom>
          <a:solidFill>
            <a:srgbClr val="B7CCFF">
              <a:alpha val="7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g-glow-top-2"/>
          <p:cNvSpPr/>
          <p:nvPr/>
        </p:nvSpPr>
        <p:spPr>
          <a:xfrm>
            <a:off x="9529762" y="0"/>
            <a:ext cx="7610476" cy="4095750"/>
          </a:xfrm>
          <a:custGeom>
            <a:avLst/>
            <a:gdLst/>
            <a:ahLst/>
            <a:cxnLst/>
            <a:rect l="l" t="t" r="r" b="b"/>
            <a:pathLst>
              <a:path w="7610476" h="4095750">
                <a:moveTo>
                  <a:pt x="5716" y="0"/>
                </a:moveTo>
                <a:lnTo>
                  <a:pt x="5716" y="0"/>
                </a:lnTo>
                <a:lnTo>
                  <a:pt x="0" y="481965"/>
                </a:lnTo>
                <a:lnTo>
                  <a:pt x="55246" y="961072"/>
                </a:lnTo>
                <a:lnTo>
                  <a:pt x="170498" y="1428750"/>
                </a:lnTo>
                <a:lnTo>
                  <a:pt x="343853" y="1878330"/>
                </a:lnTo>
                <a:lnTo>
                  <a:pt x="573406" y="2303145"/>
                </a:lnTo>
                <a:lnTo>
                  <a:pt x="853440" y="2694622"/>
                </a:lnTo>
                <a:lnTo>
                  <a:pt x="1181100" y="3048000"/>
                </a:lnTo>
                <a:lnTo>
                  <a:pt x="1551623" y="3357562"/>
                </a:lnTo>
                <a:lnTo>
                  <a:pt x="1957388" y="3617595"/>
                </a:lnTo>
                <a:lnTo>
                  <a:pt x="2392680" y="3824288"/>
                </a:lnTo>
                <a:lnTo>
                  <a:pt x="2850833" y="3973830"/>
                </a:lnTo>
                <a:lnTo>
                  <a:pt x="3324226" y="4065270"/>
                </a:lnTo>
                <a:lnTo>
                  <a:pt x="3805238" y="4095750"/>
                </a:lnTo>
                <a:lnTo>
                  <a:pt x="4286250" y="4065270"/>
                </a:lnTo>
                <a:lnTo>
                  <a:pt x="4759643" y="3973830"/>
                </a:lnTo>
                <a:lnTo>
                  <a:pt x="5217796" y="3824288"/>
                </a:lnTo>
                <a:lnTo>
                  <a:pt x="5653088" y="3617595"/>
                </a:lnTo>
                <a:lnTo>
                  <a:pt x="6058853" y="3357562"/>
                </a:lnTo>
                <a:lnTo>
                  <a:pt x="6429376" y="3048000"/>
                </a:lnTo>
                <a:lnTo>
                  <a:pt x="6757036" y="2694622"/>
                </a:lnTo>
                <a:lnTo>
                  <a:pt x="7037070" y="2303145"/>
                </a:lnTo>
                <a:lnTo>
                  <a:pt x="7266623" y="1878330"/>
                </a:lnTo>
                <a:lnTo>
                  <a:pt x="7439978" y="1428750"/>
                </a:lnTo>
                <a:lnTo>
                  <a:pt x="7555230" y="961072"/>
                </a:lnTo>
                <a:lnTo>
                  <a:pt x="7610476" y="481965"/>
                </a:lnTo>
                <a:lnTo>
                  <a:pt x="7604760" y="0"/>
                </a:lnTo>
                <a:lnTo>
                  <a:pt x="7604760" y="0"/>
                </a:lnTo>
                <a:close/>
              </a:path>
            </a:pathLst>
          </a:custGeom>
          <a:solidFill>
            <a:srgbClr val="B7CCFF">
              <a:alpha val="7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g-glow-top-3"/>
          <p:cNvSpPr/>
          <p:nvPr/>
        </p:nvSpPr>
        <p:spPr>
          <a:xfrm>
            <a:off x="10193655" y="0"/>
            <a:ext cx="6282690" cy="3429000"/>
          </a:xfrm>
          <a:custGeom>
            <a:avLst/>
            <a:gdLst/>
            <a:ahLst/>
            <a:cxnLst/>
            <a:rect l="l" t="t" r="r" b="b"/>
            <a:pathLst>
              <a:path w="6282690" h="3429000">
                <a:moveTo>
                  <a:pt x="11430" y="0"/>
                </a:moveTo>
                <a:lnTo>
                  <a:pt x="11430" y="0"/>
                </a:lnTo>
                <a:lnTo>
                  <a:pt x="0" y="401002"/>
                </a:lnTo>
                <a:lnTo>
                  <a:pt x="40957" y="801052"/>
                </a:lnTo>
                <a:lnTo>
                  <a:pt x="131445" y="1191578"/>
                </a:lnTo>
                <a:lnTo>
                  <a:pt x="271463" y="1568768"/>
                </a:lnTo>
                <a:lnTo>
                  <a:pt x="458153" y="1924050"/>
                </a:lnTo>
                <a:lnTo>
                  <a:pt x="689610" y="2252662"/>
                </a:lnTo>
                <a:lnTo>
                  <a:pt x="960120" y="2548890"/>
                </a:lnTo>
                <a:lnTo>
                  <a:pt x="1265873" y="2808922"/>
                </a:lnTo>
                <a:lnTo>
                  <a:pt x="1603057" y="3027045"/>
                </a:lnTo>
                <a:lnTo>
                  <a:pt x="1965007" y="3200400"/>
                </a:lnTo>
                <a:lnTo>
                  <a:pt x="2346007" y="3327082"/>
                </a:lnTo>
                <a:lnTo>
                  <a:pt x="2740343" y="3403282"/>
                </a:lnTo>
                <a:lnTo>
                  <a:pt x="3141345" y="3429000"/>
                </a:lnTo>
                <a:lnTo>
                  <a:pt x="3542347" y="3403282"/>
                </a:lnTo>
                <a:lnTo>
                  <a:pt x="3936683" y="3327082"/>
                </a:lnTo>
                <a:lnTo>
                  <a:pt x="4317683" y="3200400"/>
                </a:lnTo>
                <a:lnTo>
                  <a:pt x="4679633" y="3027045"/>
                </a:lnTo>
                <a:lnTo>
                  <a:pt x="5016817" y="2808922"/>
                </a:lnTo>
                <a:lnTo>
                  <a:pt x="5322570" y="2548890"/>
                </a:lnTo>
                <a:lnTo>
                  <a:pt x="5593080" y="2252662"/>
                </a:lnTo>
                <a:lnTo>
                  <a:pt x="5824537" y="1924050"/>
                </a:lnTo>
                <a:lnTo>
                  <a:pt x="6011227" y="1568768"/>
                </a:lnTo>
                <a:lnTo>
                  <a:pt x="6151245" y="1191578"/>
                </a:lnTo>
                <a:lnTo>
                  <a:pt x="6241733" y="801052"/>
                </a:lnTo>
                <a:lnTo>
                  <a:pt x="6282690" y="401002"/>
                </a:lnTo>
                <a:lnTo>
                  <a:pt x="6271260" y="0"/>
                </a:lnTo>
                <a:lnTo>
                  <a:pt x="6271260" y="0"/>
                </a:lnTo>
                <a:close/>
              </a:path>
            </a:pathLst>
          </a:custGeom>
          <a:solidFill>
            <a:srgbClr val="B7CCFF">
              <a:alpha val="7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g-glow-top-4"/>
          <p:cNvSpPr/>
          <p:nvPr/>
        </p:nvSpPr>
        <p:spPr>
          <a:xfrm>
            <a:off x="10858500" y="0"/>
            <a:ext cx="4953000" cy="2762250"/>
          </a:xfrm>
          <a:custGeom>
            <a:avLst/>
            <a:gdLst/>
            <a:ahLst/>
            <a:cxnLst/>
            <a:rect l="l" t="t" r="r" b="b"/>
            <a:pathLst>
              <a:path w="4953000" h="2762250">
                <a:moveTo>
                  <a:pt x="16192" y="0"/>
                </a:moveTo>
                <a:lnTo>
                  <a:pt x="16192" y="0"/>
                </a:lnTo>
                <a:lnTo>
                  <a:pt x="0" y="320992"/>
                </a:lnTo>
                <a:lnTo>
                  <a:pt x="25718" y="641032"/>
                </a:lnTo>
                <a:lnTo>
                  <a:pt x="92392" y="954405"/>
                </a:lnTo>
                <a:lnTo>
                  <a:pt x="199072" y="1257300"/>
                </a:lnTo>
                <a:lnTo>
                  <a:pt x="343852" y="1544002"/>
                </a:lnTo>
                <a:lnTo>
                  <a:pt x="523875" y="1809750"/>
                </a:lnTo>
                <a:lnTo>
                  <a:pt x="738188" y="2048828"/>
                </a:lnTo>
                <a:lnTo>
                  <a:pt x="980122" y="2259330"/>
                </a:lnTo>
                <a:lnTo>
                  <a:pt x="1248728" y="2436495"/>
                </a:lnTo>
                <a:lnTo>
                  <a:pt x="1536382" y="2577465"/>
                </a:lnTo>
                <a:lnTo>
                  <a:pt x="1841182" y="2679382"/>
                </a:lnTo>
                <a:lnTo>
                  <a:pt x="2156460" y="2741295"/>
                </a:lnTo>
                <a:lnTo>
                  <a:pt x="2476500" y="2762250"/>
                </a:lnTo>
                <a:lnTo>
                  <a:pt x="2796540" y="2741295"/>
                </a:lnTo>
                <a:lnTo>
                  <a:pt x="3111818" y="2679382"/>
                </a:lnTo>
                <a:lnTo>
                  <a:pt x="3416618" y="2577465"/>
                </a:lnTo>
                <a:lnTo>
                  <a:pt x="3704272" y="2436495"/>
                </a:lnTo>
                <a:lnTo>
                  <a:pt x="3972878" y="2259330"/>
                </a:lnTo>
                <a:lnTo>
                  <a:pt x="4214812" y="2048828"/>
                </a:lnTo>
                <a:lnTo>
                  <a:pt x="4429125" y="1809750"/>
                </a:lnTo>
                <a:lnTo>
                  <a:pt x="4609148" y="1544002"/>
                </a:lnTo>
                <a:lnTo>
                  <a:pt x="4753928" y="1257300"/>
                </a:lnTo>
                <a:lnTo>
                  <a:pt x="4860608" y="954405"/>
                </a:lnTo>
                <a:lnTo>
                  <a:pt x="4927282" y="641032"/>
                </a:lnTo>
                <a:lnTo>
                  <a:pt x="4953000" y="320992"/>
                </a:lnTo>
                <a:lnTo>
                  <a:pt x="4936808" y="0"/>
                </a:lnTo>
                <a:lnTo>
                  <a:pt x="4936808" y="0"/>
                </a:lnTo>
                <a:close/>
              </a:path>
            </a:pathLst>
          </a:custGeom>
          <a:solidFill>
            <a:srgbClr val="B7CCFF">
              <a:alpha val="7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g-glow-top-5"/>
          <p:cNvSpPr/>
          <p:nvPr/>
        </p:nvSpPr>
        <p:spPr>
          <a:xfrm>
            <a:off x="11526202" y="0"/>
            <a:ext cx="3617596" cy="2095500"/>
          </a:xfrm>
          <a:custGeom>
            <a:avLst/>
            <a:gdLst/>
            <a:ahLst/>
            <a:cxnLst/>
            <a:rect l="l" t="t" r="r" b="b"/>
            <a:pathLst>
              <a:path w="3617596" h="2095500">
                <a:moveTo>
                  <a:pt x="21908" y="0"/>
                </a:moveTo>
                <a:lnTo>
                  <a:pt x="21908" y="0"/>
                </a:lnTo>
                <a:lnTo>
                  <a:pt x="0" y="239078"/>
                </a:lnTo>
                <a:lnTo>
                  <a:pt x="9526" y="480060"/>
                </a:lnTo>
                <a:lnTo>
                  <a:pt x="51436" y="717232"/>
                </a:lnTo>
                <a:lnTo>
                  <a:pt x="123826" y="945832"/>
                </a:lnTo>
                <a:lnTo>
                  <a:pt x="226696" y="1163955"/>
                </a:lnTo>
                <a:lnTo>
                  <a:pt x="357188" y="1365885"/>
                </a:lnTo>
                <a:lnTo>
                  <a:pt x="512446" y="1548765"/>
                </a:lnTo>
                <a:lnTo>
                  <a:pt x="691516" y="1709738"/>
                </a:lnTo>
                <a:lnTo>
                  <a:pt x="890588" y="1844992"/>
                </a:lnTo>
                <a:lnTo>
                  <a:pt x="1105853" y="1953578"/>
                </a:lnTo>
                <a:lnTo>
                  <a:pt x="1332548" y="2031682"/>
                </a:lnTo>
                <a:lnTo>
                  <a:pt x="1568768" y="2079308"/>
                </a:lnTo>
                <a:lnTo>
                  <a:pt x="1808798" y="2095500"/>
                </a:lnTo>
                <a:lnTo>
                  <a:pt x="2048828" y="2079308"/>
                </a:lnTo>
                <a:lnTo>
                  <a:pt x="2285048" y="2031682"/>
                </a:lnTo>
                <a:lnTo>
                  <a:pt x="2511743" y="1953578"/>
                </a:lnTo>
                <a:lnTo>
                  <a:pt x="2727008" y="1844992"/>
                </a:lnTo>
                <a:lnTo>
                  <a:pt x="2926080" y="1709738"/>
                </a:lnTo>
                <a:lnTo>
                  <a:pt x="3105150" y="1548765"/>
                </a:lnTo>
                <a:lnTo>
                  <a:pt x="3260408" y="1365885"/>
                </a:lnTo>
                <a:lnTo>
                  <a:pt x="3390900" y="1163955"/>
                </a:lnTo>
                <a:lnTo>
                  <a:pt x="3493770" y="945832"/>
                </a:lnTo>
                <a:lnTo>
                  <a:pt x="3566160" y="717232"/>
                </a:lnTo>
                <a:lnTo>
                  <a:pt x="3608070" y="480060"/>
                </a:lnTo>
                <a:lnTo>
                  <a:pt x="3617596" y="239078"/>
                </a:lnTo>
                <a:lnTo>
                  <a:pt x="3595688" y="0"/>
                </a:lnTo>
                <a:lnTo>
                  <a:pt x="3595688" y="0"/>
                </a:lnTo>
                <a:close/>
              </a:path>
            </a:pathLst>
          </a:custGeom>
          <a:solidFill>
            <a:srgbClr val="B7CCFF">
              <a:alpha val="7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g-glow-top-6"/>
          <p:cNvSpPr/>
          <p:nvPr/>
        </p:nvSpPr>
        <p:spPr>
          <a:xfrm>
            <a:off x="12192000" y="0"/>
            <a:ext cx="2286000" cy="1428750"/>
          </a:xfrm>
          <a:custGeom>
            <a:avLst/>
            <a:gdLst/>
            <a:ahLst/>
            <a:cxnLst/>
            <a:rect l="l" t="t" r="r" b="b"/>
            <a:pathLst>
              <a:path w="2286000" h="1428750">
                <a:moveTo>
                  <a:pt x="36195" y="0"/>
                </a:moveTo>
                <a:lnTo>
                  <a:pt x="36195" y="0"/>
                </a:lnTo>
                <a:lnTo>
                  <a:pt x="7620" y="157162"/>
                </a:lnTo>
                <a:lnTo>
                  <a:pt x="0" y="317182"/>
                </a:lnTo>
                <a:lnTo>
                  <a:pt x="16192" y="477202"/>
                </a:lnTo>
                <a:lnTo>
                  <a:pt x="54292" y="632460"/>
                </a:lnTo>
                <a:lnTo>
                  <a:pt x="113348" y="782002"/>
                </a:lnTo>
                <a:lnTo>
                  <a:pt x="192405" y="921068"/>
                </a:lnTo>
                <a:lnTo>
                  <a:pt x="290512" y="1047750"/>
                </a:lnTo>
                <a:lnTo>
                  <a:pt x="405765" y="1159192"/>
                </a:lnTo>
                <a:lnTo>
                  <a:pt x="534352" y="1253490"/>
                </a:lnTo>
                <a:lnTo>
                  <a:pt x="676275" y="1328738"/>
                </a:lnTo>
                <a:lnTo>
                  <a:pt x="826770" y="1383982"/>
                </a:lnTo>
                <a:lnTo>
                  <a:pt x="982980" y="1417320"/>
                </a:lnTo>
                <a:lnTo>
                  <a:pt x="1143000" y="1428750"/>
                </a:lnTo>
                <a:lnTo>
                  <a:pt x="1303020" y="1417320"/>
                </a:lnTo>
                <a:lnTo>
                  <a:pt x="1459230" y="1383982"/>
                </a:lnTo>
                <a:lnTo>
                  <a:pt x="1609725" y="1328738"/>
                </a:lnTo>
                <a:lnTo>
                  <a:pt x="1751648" y="1253490"/>
                </a:lnTo>
                <a:lnTo>
                  <a:pt x="1880235" y="1159192"/>
                </a:lnTo>
                <a:lnTo>
                  <a:pt x="1995488" y="1047750"/>
                </a:lnTo>
                <a:lnTo>
                  <a:pt x="2093595" y="921068"/>
                </a:lnTo>
                <a:lnTo>
                  <a:pt x="2172652" y="782002"/>
                </a:lnTo>
                <a:lnTo>
                  <a:pt x="2231708" y="632460"/>
                </a:lnTo>
                <a:lnTo>
                  <a:pt x="2269808" y="477202"/>
                </a:lnTo>
                <a:lnTo>
                  <a:pt x="2286000" y="317182"/>
                </a:lnTo>
                <a:lnTo>
                  <a:pt x="2278380" y="157162"/>
                </a:lnTo>
                <a:lnTo>
                  <a:pt x="2249805" y="0"/>
                </a:lnTo>
                <a:lnTo>
                  <a:pt x="2249805" y="0"/>
                </a:lnTo>
                <a:close/>
              </a:path>
            </a:pathLst>
          </a:custGeom>
          <a:solidFill>
            <a:srgbClr val="B7CCFF">
              <a:alpha val="7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g-band-light"/>
          <p:cNvSpPr/>
          <p:nvPr/>
        </p:nvSpPr>
        <p:spPr>
          <a:xfrm>
            <a:off x="1428750" y="0"/>
            <a:ext cx="13430250" cy="10953750"/>
          </a:xfrm>
          <a:custGeom>
            <a:avLst/>
            <a:gdLst/>
            <a:ahLst/>
            <a:cxnLst/>
            <a:rect l="l" t="t" r="r" b="b"/>
            <a:pathLst>
              <a:path w="13430250" h="10953750">
                <a:moveTo>
                  <a:pt x="0" y="10953750"/>
                </a:moveTo>
                <a:lnTo>
                  <a:pt x="8572500" y="0"/>
                </a:lnTo>
                <a:lnTo>
                  <a:pt x="13430250" y="0"/>
                </a:lnTo>
                <a:lnTo>
                  <a:pt x="4857750" y="10953750"/>
                </a:lnTo>
                <a:close/>
              </a:path>
            </a:pathLst>
          </a:custGeom>
          <a:solidFill>
            <a:srgbClr val="5C7B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g-band-light2"/>
          <p:cNvSpPr/>
          <p:nvPr/>
        </p:nvSpPr>
        <p:spPr>
          <a:xfrm>
            <a:off x="4095750" y="0"/>
            <a:ext cx="9906000" cy="12382500"/>
          </a:xfrm>
          <a:custGeom>
            <a:avLst/>
            <a:gdLst/>
            <a:ahLst/>
            <a:cxnLst/>
            <a:rect l="l" t="t" r="r" b="b"/>
            <a:pathLst>
              <a:path w="9906000" h="12382500">
                <a:moveTo>
                  <a:pt x="0" y="12382500"/>
                </a:moveTo>
                <a:lnTo>
                  <a:pt x="7810500" y="0"/>
                </a:lnTo>
                <a:lnTo>
                  <a:pt x="9906000" y="0"/>
                </a:lnTo>
                <a:lnTo>
                  <a:pt x="2095500" y="12382500"/>
                </a:lnTo>
                <a:close/>
              </a:path>
            </a:pathLst>
          </a:custGeom>
          <a:solidFill>
            <a:srgbClr val="6E8B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g-dark-br"/>
          <p:cNvSpPr/>
          <p:nvPr/>
        </p:nvSpPr>
        <p:spPr>
          <a:xfrm>
            <a:off x="15811500" y="7429500"/>
            <a:ext cx="12839700" cy="7972425"/>
          </a:xfrm>
          <a:custGeom>
            <a:avLst/>
            <a:gdLst/>
            <a:ahLst/>
            <a:cxnLst/>
            <a:rect l="l" t="t" r="r" b="b"/>
            <a:pathLst>
              <a:path w="12839700" h="7972425">
                <a:moveTo>
                  <a:pt x="12839700" y="0"/>
                </a:moveTo>
                <a:lnTo>
                  <a:pt x="12839700" y="7972425"/>
                </a:lnTo>
                <a:lnTo>
                  <a:pt x="0" y="7972425"/>
                </a:lnTo>
                <a:close/>
              </a:path>
            </a:pathLst>
          </a:custGeom>
          <a:solidFill>
            <a:srgbClr val="1B208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g-dark-tl"/>
          <p:cNvSpPr/>
          <p:nvPr/>
        </p:nvSpPr>
        <p:spPr>
          <a:xfrm>
            <a:off x="0" y="0"/>
            <a:ext cx="8382000" cy="6667500"/>
          </a:xfrm>
          <a:custGeom>
            <a:avLst/>
            <a:gdLst/>
            <a:ahLst/>
            <a:cxnLst/>
            <a:rect l="l" t="t" r="r" b="b"/>
            <a:pathLst>
              <a:path w="8382000" h="6667500">
                <a:moveTo>
                  <a:pt x="0" y="0"/>
                </a:moveTo>
                <a:lnTo>
                  <a:pt x="8382000" y="0"/>
                </a:lnTo>
                <a:lnTo>
                  <a:pt x="0" y="6667500"/>
                </a:lnTo>
                <a:close/>
              </a:path>
            </a:pathLst>
          </a:custGeom>
          <a:solidFill>
            <a:srgbClr val="1B2088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2" name="deco"/>
          <p:cNvGrpSpPr/>
          <p:nvPr/>
        </p:nvGrpSpPr>
        <p:grpSpPr>
          <a:xfrm>
            <a:off x="323850" y="-4810125"/>
            <a:ext cx="27197685" cy="20202525"/>
            <a:chOff x="323850" y="-4810125"/>
            <a:chExt cx="27197685" cy="20202525"/>
          </a:xfrm>
        </p:grpSpPr>
        <p:sp>
          <p:nvSpPr>
            <p:cNvPr id="15" name="deco-arc"/>
            <p:cNvSpPr/>
            <p:nvPr/>
          </p:nvSpPr>
          <p:spPr>
            <a:xfrm>
              <a:off x="10096500" y="-4810125"/>
              <a:ext cx="6286500" cy="6286500"/>
            </a:xfrm>
            <a:prstGeom prst="ellipse">
              <a:avLst/>
            </a:prstGeom>
            <a:solidFill>
              <a:srgbClr val="A9BBFF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eco-glow-tr-0"/>
            <p:cNvSpPr/>
            <p:nvPr/>
          </p:nvSpPr>
          <p:spPr>
            <a:xfrm>
              <a:off x="22269450" y="3057525"/>
              <a:ext cx="1600200" cy="1600200"/>
            </a:xfrm>
            <a:prstGeom prst="ellipse">
              <a:avLst/>
            </a:prstGeom>
            <a:solidFill>
              <a:srgbClr val="BFD0FF">
                <a:alpha val="1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eco-glow-tr-1"/>
            <p:cNvSpPr/>
            <p:nvPr/>
          </p:nvSpPr>
          <p:spPr>
            <a:xfrm>
              <a:off x="22479000" y="3267075"/>
              <a:ext cx="1181100" cy="1181100"/>
            </a:xfrm>
            <a:prstGeom prst="ellipse">
              <a:avLst/>
            </a:prstGeom>
            <a:solidFill>
              <a:srgbClr val="BFD0FF">
                <a:alpha val="1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deco-glow-tr-2"/>
            <p:cNvSpPr/>
            <p:nvPr/>
          </p:nvSpPr>
          <p:spPr>
            <a:xfrm>
              <a:off x="22707600" y="3495675"/>
              <a:ext cx="723900" cy="723900"/>
            </a:xfrm>
            <a:prstGeom prst="ellipse">
              <a:avLst/>
            </a:prstGeom>
            <a:solidFill>
              <a:srgbClr val="BFD0FF">
                <a:alpha val="1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eco-glow-bl-0"/>
            <p:cNvSpPr/>
            <p:nvPr/>
          </p:nvSpPr>
          <p:spPr>
            <a:xfrm>
              <a:off x="3333750" y="12363450"/>
              <a:ext cx="876300" cy="876300"/>
            </a:xfrm>
            <a:prstGeom prst="ellipse">
              <a:avLst/>
            </a:prstGeom>
            <a:solidFill>
              <a:srgbClr val="BFD0FF">
                <a:alpha val="1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eco-glow-bl-1"/>
            <p:cNvSpPr/>
            <p:nvPr/>
          </p:nvSpPr>
          <p:spPr>
            <a:xfrm>
              <a:off x="3486150" y="12515850"/>
              <a:ext cx="571500" cy="571500"/>
            </a:xfrm>
            <a:prstGeom prst="ellipse">
              <a:avLst/>
            </a:prstGeom>
            <a:solidFill>
              <a:srgbClr val="BFD0FF">
                <a:alpha val="1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eco-capsule-r"/>
            <p:cNvSpPr/>
            <p:nvPr/>
          </p:nvSpPr>
          <p:spPr>
            <a:xfrm>
              <a:off x="24675465" y="6287452"/>
              <a:ext cx="2846070" cy="3312796"/>
            </a:xfrm>
            <a:custGeom>
              <a:avLst/>
              <a:gdLst/>
              <a:ahLst/>
              <a:cxnLst/>
              <a:rect l="l" t="t" r="r" b="b"/>
              <a:pathLst>
                <a:path w="2846070" h="3312796">
                  <a:moveTo>
                    <a:pt x="1999297" y="862966"/>
                  </a:moveTo>
                  <a:lnTo>
                    <a:pt x="2089785" y="915353"/>
                  </a:lnTo>
                  <a:lnTo>
                    <a:pt x="2188845" y="949643"/>
                  </a:lnTo>
                  <a:lnTo>
                    <a:pt x="2292667" y="963930"/>
                  </a:lnTo>
                  <a:lnTo>
                    <a:pt x="2396490" y="958216"/>
                  </a:lnTo>
                  <a:lnTo>
                    <a:pt x="2497455" y="931546"/>
                  </a:lnTo>
                  <a:lnTo>
                    <a:pt x="2591753" y="885826"/>
                  </a:lnTo>
                  <a:lnTo>
                    <a:pt x="2675573" y="822960"/>
                  </a:lnTo>
                  <a:lnTo>
                    <a:pt x="2745105" y="744856"/>
                  </a:lnTo>
                  <a:lnTo>
                    <a:pt x="2797493" y="654368"/>
                  </a:lnTo>
                  <a:lnTo>
                    <a:pt x="2831783" y="555308"/>
                  </a:lnTo>
                  <a:lnTo>
                    <a:pt x="2846070" y="452438"/>
                  </a:lnTo>
                  <a:lnTo>
                    <a:pt x="2840355" y="347663"/>
                  </a:lnTo>
                  <a:lnTo>
                    <a:pt x="2813685" y="246698"/>
                  </a:lnTo>
                  <a:lnTo>
                    <a:pt x="2767965" y="152400"/>
                  </a:lnTo>
                  <a:lnTo>
                    <a:pt x="2705100" y="69533"/>
                  </a:lnTo>
                  <a:lnTo>
                    <a:pt x="2626995" y="0"/>
                  </a:lnTo>
                  <a:lnTo>
                    <a:pt x="846773" y="2449830"/>
                  </a:lnTo>
                  <a:lnTo>
                    <a:pt x="756285" y="2397443"/>
                  </a:lnTo>
                  <a:lnTo>
                    <a:pt x="657225" y="2363153"/>
                  </a:lnTo>
                  <a:lnTo>
                    <a:pt x="553403" y="2348866"/>
                  </a:lnTo>
                  <a:lnTo>
                    <a:pt x="449580" y="2354580"/>
                  </a:lnTo>
                  <a:lnTo>
                    <a:pt x="348615" y="2381250"/>
                  </a:lnTo>
                  <a:lnTo>
                    <a:pt x="254317" y="2426970"/>
                  </a:lnTo>
                  <a:lnTo>
                    <a:pt x="170497" y="2489836"/>
                  </a:lnTo>
                  <a:lnTo>
                    <a:pt x="100965" y="2567940"/>
                  </a:lnTo>
                  <a:lnTo>
                    <a:pt x="48577" y="2658428"/>
                  </a:lnTo>
                  <a:lnTo>
                    <a:pt x="14287" y="2757488"/>
                  </a:lnTo>
                  <a:lnTo>
                    <a:pt x="0" y="2860358"/>
                  </a:lnTo>
                  <a:lnTo>
                    <a:pt x="5715" y="2965133"/>
                  </a:lnTo>
                  <a:lnTo>
                    <a:pt x="32385" y="3066098"/>
                  </a:lnTo>
                  <a:lnTo>
                    <a:pt x="78105" y="3160396"/>
                  </a:lnTo>
                  <a:lnTo>
                    <a:pt x="140970" y="3243263"/>
                  </a:lnTo>
                  <a:lnTo>
                    <a:pt x="219075" y="3312796"/>
                  </a:lnTo>
                  <a:close/>
                </a:path>
              </a:pathLst>
            </a:custGeom>
            <a:solidFill>
              <a:srgbClr val="93A6F5">
                <a:alpha val="13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eco-capsule-bl"/>
            <p:cNvSpPr/>
            <p:nvPr/>
          </p:nvSpPr>
          <p:spPr>
            <a:xfrm>
              <a:off x="1674495" y="12863512"/>
              <a:ext cx="2213610" cy="2124076"/>
            </a:xfrm>
            <a:custGeom>
              <a:avLst/>
              <a:gdLst/>
              <a:ahLst/>
              <a:cxnLst/>
              <a:rect l="l" t="t" r="r" b="b"/>
              <a:pathLst>
                <a:path w="2213610" h="2124076">
                  <a:moveTo>
                    <a:pt x="1450657" y="680086"/>
                  </a:moveTo>
                  <a:lnTo>
                    <a:pt x="1523047" y="733426"/>
                  </a:lnTo>
                  <a:lnTo>
                    <a:pt x="1604010" y="770573"/>
                  </a:lnTo>
                  <a:lnTo>
                    <a:pt x="1691640" y="792480"/>
                  </a:lnTo>
                  <a:lnTo>
                    <a:pt x="1781175" y="796290"/>
                  </a:lnTo>
                  <a:lnTo>
                    <a:pt x="1869757" y="782956"/>
                  </a:lnTo>
                  <a:lnTo>
                    <a:pt x="1953577" y="752476"/>
                  </a:lnTo>
                  <a:lnTo>
                    <a:pt x="2030730" y="706756"/>
                  </a:lnTo>
                  <a:lnTo>
                    <a:pt x="2096453" y="645796"/>
                  </a:lnTo>
                  <a:lnTo>
                    <a:pt x="2149793" y="573406"/>
                  </a:lnTo>
                  <a:lnTo>
                    <a:pt x="2187893" y="492443"/>
                  </a:lnTo>
                  <a:lnTo>
                    <a:pt x="2209800" y="405766"/>
                  </a:lnTo>
                  <a:lnTo>
                    <a:pt x="2213610" y="316230"/>
                  </a:lnTo>
                  <a:lnTo>
                    <a:pt x="2200275" y="227648"/>
                  </a:lnTo>
                  <a:lnTo>
                    <a:pt x="2169795" y="142876"/>
                  </a:lnTo>
                  <a:lnTo>
                    <a:pt x="2123123" y="66676"/>
                  </a:lnTo>
                  <a:lnTo>
                    <a:pt x="2063115" y="0"/>
                  </a:lnTo>
                  <a:lnTo>
                    <a:pt x="762953" y="1443990"/>
                  </a:lnTo>
                  <a:lnTo>
                    <a:pt x="690563" y="1390650"/>
                  </a:lnTo>
                  <a:lnTo>
                    <a:pt x="609600" y="1353503"/>
                  </a:lnTo>
                  <a:lnTo>
                    <a:pt x="521970" y="1331596"/>
                  </a:lnTo>
                  <a:lnTo>
                    <a:pt x="432435" y="1327786"/>
                  </a:lnTo>
                  <a:lnTo>
                    <a:pt x="343853" y="1341120"/>
                  </a:lnTo>
                  <a:lnTo>
                    <a:pt x="260033" y="1371600"/>
                  </a:lnTo>
                  <a:lnTo>
                    <a:pt x="182880" y="1417320"/>
                  </a:lnTo>
                  <a:lnTo>
                    <a:pt x="117157" y="1478280"/>
                  </a:lnTo>
                  <a:lnTo>
                    <a:pt x="63817" y="1550670"/>
                  </a:lnTo>
                  <a:lnTo>
                    <a:pt x="25717" y="1631633"/>
                  </a:lnTo>
                  <a:lnTo>
                    <a:pt x="3810" y="1718310"/>
                  </a:lnTo>
                  <a:lnTo>
                    <a:pt x="0" y="1807846"/>
                  </a:lnTo>
                  <a:lnTo>
                    <a:pt x="13335" y="1896428"/>
                  </a:lnTo>
                  <a:lnTo>
                    <a:pt x="43815" y="1981200"/>
                  </a:lnTo>
                  <a:lnTo>
                    <a:pt x="90487" y="2057400"/>
                  </a:lnTo>
                  <a:lnTo>
                    <a:pt x="150495" y="2124076"/>
                  </a:lnTo>
                  <a:close/>
                </a:path>
              </a:pathLst>
            </a:custGeom>
            <a:solidFill>
              <a:srgbClr val="93A6F5">
                <a:alpha val="13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ri-tl"/>
            <p:cNvSpPr/>
            <p:nvPr/>
          </p:nvSpPr>
          <p:spPr>
            <a:xfrm>
              <a:off x="4448175" y="2362200"/>
              <a:ext cx="1152525" cy="1323975"/>
            </a:xfrm>
            <a:custGeom>
              <a:avLst/>
              <a:gdLst/>
              <a:ahLst/>
              <a:cxnLst/>
              <a:rect l="l" t="t" r="r" b="b"/>
              <a:pathLst>
                <a:path w="1152525" h="1323975">
                  <a:moveTo>
                    <a:pt x="0" y="0"/>
                  </a:moveTo>
                  <a:lnTo>
                    <a:pt x="1152525" y="990600"/>
                  </a:lnTo>
                  <a:lnTo>
                    <a:pt x="38100" y="1323975"/>
                  </a:lnTo>
                  <a:close/>
                </a:path>
              </a:pathLst>
            </a:custGeom>
            <a:noFill/>
            <a:ln w="24765">
              <a:solidFill>
                <a:srgbClr val="B9C3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ri-ml"/>
            <p:cNvSpPr/>
            <p:nvPr/>
          </p:nvSpPr>
          <p:spPr>
            <a:xfrm>
              <a:off x="6400800" y="10668000"/>
              <a:ext cx="638175" cy="657225"/>
            </a:xfrm>
            <a:custGeom>
              <a:avLst/>
              <a:gdLst/>
              <a:ahLst/>
              <a:cxnLst/>
              <a:rect l="l" t="t" r="r" b="b"/>
              <a:pathLst>
                <a:path w="638175" h="657225">
                  <a:moveTo>
                    <a:pt x="0" y="657225"/>
                  </a:moveTo>
                  <a:lnTo>
                    <a:pt x="114300" y="0"/>
                  </a:lnTo>
                  <a:lnTo>
                    <a:pt x="638175" y="447675"/>
                  </a:lnTo>
                  <a:close/>
                </a:path>
              </a:pathLst>
            </a:custGeom>
            <a:noFill/>
            <a:ln w="24765">
              <a:solidFill>
                <a:srgbClr val="B9C3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ri-bl"/>
            <p:cNvSpPr/>
            <p:nvPr/>
          </p:nvSpPr>
          <p:spPr>
            <a:xfrm>
              <a:off x="323850" y="14392275"/>
              <a:ext cx="981075" cy="1000125"/>
            </a:xfrm>
            <a:custGeom>
              <a:avLst/>
              <a:gdLst/>
              <a:ahLst/>
              <a:cxnLst/>
              <a:rect l="l" t="t" r="r" b="b"/>
              <a:pathLst>
                <a:path w="981075" h="1000125">
                  <a:moveTo>
                    <a:pt x="295275" y="476250"/>
                  </a:moveTo>
                  <a:lnTo>
                    <a:pt x="981075" y="0"/>
                  </a:lnTo>
                  <a:lnTo>
                    <a:pt x="0" y="1000125"/>
                  </a:lnTo>
                  <a:close/>
                </a:path>
              </a:pathLst>
            </a:custGeom>
            <a:noFill/>
            <a:ln w="24765">
              <a:solidFill>
                <a:srgbClr val="B9C3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ri-cl"/>
            <p:cNvSpPr/>
            <p:nvPr/>
          </p:nvSpPr>
          <p:spPr>
            <a:xfrm>
              <a:off x="8458200" y="8115300"/>
              <a:ext cx="1009650" cy="1019175"/>
            </a:xfrm>
            <a:custGeom>
              <a:avLst/>
              <a:gdLst/>
              <a:ahLst/>
              <a:cxnLst/>
              <a:rect l="l" t="t" r="r" b="b"/>
              <a:pathLst>
                <a:path w="1009650" h="1019175">
                  <a:moveTo>
                    <a:pt x="552450" y="381000"/>
                  </a:moveTo>
                  <a:lnTo>
                    <a:pt x="1009650" y="0"/>
                  </a:lnTo>
                  <a:lnTo>
                    <a:pt x="0" y="1019175"/>
                  </a:lnTo>
                  <a:close/>
                </a:path>
              </a:pathLst>
            </a:custGeom>
            <a:noFill/>
            <a:ln w="24765">
              <a:solidFill>
                <a:srgbClr val="B9C3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ri-lr"/>
            <p:cNvSpPr/>
            <p:nvPr/>
          </p:nvSpPr>
          <p:spPr>
            <a:xfrm>
              <a:off x="19945350" y="12830175"/>
              <a:ext cx="628650" cy="666750"/>
            </a:xfrm>
            <a:custGeom>
              <a:avLst/>
              <a:gdLst/>
              <a:ahLst/>
              <a:cxnLst/>
              <a:rect l="l" t="t" r="r" b="b"/>
              <a:pathLst>
                <a:path w="628650" h="666750">
                  <a:moveTo>
                    <a:pt x="104775" y="0"/>
                  </a:moveTo>
                  <a:lnTo>
                    <a:pt x="628650" y="438150"/>
                  </a:lnTo>
                  <a:lnTo>
                    <a:pt x="0" y="666750"/>
                  </a:lnTo>
                  <a:close/>
                </a:path>
              </a:pathLst>
            </a:custGeom>
            <a:noFill/>
            <a:ln w="24765">
              <a:solidFill>
                <a:srgbClr val="B9C3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8" name="num-02"/>
          <p:cNvSpPr txBox="1"/>
          <p:nvPr/>
        </p:nvSpPr>
        <p:spPr>
          <a:xfrm>
            <a:off x="11144250" y="2009775"/>
            <a:ext cx="7620000" cy="5429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2750" b="1" i="0" spc="5025">
                <a:solidFill>
                  <a:srgbClr val="C9D2F7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29" name="title"/>
          <p:cNvSpPr txBox="1"/>
          <p:nvPr/>
        </p:nvSpPr>
        <p:spPr>
          <a:xfrm>
            <a:off x="9105900" y="5905500"/>
            <a:ext cx="10477500" cy="3657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积极倾听</a:t>
            </a:r>
          </a:p>
        </p:txBody>
      </p:sp>
      <p:sp>
        <p:nvSpPr>
          <p:cNvPr id="30" name="subtitle"/>
          <p:cNvSpPr txBox="1"/>
          <p:nvPr/>
        </p:nvSpPr>
        <p:spPr>
          <a:xfrm>
            <a:off x="9105900" y="9048750"/>
            <a:ext cx="10477500" cy="140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937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成为值得信赖的沟通对象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