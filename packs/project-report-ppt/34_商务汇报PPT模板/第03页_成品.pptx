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411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411450"/>
          </a:xfrm>
          <a:prstGeom prst="rect">
            <a:avLst/>
          </a:prstGeom>
          <a:solidFill>
            <a:srgbClr val="324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band-00"/>
          <p:cNvSpPr/>
          <p:nvPr/>
        </p:nvSpPr>
        <p:spPr>
          <a:xfrm>
            <a:off x="0" y="0"/>
            <a:ext cx="2286000" cy="2754630"/>
          </a:xfrm>
          <a:custGeom>
            <a:avLst/>
            <a:gdLst/>
            <a:ahLst/>
            <a:cxnLst/>
            <a:rect l="l" t="t" r="r" b="b"/>
            <a:pathLst>
              <a:path w="2286000" h="2754630">
                <a:moveTo>
                  <a:pt x="0" y="0"/>
                </a:moveTo>
                <a:lnTo>
                  <a:pt x="2286000" y="0"/>
                </a:lnTo>
                <a:lnTo>
                  <a:pt x="0" y="2754630"/>
                </a:lnTo>
                <a:close/>
              </a:path>
            </a:pathLst>
          </a:custGeom>
          <a:solidFill>
            <a:srgbClr val="304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-band-01"/>
          <p:cNvSpPr/>
          <p:nvPr/>
        </p:nvSpPr>
        <p:spPr>
          <a:xfrm>
            <a:off x="0" y="0"/>
            <a:ext cx="4572000" cy="5508308"/>
          </a:xfrm>
          <a:custGeom>
            <a:avLst/>
            <a:gdLst/>
            <a:ahLst/>
            <a:cxnLst/>
            <a:rect l="l" t="t" r="r" b="b"/>
            <a:pathLst>
              <a:path w="4572000" h="5508308">
                <a:moveTo>
                  <a:pt x="2286000" y="0"/>
                </a:moveTo>
                <a:lnTo>
                  <a:pt x="4572000" y="0"/>
                </a:lnTo>
                <a:lnTo>
                  <a:pt x="0" y="5508308"/>
                </a:lnTo>
                <a:lnTo>
                  <a:pt x="0" y="2754630"/>
                </a:lnTo>
                <a:close/>
              </a:path>
            </a:pathLst>
          </a:custGeom>
          <a:solidFill>
            <a:srgbClr val="323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-band-02"/>
          <p:cNvSpPr/>
          <p:nvPr/>
        </p:nvSpPr>
        <p:spPr>
          <a:xfrm>
            <a:off x="0" y="0"/>
            <a:ext cx="6858000" cy="8262938"/>
          </a:xfrm>
          <a:custGeom>
            <a:avLst/>
            <a:gdLst/>
            <a:ahLst/>
            <a:cxnLst/>
            <a:rect l="l" t="t" r="r" b="b"/>
            <a:pathLst>
              <a:path w="6858000" h="8262938">
                <a:moveTo>
                  <a:pt x="4572000" y="0"/>
                </a:moveTo>
                <a:lnTo>
                  <a:pt x="6858000" y="0"/>
                </a:lnTo>
                <a:lnTo>
                  <a:pt x="0" y="8262938"/>
                </a:lnTo>
                <a:lnTo>
                  <a:pt x="0" y="5508308"/>
                </a:lnTo>
                <a:close/>
              </a:path>
            </a:pathLst>
          </a:custGeom>
          <a:solidFill>
            <a:srgbClr val="323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-band-03"/>
          <p:cNvSpPr/>
          <p:nvPr/>
        </p:nvSpPr>
        <p:spPr>
          <a:xfrm>
            <a:off x="0" y="0"/>
            <a:ext cx="9144000" cy="11016615"/>
          </a:xfrm>
          <a:custGeom>
            <a:avLst/>
            <a:gdLst/>
            <a:ahLst/>
            <a:cxnLst/>
            <a:rect l="l" t="t" r="r" b="b"/>
            <a:pathLst>
              <a:path w="9144000" h="11016615">
                <a:moveTo>
                  <a:pt x="6858000" y="0"/>
                </a:moveTo>
                <a:lnTo>
                  <a:pt x="9144000" y="0"/>
                </a:lnTo>
                <a:lnTo>
                  <a:pt x="0" y="11016615"/>
                </a:lnTo>
                <a:lnTo>
                  <a:pt x="0" y="8262938"/>
                </a:lnTo>
                <a:close/>
              </a:path>
            </a:pathLst>
          </a:custGeom>
          <a:solidFill>
            <a:srgbClr val="323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-band-04"/>
          <p:cNvSpPr/>
          <p:nvPr/>
        </p:nvSpPr>
        <p:spPr>
          <a:xfrm>
            <a:off x="0" y="0"/>
            <a:ext cx="11430000" cy="13771245"/>
          </a:xfrm>
          <a:custGeom>
            <a:avLst/>
            <a:gdLst/>
            <a:ahLst/>
            <a:cxnLst/>
            <a:rect l="l" t="t" r="r" b="b"/>
            <a:pathLst>
              <a:path w="11430000" h="13771245">
                <a:moveTo>
                  <a:pt x="9144000" y="0"/>
                </a:moveTo>
                <a:lnTo>
                  <a:pt x="11430000" y="0"/>
                </a:lnTo>
                <a:lnTo>
                  <a:pt x="0" y="13771245"/>
                </a:lnTo>
                <a:lnTo>
                  <a:pt x="0" y="11016615"/>
                </a:lnTo>
                <a:close/>
              </a:path>
            </a:pathLst>
          </a:custGeom>
          <a:solidFill>
            <a:srgbClr val="314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-band-05"/>
          <p:cNvSpPr/>
          <p:nvPr/>
        </p:nvSpPr>
        <p:spPr>
          <a:xfrm>
            <a:off x="0" y="0"/>
            <a:ext cx="13716000" cy="15411450"/>
          </a:xfrm>
          <a:custGeom>
            <a:avLst/>
            <a:gdLst/>
            <a:ahLst/>
            <a:cxnLst/>
            <a:rect l="l" t="t" r="r" b="b"/>
            <a:pathLst>
              <a:path w="13716000" h="15411450">
                <a:moveTo>
                  <a:pt x="11430000" y="0"/>
                </a:moveTo>
                <a:lnTo>
                  <a:pt x="13716000" y="0"/>
                </a:lnTo>
                <a:lnTo>
                  <a:pt x="924878" y="15411450"/>
                </a:lnTo>
                <a:lnTo>
                  <a:pt x="0" y="15411450"/>
                </a:lnTo>
                <a:lnTo>
                  <a:pt x="0" y="13771245"/>
                </a:lnTo>
                <a:close/>
              </a:path>
            </a:pathLst>
          </a:custGeom>
          <a:solidFill>
            <a:srgbClr val="314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-band-06"/>
          <p:cNvSpPr/>
          <p:nvPr/>
        </p:nvSpPr>
        <p:spPr>
          <a:xfrm>
            <a:off x="924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15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-band-07"/>
          <p:cNvSpPr/>
          <p:nvPr/>
        </p:nvSpPr>
        <p:spPr>
          <a:xfrm>
            <a:off x="3210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14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g-band-08"/>
          <p:cNvSpPr/>
          <p:nvPr/>
        </p:nvSpPr>
        <p:spPr>
          <a:xfrm>
            <a:off x="5496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24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g-band-09"/>
          <p:cNvSpPr/>
          <p:nvPr/>
        </p:nvSpPr>
        <p:spPr>
          <a:xfrm>
            <a:off x="7782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14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-band-10"/>
          <p:cNvSpPr/>
          <p:nvPr/>
        </p:nvSpPr>
        <p:spPr>
          <a:xfrm>
            <a:off x="10068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23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-band-11"/>
          <p:cNvSpPr/>
          <p:nvPr/>
        </p:nvSpPr>
        <p:spPr>
          <a:xfrm>
            <a:off x="12354878" y="0"/>
            <a:ext cx="15077122" cy="15411450"/>
          </a:xfrm>
          <a:custGeom>
            <a:avLst/>
            <a:gdLst/>
            <a:ahLst/>
            <a:cxnLst/>
            <a:rect l="l" t="t" r="r" b="b"/>
            <a:pathLst>
              <a:path w="15077122" h="15411450">
                <a:moveTo>
                  <a:pt x="12791122" y="0"/>
                </a:moveTo>
                <a:lnTo>
                  <a:pt x="15077122" y="0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23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-band-12"/>
          <p:cNvSpPr/>
          <p:nvPr/>
        </p:nvSpPr>
        <p:spPr>
          <a:xfrm>
            <a:off x="14640878" y="0"/>
            <a:ext cx="14010322" cy="15411450"/>
          </a:xfrm>
          <a:custGeom>
            <a:avLst/>
            <a:gdLst/>
            <a:ahLst/>
            <a:cxnLst/>
            <a:rect l="l" t="t" r="r" b="b"/>
            <a:pathLst>
              <a:path w="14010322" h="15411450">
                <a:moveTo>
                  <a:pt x="12791122" y="0"/>
                </a:moveTo>
                <a:lnTo>
                  <a:pt x="14010322" y="0"/>
                </a:lnTo>
                <a:lnTo>
                  <a:pt x="14010322" y="1284922"/>
                </a:lnTo>
                <a:lnTo>
                  <a:pt x="2286000" y="15411450"/>
                </a:lnTo>
                <a:lnTo>
                  <a:pt x="0" y="15411450"/>
                </a:lnTo>
                <a:close/>
              </a:path>
            </a:pathLst>
          </a:custGeom>
          <a:solidFill>
            <a:srgbClr val="324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-band-13"/>
          <p:cNvSpPr/>
          <p:nvPr/>
        </p:nvSpPr>
        <p:spPr>
          <a:xfrm>
            <a:off x="16926878" y="1284922"/>
            <a:ext cx="11724322" cy="14126528"/>
          </a:xfrm>
          <a:custGeom>
            <a:avLst/>
            <a:gdLst/>
            <a:ahLst/>
            <a:cxnLst/>
            <a:rect l="l" t="t" r="r" b="b"/>
            <a:pathLst>
              <a:path w="11724322" h="14126528">
                <a:moveTo>
                  <a:pt x="11724322" y="0"/>
                </a:moveTo>
                <a:lnTo>
                  <a:pt x="11724322" y="2754630"/>
                </a:lnTo>
                <a:lnTo>
                  <a:pt x="2286000" y="14126528"/>
                </a:lnTo>
                <a:lnTo>
                  <a:pt x="0" y="14126528"/>
                </a:lnTo>
                <a:close/>
              </a:path>
            </a:pathLst>
          </a:custGeom>
          <a:solidFill>
            <a:srgbClr val="314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g-band-14"/>
          <p:cNvSpPr/>
          <p:nvPr/>
        </p:nvSpPr>
        <p:spPr>
          <a:xfrm>
            <a:off x="19212878" y="4039552"/>
            <a:ext cx="9438322" cy="11371898"/>
          </a:xfrm>
          <a:custGeom>
            <a:avLst/>
            <a:gdLst/>
            <a:ahLst/>
            <a:cxnLst/>
            <a:rect l="l" t="t" r="r" b="b"/>
            <a:pathLst>
              <a:path w="9438322" h="11371898">
                <a:moveTo>
                  <a:pt x="9438322" y="0"/>
                </a:moveTo>
                <a:lnTo>
                  <a:pt x="9438322" y="2754630"/>
                </a:lnTo>
                <a:lnTo>
                  <a:pt x="2286000" y="11371898"/>
                </a:lnTo>
                <a:lnTo>
                  <a:pt x="0" y="11371898"/>
                </a:lnTo>
                <a:close/>
              </a:path>
            </a:pathLst>
          </a:custGeom>
          <a:solidFill>
            <a:srgbClr val="323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g-band-15"/>
          <p:cNvSpPr/>
          <p:nvPr/>
        </p:nvSpPr>
        <p:spPr>
          <a:xfrm>
            <a:off x="21498878" y="6794182"/>
            <a:ext cx="7152322" cy="8617268"/>
          </a:xfrm>
          <a:custGeom>
            <a:avLst/>
            <a:gdLst/>
            <a:ahLst/>
            <a:cxnLst/>
            <a:rect l="l" t="t" r="r" b="b"/>
            <a:pathLst>
              <a:path w="7152322" h="8617268">
                <a:moveTo>
                  <a:pt x="7152322" y="0"/>
                </a:moveTo>
                <a:lnTo>
                  <a:pt x="7152322" y="2753678"/>
                </a:lnTo>
                <a:lnTo>
                  <a:pt x="2286000" y="8617268"/>
                </a:lnTo>
                <a:lnTo>
                  <a:pt x="0" y="8617268"/>
                </a:lnTo>
                <a:close/>
              </a:path>
            </a:pathLst>
          </a:custGeom>
          <a:solidFill>
            <a:srgbClr val="322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-band-16"/>
          <p:cNvSpPr/>
          <p:nvPr/>
        </p:nvSpPr>
        <p:spPr>
          <a:xfrm>
            <a:off x="23784878" y="9547860"/>
            <a:ext cx="4866322" cy="5863590"/>
          </a:xfrm>
          <a:custGeom>
            <a:avLst/>
            <a:gdLst/>
            <a:ahLst/>
            <a:cxnLst/>
            <a:rect l="l" t="t" r="r" b="b"/>
            <a:pathLst>
              <a:path w="4866322" h="5863590">
                <a:moveTo>
                  <a:pt x="4866322" y="0"/>
                </a:moveTo>
                <a:lnTo>
                  <a:pt x="4866322" y="2754630"/>
                </a:lnTo>
                <a:lnTo>
                  <a:pt x="2286000" y="5863590"/>
                </a:lnTo>
                <a:lnTo>
                  <a:pt x="0" y="5863590"/>
                </a:lnTo>
                <a:close/>
              </a:path>
            </a:pathLst>
          </a:custGeom>
          <a:solidFill>
            <a:srgbClr val="322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-band-17"/>
          <p:cNvSpPr/>
          <p:nvPr/>
        </p:nvSpPr>
        <p:spPr>
          <a:xfrm>
            <a:off x="26070878" y="12302490"/>
            <a:ext cx="2580322" cy="3108960"/>
          </a:xfrm>
          <a:custGeom>
            <a:avLst/>
            <a:gdLst/>
            <a:ahLst/>
            <a:cxnLst/>
            <a:rect l="l" t="t" r="r" b="b"/>
            <a:pathLst>
              <a:path w="2580322" h="3108960">
                <a:moveTo>
                  <a:pt x="2580322" y="0"/>
                </a:moveTo>
                <a:lnTo>
                  <a:pt x="2580322" y="2753678"/>
                </a:lnTo>
                <a:lnTo>
                  <a:pt x="228600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321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g-band-18"/>
          <p:cNvSpPr/>
          <p:nvPr/>
        </p:nvSpPr>
        <p:spPr>
          <a:xfrm>
            <a:off x="28356878" y="15056168"/>
            <a:ext cx="294322" cy="355282"/>
          </a:xfrm>
          <a:custGeom>
            <a:avLst/>
            <a:gdLst/>
            <a:ahLst/>
            <a:cxnLst/>
            <a:rect l="l" t="t" r="r" b="b"/>
            <a:pathLst>
              <a:path w="294322" h="355282">
                <a:moveTo>
                  <a:pt x="294322" y="0"/>
                </a:moveTo>
                <a:lnTo>
                  <a:pt x="294322" y="355282"/>
                </a:lnTo>
                <a:lnTo>
                  <a:pt x="0" y="355282"/>
                </a:lnTo>
                <a:close/>
              </a:path>
            </a:pathLst>
          </a:custGeom>
          <a:solidFill>
            <a:srgbClr val="341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co-top-capsule"/>
          <p:cNvSpPr/>
          <p:nvPr/>
        </p:nvSpPr>
        <p:spPr>
          <a:xfrm rot="20880000">
            <a:off x="9877425" y="47625"/>
            <a:ext cx="5334000" cy="1238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340D8"/>
              </a:gs>
              <a:gs pos="100000">
                <a:srgbClr val="4E86F5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-top-slash"/>
          <p:cNvSpPr/>
          <p:nvPr/>
        </p:nvSpPr>
        <p:spPr>
          <a:xfrm rot="2280000">
            <a:off x="14182725" y="1695450"/>
            <a:ext cx="6096000" cy="381000"/>
          </a:xfrm>
          <a:prstGeom prst="roundRect">
            <a:avLst>
              <a:gd name="adj" fmla="val 50000"/>
            </a:avLst>
          </a:prstGeom>
          <a:solidFill>
            <a:srgbClr val="6E9C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co-dot-ur"/>
          <p:cNvSpPr/>
          <p:nvPr/>
        </p:nvSpPr>
        <p:spPr>
          <a:xfrm>
            <a:off x="22231350" y="2781300"/>
            <a:ext cx="1371600" cy="1371600"/>
          </a:xfrm>
          <a:prstGeom prst="ellipse">
            <a:avLst/>
          </a:prstGeom>
          <a:gradFill rotWithShape="1">
            <a:gsLst>
              <a:gs pos="0">
                <a:srgbClr val="3546DC"/>
              </a:gs>
              <a:gs pos="100000">
                <a:srgbClr val="6699FF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co-dot-bl"/>
          <p:cNvSpPr/>
          <p:nvPr/>
        </p:nvSpPr>
        <p:spPr>
          <a:xfrm>
            <a:off x="3143250" y="12068175"/>
            <a:ext cx="1028700" cy="1028700"/>
          </a:xfrm>
          <a:prstGeom prst="ellipse">
            <a:avLst/>
          </a:prstGeom>
          <a:gradFill rotWithShape="1">
            <a:gsLst>
              <a:gs pos="0">
                <a:srgbClr val="3546DC"/>
              </a:gs>
              <a:gs pos="100000">
                <a:srgbClr val="6699FF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eco-pill-bl"/>
          <p:cNvSpPr/>
          <p:nvPr/>
        </p:nvSpPr>
        <p:spPr>
          <a:xfrm rot="18900000">
            <a:off x="2171700" y="13077825"/>
            <a:ext cx="2476500" cy="1238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546DC"/>
              </a:gs>
              <a:gs pos="100000">
                <a:srgbClr val="6699FF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o-blob-right"/>
          <p:cNvSpPr/>
          <p:nvPr/>
        </p:nvSpPr>
        <p:spPr>
          <a:xfrm rot="18000000">
            <a:off x="23898225" y="7477125"/>
            <a:ext cx="2857500" cy="1238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340D8"/>
              </a:gs>
              <a:gs pos="100000">
                <a:srgbClr val="4E86F5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eco-slash-bottom"/>
          <p:cNvSpPr/>
          <p:nvPr/>
        </p:nvSpPr>
        <p:spPr>
          <a:xfrm rot="2820000">
            <a:off x="12563475" y="11811000"/>
            <a:ext cx="8191500" cy="857250"/>
          </a:xfrm>
          <a:prstGeom prst="roundRect">
            <a:avLst>
              <a:gd name="adj" fmla="val 50000"/>
            </a:avLst>
          </a:prstGeom>
          <a:solidFill>
            <a:srgbClr val="5E8C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i-1"/>
          <p:cNvSpPr/>
          <p:nvPr/>
        </p:nvSpPr>
        <p:spPr>
          <a:xfrm>
            <a:off x="4265295" y="2340292"/>
            <a:ext cx="1259205" cy="1223963"/>
          </a:xfrm>
          <a:custGeom>
            <a:avLst/>
            <a:gdLst/>
            <a:ahLst/>
            <a:cxnLst/>
            <a:rect l="l" t="t" r="r" b="b"/>
            <a:pathLst>
              <a:path w="1259205" h="1223963">
                <a:moveTo>
                  <a:pt x="861060" y="0"/>
                </a:moveTo>
                <a:lnTo>
                  <a:pt x="1259205" y="1223963"/>
                </a:lnTo>
                <a:lnTo>
                  <a:pt x="0" y="956310"/>
                </a:lnTo>
                <a:close/>
              </a:path>
            </a:pathLst>
          </a:custGeom>
          <a:noFill/>
          <a:ln w="38100">
            <a:solidFill>
              <a:srgbClr val="B9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i-2"/>
          <p:cNvSpPr/>
          <p:nvPr/>
        </p:nvSpPr>
        <p:spPr>
          <a:xfrm>
            <a:off x="6357938" y="10433685"/>
            <a:ext cx="735330" cy="688657"/>
          </a:xfrm>
          <a:custGeom>
            <a:avLst/>
            <a:gdLst/>
            <a:ahLst/>
            <a:cxnLst/>
            <a:rect l="l" t="t" r="r" b="b"/>
            <a:pathLst>
              <a:path w="735330" h="688657">
                <a:moveTo>
                  <a:pt x="278130" y="0"/>
                </a:moveTo>
                <a:lnTo>
                  <a:pt x="735330" y="585787"/>
                </a:lnTo>
                <a:lnTo>
                  <a:pt x="0" y="688657"/>
                </a:lnTo>
                <a:close/>
              </a:path>
            </a:pathLst>
          </a:custGeom>
          <a:noFill/>
          <a:ln w="38100">
            <a:solidFill>
              <a:srgbClr val="B9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i-3"/>
          <p:cNvSpPr/>
          <p:nvPr/>
        </p:nvSpPr>
        <p:spPr>
          <a:xfrm>
            <a:off x="19743420" y="12696825"/>
            <a:ext cx="774382" cy="812483"/>
          </a:xfrm>
          <a:custGeom>
            <a:avLst/>
            <a:gdLst/>
            <a:ahLst/>
            <a:cxnLst/>
            <a:rect l="l" t="t" r="r" b="b"/>
            <a:pathLst>
              <a:path w="774382" h="812483">
                <a:moveTo>
                  <a:pt x="631508" y="0"/>
                </a:moveTo>
                <a:lnTo>
                  <a:pt x="774382" y="812483"/>
                </a:lnTo>
                <a:lnTo>
                  <a:pt x="0" y="530543"/>
                </a:lnTo>
                <a:close/>
              </a:path>
            </a:pathLst>
          </a:custGeom>
          <a:noFill/>
          <a:ln w="38100">
            <a:solidFill>
              <a:srgbClr val="B9C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i-4"/>
          <p:cNvSpPr/>
          <p:nvPr/>
        </p:nvSpPr>
        <p:spPr>
          <a:xfrm>
            <a:off x="26000392" y="12287250"/>
            <a:ext cx="824866" cy="714375"/>
          </a:xfrm>
          <a:custGeom>
            <a:avLst/>
            <a:gdLst/>
            <a:ahLst/>
            <a:cxnLst/>
            <a:rect l="l" t="t" r="r" b="b"/>
            <a:pathLst>
              <a:path w="824866" h="714375">
                <a:moveTo>
                  <a:pt x="412433" y="0"/>
                </a:moveTo>
                <a:lnTo>
                  <a:pt x="824866" y="714375"/>
                </a:lnTo>
                <a:lnTo>
                  <a:pt x="0" y="714375"/>
                </a:lnTo>
                <a:close/>
              </a:path>
            </a:pathLst>
          </a:custGeom>
          <a:noFill/>
          <a:ln w="28575">
            <a:solidFill>
              <a:srgbClr val="8F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i-5"/>
          <p:cNvSpPr/>
          <p:nvPr/>
        </p:nvSpPr>
        <p:spPr>
          <a:xfrm>
            <a:off x="3269932" y="6847522"/>
            <a:ext cx="926783" cy="882968"/>
          </a:xfrm>
          <a:custGeom>
            <a:avLst/>
            <a:gdLst/>
            <a:ahLst/>
            <a:cxnLst/>
            <a:rect l="l" t="t" r="r" b="b"/>
            <a:pathLst>
              <a:path w="926783" h="882968">
                <a:moveTo>
                  <a:pt x="321946" y="0"/>
                </a:moveTo>
                <a:lnTo>
                  <a:pt x="926783" y="720090"/>
                </a:lnTo>
                <a:lnTo>
                  <a:pt x="0" y="882968"/>
                </a:lnTo>
                <a:close/>
              </a:path>
            </a:pathLst>
          </a:custGeom>
          <a:noFill/>
          <a:ln w="28575">
            <a:solidFill>
              <a:srgbClr val="A6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um-01"/>
          <p:cNvSpPr txBox="1"/>
          <p:nvPr/>
        </p:nvSpPr>
        <p:spPr>
          <a:xfrm>
            <a:off x="10763250" y="876300"/>
            <a:ext cx="8572500" cy="857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0" b="0" i="0">
                <a:solidFill>
                  <a:srgbClr val="CFD6F6"/>
                </a:solidFill>
                <a:latin typeface="Noto Sans CJK SC Black"/>
                <a:ea typeface="Noto Sans CJK SC Black"/>
                <a:cs typeface="Noto Sans CJK SC Black"/>
              </a:rPr>
              <a:t>01</a:t>
            </a:r>
          </a:p>
        </p:txBody>
      </p:sp>
      <p:sp>
        <p:nvSpPr>
          <p:cNvPr id="35" name="title"/>
          <p:cNvSpPr txBox="1"/>
          <p:nvPr/>
        </p:nvSpPr>
        <p:spPr>
          <a:xfrm>
            <a:off x="8001000" y="5686425"/>
            <a:ext cx="12763500" cy="4095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36" name="subtitle"/>
          <p:cNvSpPr txBox="1"/>
          <p:nvPr/>
        </p:nvSpPr>
        <p:spPr>
          <a:xfrm>
            <a:off x="10925175" y="9039225"/>
            <a:ext cx="6858000" cy="142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937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让信息清晰有力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