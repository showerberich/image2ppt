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651200" cy="154114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8651200" cy="15411450"/>
          </a:xfrm>
          <a:prstGeom prst="rect">
            <a:avLst/>
          </a:prstGeom>
          <a:solidFill>
            <a:srgbClr val="324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-base"/>
          <p:cNvSpPr/>
          <p:nvPr/>
        </p:nvSpPr>
        <p:spPr>
          <a:xfrm>
            <a:off x="0" y="0"/>
            <a:ext cx="28651200" cy="15411450"/>
          </a:xfrm>
          <a:prstGeom prst="rect">
            <a:avLst/>
          </a:prstGeom>
          <a:gradFill rotWithShape="1">
            <a:gsLst>
              <a:gs pos="0">
                <a:srgbClr val="323CD2"/>
              </a:gs>
              <a:gs pos="45000">
                <a:srgbClr val="3242D6"/>
              </a:gs>
            </a:gsLst>
            <a:lin scaled="0" ang="19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low-a"/>
          <p:cNvSpPr/>
          <p:nvPr/>
        </p:nvSpPr>
        <p:spPr>
          <a:xfrm>
            <a:off x="6477000" y="0"/>
            <a:ext cx="13716000" cy="2952750"/>
          </a:xfrm>
          <a:custGeom>
            <a:avLst/>
            <a:gdLst/>
            <a:ahLst/>
            <a:cxnLst/>
            <a:rect l="l" t="t" r="r" b="b"/>
            <a:pathLst>
              <a:path w="13716000" h="2952750">
                <a:moveTo>
                  <a:pt x="13716000" y="95250"/>
                </a:moveTo>
                <a:lnTo>
                  <a:pt x="13701316" y="282139"/>
                </a:lnTo>
                <a:lnTo>
                  <a:pt x="13657329" y="468229"/>
                </a:lnTo>
                <a:lnTo>
                  <a:pt x="13584225" y="652721"/>
                </a:lnTo>
                <a:lnTo>
                  <a:pt x="13482319" y="834825"/>
                </a:lnTo>
                <a:lnTo>
                  <a:pt x="13352047" y="1013763"/>
                </a:lnTo>
                <a:lnTo>
                  <a:pt x="13193966" y="1188768"/>
                </a:lnTo>
                <a:lnTo>
                  <a:pt x="13008753" y="1359090"/>
                </a:lnTo>
                <a:lnTo>
                  <a:pt x="12797202" y="1524000"/>
                </a:lnTo>
                <a:lnTo>
                  <a:pt x="12560219" y="1682792"/>
                </a:lnTo>
                <a:lnTo>
                  <a:pt x="12298817" y="1834786"/>
                </a:lnTo>
                <a:lnTo>
                  <a:pt x="12014117" y="1979331"/>
                </a:lnTo>
                <a:lnTo>
                  <a:pt x="11707338" y="2115808"/>
                </a:lnTo>
                <a:lnTo>
                  <a:pt x="11379794" y="2243632"/>
                </a:lnTo>
                <a:lnTo>
                  <a:pt x="11032886" y="2362257"/>
                </a:lnTo>
                <a:lnTo>
                  <a:pt x="10668101" y="2471174"/>
                </a:lnTo>
                <a:lnTo>
                  <a:pt x="10287000" y="2569918"/>
                </a:lnTo>
                <a:lnTo>
                  <a:pt x="9891216" y="2658064"/>
                </a:lnTo>
                <a:lnTo>
                  <a:pt x="9482443" y="2735236"/>
                </a:lnTo>
                <a:lnTo>
                  <a:pt x="9062432" y="2801103"/>
                </a:lnTo>
                <a:lnTo>
                  <a:pt x="8632981" y="2855383"/>
                </a:lnTo>
                <a:lnTo>
                  <a:pt x="8195929" y="2897844"/>
                </a:lnTo>
                <a:lnTo>
                  <a:pt x="7753149" y="2928304"/>
                </a:lnTo>
                <a:lnTo>
                  <a:pt x="7306535" y="2946632"/>
                </a:lnTo>
                <a:lnTo>
                  <a:pt x="6858000" y="2952750"/>
                </a:lnTo>
                <a:lnTo>
                  <a:pt x="6409465" y="2946632"/>
                </a:lnTo>
                <a:lnTo>
                  <a:pt x="5962851" y="2928304"/>
                </a:lnTo>
                <a:lnTo>
                  <a:pt x="5520071" y="2897844"/>
                </a:lnTo>
                <a:lnTo>
                  <a:pt x="5083019" y="2855383"/>
                </a:lnTo>
                <a:lnTo>
                  <a:pt x="4653568" y="2801103"/>
                </a:lnTo>
                <a:lnTo>
                  <a:pt x="4233557" y="2735236"/>
                </a:lnTo>
                <a:lnTo>
                  <a:pt x="3824784" y="2658064"/>
                </a:lnTo>
                <a:lnTo>
                  <a:pt x="3429000" y="2569918"/>
                </a:lnTo>
                <a:lnTo>
                  <a:pt x="3047899" y="2471174"/>
                </a:lnTo>
                <a:lnTo>
                  <a:pt x="2683114" y="2362257"/>
                </a:lnTo>
                <a:lnTo>
                  <a:pt x="2336206" y="2243632"/>
                </a:lnTo>
                <a:lnTo>
                  <a:pt x="2008662" y="2115808"/>
                </a:lnTo>
                <a:lnTo>
                  <a:pt x="1701883" y="1979331"/>
                </a:lnTo>
                <a:lnTo>
                  <a:pt x="1417183" y="1834786"/>
                </a:lnTo>
                <a:lnTo>
                  <a:pt x="1155781" y="1682792"/>
                </a:lnTo>
                <a:lnTo>
                  <a:pt x="918798" y="1524000"/>
                </a:lnTo>
                <a:lnTo>
                  <a:pt x="707247" y="1359090"/>
                </a:lnTo>
                <a:lnTo>
                  <a:pt x="522034" y="1188768"/>
                </a:lnTo>
                <a:lnTo>
                  <a:pt x="363953" y="1013763"/>
                </a:lnTo>
                <a:lnTo>
                  <a:pt x="233681" y="834825"/>
                </a:lnTo>
                <a:lnTo>
                  <a:pt x="131775" y="652721"/>
                </a:lnTo>
                <a:lnTo>
                  <a:pt x="58671" y="468229"/>
                </a:lnTo>
                <a:lnTo>
                  <a:pt x="14684" y="282139"/>
                </a:lnTo>
                <a:lnTo>
                  <a:pt x="0" y="95250"/>
                </a:lnTo>
                <a:lnTo>
                  <a:pt x="14684" y="0"/>
                </a:lnTo>
                <a:lnTo>
                  <a:pt x="58671" y="0"/>
                </a:lnTo>
                <a:lnTo>
                  <a:pt x="131775" y="0"/>
                </a:lnTo>
                <a:lnTo>
                  <a:pt x="233681" y="0"/>
                </a:lnTo>
                <a:lnTo>
                  <a:pt x="363953" y="0"/>
                </a:lnTo>
                <a:lnTo>
                  <a:pt x="522034" y="0"/>
                </a:lnTo>
                <a:lnTo>
                  <a:pt x="707247" y="0"/>
                </a:lnTo>
                <a:lnTo>
                  <a:pt x="918798" y="0"/>
                </a:lnTo>
                <a:lnTo>
                  <a:pt x="1155781" y="0"/>
                </a:lnTo>
                <a:lnTo>
                  <a:pt x="1417183" y="0"/>
                </a:lnTo>
                <a:lnTo>
                  <a:pt x="1701883" y="0"/>
                </a:lnTo>
                <a:lnTo>
                  <a:pt x="2008662" y="0"/>
                </a:lnTo>
                <a:lnTo>
                  <a:pt x="2336206" y="0"/>
                </a:lnTo>
                <a:lnTo>
                  <a:pt x="2683114" y="0"/>
                </a:lnTo>
                <a:lnTo>
                  <a:pt x="3047899" y="0"/>
                </a:lnTo>
                <a:lnTo>
                  <a:pt x="3429000" y="0"/>
                </a:lnTo>
                <a:lnTo>
                  <a:pt x="3824784" y="0"/>
                </a:lnTo>
                <a:lnTo>
                  <a:pt x="4233557" y="0"/>
                </a:lnTo>
                <a:lnTo>
                  <a:pt x="4653568" y="0"/>
                </a:lnTo>
                <a:lnTo>
                  <a:pt x="5083019" y="0"/>
                </a:lnTo>
                <a:lnTo>
                  <a:pt x="5520071" y="0"/>
                </a:lnTo>
                <a:lnTo>
                  <a:pt x="5962851" y="0"/>
                </a:lnTo>
                <a:lnTo>
                  <a:pt x="6409465" y="0"/>
                </a:lnTo>
                <a:lnTo>
                  <a:pt x="6858000" y="0"/>
                </a:lnTo>
                <a:lnTo>
                  <a:pt x="7306535" y="0"/>
                </a:lnTo>
                <a:lnTo>
                  <a:pt x="7753149" y="0"/>
                </a:lnTo>
                <a:lnTo>
                  <a:pt x="8195929" y="0"/>
                </a:lnTo>
                <a:lnTo>
                  <a:pt x="8632981" y="0"/>
                </a:lnTo>
                <a:lnTo>
                  <a:pt x="9062432" y="0"/>
                </a:lnTo>
                <a:lnTo>
                  <a:pt x="9482443" y="0"/>
                </a:lnTo>
                <a:lnTo>
                  <a:pt x="9891216" y="0"/>
                </a:lnTo>
                <a:lnTo>
                  <a:pt x="10287000" y="0"/>
                </a:lnTo>
                <a:lnTo>
                  <a:pt x="10668101" y="0"/>
                </a:lnTo>
                <a:lnTo>
                  <a:pt x="11032886" y="0"/>
                </a:lnTo>
                <a:lnTo>
                  <a:pt x="11379794" y="0"/>
                </a:lnTo>
                <a:lnTo>
                  <a:pt x="11707338" y="0"/>
                </a:lnTo>
                <a:lnTo>
                  <a:pt x="12014117" y="0"/>
                </a:lnTo>
                <a:lnTo>
                  <a:pt x="12298817" y="0"/>
                </a:lnTo>
                <a:lnTo>
                  <a:pt x="12560219" y="0"/>
                </a:lnTo>
                <a:lnTo>
                  <a:pt x="12797202" y="0"/>
                </a:lnTo>
                <a:lnTo>
                  <a:pt x="13008753" y="0"/>
                </a:lnTo>
                <a:lnTo>
                  <a:pt x="13193966" y="0"/>
                </a:lnTo>
                <a:lnTo>
                  <a:pt x="13352047" y="0"/>
                </a:lnTo>
                <a:lnTo>
                  <a:pt x="13482319" y="0"/>
                </a:lnTo>
                <a:lnTo>
                  <a:pt x="13584225" y="0"/>
                </a:lnTo>
                <a:lnTo>
                  <a:pt x="13657329" y="0"/>
                </a:lnTo>
                <a:lnTo>
                  <a:pt x="13701316" y="0"/>
                </a:lnTo>
                <a:close/>
              </a:path>
            </a:pathLst>
          </a:custGeom>
          <a:solidFill>
            <a:srgbClr val="4A7CF4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low-b"/>
          <p:cNvSpPr/>
          <p:nvPr/>
        </p:nvSpPr>
        <p:spPr>
          <a:xfrm>
            <a:off x="7715250" y="0"/>
            <a:ext cx="9906000" cy="9429750"/>
          </a:xfrm>
          <a:custGeom>
            <a:avLst/>
            <a:gdLst/>
            <a:ahLst/>
            <a:cxnLst/>
            <a:rect l="l" t="t" r="r" b="b"/>
            <a:pathLst>
              <a:path w="9906000" h="9429750">
                <a:moveTo>
                  <a:pt x="9906000" y="4476750"/>
                </a:moveTo>
                <a:lnTo>
                  <a:pt x="9895395" y="4800692"/>
                </a:lnTo>
                <a:lnTo>
                  <a:pt x="9863626" y="5123246"/>
                </a:lnTo>
                <a:lnTo>
                  <a:pt x="9810829" y="5443032"/>
                </a:lnTo>
                <a:lnTo>
                  <a:pt x="9737231" y="5758681"/>
                </a:lnTo>
                <a:lnTo>
                  <a:pt x="9643145" y="6068840"/>
                </a:lnTo>
                <a:lnTo>
                  <a:pt x="9528975" y="6372181"/>
                </a:lnTo>
                <a:lnTo>
                  <a:pt x="9395211" y="6667406"/>
                </a:lnTo>
                <a:lnTo>
                  <a:pt x="9242424" y="6953250"/>
                </a:lnTo>
                <a:lnTo>
                  <a:pt x="9071269" y="7228489"/>
                </a:lnTo>
                <a:lnTo>
                  <a:pt x="8882479" y="7491945"/>
                </a:lnTo>
                <a:lnTo>
                  <a:pt x="8676863" y="7742490"/>
                </a:lnTo>
                <a:lnTo>
                  <a:pt x="8455300" y="7979050"/>
                </a:lnTo>
                <a:lnTo>
                  <a:pt x="8218740" y="8200613"/>
                </a:lnTo>
                <a:lnTo>
                  <a:pt x="7968195" y="8406229"/>
                </a:lnTo>
                <a:lnTo>
                  <a:pt x="7704739" y="8595019"/>
                </a:lnTo>
                <a:lnTo>
                  <a:pt x="7429500" y="8766174"/>
                </a:lnTo>
                <a:lnTo>
                  <a:pt x="7143656" y="8918961"/>
                </a:lnTo>
                <a:lnTo>
                  <a:pt x="6848431" y="9052725"/>
                </a:lnTo>
                <a:lnTo>
                  <a:pt x="6545090" y="9166895"/>
                </a:lnTo>
                <a:lnTo>
                  <a:pt x="6234931" y="9260981"/>
                </a:lnTo>
                <a:lnTo>
                  <a:pt x="5919282" y="9334579"/>
                </a:lnTo>
                <a:lnTo>
                  <a:pt x="5599496" y="9387376"/>
                </a:lnTo>
                <a:lnTo>
                  <a:pt x="5276942" y="9419145"/>
                </a:lnTo>
                <a:lnTo>
                  <a:pt x="4953000" y="9429750"/>
                </a:lnTo>
                <a:lnTo>
                  <a:pt x="4629058" y="9419145"/>
                </a:lnTo>
                <a:lnTo>
                  <a:pt x="4306504" y="9387376"/>
                </a:lnTo>
                <a:lnTo>
                  <a:pt x="3986718" y="9334579"/>
                </a:lnTo>
                <a:lnTo>
                  <a:pt x="3671069" y="9260981"/>
                </a:lnTo>
                <a:lnTo>
                  <a:pt x="3360910" y="9166895"/>
                </a:lnTo>
                <a:lnTo>
                  <a:pt x="3057569" y="9052725"/>
                </a:lnTo>
                <a:lnTo>
                  <a:pt x="2762344" y="8918961"/>
                </a:lnTo>
                <a:lnTo>
                  <a:pt x="2476500" y="8766174"/>
                </a:lnTo>
                <a:lnTo>
                  <a:pt x="2201261" y="8595019"/>
                </a:lnTo>
                <a:lnTo>
                  <a:pt x="1937805" y="8406229"/>
                </a:lnTo>
                <a:lnTo>
                  <a:pt x="1687260" y="8200613"/>
                </a:lnTo>
                <a:lnTo>
                  <a:pt x="1450700" y="7979050"/>
                </a:lnTo>
                <a:lnTo>
                  <a:pt x="1229137" y="7742490"/>
                </a:lnTo>
                <a:lnTo>
                  <a:pt x="1023521" y="7491945"/>
                </a:lnTo>
                <a:lnTo>
                  <a:pt x="834731" y="7228489"/>
                </a:lnTo>
                <a:lnTo>
                  <a:pt x="663576" y="6953250"/>
                </a:lnTo>
                <a:lnTo>
                  <a:pt x="510789" y="6667406"/>
                </a:lnTo>
                <a:lnTo>
                  <a:pt x="377025" y="6372181"/>
                </a:lnTo>
                <a:lnTo>
                  <a:pt x="262855" y="6068840"/>
                </a:lnTo>
                <a:lnTo>
                  <a:pt x="168769" y="5758681"/>
                </a:lnTo>
                <a:lnTo>
                  <a:pt x="95171" y="5443032"/>
                </a:lnTo>
                <a:lnTo>
                  <a:pt x="42374" y="5123246"/>
                </a:lnTo>
                <a:lnTo>
                  <a:pt x="10605" y="4800692"/>
                </a:lnTo>
                <a:lnTo>
                  <a:pt x="0" y="4476750"/>
                </a:lnTo>
                <a:lnTo>
                  <a:pt x="10605" y="4152808"/>
                </a:lnTo>
                <a:lnTo>
                  <a:pt x="42374" y="3830254"/>
                </a:lnTo>
                <a:lnTo>
                  <a:pt x="95171" y="3510468"/>
                </a:lnTo>
                <a:lnTo>
                  <a:pt x="168769" y="3194819"/>
                </a:lnTo>
                <a:lnTo>
                  <a:pt x="262855" y="2884660"/>
                </a:lnTo>
                <a:lnTo>
                  <a:pt x="377025" y="2581319"/>
                </a:lnTo>
                <a:lnTo>
                  <a:pt x="510789" y="2286094"/>
                </a:lnTo>
                <a:lnTo>
                  <a:pt x="663576" y="2000250"/>
                </a:lnTo>
                <a:lnTo>
                  <a:pt x="834731" y="1725011"/>
                </a:lnTo>
                <a:lnTo>
                  <a:pt x="1023521" y="1461555"/>
                </a:lnTo>
                <a:lnTo>
                  <a:pt x="1229137" y="1211010"/>
                </a:lnTo>
                <a:lnTo>
                  <a:pt x="1450700" y="974450"/>
                </a:lnTo>
                <a:lnTo>
                  <a:pt x="1687260" y="752887"/>
                </a:lnTo>
                <a:lnTo>
                  <a:pt x="1937805" y="547271"/>
                </a:lnTo>
                <a:lnTo>
                  <a:pt x="2201261" y="358481"/>
                </a:lnTo>
                <a:lnTo>
                  <a:pt x="2476500" y="187326"/>
                </a:lnTo>
                <a:lnTo>
                  <a:pt x="2762344" y="34539"/>
                </a:lnTo>
                <a:lnTo>
                  <a:pt x="3057569" y="0"/>
                </a:lnTo>
                <a:lnTo>
                  <a:pt x="3360910" y="0"/>
                </a:lnTo>
                <a:lnTo>
                  <a:pt x="3671069" y="0"/>
                </a:lnTo>
                <a:lnTo>
                  <a:pt x="3986718" y="0"/>
                </a:lnTo>
                <a:lnTo>
                  <a:pt x="4306504" y="0"/>
                </a:lnTo>
                <a:lnTo>
                  <a:pt x="4629058" y="0"/>
                </a:lnTo>
                <a:lnTo>
                  <a:pt x="4953000" y="0"/>
                </a:lnTo>
                <a:lnTo>
                  <a:pt x="5276942" y="0"/>
                </a:lnTo>
                <a:lnTo>
                  <a:pt x="5599496" y="0"/>
                </a:lnTo>
                <a:lnTo>
                  <a:pt x="5919282" y="0"/>
                </a:lnTo>
                <a:lnTo>
                  <a:pt x="6234931" y="0"/>
                </a:lnTo>
                <a:lnTo>
                  <a:pt x="6545090" y="0"/>
                </a:lnTo>
                <a:lnTo>
                  <a:pt x="6848431" y="0"/>
                </a:lnTo>
                <a:lnTo>
                  <a:pt x="7143656" y="34539"/>
                </a:lnTo>
                <a:lnTo>
                  <a:pt x="7429500" y="187326"/>
                </a:lnTo>
                <a:lnTo>
                  <a:pt x="7704739" y="358481"/>
                </a:lnTo>
                <a:lnTo>
                  <a:pt x="7968195" y="547271"/>
                </a:lnTo>
                <a:lnTo>
                  <a:pt x="8218740" y="752887"/>
                </a:lnTo>
                <a:lnTo>
                  <a:pt x="8455300" y="974450"/>
                </a:lnTo>
                <a:lnTo>
                  <a:pt x="8676863" y="1211010"/>
                </a:lnTo>
                <a:lnTo>
                  <a:pt x="8882479" y="1461555"/>
                </a:lnTo>
                <a:lnTo>
                  <a:pt x="9071269" y="1725011"/>
                </a:lnTo>
                <a:lnTo>
                  <a:pt x="9242424" y="2000250"/>
                </a:lnTo>
                <a:lnTo>
                  <a:pt x="9395211" y="2286094"/>
                </a:lnTo>
                <a:lnTo>
                  <a:pt x="9528975" y="2581319"/>
                </a:lnTo>
                <a:lnTo>
                  <a:pt x="9643145" y="2884660"/>
                </a:lnTo>
                <a:lnTo>
                  <a:pt x="9737231" y="3194819"/>
                </a:lnTo>
                <a:lnTo>
                  <a:pt x="9810829" y="3510468"/>
                </a:lnTo>
                <a:lnTo>
                  <a:pt x="9863626" y="3830254"/>
                </a:lnTo>
                <a:lnTo>
                  <a:pt x="9895395" y="4152808"/>
                </a:lnTo>
                <a:close/>
              </a:path>
            </a:pathLst>
          </a:custGeom>
          <a:solidFill>
            <a:srgbClr val="4A7CF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glow-c"/>
          <p:cNvSpPr/>
          <p:nvPr/>
        </p:nvSpPr>
        <p:spPr>
          <a:xfrm>
            <a:off x="4857750" y="1524000"/>
            <a:ext cx="9906000" cy="10668000"/>
          </a:xfrm>
          <a:custGeom>
            <a:avLst/>
            <a:gdLst/>
            <a:ahLst/>
            <a:cxnLst/>
            <a:rect l="l" t="t" r="r" b="b"/>
            <a:pathLst>
              <a:path w="9906000" h="10668000">
                <a:moveTo>
                  <a:pt x="9906000" y="5334000"/>
                </a:moveTo>
                <a:lnTo>
                  <a:pt x="9895395" y="5682860"/>
                </a:lnTo>
                <a:lnTo>
                  <a:pt x="9863626" y="6030227"/>
                </a:lnTo>
                <a:lnTo>
                  <a:pt x="9810829" y="6374612"/>
                </a:lnTo>
                <a:lnTo>
                  <a:pt x="9737231" y="6714541"/>
                </a:lnTo>
                <a:lnTo>
                  <a:pt x="9643145" y="7048558"/>
                </a:lnTo>
                <a:lnTo>
                  <a:pt x="9528975" y="7375233"/>
                </a:lnTo>
                <a:lnTo>
                  <a:pt x="9395211" y="7693168"/>
                </a:lnTo>
                <a:lnTo>
                  <a:pt x="9242424" y="8001000"/>
                </a:lnTo>
                <a:lnTo>
                  <a:pt x="9071269" y="8297412"/>
                </a:lnTo>
                <a:lnTo>
                  <a:pt x="8882479" y="8581133"/>
                </a:lnTo>
                <a:lnTo>
                  <a:pt x="8676863" y="8850951"/>
                </a:lnTo>
                <a:lnTo>
                  <a:pt x="8455300" y="9105708"/>
                </a:lnTo>
                <a:lnTo>
                  <a:pt x="8218740" y="9344314"/>
                </a:lnTo>
                <a:lnTo>
                  <a:pt x="7968195" y="9565747"/>
                </a:lnTo>
                <a:lnTo>
                  <a:pt x="7704739" y="9769059"/>
                </a:lnTo>
                <a:lnTo>
                  <a:pt x="7429500" y="9953380"/>
                </a:lnTo>
                <a:lnTo>
                  <a:pt x="7143656" y="10117919"/>
                </a:lnTo>
                <a:lnTo>
                  <a:pt x="6848431" y="10261973"/>
                </a:lnTo>
                <a:lnTo>
                  <a:pt x="6545090" y="10384925"/>
                </a:lnTo>
                <a:lnTo>
                  <a:pt x="6234931" y="10486248"/>
                </a:lnTo>
                <a:lnTo>
                  <a:pt x="5919282" y="10565509"/>
                </a:lnTo>
                <a:lnTo>
                  <a:pt x="5599496" y="10622367"/>
                </a:lnTo>
                <a:lnTo>
                  <a:pt x="5276942" y="10656579"/>
                </a:lnTo>
                <a:lnTo>
                  <a:pt x="4953000" y="10668000"/>
                </a:lnTo>
                <a:lnTo>
                  <a:pt x="4629058" y="10656579"/>
                </a:lnTo>
                <a:lnTo>
                  <a:pt x="4306504" y="10622367"/>
                </a:lnTo>
                <a:lnTo>
                  <a:pt x="3986718" y="10565509"/>
                </a:lnTo>
                <a:lnTo>
                  <a:pt x="3671069" y="10486248"/>
                </a:lnTo>
                <a:lnTo>
                  <a:pt x="3360910" y="10384925"/>
                </a:lnTo>
                <a:lnTo>
                  <a:pt x="3057569" y="10261973"/>
                </a:lnTo>
                <a:lnTo>
                  <a:pt x="2762344" y="10117919"/>
                </a:lnTo>
                <a:lnTo>
                  <a:pt x="2476500" y="9953380"/>
                </a:lnTo>
                <a:lnTo>
                  <a:pt x="2201261" y="9769059"/>
                </a:lnTo>
                <a:lnTo>
                  <a:pt x="1937805" y="9565747"/>
                </a:lnTo>
                <a:lnTo>
                  <a:pt x="1687260" y="9344314"/>
                </a:lnTo>
                <a:lnTo>
                  <a:pt x="1450700" y="9105708"/>
                </a:lnTo>
                <a:lnTo>
                  <a:pt x="1229137" y="8850951"/>
                </a:lnTo>
                <a:lnTo>
                  <a:pt x="1023521" y="8581133"/>
                </a:lnTo>
                <a:lnTo>
                  <a:pt x="834731" y="8297412"/>
                </a:lnTo>
                <a:lnTo>
                  <a:pt x="663576" y="8001000"/>
                </a:lnTo>
                <a:lnTo>
                  <a:pt x="510789" y="7693168"/>
                </a:lnTo>
                <a:lnTo>
                  <a:pt x="377025" y="7375233"/>
                </a:lnTo>
                <a:lnTo>
                  <a:pt x="262855" y="7048558"/>
                </a:lnTo>
                <a:lnTo>
                  <a:pt x="168769" y="6714541"/>
                </a:lnTo>
                <a:lnTo>
                  <a:pt x="95171" y="6374612"/>
                </a:lnTo>
                <a:lnTo>
                  <a:pt x="42374" y="6030227"/>
                </a:lnTo>
                <a:lnTo>
                  <a:pt x="10605" y="5682860"/>
                </a:lnTo>
                <a:lnTo>
                  <a:pt x="0" y="5334000"/>
                </a:lnTo>
                <a:lnTo>
                  <a:pt x="10605" y="4985140"/>
                </a:lnTo>
                <a:lnTo>
                  <a:pt x="42374" y="4637773"/>
                </a:lnTo>
                <a:lnTo>
                  <a:pt x="95171" y="4293388"/>
                </a:lnTo>
                <a:lnTo>
                  <a:pt x="168769" y="3953459"/>
                </a:lnTo>
                <a:lnTo>
                  <a:pt x="262855" y="3619442"/>
                </a:lnTo>
                <a:lnTo>
                  <a:pt x="377025" y="3292767"/>
                </a:lnTo>
                <a:lnTo>
                  <a:pt x="510789" y="2974832"/>
                </a:lnTo>
                <a:lnTo>
                  <a:pt x="663576" y="2667000"/>
                </a:lnTo>
                <a:lnTo>
                  <a:pt x="834731" y="2370588"/>
                </a:lnTo>
                <a:lnTo>
                  <a:pt x="1023521" y="2086867"/>
                </a:lnTo>
                <a:lnTo>
                  <a:pt x="1229137" y="1817049"/>
                </a:lnTo>
                <a:lnTo>
                  <a:pt x="1450700" y="1562292"/>
                </a:lnTo>
                <a:lnTo>
                  <a:pt x="1687260" y="1323686"/>
                </a:lnTo>
                <a:lnTo>
                  <a:pt x="1937805" y="1102253"/>
                </a:lnTo>
                <a:lnTo>
                  <a:pt x="2201261" y="898941"/>
                </a:lnTo>
                <a:lnTo>
                  <a:pt x="2476500" y="714620"/>
                </a:lnTo>
                <a:lnTo>
                  <a:pt x="2762344" y="550081"/>
                </a:lnTo>
                <a:lnTo>
                  <a:pt x="3057569" y="406027"/>
                </a:lnTo>
                <a:lnTo>
                  <a:pt x="3360910" y="283075"/>
                </a:lnTo>
                <a:lnTo>
                  <a:pt x="3671069" y="181752"/>
                </a:lnTo>
                <a:lnTo>
                  <a:pt x="3986718" y="102491"/>
                </a:lnTo>
                <a:lnTo>
                  <a:pt x="4306504" y="45633"/>
                </a:lnTo>
                <a:lnTo>
                  <a:pt x="4629058" y="11421"/>
                </a:lnTo>
                <a:lnTo>
                  <a:pt x="4953000" y="0"/>
                </a:lnTo>
                <a:lnTo>
                  <a:pt x="5276942" y="11421"/>
                </a:lnTo>
                <a:lnTo>
                  <a:pt x="5599496" y="45633"/>
                </a:lnTo>
                <a:lnTo>
                  <a:pt x="5919282" y="102491"/>
                </a:lnTo>
                <a:lnTo>
                  <a:pt x="6234931" y="181752"/>
                </a:lnTo>
                <a:lnTo>
                  <a:pt x="6545090" y="283075"/>
                </a:lnTo>
                <a:lnTo>
                  <a:pt x="6848431" y="406027"/>
                </a:lnTo>
                <a:lnTo>
                  <a:pt x="7143656" y="550081"/>
                </a:lnTo>
                <a:lnTo>
                  <a:pt x="7429500" y="714620"/>
                </a:lnTo>
                <a:lnTo>
                  <a:pt x="7704739" y="898941"/>
                </a:lnTo>
                <a:lnTo>
                  <a:pt x="7968195" y="1102253"/>
                </a:lnTo>
                <a:lnTo>
                  <a:pt x="8218740" y="1323686"/>
                </a:lnTo>
                <a:lnTo>
                  <a:pt x="8455300" y="1562292"/>
                </a:lnTo>
                <a:lnTo>
                  <a:pt x="8676863" y="1817049"/>
                </a:lnTo>
                <a:lnTo>
                  <a:pt x="8882479" y="2086867"/>
                </a:lnTo>
                <a:lnTo>
                  <a:pt x="9071269" y="2370588"/>
                </a:lnTo>
                <a:lnTo>
                  <a:pt x="9242424" y="2667000"/>
                </a:lnTo>
                <a:lnTo>
                  <a:pt x="9395211" y="2974832"/>
                </a:lnTo>
                <a:lnTo>
                  <a:pt x="9528975" y="3292767"/>
                </a:lnTo>
                <a:lnTo>
                  <a:pt x="9643145" y="3619442"/>
                </a:lnTo>
                <a:lnTo>
                  <a:pt x="9737231" y="3953459"/>
                </a:lnTo>
                <a:lnTo>
                  <a:pt x="9810829" y="4293388"/>
                </a:lnTo>
                <a:lnTo>
                  <a:pt x="9863626" y="4637773"/>
                </a:lnTo>
                <a:lnTo>
                  <a:pt x="9895395" y="4985140"/>
                </a:lnTo>
                <a:close/>
              </a:path>
            </a:pathLst>
          </a:custGeom>
          <a:solidFill>
            <a:srgbClr val="4A7CF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low-d"/>
          <p:cNvSpPr/>
          <p:nvPr/>
        </p:nvSpPr>
        <p:spPr>
          <a:xfrm>
            <a:off x="3524250" y="4381500"/>
            <a:ext cx="8001000" cy="8001000"/>
          </a:xfrm>
          <a:custGeom>
            <a:avLst/>
            <a:gdLst/>
            <a:ahLst/>
            <a:cxnLst/>
            <a:rect l="l" t="t" r="r" b="b"/>
            <a:pathLst>
              <a:path w="8001000" h="8001000">
                <a:moveTo>
                  <a:pt x="8001000" y="4000500"/>
                </a:moveTo>
                <a:lnTo>
                  <a:pt x="7992435" y="4262145"/>
                </a:lnTo>
                <a:lnTo>
                  <a:pt x="7966775" y="4522670"/>
                </a:lnTo>
                <a:lnTo>
                  <a:pt x="7924132" y="4780959"/>
                </a:lnTo>
                <a:lnTo>
                  <a:pt x="7864686" y="5035906"/>
                </a:lnTo>
                <a:lnTo>
                  <a:pt x="7788694" y="5286419"/>
                </a:lnTo>
                <a:lnTo>
                  <a:pt x="7696480" y="5531425"/>
                </a:lnTo>
                <a:lnTo>
                  <a:pt x="7588439" y="5769876"/>
                </a:lnTo>
                <a:lnTo>
                  <a:pt x="7465035" y="6000750"/>
                </a:lnTo>
                <a:lnTo>
                  <a:pt x="7326794" y="6223059"/>
                </a:lnTo>
                <a:lnTo>
                  <a:pt x="7174310" y="6435850"/>
                </a:lnTo>
                <a:lnTo>
                  <a:pt x="7008235" y="6638213"/>
                </a:lnTo>
                <a:lnTo>
                  <a:pt x="6829281" y="6829281"/>
                </a:lnTo>
                <a:lnTo>
                  <a:pt x="6638213" y="7008235"/>
                </a:lnTo>
                <a:lnTo>
                  <a:pt x="6435850" y="7174310"/>
                </a:lnTo>
                <a:lnTo>
                  <a:pt x="6223059" y="7326794"/>
                </a:lnTo>
                <a:lnTo>
                  <a:pt x="6000750" y="7465035"/>
                </a:lnTo>
                <a:lnTo>
                  <a:pt x="5769876" y="7588439"/>
                </a:lnTo>
                <a:lnTo>
                  <a:pt x="5531425" y="7696480"/>
                </a:lnTo>
                <a:lnTo>
                  <a:pt x="5286419" y="7788694"/>
                </a:lnTo>
                <a:lnTo>
                  <a:pt x="5035906" y="7864686"/>
                </a:lnTo>
                <a:lnTo>
                  <a:pt x="4780959" y="7924132"/>
                </a:lnTo>
                <a:lnTo>
                  <a:pt x="4522670" y="7966775"/>
                </a:lnTo>
                <a:lnTo>
                  <a:pt x="4262145" y="7992435"/>
                </a:lnTo>
                <a:lnTo>
                  <a:pt x="4000500" y="8001000"/>
                </a:lnTo>
                <a:lnTo>
                  <a:pt x="3738855" y="7992435"/>
                </a:lnTo>
                <a:lnTo>
                  <a:pt x="3478330" y="7966775"/>
                </a:lnTo>
                <a:lnTo>
                  <a:pt x="3220041" y="7924132"/>
                </a:lnTo>
                <a:lnTo>
                  <a:pt x="2965094" y="7864686"/>
                </a:lnTo>
                <a:lnTo>
                  <a:pt x="2714581" y="7788694"/>
                </a:lnTo>
                <a:lnTo>
                  <a:pt x="2469575" y="7696480"/>
                </a:lnTo>
                <a:lnTo>
                  <a:pt x="2231124" y="7588439"/>
                </a:lnTo>
                <a:lnTo>
                  <a:pt x="2000250" y="7465035"/>
                </a:lnTo>
                <a:lnTo>
                  <a:pt x="1777941" y="7326794"/>
                </a:lnTo>
                <a:lnTo>
                  <a:pt x="1565150" y="7174310"/>
                </a:lnTo>
                <a:lnTo>
                  <a:pt x="1362787" y="7008235"/>
                </a:lnTo>
                <a:lnTo>
                  <a:pt x="1171719" y="6829281"/>
                </a:lnTo>
                <a:lnTo>
                  <a:pt x="992765" y="6638213"/>
                </a:lnTo>
                <a:lnTo>
                  <a:pt x="826690" y="6435850"/>
                </a:lnTo>
                <a:lnTo>
                  <a:pt x="674206" y="6223059"/>
                </a:lnTo>
                <a:lnTo>
                  <a:pt x="535965" y="6000750"/>
                </a:lnTo>
                <a:lnTo>
                  <a:pt x="412561" y="5769876"/>
                </a:lnTo>
                <a:lnTo>
                  <a:pt x="304520" y="5531425"/>
                </a:lnTo>
                <a:lnTo>
                  <a:pt x="212306" y="5286419"/>
                </a:lnTo>
                <a:lnTo>
                  <a:pt x="136314" y="5035906"/>
                </a:lnTo>
                <a:lnTo>
                  <a:pt x="76868" y="4780959"/>
                </a:lnTo>
                <a:lnTo>
                  <a:pt x="34225" y="4522670"/>
                </a:lnTo>
                <a:lnTo>
                  <a:pt x="8565" y="4262145"/>
                </a:lnTo>
                <a:lnTo>
                  <a:pt x="0" y="4000500"/>
                </a:lnTo>
                <a:lnTo>
                  <a:pt x="8565" y="3738855"/>
                </a:lnTo>
                <a:lnTo>
                  <a:pt x="34225" y="3478330"/>
                </a:lnTo>
                <a:lnTo>
                  <a:pt x="76868" y="3220041"/>
                </a:lnTo>
                <a:lnTo>
                  <a:pt x="136314" y="2965094"/>
                </a:lnTo>
                <a:lnTo>
                  <a:pt x="212306" y="2714581"/>
                </a:lnTo>
                <a:lnTo>
                  <a:pt x="304520" y="2469575"/>
                </a:lnTo>
                <a:lnTo>
                  <a:pt x="412561" y="2231124"/>
                </a:lnTo>
                <a:lnTo>
                  <a:pt x="535965" y="2000250"/>
                </a:lnTo>
                <a:lnTo>
                  <a:pt x="674206" y="1777941"/>
                </a:lnTo>
                <a:lnTo>
                  <a:pt x="826690" y="1565150"/>
                </a:lnTo>
                <a:lnTo>
                  <a:pt x="992765" y="1362787"/>
                </a:lnTo>
                <a:lnTo>
                  <a:pt x="1171719" y="1171719"/>
                </a:lnTo>
                <a:lnTo>
                  <a:pt x="1362787" y="992765"/>
                </a:lnTo>
                <a:lnTo>
                  <a:pt x="1565150" y="826690"/>
                </a:lnTo>
                <a:lnTo>
                  <a:pt x="1777941" y="674206"/>
                </a:lnTo>
                <a:lnTo>
                  <a:pt x="2000250" y="535965"/>
                </a:lnTo>
                <a:lnTo>
                  <a:pt x="2231124" y="412561"/>
                </a:lnTo>
                <a:lnTo>
                  <a:pt x="2469575" y="304520"/>
                </a:lnTo>
                <a:lnTo>
                  <a:pt x="2714581" y="212306"/>
                </a:lnTo>
                <a:lnTo>
                  <a:pt x="2965094" y="136314"/>
                </a:lnTo>
                <a:lnTo>
                  <a:pt x="3220041" y="76868"/>
                </a:lnTo>
                <a:lnTo>
                  <a:pt x="3478330" y="34225"/>
                </a:lnTo>
                <a:lnTo>
                  <a:pt x="3738855" y="8565"/>
                </a:lnTo>
                <a:lnTo>
                  <a:pt x="4000500" y="0"/>
                </a:lnTo>
                <a:lnTo>
                  <a:pt x="4262145" y="8565"/>
                </a:lnTo>
                <a:lnTo>
                  <a:pt x="4522670" y="34225"/>
                </a:lnTo>
                <a:lnTo>
                  <a:pt x="4780959" y="76868"/>
                </a:lnTo>
                <a:lnTo>
                  <a:pt x="5035906" y="136314"/>
                </a:lnTo>
                <a:lnTo>
                  <a:pt x="5286419" y="212306"/>
                </a:lnTo>
                <a:lnTo>
                  <a:pt x="5531425" y="304520"/>
                </a:lnTo>
                <a:lnTo>
                  <a:pt x="5769876" y="412561"/>
                </a:lnTo>
                <a:lnTo>
                  <a:pt x="6000750" y="535965"/>
                </a:lnTo>
                <a:lnTo>
                  <a:pt x="6223059" y="674206"/>
                </a:lnTo>
                <a:lnTo>
                  <a:pt x="6435850" y="826690"/>
                </a:lnTo>
                <a:lnTo>
                  <a:pt x="6638213" y="992765"/>
                </a:lnTo>
                <a:lnTo>
                  <a:pt x="6829281" y="1171719"/>
                </a:lnTo>
                <a:lnTo>
                  <a:pt x="7008235" y="1362787"/>
                </a:lnTo>
                <a:lnTo>
                  <a:pt x="7174310" y="1565150"/>
                </a:lnTo>
                <a:lnTo>
                  <a:pt x="7326794" y="1777941"/>
                </a:lnTo>
                <a:lnTo>
                  <a:pt x="7465035" y="2000250"/>
                </a:lnTo>
                <a:lnTo>
                  <a:pt x="7588439" y="2231124"/>
                </a:lnTo>
                <a:lnTo>
                  <a:pt x="7696480" y="2469575"/>
                </a:lnTo>
                <a:lnTo>
                  <a:pt x="7788694" y="2714581"/>
                </a:lnTo>
                <a:lnTo>
                  <a:pt x="7864686" y="2965094"/>
                </a:lnTo>
                <a:lnTo>
                  <a:pt x="7924132" y="3220041"/>
                </a:lnTo>
                <a:lnTo>
                  <a:pt x="7966775" y="3478330"/>
                </a:lnTo>
                <a:lnTo>
                  <a:pt x="7992435" y="3738855"/>
                </a:lnTo>
                <a:close/>
              </a:path>
            </a:pathLst>
          </a:custGeom>
          <a:solidFill>
            <a:srgbClr val="4A7CF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low-e"/>
          <p:cNvSpPr/>
          <p:nvPr/>
        </p:nvSpPr>
        <p:spPr>
          <a:xfrm>
            <a:off x="2952750" y="7715250"/>
            <a:ext cx="9906000" cy="7686675"/>
          </a:xfrm>
          <a:custGeom>
            <a:avLst/>
            <a:gdLst/>
            <a:ahLst/>
            <a:cxnLst/>
            <a:rect l="l" t="t" r="r" b="b"/>
            <a:pathLst>
              <a:path w="9906000" h="7686675">
                <a:moveTo>
                  <a:pt x="9906000" y="4572000"/>
                </a:moveTo>
                <a:lnTo>
                  <a:pt x="9895395" y="4871023"/>
                </a:lnTo>
                <a:lnTo>
                  <a:pt x="9863626" y="5168766"/>
                </a:lnTo>
                <a:lnTo>
                  <a:pt x="9810829" y="5463953"/>
                </a:lnTo>
                <a:lnTo>
                  <a:pt x="9737231" y="5755321"/>
                </a:lnTo>
                <a:lnTo>
                  <a:pt x="9643145" y="6041621"/>
                </a:lnTo>
                <a:lnTo>
                  <a:pt x="9528975" y="6321629"/>
                </a:lnTo>
                <a:lnTo>
                  <a:pt x="9395211" y="6594144"/>
                </a:lnTo>
                <a:lnTo>
                  <a:pt x="9242424" y="6858000"/>
                </a:lnTo>
                <a:lnTo>
                  <a:pt x="9071269" y="7112067"/>
                </a:lnTo>
                <a:lnTo>
                  <a:pt x="8882479" y="7355257"/>
                </a:lnTo>
                <a:lnTo>
                  <a:pt x="8676863" y="7586529"/>
                </a:lnTo>
                <a:lnTo>
                  <a:pt x="8455300" y="7686675"/>
                </a:lnTo>
                <a:lnTo>
                  <a:pt x="8218740" y="7686675"/>
                </a:lnTo>
                <a:lnTo>
                  <a:pt x="7968195" y="7686675"/>
                </a:lnTo>
                <a:lnTo>
                  <a:pt x="7704739" y="7686675"/>
                </a:lnTo>
                <a:lnTo>
                  <a:pt x="7429500" y="7686675"/>
                </a:lnTo>
                <a:lnTo>
                  <a:pt x="7143656" y="7686675"/>
                </a:lnTo>
                <a:lnTo>
                  <a:pt x="6848431" y="7686675"/>
                </a:lnTo>
                <a:lnTo>
                  <a:pt x="6545090" y="7686675"/>
                </a:lnTo>
                <a:lnTo>
                  <a:pt x="6234931" y="7686675"/>
                </a:lnTo>
                <a:lnTo>
                  <a:pt x="5919282" y="7686675"/>
                </a:lnTo>
                <a:lnTo>
                  <a:pt x="5599496" y="7686675"/>
                </a:lnTo>
                <a:lnTo>
                  <a:pt x="5276942" y="7686675"/>
                </a:lnTo>
                <a:lnTo>
                  <a:pt x="4953000" y="7686675"/>
                </a:lnTo>
                <a:lnTo>
                  <a:pt x="4629058" y="7686675"/>
                </a:lnTo>
                <a:lnTo>
                  <a:pt x="4306504" y="7686675"/>
                </a:lnTo>
                <a:lnTo>
                  <a:pt x="3986718" y="7686675"/>
                </a:lnTo>
                <a:lnTo>
                  <a:pt x="3671069" y="7686675"/>
                </a:lnTo>
                <a:lnTo>
                  <a:pt x="3360910" y="7686675"/>
                </a:lnTo>
                <a:lnTo>
                  <a:pt x="3057569" y="7686675"/>
                </a:lnTo>
                <a:lnTo>
                  <a:pt x="2762344" y="7686675"/>
                </a:lnTo>
                <a:lnTo>
                  <a:pt x="2476500" y="7686675"/>
                </a:lnTo>
                <a:lnTo>
                  <a:pt x="2201261" y="7686675"/>
                </a:lnTo>
                <a:lnTo>
                  <a:pt x="1937805" y="7686675"/>
                </a:lnTo>
                <a:lnTo>
                  <a:pt x="1687260" y="7686675"/>
                </a:lnTo>
                <a:lnTo>
                  <a:pt x="1450700" y="7686675"/>
                </a:lnTo>
                <a:lnTo>
                  <a:pt x="1229137" y="7586529"/>
                </a:lnTo>
                <a:lnTo>
                  <a:pt x="1023521" y="7355257"/>
                </a:lnTo>
                <a:lnTo>
                  <a:pt x="834731" y="7112067"/>
                </a:lnTo>
                <a:lnTo>
                  <a:pt x="663576" y="6858000"/>
                </a:lnTo>
                <a:lnTo>
                  <a:pt x="510789" y="6594144"/>
                </a:lnTo>
                <a:lnTo>
                  <a:pt x="377025" y="6321629"/>
                </a:lnTo>
                <a:lnTo>
                  <a:pt x="262855" y="6041621"/>
                </a:lnTo>
                <a:lnTo>
                  <a:pt x="168769" y="5755321"/>
                </a:lnTo>
                <a:lnTo>
                  <a:pt x="95171" y="5463953"/>
                </a:lnTo>
                <a:lnTo>
                  <a:pt x="42374" y="5168766"/>
                </a:lnTo>
                <a:lnTo>
                  <a:pt x="10605" y="4871023"/>
                </a:lnTo>
                <a:lnTo>
                  <a:pt x="0" y="4572000"/>
                </a:lnTo>
                <a:lnTo>
                  <a:pt x="10605" y="4272977"/>
                </a:lnTo>
                <a:lnTo>
                  <a:pt x="42374" y="3975234"/>
                </a:lnTo>
                <a:lnTo>
                  <a:pt x="95171" y="3680047"/>
                </a:lnTo>
                <a:lnTo>
                  <a:pt x="168769" y="3388679"/>
                </a:lnTo>
                <a:lnTo>
                  <a:pt x="262855" y="3102379"/>
                </a:lnTo>
                <a:lnTo>
                  <a:pt x="377025" y="2822371"/>
                </a:lnTo>
                <a:lnTo>
                  <a:pt x="510789" y="2549856"/>
                </a:lnTo>
                <a:lnTo>
                  <a:pt x="663576" y="2286000"/>
                </a:lnTo>
                <a:lnTo>
                  <a:pt x="834731" y="2031933"/>
                </a:lnTo>
                <a:lnTo>
                  <a:pt x="1023521" y="1788743"/>
                </a:lnTo>
                <a:lnTo>
                  <a:pt x="1229137" y="1557471"/>
                </a:lnTo>
                <a:lnTo>
                  <a:pt x="1450700" y="1339108"/>
                </a:lnTo>
                <a:lnTo>
                  <a:pt x="1687260" y="1134588"/>
                </a:lnTo>
                <a:lnTo>
                  <a:pt x="1937805" y="944789"/>
                </a:lnTo>
                <a:lnTo>
                  <a:pt x="2201261" y="770521"/>
                </a:lnTo>
                <a:lnTo>
                  <a:pt x="2476500" y="612532"/>
                </a:lnTo>
                <a:lnTo>
                  <a:pt x="2762344" y="471498"/>
                </a:lnTo>
                <a:lnTo>
                  <a:pt x="3057569" y="348023"/>
                </a:lnTo>
                <a:lnTo>
                  <a:pt x="3360910" y="242635"/>
                </a:lnTo>
                <a:lnTo>
                  <a:pt x="3671069" y="155787"/>
                </a:lnTo>
                <a:lnTo>
                  <a:pt x="3986718" y="87850"/>
                </a:lnTo>
                <a:lnTo>
                  <a:pt x="4306504" y="39114"/>
                </a:lnTo>
                <a:lnTo>
                  <a:pt x="4629058" y="9789"/>
                </a:lnTo>
                <a:lnTo>
                  <a:pt x="4953000" y="0"/>
                </a:lnTo>
                <a:lnTo>
                  <a:pt x="5276942" y="9789"/>
                </a:lnTo>
                <a:lnTo>
                  <a:pt x="5599496" y="39114"/>
                </a:lnTo>
                <a:lnTo>
                  <a:pt x="5919282" y="87850"/>
                </a:lnTo>
                <a:lnTo>
                  <a:pt x="6234931" y="155787"/>
                </a:lnTo>
                <a:lnTo>
                  <a:pt x="6545090" y="242635"/>
                </a:lnTo>
                <a:lnTo>
                  <a:pt x="6848431" y="348023"/>
                </a:lnTo>
                <a:lnTo>
                  <a:pt x="7143656" y="471498"/>
                </a:lnTo>
                <a:lnTo>
                  <a:pt x="7429500" y="612532"/>
                </a:lnTo>
                <a:lnTo>
                  <a:pt x="7704739" y="770521"/>
                </a:lnTo>
                <a:lnTo>
                  <a:pt x="7968195" y="944789"/>
                </a:lnTo>
                <a:lnTo>
                  <a:pt x="8218740" y="1134588"/>
                </a:lnTo>
                <a:lnTo>
                  <a:pt x="8455300" y="1339108"/>
                </a:lnTo>
                <a:lnTo>
                  <a:pt x="8676863" y="1557471"/>
                </a:lnTo>
                <a:lnTo>
                  <a:pt x="8882479" y="1788743"/>
                </a:lnTo>
                <a:lnTo>
                  <a:pt x="9071269" y="2031933"/>
                </a:lnTo>
                <a:lnTo>
                  <a:pt x="9242424" y="2286000"/>
                </a:lnTo>
                <a:lnTo>
                  <a:pt x="9395211" y="2549856"/>
                </a:lnTo>
                <a:lnTo>
                  <a:pt x="9528975" y="2822371"/>
                </a:lnTo>
                <a:lnTo>
                  <a:pt x="9643145" y="3102379"/>
                </a:lnTo>
                <a:lnTo>
                  <a:pt x="9737231" y="3388679"/>
                </a:lnTo>
                <a:lnTo>
                  <a:pt x="9810829" y="3680047"/>
                </a:lnTo>
                <a:lnTo>
                  <a:pt x="9863626" y="3975234"/>
                </a:lnTo>
                <a:lnTo>
                  <a:pt x="9895395" y="4272977"/>
                </a:lnTo>
                <a:close/>
              </a:path>
            </a:pathLst>
          </a:custGeom>
          <a:solidFill>
            <a:srgbClr val="4A7CF4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low-f"/>
          <p:cNvSpPr/>
          <p:nvPr/>
        </p:nvSpPr>
        <p:spPr>
          <a:xfrm>
            <a:off x="0" y="10668000"/>
            <a:ext cx="7239000" cy="4733925"/>
          </a:xfrm>
          <a:custGeom>
            <a:avLst/>
            <a:gdLst/>
            <a:ahLst/>
            <a:cxnLst/>
            <a:rect l="l" t="t" r="r" b="b"/>
            <a:pathLst>
              <a:path w="7239000" h="4733925">
                <a:moveTo>
                  <a:pt x="7239000" y="3619500"/>
                </a:moveTo>
                <a:lnTo>
                  <a:pt x="7228395" y="3856227"/>
                </a:lnTo>
                <a:lnTo>
                  <a:pt x="7196626" y="4091940"/>
                </a:lnTo>
                <a:lnTo>
                  <a:pt x="7143829" y="4325629"/>
                </a:lnTo>
                <a:lnTo>
                  <a:pt x="7070231" y="4556296"/>
                </a:lnTo>
                <a:lnTo>
                  <a:pt x="6976145" y="4733925"/>
                </a:lnTo>
                <a:lnTo>
                  <a:pt x="6861975" y="4733925"/>
                </a:lnTo>
                <a:lnTo>
                  <a:pt x="6728211" y="4733925"/>
                </a:lnTo>
                <a:lnTo>
                  <a:pt x="6575424" y="4733925"/>
                </a:lnTo>
                <a:lnTo>
                  <a:pt x="6404269" y="4733925"/>
                </a:lnTo>
                <a:lnTo>
                  <a:pt x="6215479" y="4733925"/>
                </a:lnTo>
                <a:lnTo>
                  <a:pt x="6009863" y="4733925"/>
                </a:lnTo>
                <a:lnTo>
                  <a:pt x="5788300" y="4733925"/>
                </a:lnTo>
                <a:lnTo>
                  <a:pt x="5551740" y="4733925"/>
                </a:lnTo>
                <a:lnTo>
                  <a:pt x="5301195" y="4733925"/>
                </a:lnTo>
                <a:lnTo>
                  <a:pt x="5037739" y="4733925"/>
                </a:lnTo>
                <a:lnTo>
                  <a:pt x="4762500" y="4733925"/>
                </a:lnTo>
                <a:lnTo>
                  <a:pt x="4476656" y="4733925"/>
                </a:lnTo>
                <a:lnTo>
                  <a:pt x="4181431" y="4733925"/>
                </a:lnTo>
                <a:lnTo>
                  <a:pt x="3878090" y="4733925"/>
                </a:lnTo>
                <a:lnTo>
                  <a:pt x="3567931" y="4733925"/>
                </a:lnTo>
                <a:lnTo>
                  <a:pt x="3252282" y="4733925"/>
                </a:lnTo>
                <a:lnTo>
                  <a:pt x="2932496" y="4733925"/>
                </a:lnTo>
                <a:lnTo>
                  <a:pt x="2609942" y="4733925"/>
                </a:lnTo>
                <a:lnTo>
                  <a:pt x="2286000" y="4733925"/>
                </a:lnTo>
                <a:lnTo>
                  <a:pt x="1962058" y="4733925"/>
                </a:lnTo>
                <a:lnTo>
                  <a:pt x="1639504" y="4733925"/>
                </a:lnTo>
                <a:lnTo>
                  <a:pt x="1319718" y="4733925"/>
                </a:lnTo>
                <a:lnTo>
                  <a:pt x="1004069" y="4733925"/>
                </a:lnTo>
                <a:lnTo>
                  <a:pt x="693910" y="4733925"/>
                </a:lnTo>
                <a:lnTo>
                  <a:pt x="390569" y="4733925"/>
                </a:lnTo>
                <a:lnTo>
                  <a:pt x="95344" y="4733925"/>
                </a:lnTo>
                <a:lnTo>
                  <a:pt x="0" y="4733925"/>
                </a:lnTo>
                <a:lnTo>
                  <a:pt x="0" y="4733925"/>
                </a:lnTo>
                <a:lnTo>
                  <a:pt x="0" y="4733925"/>
                </a:lnTo>
                <a:lnTo>
                  <a:pt x="0" y="4733925"/>
                </a:lnTo>
                <a:lnTo>
                  <a:pt x="0" y="4733925"/>
                </a:lnTo>
                <a:lnTo>
                  <a:pt x="0" y="4733925"/>
                </a:lnTo>
                <a:lnTo>
                  <a:pt x="0" y="4733925"/>
                </a:lnTo>
                <a:lnTo>
                  <a:pt x="0" y="4733925"/>
                </a:lnTo>
                <a:lnTo>
                  <a:pt x="0" y="4733925"/>
                </a:lnTo>
                <a:lnTo>
                  <a:pt x="0" y="4733925"/>
                </a:lnTo>
                <a:lnTo>
                  <a:pt x="0" y="4733925"/>
                </a:lnTo>
                <a:lnTo>
                  <a:pt x="0" y="4733925"/>
                </a:lnTo>
                <a:lnTo>
                  <a:pt x="0" y="4556296"/>
                </a:lnTo>
                <a:lnTo>
                  <a:pt x="0" y="4325629"/>
                </a:lnTo>
                <a:lnTo>
                  <a:pt x="0" y="4091940"/>
                </a:lnTo>
                <a:lnTo>
                  <a:pt x="0" y="3856227"/>
                </a:lnTo>
                <a:lnTo>
                  <a:pt x="0" y="3619500"/>
                </a:lnTo>
                <a:lnTo>
                  <a:pt x="0" y="3382773"/>
                </a:lnTo>
                <a:lnTo>
                  <a:pt x="0" y="3147060"/>
                </a:lnTo>
                <a:lnTo>
                  <a:pt x="0" y="2913371"/>
                </a:lnTo>
                <a:lnTo>
                  <a:pt x="0" y="2682704"/>
                </a:lnTo>
                <a:lnTo>
                  <a:pt x="0" y="2456050"/>
                </a:lnTo>
                <a:lnTo>
                  <a:pt x="0" y="2234377"/>
                </a:lnTo>
                <a:lnTo>
                  <a:pt x="0" y="2018636"/>
                </a:lnTo>
                <a:lnTo>
                  <a:pt x="0" y="1809750"/>
                </a:lnTo>
                <a:lnTo>
                  <a:pt x="0" y="1608614"/>
                </a:lnTo>
                <a:lnTo>
                  <a:pt x="0" y="1416088"/>
                </a:lnTo>
                <a:lnTo>
                  <a:pt x="0" y="1232998"/>
                </a:lnTo>
                <a:lnTo>
                  <a:pt x="0" y="1060127"/>
                </a:lnTo>
                <a:lnTo>
                  <a:pt x="0" y="898216"/>
                </a:lnTo>
                <a:lnTo>
                  <a:pt x="0" y="747958"/>
                </a:lnTo>
                <a:lnTo>
                  <a:pt x="0" y="609996"/>
                </a:lnTo>
                <a:lnTo>
                  <a:pt x="0" y="484921"/>
                </a:lnTo>
                <a:lnTo>
                  <a:pt x="95344" y="373269"/>
                </a:lnTo>
                <a:lnTo>
                  <a:pt x="390569" y="275518"/>
                </a:lnTo>
                <a:lnTo>
                  <a:pt x="693910" y="192086"/>
                </a:lnTo>
                <a:lnTo>
                  <a:pt x="1004069" y="123331"/>
                </a:lnTo>
                <a:lnTo>
                  <a:pt x="1319718" y="69548"/>
                </a:lnTo>
                <a:lnTo>
                  <a:pt x="1639504" y="30965"/>
                </a:lnTo>
                <a:lnTo>
                  <a:pt x="1962058" y="7750"/>
                </a:lnTo>
                <a:lnTo>
                  <a:pt x="2286000" y="0"/>
                </a:lnTo>
                <a:lnTo>
                  <a:pt x="2609942" y="7750"/>
                </a:lnTo>
                <a:lnTo>
                  <a:pt x="2932496" y="30965"/>
                </a:lnTo>
                <a:lnTo>
                  <a:pt x="3252282" y="69548"/>
                </a:lnTo>
                <a:lnTo>
                  <a:pt x="3567931" y="123331"/>
                </a:lnTo>
                <a:lnTo>
                  <a:pt x="3878090" y="192086"/>
                </a:lnTo>
                <a:lnTo>
                  <a:pt x="4181431" y="275518"/>
                </a:lnTo>
                <a:lnTo>
                  <a:pt x="4476656" y="373269"/>
                </a:lnTo>
                <a:lnTo>
                  <a:pt x="4762500" y="484921"/>
                </a:lnTo>
                <a:lnTo>
                  <a:pt x="5037739" y="609996"/>
                </a:lnTo>
                <a:lnTo>
                  <a:pt x="5301195" y="747958"/>
                </a:lnTo>
                <a:lnTo>
                  <a:pt x="5551740" y="898216"/>
                </a:lnTo>
                <a:lnTo>
                  <a:pt x="5788300" y="1060127"/>
                </a:lnTo>
                <a:lnTo>
                  <a:pt x="6009863" y="1232998"/>
                </a:lnTo>
                <a:lnTo>
                  <a:pt x="6215479" y="1416088"/>
                </a:lnTo>
                <a:lnTo>
                  <a:pt x="6404269" y="1608614"/>
                </a:lnTo>
                <a:lnTo>
                  <a:pt x="6575424" y="1809750"/>
                </a:lnTo>
                <a:lnTo>
                  <a:pt x="6728211" y="2018636"/>
                </a:lnTo>
                <a:lnTo>
                  <a:pt x="6861975" y="2234377"/>
                </a:lnTo>
                <a:lnTo>
                  <a:pt x="6976145" y="2456050"/>
                </a:lnTo>
                <a:lnTo>
                  <a:pt x="7070231" y="2682704"/>
                </a:lnTo>
                <a:lnTo>
                  <a:pt x="7143829" y="2913371"/>
                </a:lnTo>
                <a:lnTo>
                  <a:pt x="7196626" y="3147060"/>
                </a:lnTo>
                <a:lnTo>
                  <a:pt x="7228395" y="3382773"/>
                </a:lnTo>
                <a:close/>
              </a:path>
            </a:pathLst>
          </a:custGeom>
          <a:solidFill>
            <a:srgbClr val="4A7CF4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low-g"/>
          <p:cNvSpPr/>
          <p:nvPr/>
        </p:nvSpPr>
        <p:spPr>
          <a:xfrm>
            <a:off x="12763500" y="7715250"/>
            <a:ext cx="9144000" cy="7686675"/>
          </a:xfrm>
          <a:custGeom>
            <a:avLst/>
            <a:gdLst/>
            <a:ahLst/>
            <a:cxnLst/>
            <a:rect l="l" t="t" r="r" b="b"/>
            <a:pathLst>
              <a:path w="9144000" h="7686675">
                <a:moveTo>
                  <a:pt x="9144000" y="4381500"/>
                </a:moveTo>
                <a:lnTo>
                  <a:pt x="9134211" y="4668064"/>
                </a:lnTo>
                <a:lnTo>
                  <a:pt x="9104886" y="4953401"/>
                </a:lnTo>
                <a:lnTo>
                  <a:pt x="9056150" y="5236288"/>
                </a:lnTo>
                <a:lnTo>
                  <a:pt x="8988213" y="5515516"/>
                </a:lnTo>
                <a:lnTo>
                  <a:pt x="8901365" y="5789887"/>
                </a:lnTo>
                <a:lnTo>
                  <a:pt x="8795977" y="6058227"/>
                </a:lnTo>
                <a:lnTo>
                  <a:pt x="8672502" y="6319388"/>
                </a:lnTo>
                <a:lnTo>
                  <a:pt x="8531468" y="6572250"/>
                </a:lnTo>
                <a:lnTo>
                  <a:pt x="8373479" y="6815731"/>
                </a:lnTo>
                <a:lnTo>
                  <a:pt x="8199211" y="7048788"/>
                </a:lnTo>
                <a:lnTo>
                  <a:pt x="8009412" y="7270424"/>
                </a:lnTo>
                <a:lnTo>
                  <a:pt x="7804892" y="7479688"/>
                </a:lnTo>
                <a:lnTo>
                  <a:pt x="7586529" y="7675686"/>
                </a:lnTo>
                <a:lnTo>
                  <a:pt x="7355257" y="7686675"/>
                </a:lnTo>
                <a:lnTo>
                  <a:pt x="7112067" y="7686675"/>
                </a:lnTo>
                <a:lnTo>
                  <a:pt x="6858000" y="7686675"/>
                </a:lnTo>
                <a:lnTo>
                  <a:pt x="6594144" y="7686675"/>
                </a:lnTo>
                <a:lnTo>
                  <a:pt x="6321629" y="7686675"/>
                </a:lnTo>
                <a:lnTo>
                  <a:pt x="6041621" y="7686675"/>
                </a:lnTo>
                <a:lnTo>
                  <a:pt x="5755321" y="7686675"/>
                </a:lnTo>
                <a:lnTo>
                  <a:pt x="5463953" y="7686675"/>
                </a:lnTo>
                <a:lnTo>
                  <a:pt x="5168766" y="7686675"/>
                </a:lnTo>
                <a:lnTo>
                  <a:pt x="4871023" y="7686675"/>
                </a:lnTo>
                <a:lnTo>
                  <a:pt x="4572000" y="7686675"/>
                </a:lnTo>
                <a:lnTo>
                  <a:pt x="4272977" y="7686675"/>
                </a:lnTo>
                <a:lnTo>
                  <a:pt x="3975234" y="7686675"/>
                </a:lnTo>
                <a:lnTo>
                  <a:pt x="3680047" y="7686675"/>
                </a:lnTo>
                <a:lnTo>
                  <a:pt x="3388679" y="7686675"/>
                </a:lnTo>
                <a:lnTo>
                  <a:pt x="3102379" y="7686675"/>
                </a:lnTo>
                <a:lnTo>
                  <a:pt x="2822371" y="7686675"/>
                </a:lnTo>
                <a:lnTo>
                  <a:pt x="2549856" y="7686675"/>
                </a:lnTo>
                <a:lnTo>
                  <a:pt x="2286000" y="7686675"/>
                </a:lnTo>
                <a:lnTo>
                  <a:pt x="2031933" y="7686675"/>
                </a:lnTo>
                <a:lnTo>
                  <a:pt x="1788743" y="7686675"/>
                </a:lnTo>
                <a:lnTo>
                  <a:pt x="1557471" y="7675686"/>
                </a:lnTo>
                <a:lnTo>
                  <a:pt x="1339108" y="7479688"/>
                </a:lnTo>
                <a:lnTo>
                  <a:pt x="1134588" y="7270424"/>
                </a:lnTo>
                <a:lnTo>
                  <a:pt x="944789" y="7048788"/>
                </a:lnTo>
                <a:lnTo>
                  <a:pt x="770521" y="6815731"/>
                </a:lnTo>
                <a:lnTo>
                  <a:pt x="612532" y="6572250"/>
                </a:lnTo>
                <a:lnTo>
                  <a:pt x="471498" y="6319388"/>
                </a:lnTo>
                <a:lnTo>
                  <a:pt x="348023" y="6058227"/>
                </a:lnTo>
                <a:lnTo>
                  <a:pt x="242635" y="5789887"/>
                </a:lnTo>
                <a:lnTo>
                  <a:pt x="155787" y="5515516"/>
                </a:lnTo>
                <a:lnTo>
                  <a:pt x="87850" y="5236288"/>
                </a:lnTo>
                <a:lnTo>
                  <a:pt x="39114" y="4953401"/>
                </a:lnTo>
                <a:lnTo>
                  <a:pt x="9789" y="4668064"/>
                </a:lnTo>
                <a:lnTo>
                  <a:pt x="0" y="4381500"/>
                </a:lnTo>
                <a:lnTo>
                  <a:pt x="9789" y="4094936"/>
                </a:lnTo>
                <a:lnTo>
                  <a:pt x="39114" y="3809599"/>
                </a:lnTo>
                <a:lnTo>
                  <a:pt x="87850" y="3526712"/>
                </a:lnTo>
                <a:lnTo>
                  <a:pt x="155787" y="3247484"/>
                </a:lnTo>
                <a:lnTo>
                  <a:pt x="242635" y="2973113"/>
                </a:lnTo>
                <a:lnTo>
                  <a:pt x="348023" y="2704773"/>
                </a:lnTo>
                <a:lnTo>
                  <a:pt x="471498" y="2443612"/>
                </a:lnTo>
                <a:lnTo>
                  <a:pt x="612532" y="2190750"/>
                </a:lnTo>
                <a:lnTo>
                  <a:pt x="770521" y="1947269"/>
                </a:lnTo>
                <a:lnTo>
                  <a:pt x="944789" y="1714212"/>
                </a:lnTo>
                <a:lnTo>
                  <a:pt x="1134588" y="1492576"/>
                </a:lnTo>
                <a:lnTo>
                  <a:pt x="1339108" y="1283312"/>
                </a:lnTo>
                <a:lnTo>
                  <a:pt x="1557471" y="1087314"/>
                </a:lnTo>
                <a:lnTo>
                  <a:pt x="1788743" y="905422"/>
                </a:lnTo>
                <a:lnTo>
                  <a:pt x="2031933" y="738416"/>
                </a:lnTo>
                <a:lnTo>
                  <a:pt x="2286000" y="587010"/>
                </a:lnTo>
                <a:lnTo>
                  <a:pt x="2549856" y="451852"/>
                </a:lnTo>
                <a:lnTo>
                  <a:pt x="2822371" y="333522"/>
                </a:lnTo>
                <a:lnTo>
                  <a:pt x="3102379" y="232526"/>
                </a:lnTo>
                <a:lnTo>
                  <a:pt x="3388679" y="149296"/>
                </a:lnTo>
                <a:lnTo>
                  <a:pt x="3680047" y="84189"/>
                </a:lnTo>
                <a:lnTo>
                  <a:pt x="3975234" y="37484"/>
                </a:lnTo>
                <a:lnTo>
                  <a:pt x="4272977" y="9381"/>
                </a:lnTo>
                <a:lnTo>
                  <a:pt x="4572000" y="0"/>
                </a:lnTo>
                <a:lnTo>
                  <a:pt x="4871023" y="9381"/>
                </a:lnTo>
                <a:lnTo>
                  <a:pt x="5168766" y="37484"/>
                </a:lnTo>
                <a:lnTo>
                  <a:pt x="5463953" y="84189"/>
                </a:lnTo>
                <a:lnTo>
                  <a:pt x="5755321" y="149296"/>
                </a:lnTo>
                <a:lnTo>
                  <a:pt x="6041621" y="232526"/>
                </a:lnTo>
                <a:lnTo>
                  <a:pt x="6321629" y="333522"/>
                </a:lnTo>
                <a:lnTo>
                  <a:pt x="6594144" y="451852"/>
                </a:lnTo>
                <a:lnTo>
                  <a:pt x="6858000" y="587010"/>
                </a:lnTo>
                <a:lnTo>
                  <a:pt x="7112067" y="738416"/>
                </a:lnTo>
                <a:lnTo>
                  <a:pt x="7355257" y="905422"/>
                </a:lnTo>
                <a:lnTo>
                  <a:pt x="7586529" y="1087314"/>
                </a:lnTo>
                <a:lnTo>
                  <a:pt x="7804892" y="1283312"/>
                </a:lnTo>
                <a:lnTo>
                  <a:pt x="8009412" y="1492576"/>
                </a:lnTo>
                <a:lnTo>
                  <a:pt x="8199211" y="1714212"/>
                </a:lnTo>
                <a:lnTo>
                  <a:pt x="8373479" y="1947269"/>
                </a:lnTo>
                <a:lnTo>
                  <a:pt x="8531468" y="2190750"/>
                </a:lnTo>
                <a:lnTo>
                  <a:pt x="8672502" y="2443612"/>
                </a:lnTo>
                <a:lnTo>
                  <a:pt x="8795977" y="2704773"/>
                </a:lnTo>
                <a:lnTo>
                  <a:pt x="8901365" y="2973113"/>
                </a:lnTo>
                <a:lnTo>
                  <a:pt x="8988213" y="3247484"/>
                </a:lnTo>
                <a:lnTo>
                  <a:pt x="9056150" y="3526712"/>
                </a:lnTo>
                <a:lnTo>
                  <a:pt x="9104886" y="3809599"/>
                </a:lnTo>
                <a:lnTo>
                  <a:pt x="9134211" y="4094936"/>
                </a:lnTo>
                <a:close/>
              </a:path>
            </a:pathLst>
          </a:custGeom>
          <a:solidFill>
            <a:srgbClr val="4A7CF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low-h"/>
          <p:cNvSpPr/>
          <p:nvPr/>
        </p:nvSpPr>
        <p:spPr>
          <a:xfrm>
            <a:off x="0" y="0"/>
            <a:ext cx="3905250" cy="2190750"/>
          </a:xfrm>
          <a:custGeom>
            <a:avLst/>
            <a:gdLst/>
            <a:ahLst/>
            <a:cxnLst/>
            <a:rect l="l" t="t" r="r" b="b"/>
            <a:pathLst>
              <a:path w="3905250" h="2190750">
                <a:moveTo>
                  <a:pt x="3905250" y="0"/>
                </a:moveTo>
                <a:lnTo>
                  <a:pt x="3897092" y="0"/>
                </a:lnTo>
                <a:lnTo>
                  <a:pt x="3872655" y="37498"/>
                </a:lnTo>
                <a:lnTo>
                  <a:pt x="3832042" y="197391"/>
                </a:lnTo>
                <a:lnTo>
                  <a:pt x="3775427" y="355215"/>
                </a:lnTo>
                <a:lnTo>
                  <a:pt x="3703054" y="510295"/>
                </a:lnTo>
                <a:lnTo>
                  <a:pt x="3615231" y="661966"/>
                </a:lnTo>
                <a:lnTo>
                  <a:pt x="3512335" y="809578"/>
                </a:lnTo>
                <a:lnTo>
                  <a:pt x="3394807" y="952500"/>
                </a:lnTo>
                <a:lnTo>
                  <a:pt x="3263149" y="1090120"/>
                </a:lnTo>
                <a:lnTo>
                  <a:pt x="3117926" y="1221848"/>
                </a:lnTo>
                <a:lnTo>
                  <a:pt x="2959760" y="1347120"/>
                </a:lnTo>
                <a:lnTo>
                  <a:pt x="2789327" y="1465400"/>
                </a:lnTo>
                <a:lnTo>
                  <a:pt x="2607358" y="1576181"/>
                </a:lnTo>
                <a:lnTo>
                  <a:pt x="2414631" y="1678990"/>
                </a:lnTo>
                <a:lnTo>
                  <a:pt x="2211973" y="1773384"/>
                </a:lnTo>
                <a:lnTo>
                  <a:pt x="2000250" y="1858962"/>
                </a:lnTo>
                <a:lnTo>
                  <a:pt x="1780370" y="1935355"/>
                </a:lnTo>
                <a:lnTo>
                  <a:pt x="1553274" y="2002238"/>
                </a:lnTo>
                <a:lnTo>
                  <a:pt x="1319934" y="2059322"/>
                </a:lnTo>
                <a:lnTo>
                  <a:pt x="1081351" y="2106365"/>
                </a:lnTo>
                <a:lnTo>
                  <a:pt x="838544" y="2143165"/>
                </a:lnTo>
                <a:lnTo>
                  <a:pt x="592555" y="2169563"/>
                </a:lnTo>
                <a:lnTo>
                  <a:pt x="344436" y="2185448"/>
                </a:lnTo>
                <a:lnTo>
                  <a:pt x="95250" y="2190750"/>
                </a:lnTo>
                <a:lnTo>
                  <a:pt x="0" y="2185448"/>
                </a:lnTo>
                <a:lnTo>
                  <a:pt x="0" y="2169563"/>
                </a:lnTo>
                <a:lnTo>
                  <a:pt x="0" y="2143165"/>
                </a:lnTo>
                <a:lnTo>
                  <a:pt x="0" y="2106365"/>
                </a:lnTo>
                <a:lnTo>
                  <a:pt x="0" y="2059322"/>
                </a:lnTo>
                <a:lnTo>
                  <a:pt x="0" y="2002238"/>
                </a:lnTo>
                <a:lnTo>
                  <a:pt x="0" y="1935355"/>
                </a:lnTo>
                <a:lnTo>
                  <a:pt x="0" y="1858962"/>
                </a:lnTo>
                <a:lnTo>
                  <a:pt x="0" y="1773384"/>
                </a:lnTo>
                <a:lnTo>
                  <a:pt x="0" y="1678990"/>
                </a:lnTo>
                <a:lnTo>
                  <a:pt x="0" y="1576181"/>
                </a:lnTo>
                <a:lnTo>
                  <a:pt x="0" y="1465400"/>
                </a:lnTo>
                <a:lnTo>
                  <a:pt x="0" y="1347120"/>
                </a:lnTo>
                <a:lnTo>
                  <a:pt x="0" y="1221848"/>
                </a:lnTo>
                <a:lnTo>
                  <a:pt x="0" y="1090120"/>
                </a:lnTo>
                <a:lnTo>
                  <a:pt x="0" y="952500"/>
                </a:lnTo>
                <a:lnTo>
                  <a:pt x="0" y="809578"/>
                </a:lnTo>
                <a:lnTo>
                  <a:pt x="0" y="661966"/>
                </a:lnTo>
                <a:lnTo>
                  <a:pt x="0" y="510295"/>
                </a:lnTo>
                <a:lnTo>
                  <a:pt x="0" y="355215"/>
                </a:lnTo>
                <a:lnTo>
                  <a:pt x="0" y="197391"/>
                </a:lnTo>
                <a:lnTo>
                  <a:pt x="0" y="37498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5250" y="0"/>
                </a:lnTo>
                <a:lnTo>
                  <a:pt x="344436" y="0"/>
                </a:lnTo>
                <a:lnTo>
                  <a:pt x="592555" y="0"/>
                </a:lnTo>
                <a:lnTo>
                  <a:pt x="838544" y="0"/>
                </a:lnTo>
                <a:lnTo>
                  <a:pt x="1081351" y="0"/>
                </a:lnTo>
                <a:lnTo>
                  <a:pt x="1319934" y="0"/>
                </a:lnTo>
                <a:lnTo>
                  <a:pt x="1553274" y="0"/>
                </a:lnTo>
                <a:lnTo>
                  <a:pt x="1780370" y="0"/>
                </a:lnTo>
                <a:lnTo>
                  <a:pt x="2000250" y="0"/>
                </a:lnTo>
                <a:lnTo>
                  <a:pt x="2211973" y="0"/>
                </a:lnTo>
                <a:lnTo>
                  <a:pt x="2414631" y="0"/>
                </a:lnTo>
                <a:lnTo>
                  <a:pt x="2607358" y="0"/>
                </a:lnTo>
                <a:lnTo>
                  <a:pt x="2789327" y="0"/>
                </a:lnTo>
                <a:lnTo>
                  <a:pt x="2959760" y="0"/>
                </a:lnTo>
                <a:lnTo>
                  <a:pt x="3117926" y="0"/>
                </a:lnTo>
                <a:lnTo>
                  <a:pt x="3263149" y="0"/>
                </a:lnTo>
                <a:lnTo>
                  <a:pt x="3394807" y="0"/>
                </a:lnTo>
                <a:lnTo>
                  <a:pt x="3512335" y="0"/>
                </a:lnTo>
                <a:lnTo>
                  <a:pt x="3615231" y="0"/>
                </a:lnTo>
                <a:lnTo>
                  <a:pt x="3703054" y="0"/>
                </a:lnTo>
                <a:lnTo>
                  <a:pt x="3775427" y="0"/>
                </a:lnTo>
                <a:lnTo>
                  <a:pt x="3832042" y="0"/>
                </a:lnTo>
                <a:lnTo>
                  <a:pt x="3872655" y="0"/>
                </a:lnTo>
                <a:lnTo>
                  <a:pt x="3897092" y="0"/>
                </a:lnTo>
                <a:close/>
              </a:path>
            </a:pathLst>
          </a:custGeom>
          <a:solidFill>
            <a:srgbClr val="4A7CF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low-i"/>
          <p:cNvSpPr/>
          <p:nvPr/>
        </p:nvSpPr>
        <p:spPr>
          <a:xfrm>
            <a:off x="22574250" y="0"/>
            <a:ext cx="6067425" cy="6096000"/>
          </a:xfrm>
          <a:custGeom>
            <a:avLst/>
            <a:gdLst/>
            <a:ahLst/>
            <a:cxnLst/>
            <a:rect l="l" t="t" r="r" b="b"/>
            <a:pathLst>
              <a:path w="6067425" h="6096000">
                <a:moveTo>
                  <a:pt x="6067425" y="2476500"/>
                </a:moveTo>
                <a:lnTo>
                  <a:pt x="6067425" y="2713227"/>
                </a:lnTo>
                <a:lnTo>
                  <a:pt x="6067425" y="2948940"/>
                </a:lnTo>
                <a:lnTo>
                  <a:pt x="6067425" y="3182629"/>
                </a:lnTo>
                <a:lnTo>
                  <a:pt x="6067425" y="3413296"/>
                </a:lnTo>
                <a:lnTo>
                  <a:pt x="6067425" y="3639950"/>
                </a:lnTo>
                <a:lnTo>
                  <a:pt x="6067425" y="3861623"/>
                </a:lnTo>
                <a:lnTo>
                  <a:pt x="6067425" y="4077364"/>
                </a:lnTo>
                <a:lnTo>
                  <a:pt x="6067425" y="4286250"/>
                </a:lnTo>
                <a:lnTo>
                  <a:pt x="6067425" y="4487386"/>
                </a:lnTo>
                <a:lnTo>
                  <a:pt x="6067425" y="4679912"/>
                </a:lnTo>
                <a:lnTo>
                  <a:pt x="6067425" y="4863002"/>
                </a:lnTo>
                <a:lnTo>
                  <a:pt x="6067425" y="5035873"/>
                </a:lnTo>
                <a:lnTo>
                  <a:pt x="6067425" y="5197784"/>
                </a:lnTo>
                <a:lnTo>
                  <a:pt x="6067425" y="5348042"/>
                </a:lnTo>
                <a:lnTo>
                  <a:pt x="6067425" y="5486004"/>
                </a:lnTo>
                <a:lnTo>
                  <a:pt x="6000750" y="5611079"/>
                </a:lnTo>
                <a:lnTo>
                  <a:pt x="5769876" y="5722731"/>
                </a:lnTo>
                <a:lnTo>
                  <a:pt x="5531425" y="5820482"/>
                </a:lnTo>
                <a:lnTo>
                  <a:pt x="5286419" y="5903914"/>
                </a:lnTo>
                <a:lnTo>
                  <a:pt x="5035906" y="5972669"/>
                </a:lnTo>
                <a:lnTo>
                  <a:pt x="4780959" y="6026452"/>
                </a:lnTo>
                <a:lnTo>
                  <a:pt x="4522670" y="6065035"/>
                </a:lnTo>
                <a:lnTo>
                  <a:pt x="4262145" y="6088250"/>
                </a:lnTo>
                <a:lnTo>
                  <a:pt x="4000500" y="6096000"/>
                </a:lnTo>
                <a:lnTo>
                  <a:pt x="3738855" y="6088250"/>
                </a:lnTo>
                <a:lnTo>
                  <a:pt x="3478330" y="6065035"/>
                </a:lnTo>
                <a:lnTo>
                  <a:pt x="3220041" y="6026452"/>
                </a:lnTo>
                <a:lnTo>
                  <a:pt x="2965094" y="5972669"/>
                </a:lnTo>
                <a:lnTo>
                  <a:pt x="2714581" y="5903914"/>
                </a:lnTo>
                <a:lnTo>
                  <a:pt x="2469575" y="5820482"/>
                </a:lnTo>
                <a:lnTo>
                  <a:pt x="2231124" y="5722731"/>
                </a:lnTo>
                <a:lnTo>
                  <a:pt x="2000250" y="5611079"/>
                </a:lnTo>
                <a:lnTo>
                  <a:pt x="1777941" y="5486004"/>
                </a:lnTo>
                <a:lnTo>
                  <a:pt x="1565150" y="5348042"/>
                </a:lnTo>
                <a:lnTo>
                  <a:pt x="1362787" y="5197784"/>
                </a:lnTo>
                <a:lnTo>
                  <a:pt x="1171719" y="5035873"/>
                </a:lnTo>
                <a:lnTo>
                  <a:pt x="992765" y="4863002"/>
                </a:lnTo>
                <a:lnTo>
                  <a:pt x="826690" y="4679912"/>
                </a:lnTo>
                <a:lnTo>
                  <a:pt x="674206" y="4487386"/>
                </a:lnTo>
                <a:lnTo>
                  <a:pt x="535965" y="4286250"/>
                </a:lnTo>
                <a:lnTo>
                  <a:pt x="412561" y="4077364"/>
                </a:lnTo>
                <a:lnTo>
                  <a:pt x="304520" y="3861623"/>
                </a:lnTo>
                <a:lnTo>
                  <a:pt x="212306" y="3639950"/>
                </a:lnTo>
                <a:lnTo>
                  <a:pt x="136314" y="3413296"/>
                </a:lnTo>
                <a:lnTo>
                  <a:pt x="76868" y="3182629"/>
                </a:lnTo>
                <a:lnTo>
                  <a:pt x="34225" y="2948940"/>
                </a:lnTo>
                <a:lnTo>
                  <a:pt x="8565" y="2713227"/>
                </a:lnTo>
                <a:lnTo>
                  <a:pt x="0" y="2476500"/>
                </a:lnTo>
                <a:lnTo>
                  <a:pt x="8565" y="2239773"/>
                </a:lnTo>
                <a:lnTo>
                  <a:pt x="34225" y="2004060"/>
                </a:lnTo>
                <a:lnTo>
                  <a:pt x="76868" y="1770371"/>
                </a:lnTo>
                <a:lnTo>
                  <a:pt x="136314" y="1539704"/>
                </a:lnTo>
                <a:lnTo>
                  <a:pt x="212306" y="1313050"/>
                </a:lnTo>
                <a:lnTo>
                  <a:pt x="304520" y="1091377"/>
                </a:lnTo>
                <a:lnTo>
                  <a:pt x="412561" y="875636"/>
                </a:lnTo>
                <a:lnTo>
                  <a:pt x="535965" y="666750"/>
                </a:lnTo>
                <a:lnTo>
                  <a:pt x="674206" y="465614"/>
                </a:lnTo>
                <a:lnTo>
                  <a:pt x="826690" y="273088"/>
                </a:lnTo>
                <a:lnTo>
                  <a:pt x="992765" y="89998"/>
                </a:lnTo>
                <a:lnTo>
                  <a:pt x="1171719" y="0"/>
                </a:lnTo>
                <a:lnTo>
                  <a:pt x="1362787" y="0"/>
                </a:lnTo>
                <a:lnTo>
                  <a:pt x="1565150" y="0"/>
                </a:lnTo>
                <a:lnTo>
                  <a:pt x="1777941" y="0"/>
                </a:lnTo>
                <a:lnTo>
                  <a:pt x="2000250" y="0"/>
                </a:lnTo>
                <a:lnTo>
                  <a:pt x="2231124" y="0"/>
                </a:lnTo>
                <a:lnTo>
                  <a:pt x="2469575" y="0"/>
                </a:lnTo>
                <a:lnTo>
                  <a:pt x="2714581" y="0"/>
                </a:lnTo>
                <a:lnTo>
                  <a:pt x="2965094" y="0"/>
                </a:lnTo>
                <a:lnTo>
                  <a:pt x="3220041" y="0"/>
                </a:lnTo>
                <a:lnTo>
                  <a:pt x="3478330" y="0"/>
                </a:lnTo>
                <a:lnTo>
                  <a:pt x="3738855" y="0"/>
                </a:lnTo>
                <a:lnTo>
                  <a:pt x="4000500" y="0"/>
                </a:lnTo>
                <a:lnTo>
                  <a:pt x="4262145" y="0"/>
                </a:lnTo>
                <a:lnTo>
                  <a:pt x="4522670" y="0"/>
                </a:lnTo>
                <a:lnTo>
                  <a:pt x="4780959" y="0"/>
                </a:lnTo>
                <a:lnTo>
                  <a:pt x="5035906" y="0"/>
                </a:lnTo>
                <a:lnTo>
                  <a:pt x="5286419" y="0"/>
                </a:lnTo>
                <a:lnTo>
                  <a:pt x="5531425" y="0"/>
                </a:lnTo>
                <a:lnTo>
                  <a:pt x="5769876" y="0"/>
                </a:lnTo>
                <a:lnTo>
                  <a:pt x="6000750" y="0"/>
                </a:lnTo>
                <a:lnTo>
                  <a:pt x="6067425" y="0"/>
                </a:lnTo>
                <a:lnTo>
                  <a:pt x="6067425" y="0"/>
                </a:lnTo>
                <a:lnTo>
                  <a:pt x="6067425" y="0"/>
                </a:lnTo>
                <a:lnTo>
                  <a:pt x="6067425" y="0"/>
                </a:lnTo>
                <a:lnTo>
                  <a:pt x="6067425" y="89998"/>
                </a:lnTo>
                <a:lnTo>
                  <a:pt x="6067425" y="273088"/>
                </a:lnTo>
                <a:lnTo>
                  <a:pt x="6067425" y="465614"/>
                </a:lnTo>
                <a:lnTo>
                  <a:pt x="6067425" y="666750"/>
                </a:lnTo>
                <a:lnTo>
                  <a:pt x="6067425" y="875636"/>
                </a:lnTo>
                <a:lnTo>
                  <a:pt x="6067425" y="1091377"/>
                </a:lnTo>
                <a:lnTo>
                  <a:pt x="6067425" y="1313050"/>
                </a:lnTo>
                <a:lnTo>
                  <a:pt x="6067425" y="1539704"/>
                </a:lnTo>
                <a:lnTo>
                  <a:pt x="6067425" y="1770371"/>
                </a:lnTo>
                <a:lnTo>
                  <a:pt x="6067425" y="2004060"/>
                </a:lnTo>
                <a:lnTo>
                  <a:pt x="6067425" y="2239773"/>
                </a:lnTo>
                <a:close/>
              </a:path>
            </a:pathLst>
          </a:custGeom>
          <a:solidFill>
            <a:srgbClr val="4A7CF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ash-a"/>
          <p:cNvSpPr/>
          <p:nvPr/>
        </p:nvSpPr>
        <p:spPr>
          <a:xfrm>
            <a:off x="22193250" y="0"/>
            <a:ext cx="6448425" cy="15401925"/>
          </a:xfrm>
          <a:custGeom>
            <a:avLst/>
            <a:gdLst/>
            <a:ahLst/>
            <a:cxnLst/>
            <a:rect l="l" t="t" r="r" b="b"/>
            <a:pathLst>
              <a:path w="6448425" h="15401925">
                <a:moveTo>
                  <a:pt x="6448425" y="8191500"/>
                </a:moveTo>
                <a:lnTo>
                  <a:pt x="6448425" y="8752168"/>
                </a:lnTo>
                <a:lnTo>
                  <a:pt x="6448425" y="9310436"/>
                </a:lnTo>
                <a:lnTo>
                  <a:pt x="6448425" y="9863912"/>
                </a:lnTo>
                <a:lnTo>
                  <a:pt x="6448425" y="10410226"/>
                </a:lnTo>
                <a:lnTo>
                  <a:pt x="6448425" y="10947040"/>
                </a:lnTo>
                <a:lnTo>
                  <a:pt x="6448425" y="11472054"/>
                </a:lnTo>
                <a:lnTo>
                  <a:pt x="6448425" y="11983020"/>
                </a:lnTo>
                <a:lnTo>
                  <a:pt x="6448425" y="12477750"/>
                </a:lnTo>
                <a:lnTo>
                  <a:pt x="6448425" y="12954126"/>
                </a:lnTo>
                <a:lnTo>
                  <a:pt x="6448425" y="13410107"/>
                </a:lnTo>
                <a:lnTo>
                  <a:pt x="6448425" y="13843742"/>
                </a:lnTo>
                <a:lnTo>
                  <a:pt x="6448425" y="14253173"/>
                </a:lnTo>
                <a:lnTo>
                  <a:pt x="6448425" y="14636647"/>
                </a:lnTo>
                <a:lnTo>
                  <a:pt x="6448425" y="14992522"/>
                </a:lnTo>
                <a:lnTo>
                  <a:pt x="6448425" y="15319273"/>
                </a:lnTo>
                <a:lnTo>
                  <a:pt x="6448425" y="15401925"/>
                </a:lnTo>
                <a:lnTo>
                  <a:pt x="6448425" y="15401925"/>
                </a:lnTo>
                <a:lnTo>
                  <a:pt x="6448425" y="15401925"/>
                </a:lnTo>
                <a:lnTo>
                  <a:pt x="6448425" y="15401925"/>
                </a:lnTo>
                <a:lnTo>
                  <a:pt x="6448425" y="15401925"/>
                </a:lnTo>
                <a:lnTo>
                  <a:pt x="6448425" y="15401925"/>
                </a:lnTo>
                <a:lnTo>
                  <a:pt x="6448425" y="15401925"/>
                </a:lnTo>
                <a:lnTo>
                  <a:pt x="6291738" y="15401925"/>
                </a:lnTo>
                <a:lnTo>
                  <a:pt x="5905500" y="15401925"/>
                </a:lnTo>
                <a:lnTo>
                  <a:pt x="5519262" y="15401925"/>
                </a:lnTo>
                <a:lnTo>
                  <a:pt x="5134678" y="15401925"/>
                </a:lnTo>
                <a:lnTo>
                  <a:pt x="4753394" y="15401925"/>
                </a:lnTo>
                <a:lnTo>
                  <a:pt x="4377044" y="15401925"/>
                </a:lnTo>
                <a:lnTo>
                  <a:pt x="4007239" y="15401925"/>
                </a:lnTo>
                <a:lnTo>
                  <a:pt x="3645563" y="15401925"/>
                </a:lnTo>
                <a:lnTo>
                  <a:pt x="3293564" y="15401925"/>
                </a:lnTo>
                <a:lnTo>
                  <a:pt x="2952750" y="15401925"/>
                </a:lnTo>
                <a:lnTo>
                  <a:pt x="2624580" y="15319273"/>
                </a:lnTo>
                <a:lnTo>
                  <a:pt x="2310459" y="14992522"/>
                </a:lnTo>
                <a:lnTo>
                  <a:pt x="2011733" y="14636647"/>
                </a:lnTo>
                <a:lnTo>
                  <a:pt x="1729681" y="14253173"/>
                </a:lnTo>
                <a:lnTo>
                  <a:pt x="1465510" y="13843742"/>
                </a:lnTo>
                <a:lnTo>
                  <a:pt x="1220352" y="13410107"/>
                </a:lnTo>
                <a:lnTo>
                  <a:pt x="995256" y="12954126"/>
                </a:lnTo>
                <a:lnTo>
                  <a:pt x="791187" y="12477750"/>
                </a:lnTo>
                <a:lnTo>
                  <a:pt x="609018" y="11983020"/>
                </a:lnTo>
                <a:lnTo>
                  <a:pt x="449529" y="11472054"/>
                </a:lnTo>
                <a:lnTo>
                  <a:pt x="313404" y="10947040"/>
                </a:lnTo>
                <a:lnTo>
                  <a:pt x="201225" y="10410226"/>
                </a:lnTo>
                <a:lnTo>
                  <a:pt x="113473" y="9863912"/>
                </a:lnTo>
                <a:lnTo>
                  <a:pt x="50522" y="9310436"/>
                </a:lnTo>
                <a:lnTo>
                  <a:pt x="12644" y="8752168"/>
                </a:lnTo>
                <a:lnTo>
                  <a:pt x="0" y="8191500"/>
                </a:lnTo>
                <a:lnTo>
                  <a:pt x="12644" y="7630832"/>
                </a:lnTo>
                <a:lnTo>
                  <a:pt x="50522" y="7072564"/>
                </a:lnTo>
                <a:lnTo>
                  <a:pt x="113473" y="6519088"/>
                </a:lnTo>
                <a:lnTo>
                  <a:pt x="201225" y="5972774"/>
                </a:lnTo>
                <a:lnTo>
                  <a:pt x="313404" y="5435960"/>
                </a:lnTo>
                <a:lnTo>
                  <a:pt x="449529" y="4910946"/>
                </a:lnTo>
                <a:lnTo>
                  <a:pt x="609018" y="4399980"/>
                </a:lnTo>
                <a:lnTo>
                  <a:pt x="791187" y="3905250"/>
                </a:lnTo>
                <a:lnTo>
                  <a:pt x="995256" y="3428874"/>
                </a:lnTo>
                <a:lnTo>
                  <a:pt x="1220352" y="2972893"/>
                </a:lnTo>
                <a:lnTo>
                  <a:pt x="1465510" y="2539258"/>
                </a:lnTo>
                <a:lnTo>
                  <a:pt x="1729681" y="2129827"/>
                </a:lnTo>
                <a:lnTo>
                  <a:pt x="2011733" y="1746353"/>
                </a:lnTo>
                <a:lnTo>
                  <a:pt x="2310459" y="1390478"/>
                </a:lnTo>
                <a:lnTo>
                  <a:pt x="2624580" y="1063727"/>
                </a:lnTo>
                <a:lnTo>
                  <a:pt x="2952750" y="767497"/>
                </a:lnTo>
                <a:lnTo>
                  <a:pt x="3293564" y="503058"/>
                </a:lnTo>
                <a:lnTo>
                  <a:pt x="3645563" y="271543"/>
                </a:lnTo>
                <a:lnTo>
                  <a:pt x="4007239" y="73941"/>
                </a:lnTo>
                <a:lnTo>
                  <a:pt x="4377044" y="0"/>
                </a:lnTo>
                <a:lnTo>
                  <a:pt x="4753394" y="0"/>
                </a:lnTo>
                <a:lnTo>
                  <a:pt x="5134678" y="0"/>
                </a:lnTo>
                <a:lnTo>
                  <a:pt x="5519262" y="0"/>
                </a:lnTo>
                <a:lnTo>
                  <a:pt x="5905500" y="0"/>
                </a:lnTo>
                <a:lnTo>
                  <a:pt x="6291738" y="0"/>
                </a:lnTo>
                <a:lnTo>
                  <a:pt x="6448425" y="0"/>
                </a:lnTo>
                <a:lnTo>
                  <a:pt x="6448425" y="0"/>
                </a:lnTo>
                <a:lnTo>
                  <a:pt x="6448425" y="0"/>
                </a:lnTo>
                <a:lnTo>
                  <a:pt x="6448425" y="73941"/>
                </a:lnTo>
                <a:lnTo>
                  <a:pt x="6448425" y="271543"/>
                </a:lnTo>
                <a:lnTo>
                  <a:pt x="6448425" y="503058"/>
                </a:lnTo>
                <a:lnTo>
                  <a:pt x="6448425" y="767497"/>
                </a:lnTo>
                <a:lnTo>
                  <a:pt x="6448425" y="1063727"/>
                </a:lnTo>
                <a:lnTo>
                  <a:pt x="6448425" y="1390478"/>
                </a:lnTo>
                <a:lnTo>
                  <a:pt x="6448425" y="1746353"/>
                </a:lnTo>
                <a:lnTo>
                  <a:pt x="6448425" y="2129827"/>
                </a:lnTo>
                <a:lnTo>
                  <a:pt x="6448425" y="2539258"/>
                </a:lnTo>
                <a:lnTo>
                  <a:pt x="6448425" y="2972893"/>
                </a:lnTo>
                <a:lnTo>
                  <a:pt x="6448425" y="3428874"/>
                </a:lnTo>
                <a:lnTo>
                  <a:pt x="6448425" y="3905250"/>
                </a:lnTo>
                <a:lnTo>
                  <a:pt x="6448425" y="4399980"/>
                </a:lnTo>
                <a:lnTo>
                  <a:pt x="6448425" y="4910946"/>
                </a:lnTo>
                <a:lnTo>
                  <a:pt x="6448425" y="5435960"/>
                </a:lnTo>
                <a:lnTo>
                  <a:pt x="6448425" y="5972774"/>
                </a:lnTo>
                <a:lnTo>
                  <a:pt x="6448425" y="6519088"/>
                </a:lnTo>
                <a:lnTo>
                  <a:pt x="6448425" y="7072564"/>
                </a:lnTo>
                <a:lnTo>
                  <a:pt x="6448425" y="7630832"/>
                </a:lnTo>
                <a:close/>
              </a:path>
            </a:pathLst>
          </a:custGeom>
          <a:solidFill>
            <a:srgbClr val="2E2AA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ash-b"/>
          <p:cNvSpPr/>
          <p:nvPr/>
        </p:nvSpPr>
        <p:spPr>
          <a:xfrm>
            <a:off x="19621500" y="10477500"/>
            <a:ext cx="9020175" cy="4924425"/>
          </a:xfrm>
          <a:custGeom>
            <a:avLst/>
            <a:gdLst/>
            <a:ahLst/>
            <a:cxnLst/>
            <a:rect l="l" t="t" r="r" b="b"/>
            <a:pathLst>
              <a:path w="9020175" h="4924425">
                <a:moveTo>
                  <a:pt x="9020175" y="4762500"/>
                </a:move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9020175" y="4924425"/>
                </a:lnTo>
                <a:lnTo>
                  <a:pt x="8810698" y="4924425"/>
                </a:lnTo>
                <a:lnTo>
                  <a:pt x="8393176" y="4924425"/>
                </a:lnTo>
                <a:lnTo>
                  <a:pt x="7968265" y="4924425"/>
                </a:lnTo>
                <a:lnTo>
                  <a:pt x="7537783" y="4924425"/>
                </a:lnTo>
                <a:lnTo>
                  <a:pt x="7103575" y="4924425"/>
                </a:lnTo>
                <a:lnTo>
                  <a:pt x="6667500" y="4924425"/>
                </a:lnTo>
                <a:lnTo>
                  <a:pt x="6231425" y="4924425"/>
                </a:lnTo>
                <a:lnTo>
                  <a:pt x="5797217" y="4924425"/>
                </a:lnTo>
                <a:lnTo>
                  <a:pt x="5366735" y="4924425"/>
                </a:lnTo>
                <a:lnTo>
                  <a:pt x="4941824" y="4924425"/>
                </a:lnTo>
                <a:lnTo>
                  <a:pt x="4524302" y="4924425"/>
                </a:lnTo>
                <a:lnTo>
                  <a:pt x="4115958" y="4924425"/>
                </a:lnTo>
                <a:lnTo>
                  <a:pt x="3718540" y="4924425"/>
                </a:lnTo>
                <a:lnTo>
                  <a:pt x="3333750" y="4924425"/>
                </a:lnTo>
                <a:lnTo>
                  <a:pt x="2963235" y="4924425"/>
                </a:lnTo>
                <a:lnTo>
                  <a:pt x="2608583" y="4924425"/>
                </a:lnTo>
                <a:lnTo>
                  <a:pt x="2271312" y="4924425"/>
                </a:lnTo>
                <a:lnTo>
                  <a:pt x="1952866" y="4924425"/>
                </a:lnTo>
                <a:lnTo>
                  <a:pt x="1654608" y="4924425"/>
                </a:lnTo>
                <a:lnTo>
                  <a:pt x="1377817" y="4924425"/>
                </a:lnTo>
                <a:lnTo>
                  <a:pt x="1123676" y="4924425"/>
                </a:lnTo>
                <a:lnTo>
                  <a:pt x="893276" y="4924425"/>
                </a:lnTo>
                <a:lnTo>
                  <a:pt x="687601" y="4924425"/>
                </a:lnTo>
                <a:lnTo>
                  <a:pt x="507533" y="4924425"/>
                </a:lnTo>
                <a:lnTo>
                  <a:pt x="353843" y="4924425"/>
                </a:lnTo>
                <a:lnTo>
                  <a:pt x="227190" y="4924425"/>
                </a:lnTo>
                <a:lnTo>
                  <a:pt x="128114" y="4924425"/>
                </a:lnTo>
                <a:lnTo>
                  <a:pt x="57041" y="4924425"/>
                </a:lnTo>
                <a:lnTo>
                  <a:pt x="14276" y="4924425"/>
                </a:lnTo>
                <a:lnTo>
                  <a:pt x="0" y="4762500"/>
                </a:lnTo>
                <a:lnTo>
                  <a:pt x="14276" y="4451018"/>
                </a:lnTo>
                <a:lnTo>
                  <a:pt x="57041" y="4140869"/>
                </a:lnTo>
                <a:lnTo>
                  <a:pt x="128114" y="3833382"/>
                </a:lnTo>
                <a:lnTo>
                  <a:pt x="227190" y="3529874"/>
                </a:lnTo>
                <a:lnTo>
                  <a:pt x="353843" y="3231645"/>
                </a:lnTo>
                <a:lnTo>
                  <a:pt x="507533" y="2939970"/>
                </a:lnTo>
                <a:lnTo>
                  <a:pt x="687601" y="2656100"/>
                </a:lnTo>
                <a:lnTo>
                  <a:pt x="893276" y="2381250"/>
                </a:lnTo>
                <a:lnTo>
                  <a:pt x="1123676" y="2116597"/>
                </a:lnTo>
                <a:lnTo>
                  <a:pt x="1377817" y="1863274"/>
                </a:lnTo>
                <a:lnTo>
                  <a:pt x="1654608" y="1622366"/>
                </a:lnTo>
                <a:lnTo>
                  <a:pt x="1952866" y="1394904"/>
                </a:lnTo>
                <a:lnTo>
                  <a:pt x="2271312" y="1181863"/>
                </a:lnTo>
                <a:lnTo>
                  <a:pt x="2608583" y="984155"/>
                </a:lnTo>
                <a:lnTo>
                  <a:pt x="2963235" y="802626"/>
                </a:lnTo>
                <a:lnTo>
                  <a:pt x="3333750" y="638054"/>
                </a:lnTo>
                <a:lnTo>
                  <a:pt x="3718540" y="491144"/>
                </a:lnTo>
                <a:lnTo>
                  <a:pt x="4115958" y="362524"/>
                </a:lnTo>
                <a:lnTo>
                  <a:pt x="4524302" y="252745"/>
                </a:lnTo>
                <a:lnTo>
                  <a:pt x="4941824" y="162278"/>
                </a:lnTo>
                <a:lnTo>
                  <a:pt x="5366735" y="91510"/>
                </a:lnTo>
                <a:lnTo>
                  <a:pt x="5797217" y="40744"/>
                </a:lnTo>
                <a:lnTo>
                  <a:pt x="6231425" y="10197"/>
                </a:lnTo>
                <a:lnTo>
                  <a:pt x="6667500" y="0"/>
                </a:lnTo>
                <a:lnTo>
                  <a:pt x="7103575" y="10197"/>
                </a:lnTo>
                <a:lnTo>
                  <a:pt x="7537783" y="40744"/>
                </a:lnTo>
                <a:lnTo>
                  <a:pt x="7968265" y="91510"/>
                </a:lnTo>
                <a:lnTo>
                  <a:pt x="8393176" y="162278"/>
                </a:lnTo>
                <a:lnTo>
                  <a:pt x="8810698" y="252745"/>
                </a:lnTo>
                <a:lnTo>
                  <a:pt x="9020175" y="362524"/>
                </a:lnTo>
                <a:lnTo>
                  <a:pt x="9020175" y="491144"/>
                </a:lnTo>
                <a:lnTo>
                  <a:pt x="9020175" y="638054"/>
                </a:lnTo>
                <a:lnTo>
                  <a:pt x="9020175" y="802626"/>
                </a:lnTo>
                <a:lnTo>
                  <a:pt x="9020175" y="984155"/>
                </a:lnTo>
                <a:lnTo>
                  <a:pt x="9020175" y="1181863"/>
                </a:lnTo>
                <a:lnTo>
                  <a:pt x="9020175" y="1394904"/>
                </a:lnTo>
                <a:lnTo>
                  <a:pt x="9020175" y="1622366"/>
                </a:lnTo>
                <a:lnTo>
                  <a:pt x="9020175" y="1863274"/>
                </a:lnTo>
                <a:lnTo>
                  <a:pt x="9020175" y="2116597"/>
                </a:lnTo>
                <a:lnTo>
                  <a:pt x="9020175" y="2381250"/>
                </a:lnTo>
                <a:lnTo>
                  <a:pt x="9020175" y="2656100"/>
                </a:lnTo>
                <a:lnTo>
                  <a:pt x="9020175" y="2939970"/>
                </a:lnTo>
                <a:lnTo>
                  <a:pt x="9020175" y="3231645"/>
                </a:lnTo>
                <a:lnTo>
                  <a:pt x="9020175" y="3529874"/>
                </a:lnTo>
                <a:lnTo>
                  <a:pt x="9020175" y="3833382"/>
                </a:lnTo>
                <a:lnTo>
                  <a:pt x="9020175" y="4140869"/>
                </a:lnTo>
                <a:lnTo>
                  <a:pt x="9020175" y="4451018"/>
                </a:lnTo>
                <a:close/>
              </a:path>
            </a:pathLst>
          </a:custGeom>
          <a:solidFill>
            <a:srgbClr val="2E2AA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ash-c"/>
          <p:cNvSpPr/>
          <p:nvPr/>
        </p:nvSpPr>
        <p:spPr>
          <a:xfrm>
            <a:off x="1143000" y="0"/>
            <a:ext cx="8001000" cy="4000500"/>
          </a:xfrm>
          <a:custGeom>
            <a:avLst/>
            <a:gdLst/>
            <a:ahLst/>
            <a:cxnLst/>
            <a:rect l="l" t="t" r="r" b="b"/>
            <a:pathLst>
              <a:path w="8001000" h="4000500">
                <a:moveTo>
                  <a:pt x="8001000" y="381000"/>
                </a:moveTo>
                <a:lnTo>
                  <a:pt x="7992435" y="617727"/>
                </a:lnTo>
                <a:lnTo>
                  <a:pt x="7966775" y="853440"/>
                </a:lnTo>
                <a:lnTo>
                  <a:pt x="7924132" y="1087129"/>
                </a:lnTo>
                <a:lnTo>
                  <a:pt x="7864686" y="1317796"/>
                </a:lnTo>
                <a:lnTo>
                  <a:pt x="7788694" y="1544450"/>
                </a:lnTo>
                <a:lnTo>
                  <a:pt x="7696480" y="1766123"/>
                </a:lnTo>
                <a:lnTo>
                  <a:pt x="7588439" y="1981864"/>
                </a:lnTo>
                <a:lnTo>
                  <a:pt x="7465035" y="2190750"/>
                </a:lnTo>
                <a:lnTo>
                  <a:pt x="7326794" y="2391886"/>
                </a:lnTo>
                <a:lnTo>
                  <a:pt x="7174310" y="2584412"/>
                </a:lnTo>
                <a:lnTo>
                  <a:pt x="7008235" y="2767502"/>
                </a:lnTo>
                <a:lnTo>
                  <a:pt x="6829281" y="2940373"/>
                </a:lnTo>
                <a:lnTo>
                  <a:pt x="6638213" y="3102284"/>
                </a:lnTo>
                <a:lnTo>
                  <a:pt x="6435850" y="3252542"/>
                </a:lnTo>
                <a:lnTo>
                  <a:pt x="6223059" y="3390504"/>
                </a:lnTo>
                <a:lnTo>
                  <a:pt x="6000750" y="3515579"/>
                </a:lnTo>
                <a:lnTo>
                  <a:pt x="5769876" y="3627231"/>
                </a:lnTo>
                <a:lnTo>
                  <a:pt x="5531425" y="3724982"/>
                </a:lnTo>
                <a:lnTo>
                  <a:pt x="5286419" y="3808414"/>
                </a:lnTo>
                <a:lnTo>
                  <a:pt x="5035906" y="3877169"/>
                </a:lnTo>
                <a:lnTo>
                  <a:pt x="4780959" y="3930952"/>
                </a:lnTo>
                <a:lnTo>
                  <a:pt x="4522670" y="3969535"/>
                </a:lnTo>
                <a:lnTo>
                  <a:pt x="4262145" y="3992750"/>
                </a:lnTo>
                <a:lnTo>
                  <a:pt x="4000500" y="4000500"/>
                </a:lnTo>
                <a:lnTo>
                  <a:pt x="3738855" y="3992750"/>
                </a:lnTo>
                <a:lnTo>
                  <a:pt x="3478330" y="3969535"/>
                </a:lnTo>
                <a:lnTo>
                  <a:pt x="3220041" y="3930952"/>
                </a:lnTo>
                <a:lnTo>
                  <a:pt x="2965094" y="3877169"/>
                </a:lnTo>
                <a:lnTo>
                  <a:pt x="2714581" y="3808414"/>
                </a:lnTo>
                <a:lnTo>
                  <a:pt x="2469575" y="3724982"/>
                </a:lnTo>
                <a:lnTo>
                  <a:pt x="2231124" y="3627231"/>
                </a:lnTo>
                <a:lnTo>
                  <a:pt x="2000250" y="3515579"/>
                </a:lnTo>
                <a:lnTo>
                  <a:pt x="1777941" y="3390504"/>
                </a:lnTo>
                <a:lnTo>
                  <a:pt x="1565150" y="3252542"/>
                </a:lnTo>
                <a:lnTo>
                  <a:pt x="1362787" y="3102284"/>
                </a:lnTo>
                <a:lnTo>
                  <a:pt x="1171719" y="2940373"/>
                </a:lnTo>
                <a:lnTo>
                  <a:pt x="992765" y="2767502"/>
                </a:lnTo>
                <a:lnTo>
                  <a:pt x="826690" y="2584412"/>
                </a:lnTo>
                <a:lnTo>
                  <a:pt x="674206" y="2391886"/>
                </a:lnTo>
                <a:lnTo>
                  <a:pt x="535965" y="2190750"/>
                </a:lnTo>
                <a:lnTo>
                  <a:pt x="412561" y="1981864"/>
                </a:lnTo>
                <a:lnTo>
                  <a:pt x="304520" y="1766123"/>
                </a:lnTo>
                <a:lnTo>
                  <a:pt x="212306" y="1544450"/>
                </a:lnTo>
                <a:lnTo>
                  <a:pt x="136314" y="1317796"/>
                </a:lnTo>
                <a:lnTo>
                  <a:pt x="76868" y="1087129"/>
                </a:lnTo>
                <a:lnTo>
                  <a:pt x="34225" y="853440"/>
                </a:lnTo>
                <a:lnTo>
                  <a:pt x="8565" y="617727"/>
                </a:lnTo>
                <a:lnTo>
                  <a:pt x="0" y="381000"/>
                </a:lnTo>
                <a:lnTo>
                  <a:pt x="8565" y="144273"/>
                </a:lnTo>
                <a:lnTo>
                  <a:pt x="34225" y="0"/>
                </a:lnTo>
                <a:lnTo>
                  <a:pt x="76868" y="0"/>
                </a:lnTo>
                <a:lnTo>
                  <a:pt x="136314" y="0"/>
                </a:lnTo>
                <a:lnTo>
                  <a:pt x="212306" y="0"/>
                </a:lnTo>
                <a:lnTo>
                  <a:pt x="304520" y="0"/>
                </a:lnTo>
                <a:lnTo>
                  <a:pt x="412561" y="0"/>
                </a:lnTo>
                <a:lnTo>
                  <a:pt x="535965" y="0"/>
                </a:lnTo>
                <a:lnTo>
                  <a:pt x="674206" y="0"/>
                </a:lnTo>
                <a:lnTo>
                  <a:pt x="826690" y="0"/>
                </a:lnTo>
                <a:lnTo>
                  <a:pt x="992765" y="0"/>
                </a:lnTo>
                <a:lnTo>
                  <a:pt x="1171719" y="0"/>
                </a:lnTo>
                <a:lnTo>
                  <a:pt x="1362787" y="0"/>
                </a:lnTo>
                <a:lnTo>
                  <a:pt x="1565150" y="0"/>
                </a:lnTo>
                <a:lnTo>
                  <a:pt x="1777941" y="0"/>
                </a:lnTo>
                <a:lnTo>
                  <a:pt x="2000250" y="0"/>
                </a:lnTo>
                <a:lnTo>
                  <a:pt x="2231124" y="0"/>
                </a:lnTo>
                <a:lnTo>
                  <a:pt x="2469575" y="0"/>
                </a:lnTo>
                <a:lnTo>
                  <a:pt x="2714581" y="0"/>
                </a:lnTo>
                <a:lnTo>
                  <a:pt x="2965094" y="0"/>
                </a:lnTo>
                <a:lnTo>
                  <a:pt x="3220041" y="0"/>
                </a:lnTo>
                <a:lnTo>
                  <a:pt x="3478330" y="0"/>
                </a:lnTo>
                <a:lnTo>
                  <a:pt x="3738855" y="0"/>
                </a:lnTo>
                <a:lnTo>
                  <a:pt x="4000500" y="0"/>
                </a:lnTo>
                <a:lnTo>
                  <a:pt x="4262145" y="0"/>
                </a:lnTo>
                <a:lnTo>
                  <a:pt x="4522670" y="0"/>
                </a:lnTo>
                <a:lnTo>
                  <a:pt x="4780959" y="0"/>
                </a:lnTo>
                <a:lnTo>
                  <a:pt x="5035906" y="0"/>
                </a:lnTo>
                <a:lnTo>
                  <a:pt x="5286419" y="0"/>
                </a:lnTo>
                <a:lnTo>
                  <a:pt x="5531425" y="0"/>
                </a:lnTo>
                <a:lnTo>
                  <a:pt x="5769876" y="0"/>
                </a:lnTo>
                <a:lnTo>
                  <a:pt x="6000750" y="0"/>
                </a:lnTo>
                <a:lnTo>
                  <a:pt x="6223059" y="0"/>
                </a:lnTo>
                <a:lnTo>
                  <a:pt x="6435850" y="0"/>
                </a:lnTo>
                <a:lnTo>
                  <a:pt x="6638213" y="0"/>
                </a:lnTo>
                <a:lnTo>
                  <a:pt x="6829281" y="0"/>
                </a:lnTo>
                <a:lnTo>
                  <a:pt x="7008235" y="0"/>
                </a:lnTo>
                <a:lnTo>
                  <a:pt x="7174310" y="0"/>
                </a:lnTo>
                <a:lnTo>
                  <a:pt x="7326794" y="0"/>
                </a:lnTo>
                <a:lnTo>
                  <a:pt x="7465035" y="0"/>
                </a:lnTo>
                <a:lnTo>
                  <a:pt x="7588439" y="0"/>
                </a:lnTo>
                <a:lnTo>
                  <a:pt x="7696480" y="0"/>
                </a:lnTo>
                <a:lnTo>
                  <a:pt x="7788694" y="0"/>
                </a:lnTo>
                <a:lnTo>
                  <a:pt x="7864686" y="0"/>
                </a:lnTo>
                <a:lnTo>
                  <a:pt x="7924132" y="0"/>
                </a:lnTo>
                <a:lnTo>
                  <a:pt x="7966775" y="0"/>
                </a:lnTo>
                <a:lnTo>
                  <a:pt x="7992435" y="144273"/>
                </a:lnTo>
                <a:close/>
              </a:path>
            </a:pathLst>
          </a:custGeom>
          <a:solidFill>
            <a:srgbClr val="2E2AA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co-band-top"/>
          <p:cNvSpPr/>
          <p:nvPr/>
        </p:nvSpPr>
        <p:spPr>
          <a:xfrm rot="20580000">
            <a:off x="10001250" y="285750"/>
            <a:ext cx="7239000" cy="1428750"/>
          </a:xfrm>
          <a:prstGeom prst="roundRect">
            <a:avLst>
              <a:gd name="adj" fmla="val 50000"/>
            </a:avLst>
          </a:prstGeom>
          <a:solidFill>
            <a:srgbClr val="4E86F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co-capsule-bl"/>
          <p:cNvSpPr/>
          <p:nvPr/>
        </p:nvSpPr>
        <p:spPr>
          <a:xfrm rot="19800000">
            <a:off x="95250" y="11906250"/>
            <a:ext cx="5715000" cy="2476500"/>
          </a:xfrm>
          <a:prstGeom prst="roundRect">
            <a:avLst>
              <a:gd name="adj" fmla="val 50000"/>
            </a:avLst>
          </a:prstGeom>
          <a:solidFill>
            <a:srgbClr val="7C9DF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co-capsule-br"/>
          <p:cNvSpPr/>
          <p:nvPr/>
        </p:nvSpPr>
        <p:spPr>
          <a:xfrm rot="19800000">
            <a:off x="22098000" y="9810750"/>
            <a:ext cx="6096000" cy="2190750"/>
          </a:xfrm>
          <a:prstGeom prst="roundRect">
            <a:avLst>
              <a:gd name="adj" fmla="val 50000"/>
            </a:avLst>
          </a:prstGeom>
          <a:solidFill>
            <a:srgbClr val="4A6CD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-huge-left"/>
          <p:cNvSpPr/>
          <p:nvPr/>
        </p:nvSpPr>
        <p:spPr>
          <a:xfrm>
            <a:off x="990600" y="0"/>
            <a:ext cx="2451801" cy="15411450"/>
          </a:xfrm>
          <a:custGeom>
            <a:avLst/>
            <a:gdLst/>
            <a:ahLst/>
            <a:cxnLst/>
            <a:rect l="l" t="t" r="r" b="b"/>
            <a:pathLst>
              <a:path w="2451801" h="15411450">
                <a:moveTo>
                  <a:pt x="2451801" y="0"/>
                </a:moveTo>
                <a:lnTo>
                  <a:pt x="2274412" y="256857"/>
                </a:lnTo>
                <a:lnTo>
                  <a:pt x="2105698" y="513715"/>
                </a:lnTo>
                <a:lnTo>
                  <a:pt x="1945273" y="770572"/>
                </a:lnTo>
                <a:lnTo>
                  <a:pt x="1792790" y="1027430"/>
                </a:lnTo>
                <a:lnTo>
                  <a:pt x="1647940" y="1284288"/>
                </a:lnTo>
                <a:lnTo>
                  <a:pt x="1510442" y="1541145"/>
                </a:lnTo>
                <a:lnTo>
                  <a:pt x="1380041" y="1798003"/>
                </a:lnTo>
                <a:lnTo>
                  <a:pt x="1256509" y="2054860"/>
                </a:lnTo>
                <a:lnTo>
                  <a:pt x="1139636" y="2311718"/>
                </a:lnTo>
                <a:lnTo>
                  <a:pt x="1029232" y="2568575"/>
                </a:lnTo>
                <a:lnTo>
                  <a:pt x="925126" y="2825432"/>
                </a:lnTo>
                <a:lnTo>
                  <a:pt x="827160" y="3082290"/>
                </a:lnTo>
                <a:lnTo>
                  <a:pt x="735189" y="3339148"/>
                </a:lnTo>
                <a:lnTo>
                  <a:pt x="649086" y="3596005"/>
                </a:lnTo>
                <a:lnTo>
                  <a:pt x="568729" y="3852862"/>
                </a:lnTo>
                <a:lnTo>
                  <a:pt x="494012" y="4109720"/>
                </a:lnTo>
                <a:lnTo>
                  <a:pt x="424837" y="4366578"/>
                </a:lnTo>
                <a:lnTo>
                  <a:pt x="361114" y="4623435"/>
                </a:lnTo>
                <a:lnTo>
                  <a:pt x="302765" y="4880292"/>
                </a:lnTo>
                <a:lnTo>
                  <a:pt x="249716" y="5137150"/>
                </a:lnTo>
                <a:lnTo>
                  <a:pt x="201905" y="5394008"/>
                </a:lnTo>
                <a:lnTo>
                  <a:pt x="159273" y="5650865"/>
                </a:lnTo>
                <a:lnTo>
                  <a:pt x="121771" y="5907722"/>
                </a:lnTo>
                <a:lnTo>
                  <a:pt x="89356" y="6164580"/>
                </a:lnTo>
                <a:lnTo>
                  <a:pt x="61989" y="6421438"/>
                </a:lnTo>
                <a:lnTo>
                  <a:pt x="39639" y="6678295"/>
                </a:lnTo>
                <a:lnTo>
                  <a:pt x="22283" y="6935152"/>
                </a:lnTo>
                <a:lnTo>
                  <a:pt x="9899" y="7192010"/>
                </a:lnTo>
                <a:lnTo>
                  <a:pt x="2474" y="7448868"/>
                </a:lnTo>
                <a:lnTo>
                  <a:pt x="0" y="7705725"/>
                </a:lnTo>
                <a:lnTo>
                  <a:pt x="2474" y="7962582"/>
                </a:lnTo>
                <a:lnTo>
                  <a:pt x="9899" y="8219440"/>
                </a:lnTo>
                <a:lnTo>
                  <a:pt x="22283" y="8476298"/>
                </a:lnTo>
                <a:lnTo>
                  <a:pt x="39639" y="8733155"/>
                </a:lnTo>
                <a:lnTo>
                  <a:pt x="61989" y="8990012"/>
                </a:lnTo>
                <a:lnTo>
                  <a:pt x="89356" y="9246870"/>
                </a:lnTo>
                <a:lnTo>
                  <a:pt x="121771" y="9503728"/>
                </a:lnTo>
                <a:lnTo>
                  <a:pt x="159273" y="9760585"/>
                </a:lnTo>
                <a:lnTo>
                  <a:pt x="201905" y="10017442"/>
                </a:lnTo>
                <a:lnTo>
                  <a:pt x="249716" y="10274300"/>
                </a:lnTo>
                <a:lnTo>
                  <a:pt x="302765" y="10531158"/>
                </a:lnTo>
                <a:lnTo>
                  <a:pt x="361114" y="10788015"/>
                </a:lnTo>
                <a:lnTo>
                  <a:pt x="424837" y="11044872"/>
                </a:lnTo>
                <a:lnTo>
                  <a:pt x="494012" y="11301730"/>
                </a:lnTo>
                <a:lnTo>
                  <a:pt x="568729" y="11558588"/>
                </a:lnTo>
                <a:lnTo>
                  <a:pt x="649086" y="11815445"/>
                </a:lnTo>
                <a:lnTo>
                  <a:pt x="735189" y="12072302"/>
                </a:lnTo>
                <a:lnTo>
                  <a:pt x="827160" y="12329160"/>
                </a:lnTo>
                <a:lnTo>
                  <a:pt x="925126" y="12586017"/>
                </a:lnTo>
                <a:lnTo>
                  <a:pt x="1029232" y="12842875"/>
                </a:lnTo>
                <a:lnTo>
                  <a:pt x="1139636" y="13099732"/>
                </a:lnTo>
                <a:lnTo>
                  <a:pt x="1256509" y="13356590"/>
                </a:lnTo>
                <a:lnTo>
                  <a:pt x="1380041" y="13613448"/>
                </a:lnTo>
                <a:lnTo>
                  <a:pt x="1510442" y="13870305"/>
                </a:lnTo>
                <a:lnTo>
                  <a:pt x="1647940" y="14127162"/>
                </a:lnTo>
                <a:lnTo>
                  <a:pt x="1792790" y="14384020"/>
                </a:lnTo>
                <a:lnTo>
                  <a:pt x="1945273" y="14640878"/>
                </a:lnTo>
                <a:lnTo>
                  <a:pt x="2105698" y="14897735"/>
                </a:lnTo>
                <a:lnTo>
                  <a:pt x="2274412" y="15154592"/>
                </a:lnTo>
                <a:lnTo>
                  <a:pt x="2451801" y="15411450"/>
                </a:lnTo>
              </a:path>
            </a:pathLst>
          </a:custGeom>
          <a:noFill/>
          <a:ln w="28575">
            <a:solidFill>
              <a:srgbClr val="7C8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-huge-right"/>
          <p:cNvSpPr/>
          <p:nvPr/>
        </p:nvSpPr>
        <p:spPr>
          <a:xfrm>
            <a:off x="25208799" y="0"/>
            <a:ext cx="2451801" cy="15411450"/>
          </a:xfrm>
          <a:custGeom>
            <a:avLst/>
            <a:gdLst/>
            <a:ahLst/>
            <a:cxnLst/>
            <a:rect l="l" t="t" r="r" b="b"/>
            <a:pathLst>
              <a:path w="2451801" h="15411450">
                <a:moveTo>
                  <a:pt x="0" y="0"/>
                </a:moveTo>
                <a:lnTo>
                  <a:pt x="177389" y="256857"/>
                </a:lnTo>
                <a:lnTo>
                  <a:pt x="346103" y="513715"/>
                </a:lnTo>
                <a:lnTo>
                  <a:pt x="506528" y="770572"/>
                </a:lnTo>
                <a:lnTo>
                  <a:pt x="659011" y="1027430"/>
                </a:lnTo>
                <a:lnTo>
                  <a:pt x="803861" y="1284288"/>
                </a:lnTo>
                <a:lnTo>
                  <a:pt x="941359" y="1541145"/>
                </a:lnTo>
                <a:lnTo>
                  <a:pt x="1071760" y="1798003"/>
                </a:lnTo>
                <a:lnTo>
                  <a:pt x="1195292" y="2054860"/>
                </a:lnTo>
                <a:lnTo>
                  <a:pt x="1312165" y="2311718"/>
                </a:lnTo>
                <a:lnTo>
                  <a:pt x="1422569" y="2568575"/>
                </a:lnTo>
                <a:lnTo>
                  <a:pt x="1526675" y="2825432"/>
                </a:lnTo>
                <a:lnTo>
                  <a:pt x="1624641" y="3082290"/>
                </a:lnTo>
                <a:lnTo>
                  <a:pt x="1716612" y="3339148"/>
                </a:lnTo>
                <a:lnTo>
                  <a:pt x="1802715" y="3596005"/>
                </a:lnTo>
                <a:lnTo>
                  <a:pt x="1883072" y="3852862"/>
                </a:lnTo>
                <a:lnTo>
                  <a:pt x="1957789" y="4109720"/>
                </a:lnTo>
                <a:lnTo>
                  <a:pt x="2026964" y="4366578"/>
                </a:lnTo>
                <a:lnTo>
                  <a:pt x="2090687" y="4623435"/>
                </a:lnTo>
                <a:lnTo>
                  <a:pt x="2149036" y="4880292"/>
                </a:lnTo>
                <a:lnTo>
                  <a:pt x="2202085" y="5137150"/>
                </a:lnTo>
                <a:lnTo>
                  <a:pt x="2249896" y="5394008"/>
                </a:lnTo>
                <a:lnTo>
                  <a:pt x="2292528" y="5650865"/>
                </a:lnTo>
                <a:lnTo>
                  <a:pt x="2330030" y="5907722"/>
                </a:lnTo>
                <a:lnTo>
                  <a:pt x="2362445" y="6164580"/>
                </a:lnTo>
                <a:lnTo>
                  <a:pt x="2389812" y="6421438"/>
                </a:lnTo>
                <a:lnTo>
                  <a:pt x="2412162" y="6678295"/>
                </a:lnTo>
                <a:lnTo>
                  <a:pt x="2429518" y="6935152"/>
                </a:lnTo>
                <a:lnTo>
                  <a:pt x="2441902" y="7192010"/>
                </a:lnTo>
                <a:lnTo>
                  <a:pt x="2449327" y="7448868"/>
                </a:lnTo>
                <a:lnTo>
                  <a:pt x="2451801" y="7705725"/>
                </a:lnTo>
                <a:lnTo>
                  <a:pt x="2449327" y="7962582"/>
                </a:lnTo>
                <a:lnTo>
                  <a:pt x="2441902" y="8219440"/>
                </a:lnTo>
                <a:lnTo>
                  <a:pt x="2429518" y="8476298"/>
                </a:lnTo>
                <a:lnTo>
                  <a:pt x="2412162" y="8733155"/>
                </a:lnTo>
                <a:lnTo>
                  <a:pt x="2389812" y="8990012"/>
                </a:lnTo>
                <a:lnTo>
                  <a:pt x="2362445" y="9246870"/>
                </a:lnTo>
                <a:lnTo>
                  <a:pt x="2330030" y="9503728"/>
                </a:lnTo>
                <a:lnTo>
                  <a:pt x="2292528" y="9760585"/>
                </a:lnTo>
                <a:lnTo>
                  <a:pt x="2249896" y="10017442"/>
                </a:lnTo>
                <a:lnTo>
                  <a:pt x="2202085" y="10274300"/>
                </a:lnTo>
                <a:lnTo>
                  <a:pt x="2149036" y="10531158"/>
                </a:lnTo>
                <a:lnTo>
                  <a:pt x="2090687" y="10788015"/>
                </a:lnTo>
                <a:lnTo>
                  <a:pt x="2026964" y="11044872"/>
                </a:lnTo>
                <a:lnTo>
                  <a:pt x="1957789" y="11301730"/>
                </a:lnTo>
                <a:lnTo>
                  <a:pt x="1883072" y="11558588"/>
                </a:lnTo>
                <a:lnTo>
                  <a:pt x="1802715" y="11815445"/>
                </a:lnTo>
                <a:lnTo>
                  <a:pt x="1716612" y="12072302"/>
                </a:lnTo>
                <a:lnTo>
                  <a:pt x="1624641" y="12329160"/>
                </a:lnTo>
                <a:lnTo>
                  <a:pt x="1526675" y="12586017"/>
                </a:lnTo>
                <a:lnTo>
                  <a:pt x="1422569" y="12842875"/>
                </a:lnTo>
                <a:lnTo>
                  <a:pt x="1312165" y="13099732"/>
                </a:lnTo>
                <a:lnTo>
                  <a:pt x="1195292" y="13356590"/>
                </a:lnTo>
                <a:lnTo>
                  <a:pt x="1071760" y="13613448"/>
                </a:lnTo>
                <a:lnTo>
                  <a:pt x="941359" y="13870305"/>
                </a:lnTo>
                <a:lnTo>
                  <a:pt x="803861" y="14127162"/>
                </a:lnTo>
                <a:lnTo>
                  <a:pt x="659011" y="14384020"/>
                </a:lnTo>
                <a:lnTo>
                  <a:pt x="506528" y="14640878"/>
                </a:lnTo>
                <a:lnTo>
                  <a:pt x="346103" y="14897735"/>
                </a:lnTo>
                <a:lnTo>
                  <a:pt x="177389" y="15154592"/>
                </a:lnTo>
                <a:lnTo>
                  <a:pt x="0" y="15411450"/>
                </a:lnTo>
              </a:path>
            </a:pathLst>
          </a:custGeom>
          <a:noFill/>
          <a:ln w="28575">
            <a:solidFill>
              <a:srgbClr val="7C8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ng-mid"/>
          <p:cNvSpPr/>
          <p:nvPr/>
        </p:nvSpPr>
        <p:spPr>
          <a:xfrm>
            <a:off x="8839200" y="2219325"/>
            <a:ext cx="10972800" cy="10972800"/>
          </a:xfrm>
          <a:prstGeom prst="ellipse">
            <a:avLst/>
          </a:prstGeom>
          <a:noFill/>
          <a:ln w="28575">
            <a:solidFill>
              <a:srgbClr val="8B9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ng-inner"/>
          <p:cNvSpPr/>
          <p:nvPr/>
        </p:nvSpPr>
        <p:spPr>
          <a:xfrm>
            <a:off x="10934700" y="4314825"/>
            <a:ext cx="6781800" cy="6781800"/>
          </a:xfrm>
          <a:prstGeom prst="ellipse">
            <a:avLst/>
          </a:prstGeom>
          <a:noFill/>
          <a:ln w="57150">
            <a:solidFill>
              <a:srgbClr val="C3C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low-tr1"/>
          <p:cNvSpPr/>
          <p:nvPr/>
        </p:nvSpPr>
        <p:spPr>
          <a:xfrm>
            <a:off x="22136100" y="2990850"/>
            <a:ext cx="1752600" cy="1752600"/>
          </a:xfrm>
          <a:custGeom>
            <a:avLst/>
            <a:gdLst/>
            <a:ahLst/>
            <a:cxnLst/>
            <a:rect l="l" t="t" r="r" b="b"/>
            <a:pathLst>
              <a:path w="1752600" h="1752600">
                <a:moveTo>
                  <a:pt x="1752600" y="876300"/>
                </a:moveTo>
                <a:lnTo>
                  <a:pt x="1750724" y="933613"/>
                </a:lnTo>
                <a:lnTo>
                  <a:pt x="1745103" y="990680"/>
                </a:lnTo>
                <a:lnTo>
                  <a:pt x="1735762" y="1047258"/>
                </a:lnTo>
                <a:lnTo>
                  <a:pt x="1722741" y="1103103"/>
                </a:lnTo>
                <a:lnTo>
                  <a:pt x="1706095" y="1157977"/>
                </a:lnTo>
                <a:lnTo>
                  <a:pt x="1685896" y="1211645"/>
                </a:lnTo>
                <a:lnTo>
                  <a:pt x="1662230" y="1263878"/>
                </a:lnTo>
                <a:lnTo>
                  <a:pt x="1635198" y="1314450"/>
                </a:lnTo>
                <a:lnTo>
                  <a:pt x="1604917" y="1363146"/>
                </a:lnTo>
                <a:lnTo>
                  <a:pt x="1571516" y="1409758"/>
                </a:lnTo>
                <a:lnTo>
                  <a:pt x="1535137" y="1454085"/>
                </a:lnTo>
                <a:lnTo>
                  <a:pt x="1495938" y="1495938"/>
                </a:lnTo>
                <a:lnTo>
                  <a:pt x="1454085" y="1535137"/>
                </a:lnTo>
                <a:lnTo>
                  <a:pt x="1409758" y="1571516"/>
                </a:lnTo>
                <a:lnTo>
                  <a:pt x="1363146" y="1604917"/>
                </a:lnTo>
                <a:lnTo>
                  <a:pt x="1314450" y="1635198"/>
                </a:lnTo>
                <a:lnTo>
                  <a:pt x="1263878" y="1662230"/>
                </a:lnTo>
                <a:lnTo>
                  <a:pt x="1211645" y="1685896"/>
                </a:lnTo>
                <a:lnTo>
                  <a:pt x="1157977" y="1706095"/>
                </a:lnTo>
                <a:lnTo>
                  <a:pt x="1103103" y="1722741"/>
                </a:lnTo>
                <a:lnTo>
                  <a:pt x="1047258" y="1735762"/>
                </a:lnTo>
                <a:lnTo>
                  <a:pt x="990680" y="1745103"/>
                </a:lnTo>
                <a:lnTo>
                  <a:pt x="933613" y="1750724"/>
                </a:lnTo>
                <a:lnTo>
                  <a:pt x="876300" y="1752600"/>
                </a:lnTo>
                <a:lnTo>
                  <a:pt x="818987" y="1750724"/>
                </a:lnTo>
                <a:lnTo>
                  <a:pt x="761920" y="1745103"/>
                </a:lnTo>
                <a:lnTo>
                  <a:pt x="705342" y="1735762"/>
                </a:lnTo>
                <a:lnTo>
                  <a:pt x="649497" y="1722741"/>
                </a:lnTo>
                <a:lnTo>
                  <a:pt x="594623" y="1706095"/>
                </a:lnTo>
                <a:lnTo>
                  <a:pt x="540955" y="1685896"/>
                </a:lnTo>
                <a:lnTo>
                  <a:pt x="488722" y="1662230"/>
                </a:lnTo>
                <a:lnTo>
                  <a:pt x="438150" y="1635198"/>
                </a:lnTo>
                <a:lnTo>
                  <a:pt x="389454" y="1604917"/>
                </a:lnTo>
                <a:lnTo>
                  <a:pt x="342842" y="1571516"/>
                </a:lnTo>
                <a:lnTo>
                  <a:pt x="298515" y="1535137"/>
                </a:lnTo>
                <a:lnTo>
                  <a:pt x="256662" y="1495938"/>
                </a:lnTo>
                <a:lnTo>
                  <a:pt x="217463" y="1454085"/>
                </a:lnTo>
                <a:lnTo>
                  <a:pt x="181084" y="1409758"/>
                </a:lnTo>
                <a:lnTo>
                  <a:pt x="147683" y="1363146"/>
                </a:lnTo>
                <a:lnTo>
                  <a:pt x="117402" y="1314450"/>
                </a:lnTo>
                <a:lnTo>
                  <a:pt x="90370" y="1263878"/>
                </a:lnTo>
                <a:lnTo>
                  <a:pt x="66704" y="1211645"/>
                </a:lnTo>
                <a:lnTo>
                  <a:pt x="46505" y="1157977"/>
                </a:lnTo>
                <a:lnTo>
                  <a:pt x="29859" y="1103103"/>
                </a:lnTo>
                <a:lnTo>
                  <a:pt x="16838" y="1047258"/>
                </a:lnTo>
                <a:lnTo>
                  <a:pt x="7497" y="990680"/>
                </a:lnTo>
                <a:lnTo>
                  <a:pt x="1876" y="933613"/>
                </a:lnTo>
                <a:lnTo>
                  <a:pt x="0" y="876300"/>
                </a:lnTo>
                <a:lnTo>
                  <a:pt x="1876" y="818987"/>
                </a:lnTo>
                <a:lnTo>
                  <a:pt x="7497" y="761920"/>
                </a:lnTo>
                <a:lnTo>
                  <a:pt x="16838" y="705342"/>
                </a:lnTo>
                <a:lnTo>
                  <a:pt x="29859" y="649497"/>
                </a:lnTo>
                <a:lnTo>
                  <a:pt x="46505" y="594623"/>
                </a:lnTo>
                <a:lnTo>
                  <a:pt x="66704" y="540955"/>
                </a:lnTo>
                <a:lnTo>
                  <a:pt x="90370" y="488722"/>
                </a:lnTo>
                <a:lnTo>
                  <a:pt x="117402" y="438150"/>
                </a:lnTo>
                <a:lnTo>
                  <a:pt x="147683" y="389454"/>
                </a:lnTo>
                <a:lnTo>
                  <a:pt x="181084" y="342842"/>
                </a:lnTo>
                <a:lnTo>
                  <a:pt x="217463" y="298515"/>
                </a:lnTo>
                <a:lnTo>
                  <a:pt x="256662" y="256662"/>
                </a:lnTo>
                <a:lnTo>
                  <a:pt x="298515" y="217463"/>
                </a:lnTo>
                <a:lnTo>
                  <a:pt x="342842" y="181084"/>
                </a:lnTo>
                <a:lnTo>
                  <a:pt x="389454" y="147683"/>
                </a:lnTo>
                <a:lnTo>
                  <a:pt x="438150" y="117402"/>
                </a:lnTo>
                <a:lnTo>
                  <a:pt x="488722" y="90370"/>
                </a:lnTo>
                <a:lnTo>
                  <a:pt x="540955" y="66704"/>
                </a:lnTo>
                <a:lnTo>
                  <a:pt x="594623" y="46505"/>
                </a:lnTo>
                <a:lnTo>
                  <a:pt x="649497" y="29859"/>
                </a:lnTo>
                <a:lnTo>
                  <a:pt x="705342" y="16838"/>
                </a:lnTo>
                <a:lnTo>
                  <a:pt x="761920" y="7497"/>
                </a:lnTo>
                <a:lnTo>
                  <a:pt x="818987" y="1876"/>
                </a:lnTo>
                <a:lnTo>
                  <a:pt x="876300" y="0"/>
                </a:lnTo>
                <a:lnTo>
                  <a:pt x="933613" y="1876"/>
                </a:lnTo>
                <a:lnTo>
                  <a:pt x="990680" y="7497"/>
                </a:lnTo>
                <a:lnTo>
                  <a:pt x="1047258" y="16838"/>
                </a:lnTo>
                <a:lnTo>
                  <a:pt x="1103103" y="29859"/>
                </a:lnTo>
                <a:lnTo>
                  <a:pt x="1157977" y="46505"/>
                </a:lnTo>
                <a:lnTo>
                  <a:pt x="1211645" y="66704"/>
                </a:lnTo>
                <a:lnTo>
                  <a:pt x="1263878" y="90370"/>
                </a:lnTo>
                <a:lnTo>
                  <a:pt x="1314450" y="117402"/>
                </a:lnTo>
                <a:lnTo>
                  <a:pt x="1363146" y="147683"/>
                </a:lnTo>
                <a:lnTo>
                  <a:pt x="1409758" y="181084"/>
                </a:lnTo>
                <a:lnTo>
                  <a:pt x="1454085" y="217463"/>
                </a:lnTo>
                <a:lnTo>
                  <a:pt x="1495938" y="256662"/>
                </a:lnTo>
                <a:lnTo>
                  <a:pt x="1535137" y="298515"/>
                </a:lnTo>
                <a:lnTo>
                  <a:pt x="1571516" y="342842"/>
                </a:lnTo>
                <a:lnTo>
                  <a:pt x="1604917" y="389454"/>
                </a:lnTo>
                <a:lnTo>
                  <a:pt x="1635198" y="438150"/>
                </a:lnTo>
                <a:lnTo>
                  <a:pt x="1662230" y="488722"/>
                </a:lnTo>
                <a:lnTo>
                  <a:pt x="1685896" y="540955"/>
                </a:lnTo>
                <a:lnTo>
                  <a:pt x="1706095" y="594623"/>
                </a:lnTo>
                <a:lnTo>
                  <a:pt x="1722741" y="649497"/>
                </a:lnTo>
                <a:lnTo>
                  <a:pt x="1735762" y="705342"/>
                </a:lnTo>
                <a:lnTo>
                  <a:pt x="1745103" y="761920"/>
                </a:lnTo>
                <a:lnTo>
                  <a:pt x="1750724" y="818987"/>
                </a:lnTo>
                <a:close/>
              </a:path>
            </a:pathLst>
          </a:custGeom>
          <a:solidFill>
            <a:srgbClr val="4E86F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low-tr2"/>
          <p:cNvSpPr/>
          <p:nvPr/>
        </p:nvSpPr>
        <p:spPr>
          <a:xfrm>
            <a:off x="22402800" y="325755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1219200" y="609600"/>
                </a:moveTo>
                <a:lnTo>
                  <a:pt x="1217895" y="649470"/>
                </a:lnTo>
                <a:lnTo>
                  <a:pt x="1213985" y="689169"/>
                </a:lnTo>
                <a:lnTo>
                  <a:pt x="1207487" y="728527"/>
                </a:lnTo>
                <a:lnTo>
                  <a:pt x="1198428" y="767376"/>
                </a:lnTo>
                <a:lnTo>
                  <a:pt x="1186849" y="805549"/>
                </a:lnTo>
                <a:lnTo>
                  <a:pt x="1172797" y="842884"/>
                </a:lnTo>
                <a:lnTo>
                  <a:pt x="1156334" y="879219"/>
                </a:lnTo>
                <a:lnTo>
                  <a:pt x="1137529" y="914400"/>
                </a:lnTo>
                <a:lnTo>
                  <a:pt x="1116464" y="948276"/>
                </a:lnTo>
                <a:lnTo>
                  <a:pt x="1093228" y="980701"/>
                </a:lnTo>
                <a:lnTo>
                  <a:pt x="1067922" y="1011537"/>
                </a:lnTo>
                <a:lnTo>
                  <a:pt x="1040652" y="1040652"/>
                </a:lnTo>
                <a:lnTo>
                  <a:pt x="1011537" y="1067922"/>
                </a:lnTo>
                <a:lnTo>
                  <a:pt x="980701" y="1093228"/>
                </a:lnTo>
                <a:lnTo>
                  <a:pt x="948276" y="1116464"/>
                </a:lnTo>
                <a:lnTo>
                  <a:pt x="914400" y="1137529"/>
                </a:lnTo>
                <a:lnTo>
                  <a:pt x="879219" y="1156334"/>
                </a:lnTo>
                <a:lnTo>
                  <a:pt x="842884" y="1172797"/>
                </a:lnTo>
                <a:lnTo>
                  <a:pt x="805549" y="1186849"/>
                </a:lnTo>
                <a:lnTo>
                  <a:pt x="767376" y="1198428"/>
                </a:lnTo>
                <a:lnTo>
                  <a:pt x="728527" y="1207487"/>
                </a:lnTo>
                <a:lnTo>
                  <a:pt x="689169" y="1213985"/>
                </a:lnTo>
                <a:lnTo>
                  <a:pt x="649470" y="1217895"/>
                </a:lnTo>
                <a:lnTo>
                  <a:pt x="609600" y="1219200"/>
                </a:lnTo>
                <a:lnTo>
                  <a:pt x="569730" y="1217895"/>
                </a:lnTo>
                <a:lnTo>
                  <a:pt x="530031" y="1213985"/>
                </a:lnTo>
                <a:lnTo>
                  <a:pt x="490673" y="1207487"/>
                </a:lnTo>
                <a:lnTo>
                  <a:pt x="451824" y="1198428"/>
                </a:lnTo>
                <a:lnTo>
                  <a:pt x="413651" y="1186849"/>
                </a:lnTo>
                <a:lnTo>
                  <a:pt x="376316" y="1172797"/>
                </a:lnTo>
                <a:lnTo>
                  <a:pt x="339981" y="1156334"/>
                </a:lnTo>
                <a:lnTo>
                  <a:pt x="304800" y="1137529"/>
                </a:lnTo>
                <a:lnTo>
                  <a:pt x="270924" y="1116464"/>
                </a:lnTo>
                <a:lnTo>
                  <a:pt x="238499" y="1093228"/>
                </a:lnTo>
                <a:lnTo>
                  <a:pt x="207663" y="1067922"/>
                </a:lnTo>
                <a:lnTo>
                  <a:pt x="178548" y="1040652"/>
                </a:lnTo>
                <a:lnTo>
                  <a:pt x="151278" y="1011537"/>
                </a:lnTo>
                <a:lnTo>
                  <a:pt x="125972" y="980701"/>
                </a:lnTo>
                <a:lnTo>
                  <a:pt x="102736" y="948276"/>
                </a:lnTo>
                <a:lnTo>
                  <a:pt x="81671" y="914400"/>
                </a:lnTo>
                <a:lnTo>
                  <a:pt x="62866" y="879219"/>
                </a:lnTo>
                <a:lnTo>
                  <a:pt x="46403" y="842884"/>
                </a:lnTo>
                <a:lnTo>
                  <a:pt x="32351" y="805549"/>
                </a:lnTo>
                <a:lnTo>
                  <a:pt x="20772" y="767376"/>
                </a:lnTo>
                <a:lnTo>
                  <a:pt x="11713" y="728527"/>
                </a:lnTo>
                <a:lnTo>
                  <a:pt x="5215" y="689169"/>
                </a:lnTo>
                <a:lnTo>
                  <a:pt x="1305" y="649470"/>
                </a:lnTo>
                <a:lnTo>
                  <a:pt x="0" y="609600"/>
                </a:lnTo>
                <a:lnTo>
                  <a:pt x="1305" y="569730"/>
                </a:lnTo>
                <a:lnTo>
                  <a:pt x="5215" y="530031"/>
                </a:lnTo>
                <a:lnTo>
                  <a:pt x="11713" y="490673"/>
                </a:lnTo>
                <a:lnTo>
                  <a:pt x="20772" y="451824"/>
                </a:lnTo>
                <a:lnTo>
                  <a:pt x="32351" y="413651"/>
                </a:lnTo>
                <a:lnTo>
                  <a:pt x="46403" y="376316"/>
                </a:lnTo>
                <a:lnTo>
                  <a:pt x="62866" y="339981"/>
                </a:lnTo>
                <a:lnTo>
                  <a:pt x="81671" y="304800"/>
                </a:lnTo>
                <a:lnTo>
                  <a:pt x="102736" y="270924"/>
                </a:lnTo>
                <a:lnTo>
                  <a:pt x="125972" y="238499"/>
                </a:lnTo>
                <a:lnTo>
                  <a:pt x="151278" y="207663"/>
                </a:lnTo>
                <a:lnTo>
                  <a:pt x="178548" y="178548"/>
                </a:lnTo>
                <a:lnTo>
                  <a:pt x="207663" y="151278"/>
                </a:lnTo>
                <a:lnTo>
                  <a:pt x="238499" y="125972"/>
                </a:lnTo>
                <a:lnTo>
                  <a:pt x="270924" y="102736"/>
                </a:lnTo>
                <a:lnTo>
                  <a:pt x="304800" y="81671"/>
                </a:lnTo>
                <a:lnTo>
                  <a:pt x="339981" y="62866"/>
                </a:lnTo>
                <a:lnTo>
                  <a:pt x="376316" y="46403"/>
                </a:lnTo>
                <a:lnTo>
                  <a:pt x="413651" y="32351"/>
                </a:lnTo>
                <a:lnTo>
                  <a:pt x="451824" y="20772"/>
                </a:lnTo>
                <a:lnTo>
                  <a:pt x="490673" y="11713"/>
                </a:lnTo>
                <a:lnTo>
                  <a:pt x="530031" y="5215"/>
                </a:lnTo>
                <a:lnTo>
                  <a:pt x="569730" y="1305"/>
                </a:lnTo>
                <a:lnTo>
                  <a:pt x="609600" y="0"/>
                </a:lnTo>
                <a:lnTo>
                  <a:pt x="649470" y="1305"/>
                </a:lnTo>
                <a:lnTo>
                  <a:pt x="689169" y="5215"/>
                </a:lnTo>
                <a:lnTo>
                  <a:pt x="728527" y="11713"/>
                </a:lnTo>
                <a:lnTo>
                  <a:pt x="767376" y="20772"/>
                </a:lnTo>
                <a:lnTo>
                  <a:pt x="805549" y="32351"/>
                </a:lnTo>
                <a:lnTo>
                  <a:pt x="842884" y="46403"/>
                </a:lnTo>
                <a:lnTo>
                  <a:pt x="879219" y="62866"/>
                </a:lnTo>
                <a:lnTo>
                  <a:pt x="914400" y="81671"/>
                </a:lnTo>
                <a:lnTo>
                  <a:pt x="948276" y="102736"/>
                </a:lnTo>
                <a:lnTo>
                  <a:pt x="980701" y="125972"/>
                </a:lnTo>
                <a:lnTo>
                  <a:pt x="1011537" y="151278"/>
                </a:lnTo>
                <a:lnTo>
                  <a:pt x="1040652" y="178548"/>
                </a:lnTo>
                <a:lnTo>
                  <a:pt x="1067922" y="207663"/>
                </a:lnTo>
                <a:lnTo>
                  <a:pt x="1093228" y="238499"/>
                </a:lnTo>
                <a:lnTo>
                  <a:pt x="1116464" y="270924"/>
                </a:lnTo>
                <a:lnTo>
                  <a:pt x="1137529" y="304800"/>
                </a:lnTo>
                <a:lnTo>
                  <a:pt x="1156334" y="339981"/>
                </a:lnTo>
                <a:lnTo>
                  <a:pt x="1172797" y="376316"/>
                </a:lnTo>
                <a:lnTo>
                  <a:pt x="1186849" y="413651"/>
                </a:lnTo>
                <a:lnTo>
                  <a:pt x="1198428" y="451824"/>
                </a:lnTo>
                <a:lnTo>
                  <a:pt x="1207487" y="490673"/>
                </a:lnTo>
                <a:lnTo>
                  <a:pt x="1213985" y="530031"/>
                </a:lnTo>
                <a:lnTo>
                  <a:pt x="1217895" y="569730"/>
                </a:lnTo>
                <a:close/>
              </a:path>
            </a:pathLst>
          </a:custGeom>
          <a:solidFill>
            <a:srgbClr val="4E86F6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low-tr3"/>
          <p:cNvSpPr/>
          <p:nvPr/>
        </p:nvSpPr>
        <p:spPr>
          <a:xfrm>
            <a:off x="22669500" y="352425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800" y="342900"/>
                </a:moveTo>
                <a:lnTo>
                  <a:pt x="685066" y="365327"/>
                </a:lnTo>
                <a:lnTo>
                  <a:pt x="682866" y="387657"/>
                </a:lnTo>
                <a:lnTo>
                  <a:pt x="679211" y="409796"/>
                </a:lnTo>
                <a:lnTo>
                  <a:pt x="674116" y="431649"/>
                </a:lnTo>
                <a:lnTo>
                  <a:pt x="667602" y="453122"/>
                </a:lnTo>
                <a:lnTo>
                  <a:pt x="659698" y="474122"/>
                </a:lnTo>
                <a:lnTo>
                  <a:pt x="650438" y="494561"/>
                </a:lnTo>
                <a:lnTo>
                  <a:pt x="639860" y="514350"/>
                </a:lnTo>
                <a:lnTo>
                  <a:pt x="628011" y="533405"/>
                </a:lnTo>
                <a:lnTo>
                  <a:pt x="614941" y="551644"/>
                </a:lnTo>
                <a:lnTo>
                  <a:pt x="600706" y="568990"/>
                </a:lnTo>
                <a:lnTo>
                  <a:pt x="585367" y="585367"/>
                </a:lnTo>
                <a:lnTo>
                  <a:pt x="568990" y="600706"/>
                </a:lnTo>
                <a:lnTo>
                  <a:pt x="551644" y="614941"/>
                </a:lnTo>
                <a:lnTo>
                  <a:pt x="533405" y="628011"/>
                </a:lnTo>
                <a:lnTo>
                  <a:pt x="514350" y="639860"/>
                </a:lnTo>
                <a:lnTo>
                  <a:pt x="494561" y="650438"/>
                </a:lnTo>
                <a:lnTo>
                  <a:pt x="474122" y="659698"/>
                </a:lnTo>
                <a:lnTo>
                  <a:pt x="453122" y="667602"/>
                </a:lnTo>
                <a:lnTo>
                  <a:pt x="431649" y="674116"/>
                </a:lnTo>
                <a:lnTo>
                  <a:pt x="409796" y="679211"/>
                </a:lnTo>
                <a:lnTo>
                  <a:pt x="387657" y="682866"/>
                </a:lnTo>
                <a:lnTo>
                  <a:pt x="365327" y="685066"/>
                </a:lnTo>
                <a:lnTo>
                  <a:pt x="342900" y="685800"/>
                </a:lnTo>
                <a:lnTo>
                  <a:pt x="320473" y="685066"/>
                </a:lnTo>
                <a:lnTo>
                  <a:pt x="298143" y="682866"/>
                </a:lnTo>
                <a:lnTo>
                  <a:pt x="276004" y="679211"/>
                </a:lnTo>
                <a:lnTo>
                  <a:pt x="254151" y="674116"/>
                </a:lnTo>
                <a:lnTo>
                  <a:pt x="232678" y="667602"/>
                </a:lnTo>
                <a:lnTo>
                  <a:pt x="211678" y="659698"/>
                </a:lnTo>
                <a:lnTo>
                  <a:pt x="191239" y="650438"/>
                </a:lnTo>
                <a:lnTo>
                  <a:pt x="171450" y="639860"/>
                </a:lnTo>
                <a:lnTo>
                  <a:pt x="152395" y="628011"/>
                </a:lnTo>
                <a:lnTo>
                  <a:pt x="134156" y="614941"/>
                </a:lnTo>
                <a:lnTo>
                  <a:pt x="116810" y="600706"/>
                </a:lnTo>
                <a:lnTo>
                  <a:pt x="100433" y="585367"/>
                </a:lnTo>
                <a:lnTo>
                  <a:pt x="85094" y="568990"/>
                </a:lnTo>
                <a:lnTo>
                  <a:pt x="70859" y="551644"/>
                </a:lnTo>
                <a:lnTo>
                  <a:pt x="57789" y="533405"/>
                </a:lnTo>
                <a:lnTo>
                  <a:pt x="45940" y="514350"/>
                </a:lnTo>
                <a:lnTo>
                  <a:pt x="35362" y="494561"/>
                </a:lnTo>
                <a:lnTo>
                  <a:pt x="26102" y="474122"/>
                </a:lnTo>
                <a:lnTo>
                  <a:pt x="18198" y="453122"/>
                </a:lnTo>
                <a:lnTo>
                  <a:pt x="11684" y="431649"/>
                </a:lnTo>
                <a:lnTo>
                  <a:pt x="6589" y="409796"/>
                </a:lnTo>
                <a:lnTo>
                  <a:pt x="2934" y="387657"/>
                </a:lnTo>
                <a:lnTo>
                  <a:pt x="734" y="365327"/>
                </a:lnTo>
                <a:lnTo>
                  <a:pt x="0" y="342900"/>
                </a:lnTo>
                <a:lnTo>
                  <a:pt x="734" y="320473"/>
                </a:lnTo>
                <a:lnTo>
                  <a:pt x="2934" y="298143"/>
                </a:lnTo>
                <a:lnTo>
                  <a:pt x="6589" y="276004"/>
                </a:lnTo>
                <a:lnTo>
                  <a:pt x="11684" y="254151"/>
                </a:lnTo>
                <a:lnTo>
                  <a:pt x="18198" y="232678"/>
                </a:lnTo>
                <a:lnTo>
                  <a:pt x="26102" y="211678"/>
                </a:lnTo>
                <a:lnTo>
                  <a:pt x="35362" y="191239"/>
                </a:lnTo>
                <a:lnTo>
                  <a:pt x="45940" y="171450"/>
                </a:lnTo>
                <a:lnTo>
                  <a:pt x="57789" y="152395"/>
                </a:lnTo>
                <a:lnTo>
                  <a:pt x="70859" y="134156"/>
                </a:lnTo>
                <a:lnTo>
                  <a:pt x="85094" y="116810"/>
                </a:lnTo>
                <a:lnTo>
                  <a:pt x="100433" y="100433"/>
                </a:lnTo>
                <a:lnTo>
                  <a:pt x="116810" y="85094"/>
                </a:lnTo>
                <a:lnTo>
                  <a:pt x="134156" y="70859"/>
                </a:lnTo>
                <a:lnTo>
                  <a:pt x="152395" y="57789"/>
                </a:lnTo>
                <a:lnTo>
                  <a:pt x="171450" y="45940"/>
                </a:lnTo>
                <a:lnTo>
                  <a:pt x="191239" y="35362"/>
                </a:lnTo>
                <a:lnTo>
                  <a:pt x="211678" y="26102"/>
                </a:lnTo>
                <a:lnTo>
                  <a:pt x="232678" y="18198"/>
                </a:lnTo>
                <a:lnTo>
                  <a:pt x="254151" y="11684"/>
                </a:lnTo>
                <a:lnTo>
                  <a:pt x="276004" y="6589"/>
                </a:lnTo>
                <a:lnTo>
                  <a:pt x="298143" y="2934"/>
                </a:lnTo>
                <a:lnTo>
                  <a:pt x="320473" y="734"/>
                </a:lnTo>
                <a:lnTo>
                  <a:pt x="342900" y="0"/>
                </a:lnTo>
                <a:lnTo>
                  <a:pt x="365327" y="734"/>
                </a:lnTo>
                <a:lnTo>
                  <a:pt x="387657" y="2934"/>
                </a:lnTo>
                <a:lnTo>
                  <a:pt x="409796" y="6589"/>
                </a:lnTo>
                <a:lnTo>
                  <a:pt x="431649" y="11684"/>
                </a:lnTo>
                <a:lnTo>
                  <a:pt x="453122" y="18198"/>
                </a:lnTo>
                <a:lnTo>
                  <a:pt x="474122" y="26102"/>
                </a:lnTo>
                <a:lnTo>
                  <a:pt x="494561" y="35362"/>
                </a:lnTo>
                <a:lnTo>
                  <a:pt x="514350" y="45940"/>
                </a:lnTo>
                <a:lnTo>
                  <a:pt x="533405" y="57789"/>
                </a:lnTo>
                <a:lnTo>
                  <a:pt x="551644" y="70859"/>
                </a:lnTo>
                <a:lnTo>
                  <a:pt x="568990" y="85094"/>
                </a:lnTo>
                <a:lnTo>
                  <a:pt x="585367" y="100433"/>
                </a:lnTo>
                <a:lnTo>
                  <a:pt x="600706" y="116810"/>
                </a:lnTo>
                <a:lnTo>
                  <a:pt x="614941" y="134156"/>
                </a:lnTo>
                <a:lnTo>
                  <a:pt x="628011" y="152395"/>
                </a:lnTo>
                <a:lnTo>
                  <a:pt x="639860" y="171450"/>
                </a:lnTo>
                <a:lnTo>
                  <a:pt x="650438" y="191239"/>
                </a:lnTo>
                <a:lnTo>
                  <a:pt x="659698" y="211678"/>
                </a:lnTo>
                <a:lnTo>
                  <a:pt x="667602" y="232678"/>
                </a:lnTo>
                <a:lnTo>
                  <a:pt x="674116" y="254151"/>
                </a:lnTo>
                <a:lnTo>
                  <a:pt x="679211" y="276004"/>
                </a:lnTo>
                <a:lnTo>
                  <a:pt x="682866" y="298143"/>
                </a:lnTo>
                <a:lnTo>
                  <a:pt x="685066" y="320473"/>
                </a:lnTo>
                <a:close/>
              </a:path>
            </a:pathLst>
          </a:custGeom>
          <a:solidFill>
            <a:srgbClr val="4E86F6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low-bl1"/>
          <p:cNvSpPr/>
          <p:nvPr/>
        </p:nvSpPr>
        <p:spPr>
          <a:xfrm>
            <a:off x="3105150" y="11963400"/>
            <a:ext cx="1371600" cy="1257300"/>
          </a:xfrm>
          <a:custGeom>
            <a:avLst/>
            <a:gdLst/>
            <a:ahLst/>
            <a:cxnLst/>
            <a:rect l="l" t="t" r="r" b="b"/>
            <a:pathLst>
              <a:path w="1371600" h="1257300">
                <a:moveTo>
                  <a:pt x="1371600" y="628650"/>
                </a:moveTo>
                <a:lnTo>
                  <a:pt x="1370132" y="669766"/>
                </a:lnTo>
                <a:lnTo>
                  <a:pt x="1365733" y="710705"/>
                </a:lnTo>
                <a:lnTo>
                  <a:pt x="1358423" y="751294"/>
                </a:lnTo>
                <a:lnTo>
                  <a:pt x="1348232" y="791357"/>
                </a:lnTo>
                <a:lnTo>
                  <a:pt x="1335205" y="830723"/>
                </a:lnTo>
                <a:lnTo>
                  <a:pt x="1319397" y="869224"/>
                </a:lnTo>
                <a:lnTo>
                  <a:pt x="1300875" y="906695"/>
                </a:lnTo>
                <a:lnTo>
                  <a:pt x="1279720" y="942975"/>
                </a:lnTo>
                <a:lnTo>
                  <a:pt x="1256022" y="977909"/>
                </a:lnTo>
                <a:lnTo>
                  <a:pt x="1229882" y="1011348"/>
                </a:lnTo>
                <a:lnTo>
                  <a:pt x="1201412" y="1043148"/>
                </a:lnTo>
                <a:lnTo>
                  <a:pt x="1170734" y="1073173"/>
                </a:lnTo>
                <a:lnTo>
                  <a:pt x="1137979" y="1101294"/>
                </a:lnTo>
                <a:lnTo>
                  <a:pt x="1103289" y="1127392"/>
                </a:lnTo>
                <a:lnTo>
                  <a:pt x="1066810" y="1151353"/>
                </a:lnTo>
                <a:lnTo>
                  <a:pt x="1028700" y="1173077"/>
                </a:lnTo>
                <a:lnTo>
                  <a:pt x="989122" y="1192469"/>
                </a:lnTo>
                <a:lnTo>
                  <a:pt x="948244" y="1209447"/>
                </a:lnTo>
                <a:lnTo>
                  <a:pt x="906243" y="1223938"/>
                </a:lnTo>
                <a:lnTo>
                  <a:pt x="863298" y="1235879"/>
                </a:lnTo>
                <a:lnTo>
                  <a:pt x="819593" y="1245221"/>
                </a:lnTo>
                <a:lnTo>
                  <a:pt x="775315" y="1251922"/>
                </a:lnTo>
                <a:lnTo>
                  <a:pt x="730653" y="1255954"/>
                </a:lnTo>
                <a:lnTo>
                  <a:pt x="685800" y="1257300"/>
                </a:lnTo>
                <a:lnTo>
                  <a:pt x="640947" y="1255954"/>
                </a:lnTo>
                <a:lnTo>
                  <a:pt x="596285" y="1251922"/>
                </a:lnTo>
                <a:lnTo>
                  <a:pt x="552007" y="1245221"/>
                </a:lnTo>
                <a:lnTo>
                  <a:pt x="508302" y="1235879"/>
                </a:lnTo>
                <a:lnTo>
                  <a:pt x="465357" y="1223938"/>
                </a:lnTo>
                <a:lnTo>
                  <a:pt x="423356" y="1209447"/>
                </a:lnTo>
                <a:lnTo>
                  <a:pt x="382478" y="1192469"/>
                </a:lnTo>
                <a:lnTo>
                  <a:pt x="342900" y="1173077"/>
                </a:lnTo>
                <a:lnTo>
                  <a:pt x="304790" y="1151353"/>
                </a:lnTo>
                <a:lnTo>
                  <a:pt x="268311" y="1127392"/>
                </a:lnTo>
                <a:lnTo>
                  <a:pt x="233621" y="1101294"/>
                </a:lnTo>
                <a:lnTo>
                  <a:pt x="200866" y="1073173"/>
                </a:lnTo>
                <a:lnTo>
                  <a:pt x="170188" y="1043148"/>
                </a:lnTo>
                <a:lnTo>
                  <a:pt x="141718" y="1011348"/>
                </a:lnTo>
                <a:lnTo>
                  <a:pt x="115578" y="977909"/>
                </a:lnTo>
                <a:lnTo>
                  <a:pt x="91880" y="942975"/>
                </a:lnTo>
                <a:lnTo>
                  <a:pt x="70725" y="906695"/>
                </a:lnTo>
                <a:lnTo>
                  <a:pt x="52203" y="869224"/>
                </a:lnTo>
                <a:lnTo>
                  <a:pt x="36395" y="830723"/>
                </a:lnTo>
                <a:lnTo>
                  <a:pt x="23368" y="791357"/>
                </a:lnTo>
                <a:lnTo>
                  <a:pt x="13177" y="751294"/>
                </a:lnTo>
                <a:lnTo>
                  <a:pt x="5867" y="710705"/>
                </a:lnTo>
                <a:lnTo>
                  <a:pt x="1468" y="669766"/>
                </a:lnTo>
                <a:lnTo>
                  <a:pt x="0" y="628650"/>
                </a:lnTo>
                <a:lnTo>
                  <a:pt x="1468" y="587534"/>
                </a:lnTo>
                <a:lnTo>
                  <a:pt x="5867" y="546595"/>
                </a:lnTo>
                <a:lnTo>
                  <a:pt x="13177" y="506006"/>
                </a:lnTo>
                <a:lnTo>
                  <a:pt x="23368" y="465943"/>
                </a:lnTo>
                <a:lnTo>
                  <a:pt x="36395" y="426577"/>
                </a:lnTo>
                <a:lnTo>
                  <a:pt x="52203" y="388076"/>
                </a:lnTo>
                <a:lnTo>
                  <a:pt x="70725" y="350605"/>
                </a:lnTo>
                <a:lnTo>
                  <a:pt x="91880" y="314325"/>
                </a:lnTo>
                <a:lnTo>
                  <a:pt x="115578" y="279391"/>
                </a:lnTo>
                <a:lnTo>
                  <a:pt x="141718" y="245952"/>
                </a:lnTo>
                <a:lnTo>
                  <a:pt x="170188" y="214152"/>
                </a:lnTo>
                <a:lnTo>
                  <a:pt x="200866" y="184127"/>
                </a:lnTo>
                <a:lnTo>
                  <a:pt x="233621" y="156006"/>
                </a:lnTo>
                <a:lnTo>
                  <a:pt x="268311" y="129908"/>
                </a:lnTo>
                <a:lnTo>
                  <a:pt x="304790" y="105947"/>
                </a:lnTo>
                <a:lnTo>
                  <a:pt x="342900" y="84223"/>
                </a:lnTo>
                <a:lnTo>
                  <a:pt x="382478" y="64831"/>
                </a:lnTo>
                <a:lnTo>
                  <a:pt x="423356" y="47853"/>
                </a:lnTo>
                <a:lnTo>
                  <a:pt x="465357" y="33362"/>
                </a:lnTo>
                <a:lnTo>
                  <a:pt x="508302" y="21421"/>
                </a:lnTo>
                <a:lnTo>
                  <a:pt x="552007" y="12079"/>
                </a:lnTo>
                <a:lnTo>
                  <a:pt x="596285" y="5378"/>
                </a:lnTo>
                <a:lnTo>
                  <a:pt x="640947" y="1346"/>
                </a:lnTo>
                <a:lnTo>
                  <a:pt x="685800" y="0"/>
                </a:lnTo>
                <a:lnTo>
                  <a:pt x="730653" y="1346"/>
                </a:lnTo>
                <a:lnTo>
                  <a:pt x="775315" y="5378"/>
                </a:lnTo>
                <a:lnTo>
                  <a:pt x="819593" y="12079"/>
                </a:lnTo>
                <a:lnTo>
                  <a:pt x="863298" y="21421"/>
                </a:lnTo>
                <a:lnTo>
                  <a:pt x="906243" y="33362"/>
                </a:lnTo>
                <a:lnTo>
                  <a:pt x="948244" y="47853"/>
                </a:lnTo>
                <a:lnTo>
                  <a:pt x="989122" y="64831"/>
                </a:lnTo>
                <a:lnTo>
                  <a:pt x="1028700" y="84223"/>
                </a:lnTo>
                <a:lnTo>
                  <a:pt x="1066810" y="105947"/>
                </a:lnTo>
                <a:lnTo>
                  <a:pt x="1103289" y="129908"/>
                </a:lnTo>
                <a:lnTo>
                  <a:pt x="1137979" y="156006"/>
                </a:lnTo>
                <a:lnTo>
                  <a:pt x="1170734" y="184127"/>
                </a:lnTo>
                <a:lnTo>
                  <a:pt x="1201412" y="214152"/>
                </a:lnTo>
                <a:lnTo>
                  <a:pt x="1229882" y="245952"/>
                </a:lnTo>
                <a:lnTo>
                  <a:pt x="1256022" y="279391"/>
                </a:lnTo>
                <a:lnTo>
                  <a:pt x="1279720" y="314325"/>
                </a:lnTo>
                <a:lnTo>
                  <a:pt x="1300875" y="350605"/>
                </a:lnTo>
                <a:lnTo>
                  <a:pt x="1319397" y="388076"/>
                </a:lnTo>
                <a:lnTo>
                  <a:pt x="1335205" y="426577"/>
                </a:lnTo>
                <a:lnTo>
                  <a:pt x="1348232" y="465943"/>
                </a:lnTo>
                <a:lnTo>
                  <a:pt x="1358423" y="506006"/>
                </a:lnTo>
                <a:lnTo>
                  <a:pt x="1365733" y="546595"/>
                </a:lnTo>
                <a:lnTo>
                  <a:pt x="1370132" y="587534"/>
                </a:lnTo>
                <a:close/>
              </a:path>
            </a:pathLst>
          </a:custGeom>
          <a:solidFill>
            <a:srgbClr val="4E86F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low-bl2"/>
          <p:cNvSpPr/>
          <p:nvPr/>
        </p:nvSpPr>
        <p:spPr>
          <a:xfrm>
            <a:off x="3333750" y="12172950"/>
            <a:ext cx="914400" cy="838200"/>
          </a:xfrm>
          <a:custGeom>
            <a:avLst/>
            <a:gdLst/>
            <a:ahLst/>
            <a:cxnLst/>
            <a:rect l="l" t="t" r="r" b="b"/>
            <a:pathLst>
              <a:path w="914400" h="838200">
                <a:moveTo>
                  <a:pt x="914400" y="419100"/>
                </a:moveTo>
                <a:lnTo>
                  <a:pt x="913421" y="446510"/>
                </a:lnTo>
                <a:lnTo>
                  <a:pt x="910489" y="473804"/>
                </a:lnTo>
                <a:lnTo>
                  <a:pt x="905615" y="500862"/>
                </a:lnTo>
                <a:lnTo>
                  <a:pt x="898821" y="527571"/>
                </a:lnTo>
                <a:lnTo>
                  <a:pt x="890136" y="553815"/>
                </a:lnTo>
                <a:lnTo>
                  <a:pt x="879598" y="579483"/>
                </a:lnTo>
                <a:lnTo>
                  <a:pt x="867250" y="604463"/>
                </a:lnTo>
                <a:lnTo>
                  <a:pt x="853147" y="628650"/>
                </a:lnTo>
                <a:lnTo>
                  <a:pt x="837348" y="651939"/>
                </a:lnTo>
                <a:lnTo>
                  <a:pt x="819921" y="674232"/>
                </a:lnTo>
                <a:lnTo>
                  <a:pt x="800941" y="695432"/>
                </a:lnTo>
                <a:lnTo>
                  <a:pt x="780489" y="715448"/>
                </a:lnTo>
                <a:lnTo>
                  <a:pt x="758653" y="734196"/>
                </a:lnTo>
                <a:lnTo>
                  <a:pt x="735526" y="751594"/>
                </a:lnTo>
                <a:lnTo>
                  <a:pt x="711207" y="767569"/>
                </a:lnTo>
                <a:lnTo>
                  <a:pt x="685800" y="782051"/>
                </a:lnTo>
                <a:lnTo>
                  <a:pt x="659414" y="794979"/>
                </a:lnTo>
                <a:lnTo>
                  <a:pt x="632163" y="806298"/>
                </a:lnTo>
                <a:lnTo>
                  <a:pt x="604162" y="815958"/>
                </a:lnTo>
                <a:lnTo>
                  <a:pt x="575532" y="823920"/>
                </a:lnTo>
                <a:lnTo>
                  <a:pt x="546395" y="830147"/>
                </a:lnTo>
                <a:lnTo>
                  <a:pt x="516877" y="834615"/>
                </a:lnTo>
                <a:lnTo>
                  <a:pt x="487102" y="837303"/>
                </a:lnTo>
                <a:lnTo>
                  <a:pt x="457200" y="838200"/>
                </a:lnTo>
                <a:lnTo>
                  <a:pt x="427298" y="837303"/>
                </a:lnTo>
                <a:lnTo>
                  <a:pt x="397523" y="834615"/>
                </a:lnTo>
                <a:lnTo>
                  <a:pt x="368005" y="830147"/>
                </a:lnTo>
                <a:lnTo>
                  <a:pt x="338868" y="823920"/>
                </a:lnTo>
                <a:lnTo>
                  <a:pt x="310238" y="815958"/>
                </a:lnTo>
                <a:lnTo>
                  <a:pt x="282237" y="806298"/>
                </a:lnTo>
                <a:lnTo>
                  <a:pt x="254986" y="794979"/>
                </a:lnTo>
                <a:lnTo>
                  <a:pt x="228600" y="782051"/>
                </a:lnTo>
                <a:lnTo>
                  <a:pt x="203193" y="767569"/>
                </a:lnTo>
                <a:lnTo>
                  <a:pt x="178874" y="751594"/>
                </a:lnTo>
                <a:lnTo>
                  <a:pt x="155747" y="734196"/>
                </a:lnTo>
                <a:lnTo>
                  <a:pt x="133911" y="715448"/>
                </a:lnTo>
                <a:lnTo>
                  <a:pt x="113459" y="695432"/>
                </a:lnTo>
                <a:lnTo>
                  <a:pt x="94479" y="674232"/>
                </a:lnTo>
                <a:lnTo>
                  <a:pt x="77052" y="651939"/>
                </a:lnTo>
                <a:lnTo>
                  <a:pt x="61253" y="628650"/>
                </a:lnTo>
                <a:lnTo>
                  <a:pt x="47150" y="604463"/>
                </a:lnTo>
                <a:lnTo>
                  <a:pt x="34802" y="579483"/>
                </a:lnTo>
                <a:lnTo>
                  <a:pt x="24264" y="553815"/>
                </a:lnTo>
                <a:lnTo>
                  <a:pt x="15579" y="527571"/>
                </a:lnTo>
                <a:lnTo>
                  <a:pt x="8785" y="500862"/>
                </a:lnTo>
                <a:lnTo>
                  <a:pt x="3911" y="473804"/>
                </a:lnTo>
                <a:lnTo>
                  <a:pt x="979" y="446510"/>
                </a:lnTo>
                <a:lnTo>
                  <a:pt x="0" y="419100"/>
                </a:lnTo>
                <a:lnTo>
                  <a:pt x="979" y="391690"/>
                </a:lnTo>
                <a:lnTo>
                  <a:pt x="3911" y="364396"/>
                </a:lnTo>
                <a:lnTo>
                  <a:pt x="8785" y="337338"/>
                </a:lnTo>
                <a:lnTo>
                  <a:pt x="15579" y="310629"/>
                </a:lnTo>
                <a:lnTo>
                  <a:pt x="24264" y="284385"/>
                </a:lnTo>
                <a:lnTo>
                  <a:pt x="34802" y="258717"/>
                </a:lnTo>
                <a:lnTo>
                  <a:pt x="47150" y="233737"/>
                </a:lnTo>
                <a:lnTo>
                  <a:pt x="61253" y="209550"/>
                </a:lnTo>
                <a:lnTo>
                  <a:pt x="77052" y="186261"/>
                </a:lnTo>
                <a:lnTo>
                  <a:pt x="94479" y="163968"/>
                </a:lnTo>
                <a:lnTo>
                  <a:pt x="113459" y="142768"/>
                </a:lnTo>
                <a:lnTo>
                  <a:pt x="133911" y="122752"/>
                </a:lnTo>
                <a:lnTo>
                  <a:pt x="155747" y="104004"/>
                </a:lnTo>
                <a:lnTo>
                  <a:pt x="178874" y="86606"/>
                </a:lnTo>
                <a:lnTo>
                  <a:pt x="203193" y="70631"/>
                </a:lnTo>
                <a:lnTo>
                  <a:pt x="228600" y="56149"/>
                </a:lnTo>
                <a:lnTo>
                  <a:pt x="254986" y="43221"/>
                </a:lnTo>
                <a:lnTo>
                  <a:pt x="282237" y="31902"/>
                </a:lnTo>
                <a:lnTo>
                  <a:pt x="310238" y="22242"/>
                </a:lnTo>
                <a:lnTo>
                  <a:pt x="338868" y="14280"/>
                </a:lnTo>
                <a:lnTo>
                  <a:pt x="368005" y="8053"/>
                </a:lnTo>
                <a:lnTo>
                  <a:pt x="397523" y="3585"/>
                </a:lnTo>
                <a:lnTo>
                  <a:pt x="427298" y="897"/>
                </a:lnTo>
                <a:lnTo>
                  <a:pt x="457200" y="0"/>
                </a:lnTo>
                <a:lnTo>
                  <a:pt x="487102" y="897"/>
                </a:lnTo>
                <a:lnTo>
                  <a:pt x="516877" y="3585"/>
                </a:lnTo>
                <a:lnTo>
                  <a:pt x="546395" y="8053"/>
                </a:lnTo>
                <a:lnTo>
                  <a:pt x="575532" y="14280"/>
                </a:lnTo>
                <a:lnTo>
                  <a:pt x="604162" y="22242"/>
                </a:lnTo>
                <a:lnTo>
                  <a:pt x="632163" y="31902"/>
                </a:lnTo>
                <a:lnTo>
                  <a:pt x="659414" y="43221"/>
                </a:lnTo>
                <a:lnTo>
                  <a:pt x="685800" y="56149"/>
                </a:lnTo>
                <a:lnTo>
                  <a:pt x="711207" y="70631"/>
                </a:lnTo>
                <a:lnTo>
                  <a:pt x="735526" y="86606"/>
                </a:lnTo>
                <a:lnTo>
                  <a:pt x="758653" y="104004"/>
                </a:lnTo>
                <a:lnTo>
                  <a:pt x="780489" y="122752"/>
                </a:lnTo>
                <a:lnTo>
                  <a:pt x="800941" y="142768"/>
                </a:lnTo>
                <a:lnTo>
                  <a:pt x="819921" y="163968"/>
                </a:lnTo>
                <a:lnTo>
                  <a:pt x="837348" y="186261"/>
                </a:lnTo>
                <a:lnTo>
                  <a:pt x="853147" y="209550"/>
                </a:lnTo>
                <a:lnTo>
                  <a:pt x="867250" y="233737"/>
                </a:lnTo>
                <a:lnTo>
                  <a:pt x="879598" y="258717"/>
                </a:lnTo>
                <a:lnTo>
                  <a:pt x="890136" y="284385"/>
                </a:lnTo>
                <a:lnTo>
                  <a:pt x="898821" y="310629"/>
                </a:lnTo>
                <a:lnTo>
                  <a:pt x="905615" y="337338"/>
                </a:lnTo>
                <a:lnTo>
                  <a:pt x="910489" y="364396"/>
                </a:lnTo>
                <a:lnTo>
                  <a:pt x="913421" y="391690"/>
                </a:lnTo>
                <a:close/>
              </a:path>
            </a:pathLst>
          </a:custGeom>
          <a:solidFill>
            <a:srgbClr val="4E86F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ri-1"/>
          <p:cNvSpPr/>
          <p:nvPr/>
        </p:nvSpPr>
        <p:spPr>
          <a:xfrm>
            <a:off x="4486275" y="2552700"/>
            <a:ext cx="1123950" cy="1123950"/>
          </a:xfrm>
          <a:custGeom>
            <a:avLst/>
            <a:gdLst/>
            <a:ahLst/>
            <a:cxnLst/>
            <a:rect l="l" t="t" r="r" b="b"/>
            <a:pathLst>
              <a:path w="1123950" h="1123950">
                <a:moveTo>
                  <a:pt x="0" y="1123950"/>
                </a:moveTo>
                <a:lnTo>
                  <a:pt x="304800" y="0"/>
                </a:lnTo>
                <a:lnTo>
                  <a:pt x="1123950" y="828675"/>
                </a:lnTo>
                <a:close/>
              </a:path>
            </a:pathLst>
          </a:custGeom>
          <a:noFill/>
          <a:ln w="23812">
            <a:solidFill>
              <a:srgbClr val="8C9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ri-2"/>
          <p:cNvSpPr/>
          <p:nvPr/>
        </p:nvSpPr>
        <p:spPr>
          <a:xfrm>
            <a:off x="6400800" y="10677525"/>
            <a:ext cx="628650" cy="666750"/>
          </a:xfrm>
          <a:custGeom>
            <a:avLst/>
            <a:gdLst/>
            <a:ahLst/>
            <a:cxnLst/>
            <a:rect l="l" t="t" r="r" b="b"/>
            <a:pathLst>
              <a:path w="628650" h="666750">
                <a:moveTo>
                  <a:pt x="114300" y="0"/>
                </a:moveTo>
                <a:lnTo>
                  <a:pt x="628650" y="438150"/>
                </a:lnTo>
                <a:lnTo>
                  <a:pt x="0" y="666750"/>
                </a:lnTo>
                <a:close/>
              </a:path>
            </a:pathLst>
          </a:custGeom>
          <a:noFill/>
          <a:ln w="23812">
            <a:solidFill>
              <a:srgbClr val="8C9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ri-3"/>
          <p:cNvSpPr/>
          <p:nvPr/>
        </p:nvSpPr>
        <p:spPr>
          <a:xfrm>
            <a:off x="19935825" y="12839700"/>
            <a:ext cx="628650" cy="666750"/>
          </a:xfrm>
          <a:custGeom>
            <a:avLst/>
            <a:gdLst/>
            <a:ahLst/>
            <a:cxnLst/>
            <a:rect l="l" t="t" r="r" b="b"/>
            <a:pathLst>
              <a:path w="628650" h="666750">
                <a:moveTo>
                  <a:pt x="114300" y="0"/>
                </a:moveTo>
                <a:lnTo>
                  <a:pt x="628650" y="438150"/>
                </a:lnTo>
                <a:lnTo>
                  <a:pt x="0" y="666750"/>
                </a:lnTo>
                <a:close/>
              </a:path>
            </a:pathLst>
          </a:custGeom>
          <a:noFill/>
          <a:ln w="23812">
            <a:solidFill>
              <a:srgbClr val="8C9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ri-4"/>
          <p:cNvSpPr/>
          <p:nvPr/>
        </p:nvSpPr>
        <p:spPr>
          <a:xfrm>
            <a:off x="26765250" y="12401550"/>
            <a:ext cx="876300" cy="781050"/>
          </a:xfrm>
          <a:custGeom>
            <a:avLst/>
            <a:gdLst/>
            <a:ahLst/>
            <a:cxnLst/>
            <a:rect l="l" t="t" r="r" b="b"/>
            <a:pathLst>
              <a:path w="876300" h="781050">
                <a:moveTo>
                  <a:pt x="0" y="447675"/>
                </a:moveTo>
                <a:lnTo>
                  <a:pt x="657225" y="0"/>
                </a:lnTo>
                <a:lnTo>
                  <a:pt x="876300" y="781050"/>
                </a:lnTo>
                <a:close/>
              </a:path>
            </a:pathLst>
          </a:custGeom>
          <a:noFill/>
          <a:ln w="23812">
            <a:solidFill>
              <a:srgbClr val="8C9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itle-cn"/>
          <p:cNvSpPr txBox="1"/>
          <p:nvPr/>
        </p:nvSpPr>
        <p:spPr>
          <a:xfrm>
            <a:off x="11849100" y="6248400"/>
            <a:ext cx="4953000" cy="2000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3" name="title-en"/>
          <p:cNvSpPr txBox="1"/>
          <p:nvPr/>
        </p:nvSpPr>
        <p:spPr>
          <a:xfrm>
            <a:off x="12420600" y="8743950"/>
            <a:ext cx="38100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CONTENT</a:t>
            </a:r>
          </a:p>
        </p:txBody>
      </p:sp>
      <p:grpSp>
        <p:nvGrpSpPr>
          <p:cNvPr id="49" name="pill-01-group"/>
          <p:cNvGrpSpPr/>
          <p:nvPr/>
        </p:nvGrpSpPr>
        <p:grpSpPr>
          <a:xfrm>
            <a:off x="3228975" y="5143500"/>
            <a:ext cx="6067425" cy="1104900"/>
            <a:chOff x="3228975" y="5143500"/>
            <a:chExt cx="6067425" cy="1104900"/>
          </a:xfrm>
        </p:grpSpPr>
        <p:sp>
          <p:nvSpPr>
            <p:cNvPr id="34" name="pill-01"/>
            <p:cNvSpPr/>
            <p:nvPr/>
          </p:nvSpPr>
          <p:spPr>
            <a:xfrm>
              <a:off x="3228975" y="5143500"/>
              <a:ext cx="6067425" cy="11049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DF1FD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pill-01-num"/>
            <p:cNvSpPr txBox="1"/>
            <p:nvPr/>
          </p:nvSpPr>
          <p:spPr>
            <a:xfrm>
              <a:off x="3867150" y="5276850"/>
              <a:ext cx="123825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5175" b="1" i="0">
                  <a:solidFill>
                    <a:srgbClr val="477EFC"/>
                  </a:solidFill>
                  <a:latin typeface="Microsoft YaHei"/>
                  <a:ea typeface="Microsoft YaHei"/>
                  <a:cs typeface="Microsoft YaHei"/>
                </a:rPr>
                <a:t>01.</a:t>
              </a:r>
            </a:p>
          </p:txBody>
        </p:sp>
        <p:sp>
          <p:nvSpPr>
            <p:cNvPr id="36" name="pill-01-name"/>
            <p:cNvSpPr txBox="1"/>
            <p:nvPr/>
          </p:nvSpPr>
          <p:spPr>
            <a:xfrm>
              <a:off x="5124450" y="5276850"/>
              <a:ext cx="3514725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75" b="1" i="0">
                  <a:solidFill>
                    <a:srgbClr val="477EFC"/>
                  </a:solidFill>
                  <a:latin typeface="Microsoft YaHei"/>
                  <a:ea typeface="Microsoft YaHei"/>
                  <a:cs typeface="Microsoft YaHei"/>
                </a:rPr>
                <a:t>结构化表达</a:t>
              </a:r>
            </a:p>
          </p:txBody>
        </p:sp>
      </p:grpSp>
      <p:grpSp>
        <p:nvGrpSpPr>
          <p:cNvPr id="47" name="pill-02-group"/>
          <p:cNvGrpSpPr/>
          <p:nvPr/>
        </p:nvGrpSpPr>
        <p:grpSpPr>
          <a:xfrm>
            <a:off x="19307175" y="5143500"/>
            <a:ext cx="6067425" cy="1104900"/>
            <a:chOff x="19307175" y="5143500"/>
            <a:chExt cx="6067425" cy="1104900"/>
          </a:xfrm>
        </p:grpSpPr>
        <p:sp>
          <p:nvSpPr>
            <p:cNvPr id="37" name="pill-02"/>
            <p:cNvSpPr/>
            <p:nvPr/>
          </p:nvSpPr>
          <p:spPr>
            <a:xfrm>
              <a:off x="19307175" y="5143500"/>
              <a:ext cx="6067425" cy="11049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DF1FD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pill-02-num"/>
            <p:cNvSpPr txBox="1"/>
            <p:nvPr/>
          </p:nvSpPr>
          <p:spPr>
            <a:xfrm>
              <a:off x="20278725" y="5276850"/>
              <a:ext cx="123825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5175" b="1" i="0">
                  <a:solidFill>
                    <a:srgbClr val="477EFC"/>
                  </a:solidFill>
                  <a:latin typeface="Microsoft YaHei"/>
                  <a:ea typeface="Microsoft YaHei"/>
                  <a:cs typeface="Microsoft YaHei"/>
                </a:rPr>
                <a:t>02.</a:t>
              </a:r>
            </a:p>
          </p:txBody>
        </p:sp>
        <p:sp>
          <p:nvSpPr>
            <p:cNvPr id="39" name="pill-02-name"/>
            <p:cNvSpPr txBox="1"/>
            <p:nvPr/>
          </p:nvSpPr>
          <p:spPr>
            <a:xfrm>
              <a:off x="21536025" y="5276850"/>
              <a:ext cx="285750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75" b="1" i="0">
                  <a:solidFill>
                    <a:srgbClr val="477EFC"/>
                  </a:solidFill>
                  <a:latin typeface="Microsoft YaHei"/>
                  <a:ea typeface="Microsoft YaHei"/>
                  <a:cs typeface="Microsoft YaHei"/>
                </a:rPr>
                <a:t>积极倾听</a:t>
              </a:r>
            </a:p>
          </p:txBody>
        </p:sp>
      </p:grpSp>
      <p:grpSp>
        <p:nvGrpSpPr>
          <p:cNvPr id="50" name="pill-03-group"/>
          <p:cNvGrpSpPr/>
          <p:nvPr/>
        </p:nvGrpSpPr>
        <p:grpSpPr>
          <a:xfrm>
            <a:off x="3228975" y="9305925"/>
            <a:ext cx="6067425" cy="1104900"/>
            <a:chOff x="3228975" y="9305925"/>
            <a:chExt cx="6067425" cy="1104900"/>
          </a:xfrm>
        </p:grpSpPr>
        <p:sp>
          <p:nvSpPr>
            <p:cNvPr id="40" name="pill-03"/>
            <p:cNvSpPr/>
            <p:nvPr/>
          </p:nvSpPr>
          <p:spPr>
            <a:xfrm>
              <a:off x="3228975" y="9305925"/>
              <a:ext cx="6067425" cy="11049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DF1FD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pill-03-num"/>
            <p:cNvSpPr txBox="1"/>
            <p:nvPr/>
          </p:nvSpPr>
          <p:spPr>
            <a:xfrm>
              <a:off x="4200525" y="9439275"/>
              <a:ext cx="123825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5175" b="1" i="0">
                  <a:solidFill>
                    <a:srgbClr val="477EFC"/>
                  </a:solidFill>
                  <a:latin typeface="Microsoft YaHei"/>
                  <a:ea typeface="Microsoft YaHei"/>
                  <a:cs typeface="Microsoft YaHei"/>
                </a:rPr>
                <a:t>03.</a:t>
              </a:r>
            </a:p>
          </p:txBody>
        </p:sp>
        <p:sp>
          <p:nvSpPr>
            <p:cNvPr id="42" name="pill-03-name"/>
            <p:cNvSpPr txBox="1"/>
            <p:nvPr/>
          </p:nvSpPr>
          <p:spPr>
            <a:xfrm>
              <a:off x="5457825" y="9439275"/>
              <a:ext cx="285750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75" b="1" i="0">
                  <a:solidFill>
                    <a:srgbClr val="477EFC"/>
                  </a:solidFill>
                  <a:latin typeface="Microsoft YaHei"/>
                  <a:ea typeface="Microsoft YaHei"/>
                  <a:cs typeface="Microsoft YaHei"/>
                </a:rPr>
                <a:t>有效反馈</a:t>
              </a:r>
            </a:p>
          </p:txBody>
        </p:sp>
      </p:grpSp>
      <p:grpSp>
        <p:nvGrpSpPr>
          <p:cNvPr id="48" name="pill-04-group"/>
          <p:cNvGrpSpPr/>
          <p:nvPr/>
        </p:nvGrpSpPr>
        <p:grpSpPr>
          <a:xfrm>
            <a:off x="19316700" y="9305925"/>
            <a:ext cx="6067425" cy="1104900"/>
            <a:chOff x="19316700" y="9305925"/>
            <a:chExt cx="6067425" cy="1104900"/>
          </a:xfrm>
        </p:grpSpPr>
        <p:sp>
          <p:nvSpPr>
            <p:cNvPr id="43" name="pill-04"/>
            <p:cNvSpPr/>
            <p:nvPr/>
          </p:nvSpPr>
          <p:spPr>
            <a:xfrm>
              <a:off x="19316700" y="9305925"/>
              <a:ext cx="6067425" cy="11049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DF1FD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pill-04-num"/>
            <p:cNvSpPr txBox="1"/>
            <p:nvPr/>
          </p:nvSpPr>
          <p:spPr>
            <a:xfrm>
              <a:off x="20288250" y="9439275"/>
              <a:ext cx="123825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5175" b="1" i="0">
                  <a:solidFill>
                    <a:srgbClr val="477EFC"/>
                  </a:solidFill>
                  <a:latin typeface="Microsoft YaHei"/>
                  <a:ea typeface="Microsoft YaHei"/>
                  <a:cs typeface="Microsoft YaHei"/>
                </a:rPr>
                <a:t>04.</a:t>
              </a:r>
            </a:p>
          </p:txBody>
        </p:sp>
        <p:sp>
          <p:nvSpPr>
            <p:cNvPr id="45" name="pill-04-name"/>
            <p:cNvSpPr txBox="1"/>
            <p:nvPr/>
          </p:nvSpPr>
          <p:spPr>
            <a:xfrm>
              <a:off x="21545550" y="9439275"/>
              <a:ext cx="285750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75" b="1" i="0">
                  <a:solidFill>
                    <a:srgbClr val="477EFC"/>
                  </a:solidFill>
                  <a:latin typeface="Microsoft YaHei"/>
                  <a:ea typeface="Microsoft YaHei"/>
                  <a:cs typeface="Microsoft YaHei"/>
                </a:rPr>
                <a:t>冲突解决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