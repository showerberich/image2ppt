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651200" cy="154114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651200" cy="15411450"/>
          </a:xfrm>
          <a:prstGeom prst="rect">
            <a:avLst/>
          </a:prstGeom>
          <a:solidFill>
            <a:srgbClr val="324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1"/>
          <p:cNvSpPr/>
          <p:nvPr/>
        </p:nvSpPr>
        <p:spPr>
          <a:xfrm>
            <a:off x="0" y="0"/>
            <a:ext cx="11906250" cy="15411450"/>
          </a:xfrm>
          <a:prstGeom prst="rect">
            <a:avLst/>
          </a:prstGeom>
          <a:gradFill rotWithShape="1">
            <a:gsLst>
              <a:gs pos="0">
                <a:srgbClr val="323CCF"/>
              </a:gs>
              <a:gs pos="100000">
                <a:srgbClr val="3256E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2"/>
          <p:cNvSpPr/>
          <p:nvPr/>
        </p:nvSpPr>
        <p:spPr>
          <a:xfrm>
            <a:off x="11906250" y="0"/>
            <a:ext cx="1428750" cy="15411450"/>
          </a:xfrm>
          <a:prstGeom prst="rect">
            <a:avLst/>
          </a:prstGeom>
          <a:gradFill rotWithShape="1">
            <a:gsLst>
              <a:gs pos="0">
                <a:srgbClr val="3256E5"/>
              </a:gs>
              <a:gs pos="100000">
                <a:srgbClr val="3244D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-3"/>
          <p:cNvSpPr/>
          <p:nvPr/>
        </p:nvSpPr>
        <p:spPr>
          <a:xfrm>
            <a:off x="13335000" y="0"/>
            <a:ext cx="5715000" cy="15411450"/>
          </a:xfrm>
          <a:prstGeom prst="rect">
            <a:avLst/>
          </a:prstGeom>
          <a:gradFill rotWithShape="1">
            <a:gsLst>
              <a:gs pos="0">
                <a:srgbClr val="3244D6"/>
              </a:gs>
              <a:gs pos="100000">
                <a:srgbClr val="3242D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-4"/>
          <p:cNvSpPr/>
          <p:nvPr/>
        </p:nvSpPr>
        <p:spPr>
          <a:xfrm>
            <a:off x="19050000" y="0"/>
            <a:ext cx="3810000" cy="15411450"/>
          </a:xfrm>
          <a:prstGeom prst="rect">
            <a:avLst/>
          </a:prstGeom>
          <a:gradFill rotWithShape="1">
            <a:gsLst>
              <a:gs pos="0">
                <a:srgbClr val="3242D5"/>
              </a:gs>
              <a:gs pos="100000">
                <a:srgbClr val="323FD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-5"/>
          <p:cNvSpPr/>
          <p:nvPr/>
        </p:nvSpPr>
        <p:spPr>
          <a:xfrm>
            <a:off x="22860000" y="0"/>
            <a:ext cx="5791200" cy="15411450"/>
          </a:xfrm>
          <a:prstGeom prst="rect">
            <a:avLst/>
          </a:prstGeom>
          <a:gradFill rotWithShape="1">
            <a:gsLst>
              <a:gs pos="0">
                <a:srgbClr val="323FD0"/>
              </a:gs>
              <a:gs pos="100000">
                <a:srgbClr val="3231C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top-hairline"/>
          <p:cNvSpPr/>
          <p:nvPr/>
        </p:nvSpPr>
        <p:spPr>
          <a:xfrm>
            <a:off x="0" y="0"/>
            <a:ext cx="286512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ps-top-center"/>
          <p:cNvSpPr/>
          <p:nvPr/>
        </p:nvSpPr>
        <p:spPr>
          <a:xfrm rot="20904000">
            <a:off x="10020300" y="295275"/>
            <a:ext cx="5715000" cy="1143000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ps-top-small"/>
          <p:cNvSpPr/>
          <p:nvPr/>
        </p:nvSpPr>
        <p:spPr>
          <a:xfrm rot="18696000">
            <a:off x="15606712" y="400050"/>
            <a:ext cx="2047875" cy="495300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ps-upper-right"/>
          <p:cNvSpPr/>
          <p:nvPr/>
        </p:nvSpPr>
        <p:spPr>
          <a:xfrm rot="18960000">
            <a:off x="20040600" y="1457325"/>
            <a:ext cx="4095750" cy="2286000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ps-mid"/>
          <p:cNvSpPr/>
          <p:nvPr/>
        </p:nvSpPr>
        <p:spPr>
          <a:xfrm rot="21012000">
            <a:off x="10801350" y="1995488"/>
            <a:ext cx="3810000" cy="1190625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ps-bottom-1"/>
          <p:cNvSpPr/>
          <p:nvPr/>
        </p:nvSpPr>
        <p:spPr>
          <a:xfrm rot="18990000">
            <a:off x="13449300" y="12987338"/>
            <a:ext cx="5715000" cy="1666875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ps-bottom-2"/>
          <p:cNvSpPr/>
          <p:nvPr/>
        </p:nvSpPr>
        <p:spPr>
          <a:xfrm rot="18330000">
            <a:off x="9467850" y="12649200"/>
            <a:ext cx="3333750" cy="1714500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ps-bottom-3"/>
          <p:cNvSpPr/>
          <p:nvPr/>
        </p:nvSpPr>
        <p:spPr>
          <a:xfrm rot="18054000">
            <a:off x="1628775" y="13115925"/>
            <a:ext cx="2476500" cy="1524000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ps-bottom-4"/>
          <p:cNvSpPr/>
          <p:nvPr/>
        </p:nvSpPr>
        <p:spPr>
          <a:xfrm rot="19278000">
            <a:off x="16178212" y="13792200"/>
            <a:ext cx="2619375" cy="1619250"/>
          </a:xfrm>
          <a:prstGeom prst="roundRect">
            <a:avLst>
              <a:gd name="adj" fmla="val 50000"/>
            </a:avLst>
          </a:prstGeom>
          <a:solidFill>
            <a:srgbClr val="5A85F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deco-line-1"/>
          <p:cNvCxnSpPr/>
          <p:nvPr/>
        </p:nvCxnSpPr>
        <p:spPr>
          <a:xfrm>
            <a:off x="18669000" y="9906000"/>
            <a:ext cx="2762250" cy="3238500"/>
          </a:xfrm>
          <a:prstGeom prst="line">
            <a:avLst/>
          </a:prstGeom>
          <a:ln w="38100">
            <a:solidFill>
              <a:srgbClr val="5C87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eco-line-2"/>
          <p:cNvCxnSpPr/>
          <p:nvPr/>
        </p:nvCxnSpPr>
        <p:spPr>
          <a:xfrm>
            <a:off x="23526750" y="2857500"/>
            <a:ext cx="2190750" cy="3048000"/>
          </a:xfrm>
          <a:prstGeom prst="line">
            <a:avLst/>
          </a:prstGeom>
          <a:ln w="38100">
            <a:solidFill>
              <a:srgbClr val="5C87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eco-line-3"/>
          <p:cNvCxnSpPr/>
          <p:nvPr/>
        </p:nvCxnSpPr>
        <p:spPr>
          <a:xfrm>
            <a:off x="10953750" y="2381250"/>
            <a:ext cx="2381250" cy="2952750"/>
          </a:xfrm>
          <a:prstGeom prst="line">
            <a:avLst/>
          </a:prstGeom>
          <a:ln w="38100">
            <a:solidFill>
              <a:srgbClr val="5C87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eco-tri-1"/>
          <p:cNvSpPr/>
          <p:nvPr/>
        </p:nvSpPr>
        <p:spPr>
          <a:xfrm>
            <a:off x="24902160" y="6915150"/>
            <a:ext cx="582930" cy="550545"/>
          </a:xfrm>
          <a:custGeom>
            <a:avLst/>
            <a:gdLst/>
            <a:ahLst/>
            <a:cxnLst/>
            <a:rect l="l" t="t" r="r" b="b"/>
            <a:pathLst>
              <a:path w="582930" h="550545">
                <a:moveTo>
                  <a:pt x="291465" y="0"/>
                </a:moveTo>
                <a:lnTo>
                  <a:pt x="582930" y="550545"/>
                </a:lnTo>
                <a:lnTo>
                  <a:pt x="0" y="550545"/>
                </a:lnTo>
                <a:close/>
              </a:path>
            </a:pathLst>
          </a:custGeom>
          <a:noFill/>
          <a:ln w="28575">
            <a:solidFill>
              <a:srgbClr val="7B9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-tri-2"/>
          <p:cNvSpPr/>
          <p:nvPr/>
        </p:nvSpPr>
        <p:spPr>
          <a:xfrm>
            <a:off x="26469975" y="10058400"/>
            <a:ext cx="514350" cy="485775"/>
          </a:xfrm>
          <a:custGeom>
            <a:avLst/>
            <a:gdLst/>
            <a:ahLst/>
            <a:cxnLst/>
            <a:rect l="l" t="t" r="r" b="b"/>
            <a:pathLst>
              <a:path w="514350" h="485775">
                <a:moveTo>
                  <a:pt x="257175" y="0"/>
                </a:moveTo>
                <a:lnTo>
                  <a:pt x="514350" y="485775"/>
                </a:lnTo>
                <a:lnTo>
                  <a:pt x="0" y="485775"/>
                </a:lnTo>
                <a:close/>
              </a:path>
            </a:pathLst>
          </a:custGeom>
          <a:noFill/>
          <a:ln w="28575">
            <a:solidFill>
              <a:srgbClr val="7B9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co-tri-3"/>
          <p:cNvSpPr/>
          <p:nvPr/>
        </p:nvSpPr>
        <p:spPr>
          <a:xfrm>
            <a:off x="26673810" y="10953750"/>
            <a:ext cx="411480" cy="388620"/>
          </a:xfrm>
          <a:custGeom>
            <a:avLst/>
            <a:gdLst/>
            <a:ahLst/>
            <a:cxnLst/>
            <a:rect l="l" t="t" r="r" b="b"/>
            <a:pathLst>
              <a:path w="411480" h="388620">
                <a:moveTo>
                  <a:pt x="205740" y="0"/>
                </a:moveTo>
                <a:lnTo>
                  <a:pt x="411480" y="388620"/>
                </a:lnTo>
                <a:lnTo>
                  <a:pt x="0" y="388620"/>
                </a:lnTo>
                <a:close/>
              </a:path>
            </a:pathLst>
          </a:custGeom>
          <a:noFill/>
          <a:ln w="28575">
            <a:solidFill>
              <a:srgbClr val="7B9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-tri-4"/>
          <p:cNvSpPr/>
          <p:nvPr/>
        </p:nvSpPr>
        <p:spPr>
          <a:xfrm>
            <a:off x="25839420" y="12020550"/>
            <a:ext cx="480060" cy="453390"/>
          </a:xfrm>
          <a:custGeom>
            <a:avLst/>
            <a:gdLst/>
            <a:ahLst/>
            <a:cxnLst/>
            <a:rect l="l" t="t" r="r" b="b"/>
            <a:pathLst>
              <a:path w="480060" h="453390">
                <a:moveTo>
                  <a:pt x="240030" y="0"/>
                </a:moveTo>
                <a:lnTo>
                  <a:pt x="480060" y="453390"/>
                </a:lnTo>
                <a:lnTo>
                  <a:pt x="0" y="453390"/>
                </a:lnTo>
                <a:close/>
              </a:path>
            </a:pathLst>
          </a:custGeom>
          <a:noFill/>
          <a:ln w="28575">
            <a:solidFill>
              <a:srgbClr val="7B9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tle-line1"/>
          <p:cNvSpPr txBox="1"/>
          <p:nvPr/>
        </p:nvSpPr>
        <p:spPr>
          <a:xfrm>
            <a:off x="2266950" y="2724150"/>
            <a:ext cx="15393924" cy="3295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650" b="1" i="0" spc="-84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职场沟通的进阶</a:t>
            </a:r>
          </a:p>
        </p:txBody>
      </p:sp>
      <p:sp>
        <p:nvSpPr>
          <p:cNvPr id="25" name="title-line2"/>
          <p:cNvSpPr txBox="1"/>
          <p:nvPr/>
        </p:nvSpPr>
        <p:spPr>
          <a:xfrm>
            <a:off x="2266950" y="5391150"/>
            <a:ext cx="4953000" cy="3295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650" b="1" i="0" spc="-84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指南</a:t>
            </a:r>
          </a:p>
        </p:txBody>
      </p:sp>
      <p:sp>
        <p:nvSpPr>
          <p:cNvPr id="26" name="subtitle"/>
          <p:cNvSpPr txBox="1"/>
          <p:nvPr/>
        </p:nvSpPr>
        <p:spPr>
          <a:xfrm>
            <a:off x="2247900" y="8420100"/>
            <a:ext cx="14668500" cy="228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900" b="0" i="0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打造职场核心竞争力法则</a:t>
            </a:r>
          </a:p>
        </p:txBody>
      </p:sp>
      <p:sp>
        <p:nvSpPr>
          <p:cNvPr id="27" name="pill"/>
          <p:cNvSpPr/>
          <p:nvPr/>
        </p:nvSpPr>
        <p:spPr>
          <a:xfrm>
            <a:off x="2200275" y="10877550"/>
            <a:ext cx="8362950" cy="990600"/>
          </a:xfrm>
          <a:prstGeom prst="roundRect">
            <a:avLst>
              <a:gd name="adj" fmla="val 50000"/>
            </a:avLst>
          </a:prstGeom>
          <a:noFill/>
          <a:ln w="3333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ill-text"/>
          <p:cNvSpPr txBox="1"/>
          <p:nvPr/>
        </p:nvSpPr>
        <p:spPr>
          <a:xfrm>
            <a:off x="2914650" y="10868025"/>
            <a:ext cx="7538159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162" b="0" i="0" spc="-22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演讲人：XXX | 时间：202X.XX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