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gradFill rotWithShape="1">
            <a:gsLst>
              <a:gs pos="0">
                <a:srgbClr val="E8E8E8"/>
              </a:gs>
              <a:gs pos="100000">
                <a:srgbClr val="F0F0F0"/>
              </a:gs>
            </a:gsLst>
            <a:lin scaled="0" ang="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rid-v0"/>
          <p:cNvSpPr/>
          <p:nvPr/>
        </p:nvSpPr>
        <p:spPr>
          <a:xfrm>
            <a:off x="3429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rid-v1"/>
          <p:cNvSpPr/>
          <p:nvPr/>
        </p:nvSpPr>
        <p:spPr>
          <a:xfrm>
            <a:off x="15621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grid-v2"/>
          <p:cNvSpPr/>
          <p:nvPr/>
        </p:nvSpPr>
        <p:spPr>
          <a:xfrm>
            <a:off x="27813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grid-v3"/>
          <p:cNvSpPr/>
          <p:nvPr/>
        </p:nvSpPr>
        <p:spPr>
          <a:xfrm>
            <a:off x="40005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grid-v4"/>
          <p:cNvSpPr/>
          <p:nvPr/>
        </p:nvSpPr>
        <p:spPr>
          <a:xfrm>
            <a:off x="52197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grid-v5"/>
          <p:cNvSpPr/>
          <p:nvPr/>
        </p:nvSpPr>
        <p:spPr>
          <a:xfrm>
            <a:off x="64389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grid-v6"/>
          <p:cNvSpPr/>
          <p:nvPr/>
        </p:nvSpPr>
        <p:spPr>
          <a:xfrm>
            <a:off x="76581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grid-v7"/>
          <p:cNvSpPr/>
          <p:nvPr/>
        </p:nvSpPr>
        <p:spPr>
          <a:xfrm>
            <a:off x="88773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grid-v8"/>
          <p:cNvSpPr/>
          <p:nvPr/>
        </p:nvSpPr>
        <p:spPr>
          <a:xfrm>
            <a:off x="100965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grid-v9"/>
          <p:cNvSpPr/>
          <p:nvPr/>
        </p:nvSpPr>
        <p:spPr>
          <a:xfrm>
            <a:off x="113157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grid-v10"/>
          <p:cNvSpPr/>
          <p:nvPr/>
        </p:nvSpPr>
        <p:spPr>
          <a:xfrm>
            <a:off x="125349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grid-v11"/>
          <p:cNvSpPr/>
          <p:nvPr/>
        </p:nvSpPr>
        <p:spPr>
          <a:xfrm>
            <a:off x="137541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grid-v12"/>
          <p:cNvSpPr/>
          <p:nvPr/>
        </p:nvSpPr>
        <p:spPr>
          <a:xfrm>
            <a:off x="149733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grid-v13"/>
          <p:cNvSpPr/>
          <p:nvPr/>
        </p:nvSpPr>
        <p:spPr>
          <a:xfrm>
            <a:off x="161925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grid-v14"/>
          <p:cNvSpPr/>
          <p:nvPr/>
        </p:nvSpPr>
        <p:spPr>
          <a:xfrm>
            <a:off x="174117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grid-v15"/>
          <p:cNvSpPr/>
          <p:nvPr/>
        </p:nvSpPr>
        <p:spPr>
          <a:xfrm>
            <a:off x="186309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grid-v16"/>
          <p:cNvSpPr/>
          <p:nvPr/>
        </p:nvSpPr>
        <p:spPr>
          <a:xfrm>
            <a:off x="198501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grid-v17"/>
          <p:cNvSpPr/>
          <p:nvPr/>
        </p:nvSpPr>
        <p:spPr>
          <a:xfrm>
            <a:off x="210693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grid-v18"/>
          <p:cNvSpPr/>
          <p:nvPr/>
        </p:nvSpPr>
        <p:spPr>
          <a:xfrm>
            <a:off x="222885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grid-v19"/>
          <p:cNvSpPr/>
          <p:nvPr/>
        </p:nvSpPr>
        <p:spPr>
          <a:xfrm>
            <a:off x="235077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grid-v20"/>
          <p:cNvSpPr/>
          <p:nvPr/>
        </p:nvSpPr>
        <p:spPr>
          <a:xfrm>
            <a:off x="247269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grid-v21"/>
          <p:cNvSpPr/>
          <p:nvPr/>
        </p:nvSpPr>
        <p:spPr>
          <a:xfrm>
            <a:off x="259461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grid-v22"/>
          <p:cNvSpPr/>
          <p:nvPr/>
        </p:nvSpPr>
        <p:spPr>
          <a:xfrm>
            <a:off x="271653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grid-v23"/>
          <p:cNvSpPr/>
          <p:nvPr/>
        </p:nvSpPr>
        <p:spPr>
          <a:xfrm>
            <a:off x="283845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grid-v24"/>
          <p:cNvSpPr/>
          <p:nvPr/>
        </p:nvSpPr>
        <p:spPr>
          <a:xfrm>
            <a:off x="29603700" y="0"/>
            <a:ext cx="38100" cy="17135475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grid-h0"/>
          <p:cNvSpPr/>
          <p:nvPr/>
        </p:nvSpPr>
        <p:spPr>
          <a:xfrm>
            <a:off x="0" y="742950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grid-h1"/>
          <p:cNvSpPr/>
          <p:nvPr/>
        </p:nvSpPr>
        <p:spPr>
          <a:xfrm>
            <a:off x="0" y="1819275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grid-h2"/>
          <p:cNvSpPr/>
          <p:nvPr/>
        </p:nvSpPr>
        <p:spPr>
          <a:xfrm>
            <a:off x="0" y="2895600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grid-h3"/>
          <p:cNvSpPr/>
          <p:nvPr/>
        </p:nvSpPr>
        <p:spPr>
          <a:xfrm>
            <a:off x="0" y="3971925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grid-h4"/>
          <p:cNvSpPr/>
          <p:nvPr/>
        </p:nvSpPr>
        <p:spPr>
          <a:xfrm>
            <a:off x="0" y="5048250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grid-h5"/>
          <p:cNvSpPr/>
          <p:nvPr/>
        </p:nvSpPr>
        <p:spPr>
          <a:xfrm>
            <a:off x="0" y="6124575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grid-h6"/>
          <p:cNvSpPr/>
          <p:nvPr/>
        </p:nvSpPr>
        <p:spPr>
          <a:xfrm>
            <a:off x="0" y="7200900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grid-h7"/>
          <p:cNvSpPr/>
          <p:nvPr/>
        </p:nvSpPr>
        <p:spPr>
          <a:xfrm>
            <a:off x="0" y="8277225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grid-h8"/>
          <p:cNvSpPr/>
          <p:nvPr/>
        </p:nvSpPr>
        <p:spPr>
          <a:xfrm>
            <a:off x="0" y="9353550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grid-h9"/>
          <p:cNvSpPr/>
          <p:nvPr/>
        </p:nvSpPr>
        <p:spPr>
          <a:xfrm>
            <a:off x="0" y="10429875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grid-h10"/>
          <p:cNvSpPr/>
          <p:nvPr/>
        </p:nvSpPr>
        <p:spPr>
          <a:xfrm>
            <a:off x="0" y="11506200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grid-h11"/>
          <p:cNvSpPr/>
          <p:nvPr/>
        </p:nvSpPr>
        <p:spPr>
          <a:xfrm>
            <a:off x="0" y="12582525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grid-h12"/>
          <p:cNvSpPr/>
          <p:nvPr/>
        </p:nvSpPr>
        <p:spPr>
          <a:xfrm>
            <a:off x="0" y="13658850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grid-h13"/>
          <p:cNvSpPr/>
          <p:nvPr/>
        </p:nvSpPr>
        <p:spPr>
          <a:xfrm>
            <a:off x="0" y="14735175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grid-h14"/>
          <p:cNvSpPr/>
          <p:nvPr/>
        </p:nvSpPr>
        <p:spPr>
          <a:xfrm>
            <a:off x="0" y="15811500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grid-h15"/>
          <p:cNvSpPr/>
          <p:nvPr/>
        </p:nvSpPr>
        <p:spPr>
          <a:xfrm>
            <a:off x="0" y="16887825"/>
            <a:ext cx="30470475" cy="38100"/>
          </a:xfrm>
          <a:prstGeom prst="rect">
            <a:avLst/>
          </a:prstGeom>
          <a:solidFill>
            <a:srgbClr val="E4E4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itle-cn"/>
          <p:cNvSpPr txBox="1"/>
          <p:nvPr/>
        </p:nvSpPr>
        <p:spPr>
          <a:xfrm>
            <a:off x="2924175" y="2505075"/>
            <a:ext cx="4476750" cy="2781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0" b="1" i="0" spc="4500">
                <a:solidFill>
                  <a:srgbClr val="4360BC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6" name="title-en"/>
          <p:cNvSpPr txBox="1"/>
          <p:nvPr/>
        </p:nvSpPr>
        <p:spPr>
          <a:xfrm>
            <a:off x="8105775" y="3781425"/>
            <a:ext cx="5334000" cy="1285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050" b="0" i="0" spc="-150">
                <a:solidFill>
                  <a:srgbClr val="7E7E7E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grpSp>
        <p:nvGrpSpPr>
          <p:cNvPr id="97" name="card-01"/>
          <p:cNvGrpSpPr/>
          <p:nvPr/>
        </p:nvGrpSpPr>
        <p:grpSpPr>
          <a:xfrm>
            <a:off x="2276475" y="5819775"/>
            <a:ext cx="8353425" cy="4410075"/>
            <a:chOff x="2276475" y="5819775"/>
            <a:chExt cx="8353425" cy="4410075"/>
          </a:xfrm>
        </p:grpSpPr>
        <p:sp>
          <p:nvSpPr>
            <p:cNvPr id="47" name="card-01-sh0"/>
            <p:cNvSpPr/>
            <p:nvPr/>
          </p:nvSpPr>
          <p:spPr>
            <a:xfrm>
              <a:off x="2276475" y="5934075"/>
              <a:ext cx="8353425" cy="4295775"/>
            </a:xfrm>
            <a:prstGeom prst="roundRect">
              <a:avLst>
                <a:gd name="adj" fmla="val 5321"/>
              </a:avLst>
            </a:prstGeom>
            <a:solidFill>
              <a:srgbClr val="3B4A6B">
                <a:alpha val="2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card-01-sh1"/>
            <p:cNvSpPr/>
            <p:nvPr/>
          </p:nvSpPr>
          <p:spPr>
            <a:xfrm>
              <a:off x="2333625" y="5876925"/>
              <a:ext cx="8239125" cy="4181475"/>
            </a:xfrm>
            <a:prstGeom prst="roundRect">
              <a:avLst>
                <a:gd name="adj" fmla="val 5466"/>
              </a:avLst>
            </a:prstGeom>
            <a:solidFill>
              <a:srgbClr val="3B4A6B">
                <a:alpha val="35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card-01-sh2"/>
            <p:cNvSpPr/>
            <p:nvPr/>
          </p:nvSpPr>
          <p:spPr>
            <a:xfrm>
              <a:off x="2381250" y="5838825"/>
              <a:ext cx="8143875" cy="4086225"/>
            </a:xfrm>
            <a:prstGeom prst="roundRect">
              <a:avLst>
                <a:gd name="adj" fmla="val 5594"/>
              </a:avLst>
            </a:prstGeom>
            <a:solidFill>
              <a:srgbClr val="3B4A6B">
                <a:alpha val="6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card-01-panel"/>
            <p:cNvSpPr/>
            <p:nvPr/>
          </p:nvSpPr>
          <p:spPr>
            <a:xfrm>
              <a:off x="2409825" y="5819775"/>
              <a:ext cx="8086725" cy="4029075"/>
            </a:xfrm>
            <a:prstGeom prst="roundRect">
              <a:avLst>
                <a:gd name="adj" fmla="val 5200"/>
              </a:avLst>
            </a:prstGeom>
            <a:gradFill rotWithShape="1">
              <a:gsLst>
                <a:gs pos="0">
                  <a:srgbClr val="E9EDFF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card-01-num"/>
            <p:cNvSpPr txBox="1"/>
            <p:nvPr/>
          </p:nvSpPr>
          <p:spPr>
            <a:xfrm>
              <a:off x="7343775" y="7829550"/>
              <a:ext cx="2857500" cy="1847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0050" b="1" i="0" spc="1800">
                  <a:solidFill>
                    <a:srgbClr val="CAD6FD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52" name="card-01-cn"/>
            <p:cNvSpPr txBox="1"/>
            <p:nvPr/>
          </p:nvSpPr>
          <p:spPr>
            <a:xfrm>
              <a:off x="3181350" y="6677025"/>
              <a:ext cx="5547360" cy="1238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000" b="1" i="0">
                  <a:solidFill>
                    <a:srgbClr val="5E85FE"/>
                  </a:solidFill>
                  <a:latin typeface="Microsoft YaHei"/>
                  <a:ea typeface="Microsoft YaHei"/>
                  <a:cs typeface="Microsoft YaHei"/>
                </a:rPr>
                <a:t>项目背景与目标</a:t>
              </a:r>
            </a:p>
          </p:txBody>
        </p:sp>
        <p:sp>
          <p:nvSpPr>
            <p:cNvPr id="53" name="card-01-en1"/>
            <p:cNvSpPr txBox="1"/>
            <p:nvPr/>
          </p:nvSpPr>
          <p:spPr>
            <a:xfrm>
              <a:off x="3181350" y="7839075"/>
              <a:ext cx="5057775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37" b="0" i="0">
                  <a:solidFill>
                    <a:srgbClr val="7D7E82"/>
                  </a:solidFill>
                  <a:latin typeface="Microsoft YaHei"/>
                  <a:ea typeface="Microsoft YaHei"/>
                  <a:cs typeface="Microsoft YaHei"/>
                </a:rPr>
                <a:t>Project Background</a:t>
              </a:r>
            </a:p>
          </p:txBody>
        </p:sp>
        <p:sp>
          <p:nvSpPr>
            <p:cNvPr id="54" name="card-01-en2"/>
            <p:cNvSpPr txBox="1"/>
            <p:nvPr/>
          </p:nvSpPr>
          <p:spPr>
            <a:xfrm>
              <a:off x="3162300" y="8420100"/>
              <a:ext cx="5076825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37" b="0" i="0">
                  <a:solidFill>
                    <a:srgbClr val="7D7E82"/>
                  </a:solidFill>
                  <a:latin typeface="Microsoft YaHei"/>
                  <a:ea typeface="Microsoft YaHei"/>
                  <a:cs typeface="Microsoft YaHei"/>
                </a:rPr>
                <a:t>and Objectives</a:t>
              </a:r>
            </a:p>
          </p:txBody>
        </p:sp>
      </p:grpSp>
      <p:grpSp>
        <p:nvGrpSpPr>
          <p:cNvPr id="94" name="card-02"/>
          <p:cNvGrpSpPr/>
          <p:nvPr/>
        </p:nvGrpSpPr>
        <p:grpSpPr>
          <a:xfrm>
            <a:off x="11049000" y="5819775"/>
            <a:ext cx="8343900" cy="4410075"/>
            <a:chOff x="11049000" y="5819775"/>
            <a:chExt cx="8343900" cy="4410075"/>
          </a:xfrm>
        </p:grpSpPr>
        <p:sp>
          <p:nvSpPr>
            <p:cNvPr id="55" name="card-02-sh0"/>
            <p:cNvSpPr/>
            <p:nvPr/>
          </p:nvSpPr>
          <p:spPr>
            <a:xfrm>
              <a:off x="11049000" y="5934075"/>
              <a:ext cx="8343900" cy="4295775"/>
            </a:xfrm>
            <a:prstGeom prst="roundRect">
              <a:avLst>
                <a:gd name="adj" fmla="val 5321"/>
              </a:avLst>
            </a:prstGeom>
            <a:solidFill>
              <a:srgbClr val="3B4A6B">
                <a:alpha val="2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card-02-sh1"/>
            <p:cNvSpPr/>
            <p:nvPr/>
          </p:nvSpPr>
          <p:spPr>
            <a:xfrm>
              <a:off x="11106150" y="5876925"/>
              <a:ext cx="8229600" cy="4181475"/>
            </a:xfrm>
            <a:prstGeom prst="roundRect">
              <a:avLst>
                <a:gd name="adj" fmla="val 5466"/>
              </a:avLst>
            </a:prstGeom>
            <a:solidFill>
              <a:srgbClr val="3B4A6B">
                <a:alpha val="35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card-02-sh2"/>
            <p:cNvSpPr/>
            <p:nvPr/>
          </p:nvSpPr>
          <p:spPr>
            <a:xfrm>
              <a:off x="11153775" y="5838825"/>
              <a:ext cx="8134350" cy="4086225"/>
            </a:xfrm>
            <a:prstGeom prst="roundRect">
              <a:avLst>
                <a:gd name="adj" fmla="val 5594"/>
              </a:avLst>
            </a:prstGeom>
            <a:solidFill>
              <a:srgbClr val="3B4A6B">
                <a:alpha val="6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card-02-panel"/>
            <p:cNvSpPr/>
            <p:nvPr/>
          </p:nvSpPr>
          <p:spPr>
            <a:xfrm>
              <a:off x="11182350" y="5819775"/>
              <a:ext cx="8077200" cy="4029075"/>
            </a:xfrm>
            <a:prstGeom prst="roundRect">
              <a:avLst>
                <a:gd name="adj" fmla="val 5200"/>
              </a:avLst>
            </a:prstGeom>
            <a:gradFill rotWithShape="1">
              <a:gsLst>
                <a:gs pos="0">
                  <a:srgbClr val="E9EDFF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card-02-num"/>
            <p:cNvSpPr txBox="1"/>
            <p:nvPr/>
          </p:nvSpPr>
          <p:spPr>
            <a:xfrm>
              <a:off x="16316325" y="7829550"/>
              <a:ext cx="2857500" cy="1847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0050" b="1" i="0" spc="1800">
                  <a:solidFill>
                    <a:srgbClr val="CAD6FD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60" name="card-02-cn"/>
            <p:cNvSpPr txBox="1"/>
            <p:nvPr/>
          </p:nvSpPr>
          <p:spPr>
            <a:xfrm>
              <a:off x="11963400" y="6677025"/>
              <a:ext cx="5057775" cy="1238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000" b="1" i="0">
                  <a:solidFill>
                    <a:srgbClr val="5E85FE"/>
                  </a:solidFill>
                  <a:latin typeface="Microsoft YaHei"/>
                  <a:ea typeface="Microsoft YaHei"/>
                  <a:cs typeface="Microsoft YaHei"/>
                </a:rPr>
                <a:t>实施路径规划</a:t>
              </a:r>
            </a:p>
          </p:txBody>
        </p:sp>
        <p:sp>
          <p:nvSpPr>
            <p:cNvPr id="61" name="card-02-en1"/>
            <p:cNvSpPr txBox="1"/>
            <p:nvPr/>
          </p:nvSpPr>
          <p:spPr>
            <a:xfrm>
              <a:off x="11925300" y="7839075"/>
              <a:ext cx="5010150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37" b="0" i="0">
                  <a:solidFill>
                    <a:srgbClr val="7D7E82"/>
                  </a:solidFill>
                  <a:latin typeface="Microsoft YaHei"/>
                  <a:ea typeface="Microsoft YaHei"/>
                  <a:cs typeface="Microsoft YaHei"/>
                </a:rPr>
                <a:t>Implementation</a:t>
              </a:r>
            </a:p>
          </p:txBody>
        </p:sp>
        <p:sp>
          <p:nvSpPr>
            <p:cNvPr id="62" name="card-02-en2"/>
            <p:cNvSpPr txBox="1"/>
            <p:nvPr/>
          </p:nvSpPr>
          <p:spPr>
            <a:xfrm>
              <a:off x="11953875" y="8420100"/>
              <a:ext cx="4981575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37" b="0" i="0">
                  <a:solidFill>
                    <a:srgbClr val="7D7E82"/>
                  </a:solidFill>
                  <a:latin typeface="Microsoft YaHei"/>
                  <a:ea typeface="Microsoft YaHei"/>
                  <a:cs typeface="Microsoft YaHei"/>
                </a:rPr>
                <a:t>Roadmap</a:t>
              </a:r>
            </a:p>
          </p:txBody>
        </p:sp>
      </p:grpSp>
      <p:grpSp>
        <p:nvGrpSpPr>
          <p:cNvPr id="96" name="card-03"/>
          <p:cNvGrpSpPr/>
          <p:nvPr/>
        </p:nvGrpSpPr>
        <p:grpSpPr>
          <a:xfrm>
            <a:off x="19831050" y="5819775"/>
            <a:ext cx="8343900" cy="4410075"/>
            <a:chOff x="19831050" y="5819775"/>
            <a:chExt cx="8343900" cy="4410075"/>
          </a:xfrm>
        </p:grpSpPr>
        <p:sp>
          <p:nvSpPr>
            <p:cNvPr id="63" name="card-03-sh0"/>
            <p:cNvSpPr/>
            <p:nvPr/>
          </p:nvSpPr>
          <p:spPr>
            <a:xfrm>
              <a:off x="19831050" y="5934075"/>
              <a:ext cx="8343900" cy="4295775"/>
            </a:xfrm>
            <a:prstGeom prst="roundRect">
              <a:avLst>
                <a:gd name="adj" fmla="val 5321"/>
              </a:avLst>
            </a:prstGeom>
            <a:solidFill>
              <a:srgbClr val="3B4A6B">
                <a:alpha val="2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card-03-sh1"/>
            <p:cNvSpPr/>
            <p:nvPr/>
          </p:nvSpPr>
          <p:spPr>
            <a:xfrm>
              <a:off x="19888200" y="5876925"/>
              <a:ext cx="8229600" cy="4181475"/>
            </a:xfrm>
            <a:prstGeom prst="roundRect">
              <a:avLst>
                <a:gd name="adj" fmla="val 5466"/>
              </a:avLst>
            </a:prstGeom>
            <a:solidFill>
              <a:srgbClr val="3B4A6B">
                <a:alpha val="35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card-03-sh2"/>
            <p:cNvSpPr/>
            <p:nvPr/>
          </p:nvSpPr>
          <p:spPr>
            <a:xfrm>
              <a:off x="19935825" y="5838825"/>
              <a:ext cx="8134350" cy="4086225"/>
            </a:xfrm>
            <a:prstGeom prst="roundRect">
              <a:avLst>
                <a:gd name="adj" fmla="val 5594"/>
              </a:avLst>
            </a:prstGeom>
            <a:solidFill>
              <a:srgbClr val="3B4A6B">
                <a:alpha val="6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card-03-panel"/>
            <p:cNvSpPr/>
            <p:nvPr/>
          </p:nvSpPr>
          <p:spPr>
            <a:xfrm>
              <a:off x="19964400" y="5819775"/>
              <a:ext cx="8077200" cy="4029075"/>
            </a:xfrm>
            <a:prstGeom prst="roundRect">
              <a:avLst>
                <a:gd name="adj" fmla="val 5200"/>
              </a:avLst>
            </a:prstGeom>
            <a:gradFill rotWithShape="1">
              <a:gsLst>
                <a:gs pos="0">
                  <a:srgbClr val="E9EDFF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card-03-num"/>
            <p:cNvSpPr txBox="1"/>
            <p:nvPr/>
          </p:nvSpPr>
          <p:spPr>
            <a:xfrm>
              <a:off x="25041225" y="7829550"/>
              <a:ext cx="2857500" cy="1847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0050" b="1" i="0" spc="1800">
                  <a:solidFill>
                    <a:srgbClr val="CAD6FD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68" name="card-03-cn"/>
            <p:cNvSpPr txBox="1"/>
            <p:nvPr/>
          </p:nvSpPr>
          <p:spPr>
            <a:xfrm>
              <a:off x="20735925" y="6677025"/>
              <a:ext cx="5057775" cy="1238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000" b="1" i="0">
                  <a:solidFill>
                    <a:srgbClr val="5E85FE"/>
                  </a:solidFill>
                  <a:latin typeface="Microsoft YaHei"/>
                  <a:ea typeface="Microsoft YaHei"/>
                  <a:cs typeface="Microsoft YaHei"/>
                </a:rPr>
                <a:t>核心资源配置</a:t>
              </a:r>
            </a:p>
          </p:txBody>
        </p:sp>
        <p:sp>
          <p:nvSpPr>
            <p:cNvPr id="69" name="card-03-en1"/>
            <p:cNvSpPr txBox="1"/>
            <p:nvPr/>
          </p:nvSpPr>
          <p:spPr>
            <a:xfrm>
              <a:off x="20707350" y="7839075"/>
              <a:ext cx="5000625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37" b="0" i="0">
                  <a:solidFill>
                    <a:srgbClr val="7D7E82"/>
                  </a:solidFill>
                  <a:latin typeface="Microsoft YaHei"/>
                  <a:ea typeface="Microsoft YaHei"/>
                  <a:cs typeface="Microsoft YaHei"/>
                </a:rPr>
                <a:t>Core Resource</a:t>
              </a:r>
            </a:p>
          </p:txBody>
        </p:sp>
        <p:sp>
          <p:nvSpPr>
            <p:cNvPr id="70" name="card-03-en2"/>
            <p:cNvSpPr txBox="1"/>
            <p:nvPr/>
          </p:nvSpPr>
          <p:spPr>
            <a:xfrm>
              <a:off x="20697825" y="8420100"/>
              <a:ext cx="5010150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37" b="0" i="0">
                  <a:solidFill>
                    <a:srgbClr val="7D7E82"/>
                  </a:solidFill>
                  <a:latin typeface="Microsoft YaHei"/>
                  <a:ea typeface="Microsoft YaHei"/>
                  <a:cs typeface="Microsoft YaHei"/>
                </a:rPr>
                <a:t>Allocation</a:t>
              </a:r>
            </a:p>
          </p:txBody>
        </p:sp>
      </p:grpSp>
      <p:grpSp>
        <p:nvGrpSpPr>
          <p:cNvPr id="95" name="card-04"/>
          <p:cNvGrpSpPr/>
          <p:nvPr/>
        </p:nvGrpSpPr>
        <p:grpSpPr>
          <a:xfrm>
            <a:off x="6667500" y="10544175"/>
            <a:ext cx="8343900" cy="4410075"/>
            <a:chOff x="6667500" y="10544175"/>
            <a:chExt cx="8343900" cy="4410075"/>
          </a:xfrm>
        </p:grpSpPr>
        <p:sp>
          <p:nvSpPr>
            <p:cNvPr id="71" name="card-04-sh0"/>
            <p:cNvSpPr/>
            <p:nvPr/>
          </p:nvSpPr>
          <p:spPr>
            <a:xfrm>
              <a:off x="6667500" y="10658475"/>
              <a:ext cx="8343900" cy="4295775"/>
            </a:xfrm>
            <a:prstGeom prst="roundRect">
              <a:avLst>
                <a:gd name="adj" fmla="val 5321"/>
              </a:avLst>
            </a:prstGeom>
            <a:solidFill>
              <a:srgbClr val="3B4A6B">
                <a:alpha val="2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card-04-sh1"/>
            <p:cNvSpPr/>
            <p:nvPr/>
          </p:nvSpPr>
          <p:spPr>
            <a:xfrm>
              <a:off x="6724650" y="10601325"/>
              <a:ext cx="8229600" cy="4181475"/>
            </a:xfrm>
            <a:prstGeom prst="roundRect">
              <a:avLst>
                <a:gd name="adj" fmla="val 5466"/>
              </a:avLst>
            </a:prstGeom>
            <a:solidFill>
              <a:srgbClr val="3B4A6B">
                <a:alpha val="35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card-04-sh2"/>
            <p:cNvSpPr/>
            <p:nvPr/>
          </p:nvSpPr>
          <p:spPr>
            <a:xfrm>
              <a:off x="6772275" y="10563225"/>
              <a:ext cx="8134350" cy="4086225"/>
            </a:xfrm>
            <a:prstGeom prst="roundRect">
              <a:avLst>
                <a:gd name="adj" fmla="val 5594"/>
              </a:avLst>
            </a:prstGeom>
            <a:solidFill>
              <a:srgbClr val="3B4A6B">
                <a:alpha val="6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card-04-panel"/>
            <p:cNvSpPr/>
            <p:nvPr/>
          </p:nvSpPr>
          <p:spPr>
            <a:xfrm>
              <a:off x="6800850" y="10544175"/>
              <a:ext cx="8077200" cy="4029075"/>
            </a:xfrm>
            <a:prstGeom prst="roundRect">
              <a:avLst>
                <a:gd name="adj" fmla="val 5200"/>
              </a:avLst>
            </a:prstGeom>
            <a:gradFill rotWithShape="1">
              <a:gsLst>
                <a:gs pos="0">
                  <a:srgbClr val="E9EDFF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card-04-num"/>
            <p:cNvSpPr txBox="1"/>
            <p:nvPr/>
          </p:nvSpPr>
          <p:spPr>
            <a:xfrm>
              <a:off x="11801475" y="12553950"/>
              <a:ext cx="2857500" cy="1847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0050" b="1" i="0" spc="1800">
                  <a:solidFill>
                    <a:srgbClr val="CAD6FD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76" name="card-04-cn"/>
            <p:cNvSpPr txBox="1"/>
            <p:nvPr/>
          </p:nvSpPr>
          <p:spPr>
            <a:xfrm>
              <a:off x="7572375" y="11401425"/>
              <a:ext cx="5038725" cy="1238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000" b="1" i="0">
                  <a:solidFill>
                    <a:srgbClr val="5E85FE"/>
                  </a:solidFill>
                  <a:latin typeface="Microsoft YaHei"/>
                  <a:ea typeface="Microsoft YaHei"/>
                  <a:cs typeface="Microsoft YaHei"/>
                </a:rPr>
                <a:t>里程碑节点</a:t>
              </a:r>
            </a:p>
          </p:txBody>
        </p:sp>
        <p:sp>
          <p:nvSpPr>
            <p:cNvPr id="77" name="card-04-en1"/>
            <p:cNvSpPr txBox="1"/>
            <p:nvPr/>
          </p:nvSpPr>
          <p:spPr>
            <a:xfrm>
              <a:off x="7572375" y="12563475"/>
              <a:ext cx="4953000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37" b="0" i="0">
                  <a:solidFill>
                    <a:srgbClr val="7D7E82"/>
                  </a:solidFill>
                  <a:latin typeface="Microsoft YaHei"/>
                  <a:ea typeface="Microsoft YaHei"/>
                  <a:cs typeface="Microsoft YaHei"/>
                </a:rPr>
                <a:t>Milestones</a:t>
              </a:r>
            </a:p>
          </p:txBody>
        </p:sp>
      </p:grpSp>
      <p:grpSp>
        <p:nvGrpSpPr>
          <p:cNvPr id="93" name="card-05"/>
          <p:cNvGrpSpPr/>
          <p:nvPr/>
        </p:nvGrpSpPr>
        <p:grpSpPr>
          <a:xfrm>
            <a:off x="15440025" y="10544175"/>
            <a:ext cx="8343900" cy="4410075"/>
            <a:chOff x="15440025" y="10544175"/>
            <a:chExt cx="8343900" cy="4410075"/>
          </a:xfrm>
        </p:grpSpPr>
        <p:sp>
          <p:nvSpPr>
            <p:cNvPr id="78" name="card-05-sh0"/>
            <p:cNvSpPr/>
            <p:nvPr/>
          </p:nvSpPr>
          <p:spPr>
            <a:xfrm>
              <a:off x="15440025" y="10658475"/>
              <a:ext cx="8343900" cy="4295775"/>
            </a:xfrm>
            <a:prstGeom prst="roundRect">
              <a:avLst>
                <a:gd name="adj" fmla="val 5321"/>
              </a:avLst>
            </a:prstGeom>
            <a:solidFill>
              <a:srgbClr val="3B4A6B">
                <a:alpha val="2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card-05-sh1"/>
            <p:cNvSpPr/>
            <p:nvPr/>
          </p:nvSpPr>
          <p:spPr>
            <a:xfrm>
              <a:off x="15497175" y="10601325"/>
              <a:ext cx="8229600" cy="4181475"/>
            </a:xfrm>
            <a:prstGeom prst="roundRect">
              <a:avLst>
                <a:gd name="adj" fmla="val 5466"/>
              </a:avLst>
            </a:prstGeom>
            <a:solidFill>
              <a:srgbClr val="3B4A6B">
                <a:alpha val="35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card-05-sh2"/>
            <p:cNvSpPr/>
            <p:nvPr/>
          </p:nvSpPr>
          <p:spPr>
            <a:xfrm>
              <a:off x="15544800" y="10563225"/>
              <a:ext cx="8134350" cy="4086225"/>
            </a:xfrm>
            <a:prstGeom prst="roundRect">
              <a:avLst>
                <a:gd name="adj" fmla="val 5594"/>
              </a:avLst>
            </a:prstGeom>
            <a:solidFill>
              <a:srgbClr val="3B4A6B">
                <a:alpha val="6000"/>
              </a:srgbClr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card-05-panel"/>
            <p:cNvSpPr/>
            <p:nvPr/>
          </p:nvSpPr>
          <p:spPr>
            <a:xfrm>
              <a:off x="15573375" y="10544175"/>
              <a:ext cx="8077200" cy="4029075"/>
            </a:xfrm>
            <a:prstGeom prst="roundRect">
              <a:avLst>
                <a:gd name="adj" fmla="val 5200"/>
              </a:avLst>
            </a:prstGeom>
            <a:gradFill rotWithShape="1">
              <a:gsLst>
                <a:gs pos="0">
                  <a:srgbClr val="E9EDFF"/>
                </a:gs>
                <a:gs pos="100000">
                  <a:srgbClr val="FFFFFF"/>
                </a:gs>
              </a:gsLst>
              <a:lin scaled="0" ang="0"/>
            </a:gra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card-05-num"/>
            <p:cNvSpPr txBox="1"/>
            <p:nvPr/>
          </p:nvSpPr>
          <p:spPr>
            <a:xfrm>
              <a:off x="20650200" y="12553950"/>
              <a:ext cx="2857500" cy="18478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0050" b="1" i="0" spc="1800">
                  <a:solidFill>
                    <a:srgbClr val="CAD6FD"/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</a:p>
          </p:txBody>
        </p:sp>
        <p:sp>
          <p:nvSpPr>
            <p:cNvPr id="83" name="card-05-cn"/>
            <p:cNvSpPr txBox="1"/>
            <p:nvPr/>
          </p:nvSpPr>
          <p:spPr>
            <a:xfrm>
              <a:off x="16344900" y="11401425"/>
              <a:ext cx="5067300" cy="12382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000" b="1" i="0">
                  <a:solidFill>
                    <a:srgbClr val="5E85FE"/>
                  </a:solidFill>
                  <a:latin typeface="Microsoft YaHei"/>
                  <a:ea typeface="Microsoft YaHei"/>
                  <a:cs typeface="Microsoft YaHei"/>
                </a:rPr>
                <a:t>风险管理预案</a:t>
              </a:r>
            </a:p>
          </p:txBody>
        </p:sp>
        <p:sp>
          <p:nvSpPr>
            <p:cNvPr id="84" name="card-05-en1"/>
            <p:cNvSpPr txBox="1"/>
            <p:nvPr/>
          </p:nvSpPr>
          <p:spPr>
            <a:xfrm>
              <a:off x="16344900" y="12563475"/>
              <a:ext cx="4981575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37" b="0" i="0">
                  <a:solidFill>
                    <a:srgbClr val="7D7E82"/>
                  </a:solidFill>
                  <a:latin typeface="Microsoft YaHei"/>
                  <a:ea typeface="Microsoft YaHei"/>
                  <a:cs typeface="Microsoft YaHei"/>
                </a:rPr>
                <a:t>Risk Management</a:t>
              </a:r>
            </a:p>
          </p:txBody>
        </p:sp>
        <p:sp>
          <p:nvSpPr>
            <p:cNvPr id="85" name="card-05-en2"/>
            <p:cNvSpPr txBox="1"/>
            <p:nvPr/>
          </p:nvSpPr>
          <p:spPr>
            <a:xfrm>
              <a:off x="16344900" y="13144500"/>
              <a:ext cx="4981575" cy="762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37" b="0" i="0">
                  <a:solidFill>
                    <a:srgbClr val="7D7E82"/>
                  </a:solidFill>
                  <a:latin typeface="Microsoft YaHei"/>
                  <a:ea typeface="Microsoft YaHei"/>
                  <a:cs typeface="Microsoft YaHei"/>
                </a:rPr>
                <a:t>Plan</a:t>
              </a:r>
            </a:p>
          </p:txBody>
        </p:sp>
      </p:grpSp>
      <p:sp>
        <p:nvSpPr>
          <p:cNvPr id="86" name="deco-a"/>
          <p:cNvSpPr/>
          <p:nvPr/>
        </p:nvSpPr>
        <p:spPr>
          <a:xfrm>
            <a:off x="24317325" y="14944725"/>
            <a:ext cx="1819275" cy="1066800"/>
          </a:xfrm>
          <a:prstGeom prst="rect">
            <a:avLst/>
          </a:prstGeom>
          <a:solidFill>
            <a:srgbClr val="5E8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deco-b"/>
          <p:cNvSpPr/>
          <p:nvPr/>
        </p:nvSpPr>
        <p:spPr>
          <a:xfrm>
            <a:off x="26622375" y="15401925"/>
            <a:ext cx="1190625" cy="904875"/>
          </a:xfrm>
          <a:prstGeom prst="rect">
            <a:avLst/>
          </a:prstGeom>
          <a:solidFill>
            <a:srgbClr val="5E8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deco-c"/>
          <p:cNvSpPr/>
          <p:nvPr/>
        </p:nvSpPr>
        <p:spPr>
          <a:xfrm>
            <a:off x="25031700" y="16306800"/>
            <a:ext cx="1562100" cy="828675"/>
          </a:xfrm>
          <a:prstGeom prst="rect">
            <a:avLst/>
          </a:prstGeom>
          <a:solidFill>
            <a:srgbClr val="5E8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deco-l1"/>
          <p:cNvSpPr/>
          <p:nvPr/>
        </p:nvSpPr>
        <p:spPr>
          <a:xfrm>
            <a:off x="23650575" y="16297275"/>
            <a:ext cx="161925" cy="838200"/>
          </a:xfrm>
          <a:prstGeom prst="rect">
            <a:avLst/>
          </a:prstGeom>
          <a:solidFill>
            <a:srgbClr val="5E8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deco-l2"/>
          <p:cNvSpPr/>
          <p:nvPr/>
        </p:nvSpPr>
        <p:spPr>
          <a:xfrm>
            <a:off x="23907750" y="16297275"/>
            <a:ext cx="923925" cy="123825"/>
          </a:xfrm>
          <a:prstGeom prst="rect">
            <a:avLst/>
          </a:prstGeom>
          <a:solidFill>
            <a:srgbClr val="5E8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deco-bar"/>
          <p:cNvSpPr/>
          <p:nvPr/>
        </p:nvSpPr>
        <p:spPr>
          <a:xfrm>
            <a:off x="27813000" y="15392400"/>
            <a:ext cx="2657475" cy="76200"/>
          </a:xfrm>
          <a:prstGeom prst="rect">
            <a:avLst/>
          </a:prstGeom>
          <a:solidFill>
            <a:srgbClr val="5E8C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