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30470475" cy="17135475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30470475" cy="17135475"/>
          </a:xfrm>
          <a:prstGeom prst="rect">
            <a:avLst/>
          </a:prstGeom>
          <a:solidFill>
            <a:srgbClr val="E8E8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g"/>
          <p:cNvSpPr/>
          <p:nvPr/>
        </p:nvSpPr>
        <p:spPr>
          <a:xfrm>
            <a:off x="0" y="0"/>
            <a:ext cx="30470475" cy="17135475"/>
          </a:xfrm>
          <a:prstGeom prst="rect">
            <a:avLst/>
          </a:prstGeom>
          <a:gradFill rotWithShape="1">
            <a:gsLst>
              <a:gs pos="0">
                <a:srgbClr val="E7E7EA"/>
              </a:gs>
              <a:gs pos="100000">
                <a:srgbClr val="EFEFF1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55" name="grid"/>
          <p:cNvGrpSpPr/>
          <p:nvPr/>
        </p:nvGrpSpPr>
        <p:grpSpPr>
          <a:xfrm>
            <a:off x="0" y="0"/>
            <a:ext cx="30470475" cy="17135475"/>
            <a:chOff x="0" y="0"/>
            <a:chExt cx="30470475" cy="17135475"/>
          </a:xfrm>
        </p:grpSpPr>
        <p:sp>
          <p:nvSpPr>
            <p:cNvPr id="4" name="grid-v00"/>
            <p:cNvSpPr/>
            <p:nvPr/>
          </p:nvSpPr>
          <p:spPr>
            <a:xfrm>
              <a:off x="1536382" y="0"/>
              <a:ext cx="57150" cy="17135475"/>
            </a:xfrm>
            <a:prstGeom prst="rect">
              <a:avLst/>
            </a:prstGeom>
            <a:solidFill>
              <a:srgbClr val="141414">
                <a:alpha val="42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grid-v01"/>
            <p:cNvSpPr/>
            <p:nvPr/>
          </p:nvSpPr>
          <p:spPr>
            <a:xfrm>
              <a:off x="2764155" y="0"/>
              <a:ext cx="57150" cy="17135475"/>
            </a:xfrm>
            <a:prstGeom prst="rect">
              <a:avLst/>
            </a:prstGeom>
            <a:solidFill>
              <a:srgbClr val="141414">
                <a:alpha val="42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grid-v02"/>
            <p:cNvSpPr/>
            <p:nvPr/>
          </p:nvSpPr>
          <p:spPr>
            <a:xfrm>
              <a:off x="3991928" y="0"/>
              <a:ext cx="57150" cy="17135475"/>
            </a:xfrm>
            <a:prstGeom prst="rect">
              <a:avLst/>
            </a:prstGeom>
            <a:solidFill>
              <a:srgbClr val="141414">
                <a:alpha val="42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grid-v03"/>
            <p:cNvSpPr/>
            <p:nvPr/>
          </p:nvSpPr>
          <p:spPr>
            <a:xfrm>
              <a:off x="5219700" y="0"/>
              <a:ext cx="57150" cy="17135475"/>
            </a:xfrm>
            <a:prstGeom prst="rect">
              <a:avLst/>
            </a:prstGeom>
            <a:solidFill>
              <a:srgbClr val="141414">
                <a:alpha val="42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grid-v04"/>
            <p:cNvSpPr/>
            <p:nvPr/>
          </p:nvSpPr>
          <p:spPr>
            <a:xfrm>
              <a:off x="6447472" y="0"/>
              <a:ext cx="57150" cy="17135475"/>
            </a:xfrm>
            <a:prstGeom prst="rect">
              <a:avLst/>
            </a:prstGeom>
            <a:solidFill>
              <a:srgbClr val="141414">
                <a:alpha val="42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grid-v05"/>
            <p:cNvSpPr/>
            <p:nvPr/>
          </p:nvSpPr>
          <p:spPr>
            <a:xfrm>
              <a:off x="7675245" y="0"/>
              <a:ext cx="57150" cy="17135475"/>
            </a:xfrm>
            <a:prstGeom prst="rect">
              <a:avLst/>
            </a:prstGeom>
            <a:solidFill>
              <a:srgbClr val="141414">
                <a:alpha val="42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grid-v06"/>
            <p:cNvSpPr/>
            <p:nvPr/>
          </p:nvSpPr>
          <p:spPr>
            <a:xfrm>
              <a:off x="8903018" y="0"/>
              <a:ext cx="57150" cy="17135475"/>
            </a:xfrm>
            <a:prstGeom prst="rect">
              <a:avLst/>
            </a:prstGeom>
            <a:solidFill>
              <a:srgbClr val="141414">
                <a:alpha val="42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grid-v07"/>
            <p:cNvSpPr/>
            <p:nvPr/>
          </p:nvSpPr>
          <p:spPr>
            <a:xfrm>
              <a:off x="10130790" y="0"/>
              <a:ext cx="57150" cy="17135475"/>
            </a:xfrm>
            <a:prstGeom prst="rect">
              <a:avLst/>
            </a:prstGeom>
            <a:solidFill>
              <a:srgbClr val="141414">
                <a:alpha val="42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grid-v08"/>
            <p:cNvSpPr/>
            <p:nvPr/>
          </p:nvSpPr>
          <p:spPr>
            <a:xfrm>
              <a:off x="11358562" y="0"/>
              <a:ext cx="57150" cy="17135475"/>
            </a:xfrm>
            <a:prstGeom prst="rect">
              <a:avLst/>
            </a:prstGeom>
            <a:solidFill>
              <a:srgbClr val="141414">
                <a:alpha val="42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grid-v09"/>
            <p:cNvSpPr/>
            <p:nvPr/>
          </p:nvSpPr>
          <p:spPr>
            <a:xfrm>
              <a:off x="12586335" y="0"/>
              <a:ext cx="57150" cy="17135475"/>
            </a:xfrm>
            <a:prstGeom prst="rect">
              <a:avLst/>
            </a:prstGeom>
            <a:solidFill>
              <a:srgbClr val="141414">
                <a:alpha val="42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grid-v10"/>
            <p:cNvSpPr/>
            <p:nvPr/>
          </p:nvSpPr>
          <p:spPr>
            <a:xfrm>
              <a:off x="13814108" y="0"/>
              <a:ext cx="57150" cy="17135475"/>
            </a:xfrm>
            <a:prstGeom prst="rect">
              <a:avLst/>
            </a:prstGeom>
            <a:solidFill>
              <a:srgbClr val="141414">
                <a:alpha val="42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grid-v11"/>
            <p:cNvSpPr/>
            <p:nvPr/>
          </p:nvSpPr>
          <p:spPr>
            <a:xfrm>
              <a:off x="15041880" y="0"/>
              <a:ext cx="57150" cy="17135475"/>
            </a:xfrm>
            <a:prstGeom prst="rect">
              <a:avLst/>
            </a:prstGeom>
            <a:solidFill>
              <a:srgbClr val="141414">
                <a:alpha val="42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grid-v12"/>
            <p:cNvSpPr/>
            <p:nvPr/>
          </p:nvSpPr>
          <p:spPr>
            <a:xfrm>
              <a:off x="16269652" y="0"/>
              <a:ext cx="57150" cy="17135475"/>
            </a:xfrm>
            <a:prstGeom prst="rect">
              <a:avLst/>
            </a:prstGeom>
            <a:solidFill>
              <a:srgbClr val="141414">
                <a:alpha val="42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grid-v13"/>
            <p:cNvSpPr/>
            <p:nvPr/>
          </p:nvSpPr>
          <p:spPr>
            <a:xfrm>
              <a:off x="17497425" y="0"/>
              <a:ext cx="57150" cy="17135475"/>
            </a:xfrm>
            <a:prstGeom prst="rect">
              <a:avLst/>
            </a:prstGeom>
            <a:solidFill>
              <a:srgbClr val="141414">
                <a:alpha val="42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grid-v14"/>
            <p:cNvSpPr/>
            <p:nvPr/>
          </p:nvSpPr>
          <p:spPr>
            <a:xfrm>
              <a:off x="18725198" y="0"/>
              <a:ext cx="57150" cy="17135475"/>
            </a:xfrm>
            <a:prstGeom prst="rect">
              <a:avLst/>
            </a:prstGeom>
            <a:solidFill>
              <a:srgbClr val="141414">
                <a:alpha val="42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grid-v15"/>
            <p:cNvSpPr/>
            <p:nvPr/>
          </p:nvSpPr>
          <p:spPr>
            <a:xfrm>
              <a:off x="19952970" y="0"/>
              <a:ext cx="57150" cy="17135475"/>
            </a:xfrm>
            <a:prstGeom prst="rect">
              <a:avLst/>
            </a:prstGeom>
            <a:solidFill>
              <a:srgbClr val="141414">
                <a:alpha val="42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grid-v16"/>
            <p:cNvSpPr/>
            <p:nvPr/>
          </p:nvSpPr>
          <p:spPr>
            <a:xfrm>
              <a:off x="21180742" y="0"/>
              <a:ext cx="57150" cy="17135475"/>
            </a:xfrm>
            <a:prstGeom prst="rect">
              <a:avLst/>
            </a:prstGeom>
            <a:solidFill>
              <a:srgbClr val="141414">
                <a:alpha val="42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grid-v17"/>
            <p:cNvSpPr/>
            <p:nvPr/>
          </p:nvSpPr>
          <p:spPr>
            <a:xfrm>
              <a:off x="22408515" y="0"/>
              <a:ext cx="57150" cy="17135475"/>
            </a:xfrm>
            <a:prstGeom prst="rect">
              <a:avLst/>
            </a:prstGeom>
            <a:solidFill>
              <a:srgbClr val="141414">
                <a:alpha val="42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grid-v18"/>
            <p:cNvSpPr/>
            <p:nvPr/>
          </p:nvSpPr>
          <p:spPr>
            <a:xfrm>
              <a:off x="23636288" y="0"/>
              <a:ext cx="57150" cy="17135475"/>
            </a:xfrm>
            <a:prstGeom prst="rect">
              <a:avLst/>
            </a:prstGeom>
            <a:solidFill>
              <a:srgbClr val="141414">
                <a:alpha val="42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grid-v19"/>
            <p:cNvSpPr/>
            <p:nvPr/>
          </p:nvSpPr>
          <p:spPr>
            <a:xfrm>
              <a:off x="24864060" y="0"/>
              <a:ext cx="57150" cy="17135475"/>
            </a:xfrm>
            <a:prstGeom prst="rect">
              <a:avLst/>
            </a:prstGeom>
            <a:solidFill>
              <a:srgbClr val="141414">
                <a:alpha val="42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grid-v20"/>
            <p:cNvSpPr/>
            <p:nvPr/>
          </p:nvSpPr>
          <p:spPr>
            <a:xfrm>
              <a:off x="26091832" y="0"/>
              <a:ext cx="57150" cy="17135475"/>
            </a:xfrm>
            <a:prstGeom prst="rect">
              <a:avLst/>
            </a:prstGeom>
            <a:solidFill>
              <a:srgbClr val="141414">
                <a:alpha val="42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grid-v21"/>
            <p:cNvSpPr/>
            <p:nvPr/>
          </p:nvSpPr>
          <p:spPr>
            <a:xfrm>
              <a:off x="27319605" y="0"/>
              <a:ext cx="57150" cy="17135475"/>
            </a:xfrm>
            <a:prstGeom prst="rect">
              <a:avLst/>
            </a:prstGeom>
            <a:solidFill>
              <a:srgbClr val="141414">
                <a:alpha val="42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grid-v22"/>
            <p:cNvSpPr/>
            <p:nvPr/>
          </p:nvSpPr>
          <p:spPr>
            <a:xfrm>
              <a:off x="28547378" y="0"/>
              <a:ext cx="57150" cy="17135475"/>
            </a:xfrm>
            <a:prstGeom prst="rect">
              <a:avLst/>
            </a:prstGeom>
            <a:solidFill>
              <a:srgbClr val="141414">
                <a:alpha val="42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grid-v23"/>
            <p:cNvSpPr/>
            <p:nvPr/>
          </p:nvSpPr>
          <p:spPr>
            <a:xfrm>
              <a:off x="29775150" y="0"/>
              <a:ext cx="57150" cy="17135475"/>
            </a:xfrm>
            <a:prstGeom prst="rect">
              <a:avLst/>
            </a:prstGeom>
            <a:solidFill>
              <a:srgbClr val="141414">
                <a:alpha val="42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" name="grid-h00"/>
            <p:cNvSpPr/>
            <p:nvPr/>
          </p:nvSpPr>
          <p:spPr>
            <a:xfrm>
              <a:off x="0" y="738188"/>
              <a:ext cx="30470475" cy="38100"/>
            </a:xfrm>
            <a:prstGeom prst="rect">
              <a:avLst/>
            </a:prstGeom>
            <a:solidFill>
              <a:srgbClr val="141414">
                <a:alpha val="22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grid-h01"/>
            <p:cNvSpPr/>
            <p:nvPr/>
          </p:nvSpPr>
          <p:spPr>
            <a:xfrm>
              <a:off x="0" y="1826895"/>
              <a:ext cx="30470475" cy="38100"/>
            </a:xfrm>
            <a:prstGeom prst="rect">
              <a:avLst/>
            </a:prstGeom>
            <a:solidFill>
              <a:srgbClr val="141414">
                <a:alpha val="22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grid-h02"/>
            <p:cNvSpPr/>
            <p:nvPr/>
          </p:nvSpPr>
          <p:spPr>
            <a:xfrm>
              <a:off x="0" y="2914650"/>
              <a:ext cx="30470475" cy="38100"/>
            </a:xfrm>
            <a:prstGeom prst="rect">
              <a:avLst/>
            </a:prstGeom>
            <a:solidFill>
              <a:srgbClr val="141414">
                <a:alpha val="22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grid-h03"/>
            <p:cNvSpPr/>
            <p:nvPr/>
          </p:nvSpPr>
          <p:spPr>
            <a:xfrm>
              <a:off x="0" y="4002405"/>
              <a:ext cx="30470475" cy="38100"/>
            </a:xfrm>
            <a:prstGeom prst="rect">
              <a:avLst/>
            </a:prstGeom>
            <a:solidFill>
              <a:srgbClr val="141414">
                <a:alpha val="22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grid-h04"/>
            <p:cNvSpPr/>
            <p:nvPr/>
          </p:nvSpPr>
          <p:spPr>
            <a:xfrm>
              <a:off x="0" y="5091112"/>
              <a:ext cx="30470475" cy="38100"/>
            </a:xfrm>
            <a:prstGeom prst="rect">
              <a:avLst/>
            </a:prstGeom>
            <a:solidFill>
              <a:srgbClr val="141414">
                <a:alpha val="22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grid-h05"/>
            <p:cNvSpPr/>
            <p:nvPr/>
          </p:nvSpPr>
          <p:spPr>
            <a:xfrm>
              <a:off x="0" y="6179820"/>
              <a:ext cx="30470475" cy="38100"/>
            </a:xfrm>
            <a:prstGeom prst="rect">
              <a:avLst/>
            </a:prstGeom>
            <a:solidFill>
              <a:srgbClr val="141414">
                <a:alpha val="22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" name="grid-h06"/>
            <p:cNvSpPr/>
            <p:nvPr/>
          </p:nvSpPr>
          <p:spPr>
            <a:xfrm>
              <a:off x="0" y="7267575"/>
              <a:ext cx="30470475" cy="38100"/>
            </a:xfrm>
            <a:prstGeom prst="rect">
              <a:avLst/>
            </a:prstGeom>
            <a:solidFill>
              <a:srgbClr val="141414">
                <a:alpha val="22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" name="grid-h07"/>
            <p:cNvSpPr/>
            <p:nvPr/>
          </p:nvSpPr>
          <p:spPr>
            <a:xfrm>
              <a:off x="0" y="8355330"/>
              <a:ext cx="30470475" cy="38100"/>
            </a:xfrm>
            <a:prstGeom prst="rect">
              <a:avLst/>
            </a:prstGeom>
            <a:solidFill>
              <a:srgbClr val="141414">
                <a:alpha val="22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" name="grid-h08"/>
            <p:cNvSpPr/>
            <p:nvPr/>
          </p:nvSpPr>
          <p:spPr>
            <a:xfrm>
              <a:off x="0" y="9444038"/>
              <a:ext cx="30470475" cy="38100"/>
            </a:xfrm>
            <a:prstGeom prst="rect">
              <a:avLst/>
            </a:prstGeom>
            <a:solidFill>
              <a:srgbClr val="141414">
                <a:alpha val="22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" name="grid-h09"/>
            <p:cNvSpPr/>
            <p:nvPr/>
          </p:nvSpPr>
          <p:spPr>
            <a:xfrm>
              <a:off x="0" y="10532745"/>
              <a:ext cx="30470475" cy="38100"/>
            </a:xfrm>
            <a:prstGeom prst="rect">
              <a:avLst/>
            </a:prstGeom>
            <a:solidFill>
              <a:srgbClr val="141414">
                <a:alpha val="22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" name="grid-h10"/>
            <p:cNvSpPr/>
            <p:nvPr/>
          </p:nvSpPr>
          <p:spPr>
            <a:xfrm>
              <a:off x="0" y="11620500"/>
              <a:ext cx="30470475" cy="38100"/>
            </a:xfrm>
            <a:prstGeom prst="rect">
              <a:avLst/>
            </a:prstGeom>
            <a:solidFill>
              <a:srgbClr val="141414">
                <a:alpha val="22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" name="grid-h11"/>
            <p:cNvSpPr/>
            <p:nvPr/>
          </p:nvSpPr>
          <p:spPr>
            <a:xfrm>
              <a:off x="0" y="12708255"/>
              <a:ext cx="30470475" cy="38100"/>
            </a:xfrm>
            <a:prstGeom prst="rect">
              <a:avLst/>
            </a:prstGeom>
            <a:solidFill>
              <a:srgbClr val="141414">
                <a:alpha val="22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" name="grid-h12"/>
            <p:cNvSpPr/>
            <p:nvPr/>
          </p:nvSpPr>
          <p:spPr>
            <a:xfrm>
              <a:off x="0" y="13796962"/>
              <a:ext cx="30470475" cy="38100"/>
            </a:xfrm>
            <a:prstGeom prst="rect">
              <a:avLst/>
            </a:prstGeom>
            <a:solidFill>
              <a:srgbClr val="141414">
                <a:alpha val="22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" name="grid-h13"/>
            <p:cNvSpPr/>
            <p:nvPr/>
          </p:nvSpPr>
          <p:spPr>
            <a:xfrm>
              <a:off x="0" y="14885670"/>
              <a:ext cx="30470475" cy="38100"/>
            </a:xfrm>
            <a:prstGeom prst="rect">
              <a:avLst/>
            </a:prstGeom>
            <a:solidFill>
              <a:srgbClr val="141414">
                <a:alpha val="22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" name="grid-h14"/>
            <p:cNvSpPr/>
            <p:nvPr/>
          </p:nvSpPr>
          <p:spPr>
            <a:xfrm>
              <a:off x="0" y="15973425"/>
              <a:ext cx="30470475" cy="38100"/>
            </a:xfrm>
            <a:prstGeom prst="rect">
              <a:avLst/>
            </a:prstGeom>
            <a:solidFill>
              <a:srgbClr val="141414">
                <a:alpha val="22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" name="grid-h15"/>
            <p:cNvSpPr/>
            <p:nvPr/>
          </p:nvSpPr>
          <p:spPr>
            <a:xfrm>
              <a:off x="0" y="17061180"/>
              <a:ext cx="30470475" cy="38100"/>
            </a:xfrm>
            <a:prstGeom prst="rect">
              <a:avLst/>
            </a:prstGeom>
            <a:solidFill>
              <a:srgbClr val="141414">
                <a:alpha val="22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44" name="txt-part01"/>
          <p:cNvSpPr txBox="1"/>
          <p:nvPr/>
        </p:nvSpPr>
        <p:spPr>
          <a:xfrm>
            <a:off x="12134850" y="4838700"/>
            <a:ext cx="7459755" cy="2365058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4325" b="0" i="0" spc="-825">
                <a:solidFill>
                  <a:srgbClr val="5E84FF"/>
                </a:solidFill>
                <a:latin typeface="Arial"/>
                <a:ea typeface="Arial"/>
                <a:cs typeface="Arial"/>
              </a:rPr>
              <a:t>PART 01</a:t>
            </a:r>
          </a:p>
        </p:txBody>
      </p:sp>
      <p:sp>
        <p:nvSpPr>
          <p:cNvPr id="45" name="txt-title"/>
          <p:cNvSpPr txBox="1"/>
          <p:nvPr/>
        </p:nvSpPr>
        <p:spPr>
          <a:xfrm>
            <a:off x="8230362" y="7343775"/>
            <a:ext cx="14076426" cy="232029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5225" b="1" i="0" spc="-225">
                <a:solidFill>
                  <a:srgbClr val="4360BC"/>
                </a:solidFill>
                <a:latin typeface="Microsoft YaHei"/>
                <a:ea typeface="Microsoft YaHei"/>
                <a:cs typeface="Microsoft YaHei"/>
              </a:rPr>
              <a:t>项目背景与目标</a:t>
            </a:r>
          </a:p>
        </p:txBody>
      </p:sp>
      <p:sp>
        <p:nvSpPr>
          <p:cNvPr id="46" name="txt-subtitle"/>
          <p:cNvSpPr txBox="1"/>
          <p:nvPr/>
        </p:nvSpPr>
        <p:spPr>
          <a:xfrm>
            <a:off x="8839200" y="9610725"/>
            <a:ext cx="16697447" cy="1275588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6975" b="0" i="0" spc="-262">
                <a:solidFill>
                  <a:srgbClr val="7E7E7E"/>
                </a:solidFill>
                <a:latin typeface="Arial"/>
                <a:ea typeface="Arial"/>
                <a:cs typeface="Arial"/>
              </a:rPr>
              <a:t>Project Background and Objectives</a:t>
            </a:r>
          </a:p>
        </p:txBody>
      </p:sp>
      <p:sp>
        <p:nvSpPr>
          <p:cNvPr id="47" name="tri-down"/>
          <p:cNvSpPr/>
          <p:nvPr/>
        </p:nvSpPr>
        <p:spPr>
          <a:xfrm>
            <a:off x="14868525" y="11801475"/>
            <a:ext cx="742950" cy="590550"/>
          </a:xfrm>
          <a:custGeom>
            <a:avLst/>
            <a:gdLst/>
            <a:ahLst/>
            <a:cxnLst/>
            <a:rect l="l" t="t" r="r" b="b"/>
            <a:pathLst>
              <a:path w="742950" h="590550">
                <a:moveTo>
                  <a:pt x="0" y="0"/>
                </a:moveTo>
                <a:lnTo>
                  <a:pt x="742950" y="0"/>
                </a:lnTo>
                <a:lnTo>
                  <a:pt x="371475" y="590550"/>
                </a:lnTo>
                <a:close/>
              </a:path>
            </a:pathLst>
          </a:custGeom>
          <a:gradFill rotWithShape="1">
            <a:gsLst>
              <a:gs pos="0">
                <a:srgbClr val="6A90FE"/>
              </a:gs>
              <a:gs pos="100000">
                <a:srgbClr val="D9E2F8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56" name="deco-circuit"/>
          <p:cNvGrpSpPr/>
          <p:nvPr/>
        </p:nvGrpSpPr>
        <p:grpSpPr>
          <a:xfrm>
            <a:off x="23612475" y="14868525"/>
            <a:ext cx="6858000" cy="2266950"/>
            <a:chOff x="23612475" y="14868525"/>
            <a:chExt cx="6858000" cy="2266950"/>
          </a:xfrm>
        </p:grpSpPr>
        <p:sp>
          <p:nvSpPr>
            <p:cNvPr id="48" name="deco-a"/>
            <p:cNvSpPr/>
            <p:nvPr/>
          </p:nvSpPr>
          <p:spPr>
            <a:xfrm>
              <a:off x="24279225" y="14868525"/>
              <a:ext cx="1876425" cy="1152525"/>
            </a:xfrm>
            <a:prstGeom prst="rect">
              <a:avLst/>
            </a:prstGeom>
            <a:solidFill>
              <a:srgbClr val="5F8AA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" name="deco-b"/>
            <p:cNvSpPr/>
            <p:nvPr/>
          </p:nvSpPr>
          <p:spPr>
            <a:xfrm>
              <a:off x="26574750" y="15325725"/>
              <a:ext cx="1295400" cy="1047750"/>
            </a:xfrm>
            <a:prstGeom prst="rect">
              <a:avLst/>
            </a:prstGeom>
            <a:solidFill>
              <a:srgbClr val="5F8AA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0" name="deco-bar"/>
            <p:cNvSpPr/>
            <p:nvPr/>
          </p:nvSpPr>
          <p:spPr>
            <a:xfrm>
              <a:off x="26574750" y="15325725"/>
              <a:ext cx="3895725" cy="190500"/>
            </a:xfrm>
            <a:prstGeom prst="rect">
              <a:avLst/>
            </a:prstGeom>
            <a:solidFill>
              <a:srgbClr val="5F8AA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1" name="deco-c"/>
            <p:cNvSpPr/>
            <p:nvPr/>
          </p:nvSpPr>
          <p:spPr>
            <a:xfrm>
              <a:off x="24984075" y="16259175"/>
              <a:ext cx="1638300" cy="876300"/>
            </a:xfrm>
            <a:prstGeom prst="rect">
              <a:avLst/>
            </a:prstGeom>
            <a:solidFill>
              <a:srgbClr val="5F8AA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2" name="deco-lh"/>
            <p:cNvSpPr/>
            <p:nvPr/>
          </p:nvSpPr>
          <p:spPr>
            <a:xfrm>
              <a:off x="23612475" y="16268700"/>
              <a:ext cx="1257300" cy="123825"/>
            </a:xfrm>
            <a:prstGeom prst="rect">
              <a:avLst/>
            </a:prstGeom>
            <a:solidFill>
              <a:srgbClr val="5F8AA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3" name="deco-lv"/>
            <p:cNvSpPr/>
            <p:nvPr/>
          </p:nvSpPr>
          <p:spPr>
            <a:xfrm>
              <a:off x="23612475" y="16268700"/>
              <a:ext cx="209550" cy="866775"/>
            </a:xfrm>
            <a:prstGeom prst="rect">
              <a:avLst/>
            </a:prstGeom>
            <a:solidFill>
              <a:srgbClr val="5F8AA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