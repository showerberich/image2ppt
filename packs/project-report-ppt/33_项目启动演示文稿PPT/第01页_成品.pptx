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000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34" name="background-lighttrails"/>
          <p:cNvGrpSpPr/>
          <p:nvPr/>
        </p:nvGrpSpPr>
        <p:grpSpPr>
          <a:xfrm>
            <a:off x="0" y="0"/>
            <a:ext cx="30470475" cy="17135475"/>
            <a:chOff x="0" y="0"/>
            <a:chExt cx="30470475" cy="17135475"/>
          </a:xfrm>
        </p:grpSpPr>
        <p:sp>
          <p:nvSpPr>
            <p:cNvPr id="3" name="bg-band-00"/>
            <p:cNvSpPr/>
            <p:nvPr/>
          </p:nvSpPr>
          <p:spPr>
            <a:xfrm>
              <a:off x="0" y="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1102B"/>
                </a:gs>
                <a:gs pos="100000">
                  <a:srgbClr val="021229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bg-band-01"/>
            <p:cNvSpPr/>
            <p:nvPr/>
          </p:nvSpPr>
          <p:spPr>
            <a:xfrm>
              <a:off x="0" y="9525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21229"/>
                </a:gs>
                <a:gs pos="100000">
                  <a:srgbClr val="02122B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g-band-02"/>
            <p:cNvSpPr/>
            <p:nvPr/>
          </p:nvSpPr>
          <p:spPr>
            <a:xfrm>
              <a:off x="0" y="19050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2122B"/>
                </a:gs>
                <a:gs pos="100000">
                  <a:srgbClr val="02112A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bg-band-03"/>
            <p:cNvSpPr/>
            <p:nvPr/>
          </p:nvSpPr>
          <p:spPr>
            <a:xfrm>
              <a:off x="0" y="28575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2112A"/>
                </a:gs>
                <a:gs pos="100000">
                  <a:srgbClr val="02132D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bg-band-04"/>
            <p:cNvSpPr/>
            <p:nvPr/>
          </p:nvSpPr>
          <p:spPr>
            <a:xfrm>
              <a:off x="0" y="38100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2132D"/>
                </a:gs>
                <a:gs pos="100000">
                  <a:srgbClr val="02112D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bg-band-05"/>
            <p:cNvSpPr/>
            <p:nvPr/>
          </p:nvSpPr>
          <p:spPr>
            <a:xfrm>
              <a:off x="0" y="47625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2112D"/>
                </a:gs>
                <a:gs pos="100000">
                  <a:srgbClr val="02173A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bg-band-06"/>
            <p:cNvSpPr/>
            <p:nvPr/>
          </p:nvSpPr>
          <p:spPr>
            <a:xfrm>
              <a:off x="0" y="57150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2173A"/>
                </a:gs>
                <a:gs pos="100000">
                  <a:srgbClr val="011C4C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bg-band-07"/>
            <p:cNvSpPr/>
            <p:nvPr/>
          </p:nvSpPr>
          <p:spPr>
            <a:xfrm>
              <a:off x="0" y="66675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11C4C"/>
                </a:gs>
                <a:gs pos="100000">
                  <a:srgbClr val="001C48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bg-band-08"/>
            <p:cNvSpPr/>
            <p:nvPr/>
          </p:nvSpPr>
          <p:spPr>
            <a:xfrm>
              <a:off x="0" y="76200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01C48"/>
                </a:gs>
                <a:gs pos="100000">
                  <a:srgbClr val="002555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bg-band-09"/>
            <p:cNvSpPr/>
            <p:nvPr/>
          </p:nvSpPr>
          <p:spPr>
            <a:xfrm>
              <a:off x="0" y="85725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02555"/>
                </a:gs>
                <a:gs pos="100000">
                  <a:srgbClr val="004362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bg-band-10"/>
            <p:cNvSpPr/>
            <p:nvPr/>
          </p:nvSpPr>
          <p:spPr>
            <a:xfrm>
              <a:off x="0" y="95250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04362"/>
                </a:gs>
                <a:gs pos="100000">
                  <a:srgbClr val="244860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bg-band-11"/>
            <p:cNvSpPr/>
            <p:nvPr/>
          </p:nvSpPr>
          <p:spPr>
            <a:xfrm>
              <a:off x="0" y="104775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244860"/>
                </a:gs>
                <a:gs pos="100000">
                  <a:srgbClr val="012C51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bg-band-12"/>
            <p:cNvSpPr/>
            <p:nvPr/>
          </p:nvSpPr>
          <p:spPr>
            <a:xfrm>
              <a:off x="0" y="114300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12C51"/>
                </a:gs>
                <a:gs pos="100000">
                  <a:srgbClr val="11365D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bg-band-13"/>
            <p:cNvSpPr/>
            <p:nvPr/>
          </p:nvSpPr>
          <p:spPr>
            <a:xfrm>
              <a:off x="0" y="123825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11365D"/>
                </a:gs>
                <a:gs pos="100000">
                  <a:srgbClr val="001546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g-band-14"/>
            <p:cNvSpPr/>
            <p:nvPr/>
          </p:nvSpPr>
          <p:spPr>
            <a:xfrm>
              <a:off x="0" y="133350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01546"/>
                </a:gs>
                <a:gs pos="100000">
                  <a:srgbClr val="031740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bg-band-15"/>
            <p:cNvSpPr/>
            <p:nvPr/>
          </p:nvSpPr>
          <p:spPr>
            <a:xfrm>
              <a:off x="0" y="142875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31740"/>
                </a:gs>
                <a:gs pos="100000">
                  <a:srgbClr val="00062A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bg-band-16"/>
            <p:cNvSpPr/>
            <p:nvPr/>
          </p:nvSpPr>
          <p:spPr>
            <a:xfrm>
              <a:off x="0" y="15240000"/>
              <a:ext cx="30470475" cy="952500"/>
            </a:xfrm>
            <a:prstGeom prst="rect">
              <a:avLst/>
            </a:prstGeom>
            <a:gradFill rotWithShape="1">
              <a:gsLst>
                <a:gs pos="0">
                  <a:srgbClr val="00062A"/>
                </a:gs>
                <a:gs pos="100000">
                  <a:srgbClr val="001031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bg-band-17"/>
            <p:cNvSpPr/>
            <p:nvPr/>
          </p:nvSpPr>
          <p:spPr>
            <a:xfrm>
              <a:off x="0" y="16192500"/>
              <a:ext cx="30470475" cy="942975"/>
            </a:xfrm>
            <a:prstGeom prst="rect">
              <a:avLst/>
            </a:prstGeom>
            <a:gradFill rotWithShape="1">
              <a:gsLst>
                <a:gs pos="0">
                  <a:srgbClr val="001031"/>
                </a:gs>
                <a:gs pos="100000">
                  <a:srgbClr val="000D28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op-edge-0"/>
            <p:cNvSpPr/>
            <p:nvPr/>
          </p:nvSpPr>
          <p:spPr>
            <a:xfrm>
              <a:off x="0" y="0"/>
              <a:ext cx="30470475" cy="95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op-edge-1"/>
            <p:cNvSpPr/>
            <p:nvPr/>
          </p:nvSpPr>
          <p:spPr>
            <a:xfrm>
              <a:off x="0" y="9525"/>
              <a:ext cx="30470475" cy="9525"/>
            </a:xfrm>
            <a:prstGeom prst="rect">
              <a:avLst/>
            </a:prstGeom>
            <a:solidFill>
              <a:srgbClr val="C6C9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op-edge-2"/>
            <p:cNvSpPr/>
            <p:nvPr/>
          </p:nvSpPr>
          <p:spPr>
            <a:xfrm>
              <a:off x="0" y="19050"/>
              <a:ext cx="30470475" cy="9525"/>
            </a:xfrm>
            <a:prstGeom prst="rect">
              <a:avLst/>
            </a:prstGeom>
            <a:solidFill>
              <a:srgbClr val="565A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glow-center"/>
            <p:cNvSpPr/>
            <p:nvPr/>
          </p:nvSpPr>
          <p:spPr>
            <a:xfrm>
              <a:off x="9525" y="6096000"/>
              <a:ext cx="30460950" cy="9144000"/>
            </a:xfrm>
            <a:prstGeom prst="ellipse">
              <a:avLst/>
            </a:prstGeom>
            <a:solidFill>
              <a:srgbClr val="0E6C86">
                <a:alpha val="1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eak-1-halo-0"/>
            <p:cNvSpPr/>
            <p:nvPr/>
          </p:nvSpPr>
          <p:spPr>
            <a:xfrm>
              <a:off x="19050" y="8048625"/>
              <a:ext cx="30432375" cy="1162050"/>
            </a:xfrm>
            <a:custGeom>
              <a:avLst/>
              <a:gdLst/>
              <a:ahLst/>
              <a:cxnLst/>
              <a:rect l="l" t="t" r="r" b="b"/>
              <a:pathLst>
                <a:path w="30432375" h="1162050">
                  <a:moveTo>
                    <a:pt x="0" y="514350"/>
                  </a:moveTo>
                  <a:lnTo>
                    <a:pt x="7592378" y="781050"/>
                  </a:lnTo>
                  <a:lnTo>
                    <a:pt x="15214282" y="1009650"/>
                  </a:lnTo>
                  <a:lnTo>
                    <a:pt x="22841902" y="1162050"/>
                  </a:lnTo>
                  <a:lnTo>
                    <a:pt x="30432375" y="952500"/>
                  </a:lnTo>
                  <a:lnTo>
                    <a:pt x="30432375" y="438150"/>
                  </a:lnTo>
                  <a:lnTo>
                    <a:pt x="22839998" y="647700"/>
                  </a:lnTo>
                  <a:lnTo>
                    <a:pt x="15227618" y="495300"/>
                  </a:lnTo>
                  <a:lnTo>
                    <a:pt x="7609522" y="266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C3E6">
                <a:alpha val="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streak-1-mid-0"/>
            <p:cNvSpPr/>
            <p:nvPr/>
          </p:nvSpPr>
          <p:spPr>
            <a:xfrm>
              <a:off x="19050" y="8198168"/>
              <a:ext cx="30432375" cy="862964"/>
            </a:xfrm>
            <a:custGeom>
              <a:avLst/>
              <a:gdLst/>
              <a:ahLst/>
              <a:cxnLst/>
              <a:rect l="l" t="t" r="r" b="b"/>
              <a:pathLst>
                <a:path w="30432375" h="862964">
                  <a:moveTo>
                    <a:pt x="0" y="215264"/>
                  </a:moveTo>
                  <a:lnTo>
                    <a:pt x="7597140" y="481964"/>
                  </a:lnTo>
                  <a:lnTo>
                    <a:pt x="15218092" y="710564"/>
                  </a:lnTo>
                  <a:lnTo>
                    <a:pt x="22840950" y="862964"/>
                  </a:lnTo>
                  <a:lnTo>
                    <a:pt x="30432375" y="653414"/>
                  </a:lnTo>
                  <a:lnTo>
                    <a:pt x="30432375" y="438150"/>
                  </a:lnTo>
                  <a:lnTo>
                    <a:pt x="22840950" y="647700"/>
                  </a:lnTo>
                  <a:lnTo>
                    <a:pt x="15223808" y="495300"/>
                  </a:lnTo>
                  <a:lnTo>
                    <a:pt x="7604760" y="266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C3E6">
                <a:alpha val="7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treak-1-core-0"/>
            <p:cNvSpPr/>
            <p:nvPr/>
          </p:nvSpPr>
          <p:spPr>
            <a:xfrm>
              <a:off x="19050" y="8286750"/>
              <a:ext cx="30432375" cy="685800"/>
            </a:xfrm>
            <a:custGeom>
              <a:avLst/>
              <a:gdLst/>
              <a:ahLst/>
              <a:cxnLst/>
              <a:rect l="l" t="t" r="r" b="b"/>
              <a:pathLst>
                <a:path w="30432375" h="685800">
                  <a:moveTo>
                    <a:pt x="0" y="38100"/>
                  </a:moveTo>
                  <a:lnTo>
                    <a:pt x="7599998" y="304800"/>
                  </a:lnTo>
                  <a:lnTo>
                    <a:pt x="15220950" y="533400"/>
                  </a:lnTo>
                  <a:lnTo>
                    <a:pt x="22840950" y="685800"/>
                  </a:lnTo>
                  <a:lnTo>
                    <a:pt x="30432375" y="476250"/>
                  </a:lnTo>
                  <a:lnTo>
                    <a:pt x="30432375" y="438150"/>
                  </a:lnTo>
                  <a:lnTo>
                    <a:pt x="22840950" y="647700"/>
                  </a:lnTo>
                  <a:lnTo>
                    <a:pt x="15220950" y="495300"/>
                  </a:lnTo>
                  <a:lnTo>
                    <a:pt x="7601902" y="266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EEFF">
                <a:alpha val="1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streak-2-halo-0"/>
            <p:cNvSpPr/>
            <p:nvPr/>
          </p:nvSpPr>
          <p:spPr>
            <a:xfrm>
              <a:off x="19050" y="8916352"/>
              <a:ext cx="30432375" cy="1751648"/>
            </a:xfrm>
            <a:custGeom>
              <a:avLst/>
              <a:gdLst/>
              <a:ahLst/>
              <a:cxnLst/>
              <a:rect l="l" t="t" r="r" b="b"/>
              <a:pathLst>
                <a:path w="30432375" h="1751648">
                  <a:moveTo>
                    <a:pt x="0" y="569596"/>
                  </a:moveTo>
                  <a:lnTo>
                    <a:pt x="5292090" y="893446"/>
                  </a:lnTo>
                  <a:lnTo>
                    <a:pt x="11391900" y="1503046"/>
                  </a:lnTo>
                  <a:lnTo>
                    <a:pt x="17888902" y="1751648"/>
                  </a:lnTo>
                  <a:lnTo>
                    <a:pt x="24384000" y="1464946"/>
                  </a:lnTo>
                  <a:lnTo>
                    <a:pt x="30432375" y="893446"/>
                  </a:lnTo>
                  <a:lnTo>
                    <a:pt x="30424755" y="323850"/>
                  </a:lnTo>
                  <a:lnTo>
                    <a:pt x="24345900" y="895350"/>
                  </a:lnTo>
                  <a:lnTo>
                    <a:pt x="17886998" y="1180148"/>
                  </a:lnTo>
                  <a:lnTo>
                    <a:pt x="11430000" y="933450"/>
                  </a:lnTo>
                  <a:lnTo>
                    <a:pt x="5337810" y="323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D8F2">
                <a:alpha val="57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eak-2-mid-0"/>
            <p:cNvSpPr/>
            <p:nvPr/>
          </p:nvSpPr>
          <p:spPr>
            <a:xfrm>
              <a:off x="19050" y="9081135"/>
              <a:ext cx="30432375" cy="1421130"/>
            </a:xfrm>
            <a:custGeom>
              <a:avLst/>
              <a:gdLst/>
              <a:ahLst/>
              <a:cxnLst/>
              <a:rect l="l" t="t" r="r" b="b"/>
              <a:pathLst>
                <a:path w="30432375" h="1421130">
                  <a:moveTo>
                    <a:pt x="0" y="240030"/>
                  </a:moveTo>
                  <a:lnTo>
                    <a:pt x="5305425" y="563880"/>
                  </a:lnTo>
                  <a:lnTo>
                    <a:pt x="11402378" y="1173480"/>
                  </a:lnTo>
                  <a:lnTo>
                    <a:pt x="17887950" y="1421130"/>
                  </a:lnTo>
                  <a:lnTo>
                    <a:pt x="24373522" y="1135380"/>
                  </a:lnTo>
                  <a:lnTo>
                    <a:pt x="30432375" y="562927"/>
                  </a:lnTo>
                  <a:lnTo>
                    <a:pt x="30432375" y="324803"/>
                  </a:lnTo>
                  <a:lnTo>
                    <a:pt x="24356378" y="895350"/>
                  </a:lnTo>
                  <a:lnTo>
                    <a:pt x="17887950" y="1181100"/>
                  </a:lnTo>
                  <a:lnTo>
                    <a:pt x="11419522" y="933450"/>
                  </a:lnTo>
                  <a:lnTo>
                    <a:pt x="5324475" y="323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D8F2">
                <a:alpha val="96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eak-2-core-0"/>
            <p:cNvSpPr/>
            <p:nvPr/>
          </p:nvSpPr>
          <p:spPr>
            <a:xfrm>
              <a:off x="19050" y="9177338"/>
              <a:ext cx="30432375" cy="1228724"/>
            </a:xfrm>
            <a:custGeom>
              <a:avLst/>
              <a:gdLst/>
              <a:ahLst/>
              <a:cxnLst/>
              <a:rect l="l" t="t" r="r" b="b"/>
              <a:pathLst>
                <a:path w="30432375" h="1228724">
                  <a:moveTo>
                    <a:pt x="0" y="47624"/>
                  </a:moveTo>
                  <a:lnTo>
                    <a:pt x="5313045" y="371474"/>
                  </a:lnTo>
                  <a:lnTo>
                    <a:pt x="11409045" y="981074"/>
                  </a:lnTo>
                  <a:lnTo>
                    <a:pt x="17887950" y="1228724"/>
                  </a:lnTo>
                  <a:lnTo>
                    <a:pt x="24366855" y="942974"/>
                  </a:lnTo>
                  <a:lnTo>
                    <a:pt x="30432375" y="371474"/>
                  </a:lnTo>
                  <a:lnTo>
                    <a:pt x="30432375" y="323850"/>
                  </a:lnTo>
                  <a:lnTo>
                    <a:pt x="24363045" y="895350"/>
                  </a:lnTo>
                  <a:lnTo>
                    <a:pt x="17887950" y="1181100"/>
                  </a:lnTo>
                  <a:lnTo>
                    <a:pt x="11412855" y="933450"/>
                  </a:lnTo>
                  <a:lnTo>
                    <a:pt x="5316855" y="323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FBFF">
                <a:alpha val="221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treak-3-halo-0"/>
            <p:cNvSpPr/>
            <p:nvPr/>
          </p:nvSpPr>
          <p:spPr>
            <a:xfrm>
              <a:off x="19050" y="9601200"/>
              <a:ext cx="30432375" cy="1390650"/>
            </a:xfrm>
            <a:custGeom>
              <a:avLst/>
              <a:gdLst/>
              <a:ahLst/>
              <a:cxnLst/>
              <a:rect l="l" t="t" r="r" b="b"/>
              <a:pathLst>
                <a:path w="30432375" h="1390650">
                  <a:moveTo>
                    <a:pt x="0" y="419100"/>
                  </a:moveTo>
                  <a:lnTo>
                    <a:pt x="6636068" y="819150"/>
                  </a:lnTo>
                  <a:lnTo>
                    <a:pt x="14260830" y="1238250"/>
                  </a:lnTo>
                  <a:lnTo>
                    <a:pt x="21893212" y="1390650"/>
                  </a:lnTo>
                  <a:lnTo>
                    <a:pt x="30432375" y="895350"/>
                  </a:lnTo>
                  <a:lnTo>
                    <a:pt x="30432375" y="476250"/>
                  </a:lnTo>
                  <a:lnTo>
                    <a:pt x="21883688" y="971550"/>
                  </a:lnTo>
                  <a:lnTo>
                    <a:pt x="14276070" y="819150"/>
                  </a:lnTo>
                  <a:lnTo>
                    <a:pt x="6660832" y="400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9FD8">
                <a:alpha val="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streak-3-mid-0"/>
            <p:cNvSpPr/>
            <p:nvPr/>
          </p:nvSpPr>
          <p:spPr>
            <a:xfrm>
              <a:off x="19050" y="9723120"/>
              <a:ext cx="30432375" cy="1146810"/>
            </a:xfrm>
            <a:custGeom>
              <a:avLst/>
              <a:gdLst/>
              <a:ahLst/>
              <a:cxnLst/>
              <a:rect l="l" t="t" r="r" b="b"/>
              <a:pathLst>
                <a:path w="30432375" h="1146810">
                  <a:moveTo>
                    <a:pt x="0" y="175260"/>
                  </a:moveTo>
                  <a:lnTo>
                    <a:pt x="6643688" y="575310"/>
                  </a:lnTo>
                  <a:lnTo>
                    <a:pt x="14265592" y="994410"/>
                  </a:lnTo>
                  <a:lnTo>
                    <a:pt x="21890355" y="1146810"/>
                  </a:lnTo>
                  <a:lnTo>
                    <a:pt x="30432375" y="651510"/>
                  </a:lnTo>
                  <a:lnTo>
                    <a:pt x="30432375" y="476250"/>
                  </a:lnTo>
                  <a:lnTo>
                    <a:pt x="21886545" y="971550"/>
                  </a:lnTo>
                  <a:lnTo>
                    <a:pt x="14271308" y="819150"/>
                  </a:lnTo>
                  <a:lnTo>
                    <a:pt x="6653212" y="400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9FD8">
                <a:alpha val="7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streak-3-core-0"/>
            <p:cNvSpPr/>
            <p:nvPr/>
          </p:nvSpPr>
          <p:spPr>
            <a:xfrm>
              <a:off x="19050" y="9796462"/>
              <a:ext cx="30432375" cy="1000126"/>
            </a:xfrm>
            <a:custGeom>
              <a:avLst/>
              <a:gdLst/>
              <a:ahLst/>
              <a:cxnLst/>
              <a:rect l="l" t="t" r="r" b="b"/>
              <a:pathLst>
                <a:path w="30432375" h="1000126">
                  <a:moveTo>
                    <a:pt x="0" y="28576"/>
                  </a:moveTo>
                  <a:lnTo>
                    <a:pt x="6647498" y="428626"/>
                  </a:lnTo>
                  <a:lnTo>
                    <a:pt x="14267498" y="847726"/>
                  </a:lnTo>
                  <a:lnTo>
                    <a:pt x="21888450" y="1000126"/>
                  </a:lnTo>
                  <a:lnTo>
                    <a:pt x="30432375" y="504826"/>
                  </a:lnTo>
                  <a:lnTo>
                    <a:pt x="30432375" y="476250"/>
                  </a:lnTo>
                  <a:lnTo>
                    <a:pt x="21888450" y="971550"/>
                  </a:lnTo>
                  <a:lnTo>
                    <a:pt x="14269402" y="819150"/>
                  </a:lnTo>
                  <a:lnTo>
                    <a:pt x="6649402" y="400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EFFF">
                <a:alpha val="1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streak-4-halo-0"/>
            <p:cNvSpPr/>
            <p:nvPr/>
          </p:nvSpPr>
          <p:spPr>
            <a:xfrm>
              <a:off x="19050" y="10031730"/>
              <a:ext cx="30432375" cy="2112645"/>
            </a:xfrm>
            <a:custGeom>
              <a:avLst/>
              <a:gdLst/>
              <a:ahLst/>
              <a:cxnLst/>
              <a:rect l="l" t="t" r="r" b="b"/>
              <a:pathLst>
                <a:path w="30432375" h="2112645">
                  <a:moveTo>
                    <a:pt x="0" y="586740"/>
                  </a:moveTo>
                  <a:lnTo>
                    <a:pt x="4900612" y="1120140"/>
                  </a:lnTo>
                  <a:lnTo>
                    <a:pt x="10623232" y="1806892"/>
                  </a:lnTo>
                  <a:lnTo>
                    <a:pt x="16361092" y="2112645"/>
                  </a:lnTo>
                  <a:lnTo>
                    <a:pt x="22479952" y="1921192"/>
                  </a:lnTo>
                  <a:lnTo>
                    <a:pt x="27451050" y="1347788"/>
                  </a:lnTo>
                  <a:lnTo>
                    <a:pt x="30432375" y="890588"/>
                  </a:lnTo>
                  <a:lnTo>
                    <a:pt x="30407610" y="305752"/>
                  </a:lnTo>
                  <a:lnTo>
                    <a:pt x="27374850" y="762952"/>
                  </a:lnTo>
                  <a:lnTo>
                    <a:pt x="22439948" y="1332548"/>
                  </a:lnTo>
                  <a:lnTo>
                    <a:pt x="16366808" y="1522095"/>
                  </a:lnTo>
                  <a:lnTo>
                    <a:pt x="10674668" y="1218248"/>
                  </a:lnTo>
                  <a:lnTo>
                    <a:pt x="4967288" y="533400"/>
                  </a:lnTo>
                  <a:lnTo>
                    <a:pt x="12382" y="0"/>
                  </a:lnTo>
                  <a:close/>
                </a:path>
              </a:pathLst>
            </a:custGeom>
            <a:solidFill>
              <a:srgbClr val="7FE9F2">
                <a:alpha val="61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eak-4-mid-0"/>
            <p:cNvSpPr/>
            <p:nvPr/>
          </p:nvSpPr>
          <p:spPr>
            <a:xfrm>
              <a:off x="19050" y="10202228"/>
              <a:ext cx="30432375" cy="1770697"/>
            </a:xfrm>
            <a:custGeom>
              <a:avLst/>
              <a:gdLst/>
              <a:ahLst/>
              <a:cxnLst/>
              <a:rect l="l" t="t" r="r" b="b"/>
              <a:pathLst>
                <a:path w="30432375" h="1770697">
                  <a:moveTo>
                    <a:pt x="0" y="245744"/>
                  </a:moveTo>
                  <a:lnTo>
                    <a:pt x="4919662" y="779144"/>
                  </a:lnTo>
                  <a:lnTo>
                    <a:pt x="10638472" y="1465897"/>
                  </a:lnTo>
                  <a:lnTo>
                    <a:pt x="16362998" y="1770697"/>
                  </a:lnTo>
                  <a:lnTo>
                    <a:pt x="22468522" y="1580197"/>
                  </a:lnTo>
                  <a:lnTo>
                    <a:pt x="27429142" y="1007744"/>
                  </a:lnTo>
                  <a:lnTo>
                    <a:pt x="30432375" y="550544"/>
                  </a:lnTo>
                  <a:lnTo>
                    <a:pt x="30432375" y="304800"/>
                  </a:lnTo>
                  <a:lnTo>
                    <a:pt x="27396758" y="762000"/>
                  </a:lnTo>
                  <a:lnTo>
                    <a:pt x="22451378" y="1332547"/>
                  </a:lnTo>
                  <a:lnTo>
                    <a:pt x="16364902" y="1523047"/>
                  </a:lnTo>
                  <a:lnTo>
                    <a:pt x="10659428" y="1218247"/>
                  </a:lnTo>
                  <a:lnTo>
                    <a:pt x="4948238" y="53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E9F2">
                <a:alpha val="103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eak-4-core-0"/>
            <p:cNvSpPr/>
            <p:nvPr/>
          </p:nvSpPr>
          <p:spPr>
            <a:xfrm>
              <a:off x="19050" y="10301288"/>
              <a:ext cx="30432375" cy="1571624"/>
            </a:xfrm>
            <a:custGeom>
              <a:avLst/>
              <a:gdLst/>
              <a:ahLst/>
              <a:cxnLst/>
              <a:rect l="l" t="t" r="r" b="b"/>
              <a:pathLst>
                <a:path w="30432375" h="1571624">
                  <a:moveTo>
                    <a:pt x="0" y="47624"/>
                  </a:moveTo>
                  <a:lnTo>
                    <a:pt x="4931092" y="581024"/>
                  </a:lnTo>
                  <a:lnTo>
                    <a:pt x="10647045" y="1266824"/>
                  </a:lnTo>
                  <a:lnTo>
                    <a:pt x="16363950" y="1571624"/>
                  </a:lnTo>
                  <a:lnTo>
                    <a:pt x="22461855" y="1381124"/>
                  </a:lnTo>
                  <a:lnTo>
                    <a:pt x="27415808" y="809624"/>
                  </a:lnTo>
                  <a:lnTo>
                    <a:pt x="30432375" y="352424"/>
                  </a:lnTo>
                  <a:lnTo>
                    <a:pt x="30432375" y="304800"/>
                  </a:lnTo>
                  <a:lnTo>
                    <a:pt x="27410092" y="762000"/>
                  </a:lnTo>
                  <a:lnTo>
                    <a:pt x="22458045" y="1333500"/>
                  </a:lnTo>
                  <a:lnTo>
                    <a:pt x="16363950" y="1524000"/>
                  </a:lnTo>
                  <a:lnTo>
                    <a:pt x="10650855" y="1219200"/>
                  </a:lnTo>
                  <a:lnTo>
                    <a:pt x="4936808" y="53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38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treak-5-halo-0"/>
            <p:cNvSpPr/>
            <p:nvPr/>
          </p:nvSpPr>
          <p:spPr>
            <a:xfrm>
              <a:off x="19050" y="10668952"/>
              <a:ext cx="30432375" cy="1827848"/>
            </a:xfrm>
            <a:custGeom>
              <a:avLst/>
              <a:gdLst/>
              <a:ahLst/>
              <a:cxnLst/>
              <a:rect l="l" t="t" r="r" b="b"/>
              <a:pathLst>
                <a:path w="30432375" h="1827848">
                  <a:moveTo>
                    <a:pt x="0" y="379096"/>
                  </a:moveTo>
                  <a:lnTo>
                    <a:pt x="5676900" y="1007746"/>
                  </a:lnTo>
                  <a:lnTo>
                    <a:pt x="12352020" y="1637348"/>
                  </a:lnTo>
                  <a:lnTo>
                    <a:pt x="19034760" y="1827848"/>
                  </a:lnTo>
                  <a:lnTo>
                    <a:pt x="25713690" y="1388746"/>
                  </a:lnTo>
                  <a:lnTo>
                    <a:pt x="30432375" y="912496"/>
                  </a:lnTo>
                  <a:lnTo>
                    <a:pt x="30432375" y="533400"/>
                  </a:lnTo>
                  <a:lnTo>
                    <a:pt x="25683210" y="1009650"/>
                  </a:lnTo>
                  <a:lnTo>
                    <a:pt x="19027140" y="1446848"/>
                  </a:lnTo>
                  <a:lnTo>
                    <a:pt x="12374880" y="1256348"/>
                  </a:lnTo>
                  <a:lnTo>
                    <a:pt x="5715000" y="628650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2FB6D0">
                <a:alpha val="4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streak-5-mid-0"/>
            <p:cNvSpPr/>
            <p:nvPr/>
          </p:nvSpPr>
          <p:spPr>
            <a:xfrm>
              <a:off x="19050" y="10779442"/>
              <a:ext cx="30432375" cy="1606868"/>
            </a:xfrm>
            <a:custGeom>
              <a:avLst/>
              <a:gdLst/>
              <a:ahLst/>
              <a:cxnLst/>
              <a:rect l="l" t="t" r="r" b="b"/>
              <a:pathLst>
                <a:path w="30432375" h="1606868">
                  <a:moveTo>
                    <a:pt x="0" y="158116"/>
                  </a:moveTo>
                  <a:lnTo>
                    <a:pt x="5688330" y="787718"/>
                  </a:lnTo>
                  <a:lnTo>
                    <a:pt x="12358688" y="1416368"/>
                  </a:lnTo>
                  <a:lnTo>
                    <a:pt x="19032855" y="1606868"/>
                  </a:lnTo>
                  <a:lnTo>
                    <a:pt x="25705118" y="1168718"/>
                  </a:lnTo>
                  <a:lnTo>
                    <a:pt x="30432375" y="692468"/>
                  </a:lnTo>
                  <a:lnTo>
                    <a:pt x="30432375" y="532448"/>
                  </a:lnTo>
                  <a:lnTo>
                    <a:pt x="25691782" y="1008698"/>
                  </a:lnTo>
                  <a:lnTo>
                    <a:pt x="19029045" y="1446848"/>
                  </a:lnTo>
                  <a:lnTo>
                    <a:pt x="12368212" y="1256348"/>
                  </a:lnTo>
                  <a:lnTo>
                    <a:pt x="5703570" y="627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B6D0">
                <a:alpha val="7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treak-5-core-0"/>
            <p:cNvSpPr/>
            <p:nvPr/>
          </p:nvSpPr>
          <p:spPr>
            <a:xfrm>
              <a:off x="19050" y="10844212"/>
              <a:ext cx="30432375" cy="1476376"/>
            </a:xfrm>
            <a:custGeom>
              <a:avLst/>
              <a:gdLst/>
              <a:ahLst/>
              <a:cxnLst/>
              <a:rect l="l" t="t" r="r" b="b"/>
              <a:pathLst>
                <a:path w="30432375" h="1476376">
                  <a:moveTo>
                    <a:pt x="0" y="28576"/>
                  </a:moveTo>
                  <a:lnTo>
                    <a:pt x="5694045" y="657226"/>
                  </a:lnTo>
                  <a:lnTo>
                    <a:pt x="12362498" y="1285876"/>
                  </a:lnTo>
                  <a:lnTo>
                    <a:pt x="19030950" y="1476376"/>
                  </a:lnTo>
                  <a:lnTo>
                    <a:pt x="25699402" y="1038226"/>
                  </a:lnTo>
                  <a:lnTo>
                    <a:pt x="30432375" y="561976"/>
                  </a:lnTo>
                  <a:lnTo>
                    <a:pt x="30432375" y="533400"/>
                  </a:lnTo>
                  <a:lnTo>
                    <a:pt x="25697498" y="1009650"/>
                  </a:lnTo>
                  <a:lnTo>
                    <a:pt x="19030950" y="1447800"/>
                  </a:lnTo>
                  <a:lnTo>
                    <a:pt x="12364402" y="1257300"/>
                  </a:lnTo>
                  <a:lnTo>
                    <a:pt x="5697855" y="628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8FF">
                <a:alpha val="1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streak-6-halo-0"/>
            <p:cNvSpPr/>
            <p:nvPr/>
          </p:nvSpPr>
          <p:spPr>
            <a:xfrm>
              <a:off x="19050" y="11052810"/>
              <a:ext cx="3843338" cy="1281112"/>
            </a:xfrm>
            <a:custGeom>
              <a:avLst/>
              <a:gdLst/>
              <a:ahLst/>
              <a:cxnLst/>
              <a:rect l="l" t="t" r="r" b="b"/>
              <a:pathLst>
                <a:path w="3843338" h="1281112">
                  <a:moveTo>
                    <a:pt x="0" y="678180"/>
                  </a:moveTo>
                  <a:lnTo>
                    <a:pt x="3735705" y="1281112"/>
                  </a:lnTo>
                  <a:lnTo>
                    <a:pt x="3843338" y="603885"/>
                  </a:lnTo>
                  <a:lnTo>
                    <a:pt x="34290" y="0"/>
                  </a:lnTo>
                  <a:close/>
                </a:path>
              </a:pathLst>
            </a:custGeom>
            <a:solidFill>
              <a:srgbClr val="BDF4FF">
                <a:alpha val="13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streak-6-mid-0"/>
            <p:cNvSpPr/>
            <p:nvPr/>
          </p:nvSpPr>
          <p:spPr>
            <a:xfrm>
              <a:off x="19050" y="11249978"/>
              <a:ext cx="3811905" cy="886777"/>
            </a:xfrm>
            <a:custGeom>
              <a:avLst/>
              <a:gdLst/>
              <a:ahLst/>
              <a:cxnLst/>
              <a:rect l="l" t="t" r="r" b="b"/>
              <a:pathLst>
                <a:path w="3811905" h="886777">
                  <a:moveTo>
                    <a:pt x="0" y="283844"/>
                  </a:moveTo>
                  <a:lnTo>
                    <a:pt x="3767138" y="886777"/>
                  </a:lnTo>
                  <a:lnTo>
                    <a:pt x="3811905" y="602932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BDF4FF">
                <a:alpha val="22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streak-6-core-0"/>
            <p:cNvSpPr/>
            <p:nvPr/>
          </p:nvSpPr>
          <p:spPr>
            <a:xfrm>
              <a:off x="19050" y="11363325"/>
              <a:ext cx="3793808" cy="660083"/>
            </a:xfrm>
            <a:custGeom>
              <a:avLst/>
              <a:gdLst/>
              <a:ahLst/>
              <a:cxnLst/>
              <a:rect l="l" t="t" r="r" b="b"/>
              <a:pathLst>
                <a:path w="3793808" h="660083">
                  <a:moveTo>
                    <a:pt x="0" y="57150"/>
                  </a:moveTo>
                  <a:lnTo>
                    <a:pt x="3785235" y="660083"/>
                  </a:lnTo>
                  <a:lnTo>
                    <a:pt x="3793808" y="60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5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streak-6-halo-1"/>
            <p:cNvSpPr/>
            <p:nvPr/>
          </p:nvSpPr>
          <p:spPr>
            <a:xfrm>
              <a:off x="3754755" y="11656695"/>
              <a:ext cx="3910965" cy="1233487"/>
            </a:xfrm>
            <a:custGeom>
              <a:avLst/>
              <a:gdLst/>
              <a:ahLst/>
              <a:cxnLst/>
              <a:rect l="l" t="t" r="r" b="b"/>
              <a:pathLst>
                <a:path w="3910965" h="1233487">
                  <a:moveTo>
                    <a:pt x="0" y="677227"/>
                  </a:moveTo>
                  <a:lnTo>
                    <a:pt x="767715" y="798195"/>
                  </a:lnTo>
                  <a:lnTo>
                    <a:pt x="3814763" y="1233487"/>
                  </a:lnTo>
                  <a:lnTo>
                    <a:pt x="3910965" y="554355"/>
                  </a:lnTo>
                  <a:lnTo>
                    <a:pt x="866775" y="120015"/>
                  </a:lnTo>
                  <a:lnTo>
                    <a:pt x="107633" y="0"/>
                  </a:lnTo>
                  <a:close/>
                </a:path>
              </a:pathLst>
            </a:custGeom>
            <a:solidFill>
              <a:srgbClr val="BDF4FF">
                <a:alpha val="19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eak-6-mid-1"/>
            <p:cNvSpPr/>
            <p:nvPr/>
          </p:nvSpPr>
          <p:spPr>
            <a:xfrm>
              <a:off x="3786188" y="11852910"/>
              <a:ext cx="3851910" cy="840105"/>
            </a:xfrm>
            <a:custGeom>
              <a:avLst/>
              <a:gdLst/>
              <a:ahLst/>
              <a:cxnLst/>
              <a:rect l="l" t="t" r="r" b="b"/>
              <a:pathLst>
                <a:path w="3851910" h="840105">
                  <a:moveTo>
                    <a:pt x="0" y="283845"/>
                  </a:moveTo>
                  <a:lnTo>
                    <a:pt x="764857" y="405765"/>
                  </a:lnTo>
                  <a:lnTo>
                    <a:pt x="3810952" y="840105"/>
                  </a:lnTo>
                  <a:lnTo>
                    <a:pt x="3851910" y="555308"/>
                  </a:lnTo>
                  <a:lnTo>
                    <a:pt x="806767" y="120015"/>
                  </a:lnTo>
                  <a:lnTo>
                    <a:pt x="44767" y="0"/>
                  </a:lnTo>
                  <a:close/>
                </a:path>
              </a:pathLst>
            </a:custGeom>
            <a:solidFill>
              <a:srgbClr val="BDF4FF">
                <a:alpha val="32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eak-6-core-1"/>
            <p:cNvSpPr/>
            <p:nvPr/>
          </p:nvSpPr>
          <p:spPr>
            <a:xfrm>
              <a:off x="3804285" y="11967210"/>
              <a:ext cx="3817620" cy="611505"/>
            </a:xfrm>
            <a:custGeom>
              <a:avLst/>
              <a:gdLst/>
              <a:ahLst/>
              <a:cxnLst/>
              <a:rect l="l" t="t" r="r" b="b"/>
              <a:pathLst>
                <a:path w="3817620" h="611505">
                  <a:moveTo>
                    <a:pt x="0" y="56198"/>
                  </a:moveTo>
                  <a:lnTo>
                    <a:pt x="763905" y="177165"/>
                  </a:lnTo>
                  <a:lnTo>
                    <a:pt x="3809047" y="611505"/>
                  </a:lnTo>
                  <a:lnTo>
                    <a:pt x="3817620" y="555308"/>
                  </a:lnTo>
                  <a:lnTo>
                    <a:pt x="771525" y="120015"/>
                  </a:lnTo>
                  <a:lnTo>
                    <a:pt x="8573" y="0"/>
                  </a:lnTo>
                  <a:close/>
                </a:path>
              </a:pathLst>
            </a:custGeom>
            <a:solidFill>
              <a:srgbClr val="FFFFFF">
                <a:alpha val="75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streak-6-halo-2"/>
            <p:cNvSpPr/>
            <p:nvPr/>
          </p:nvSpPr>
          <p:spPr>
            <a:xfrm>
              <a:off x="7569518" y="12211050"/>
              <a:ext cx="3881437" cy="1117282"/>
            </a:xfrm>
            <a:custGeom>
              <a:avLst/>
              <a:gdLst/>
              <a:ahLst/>
              <a:cxnLst/>
              <a:rect l="l" t="t" r="r" b="b"/>
              <a:pathLst>
                <a:path w="3881437" h="1117282">
                  <a:moveTo>
                    <a:pt x="0" y="679132"/>
                  </a:moveTo>
                  <a:lnTo>
                    <a:pt x="2297430" y="1007745"/>
                  </a:lnTo>
                  <a:lnTo>
                    <a:pt x="3832860" y="1117282"/>
                  </a:lnTo>
                  <a:lnTo>
                    <a:pt x="3881437" y="433388"/>
                  </a:lnTo>
                  <a:lnTo>
                    <a:pt x="2375534" y="325755"/>
                  </a:lnTo>
                  <a:lnTo>
                    <a:pt x="96202" y="0"/>
                  </a:lnTo>
                  <a:close/>
                </a:path>
              </a:pathLst>
            </a:custGeom>
            <a:solidFill>
              <a:srgbClr val="BDF4FF">
                <a:alpha val="26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streak-6-mid-2"/>
            <p:cNvSpPr/>
            <p:nvPr/>
          </p:nvSpPr>
          <p:spPr>
            <a:xfrm>
              <a:off x="7597140" y="12408218"/>
              <a:ext cx="3839528" cy="721994"/>
            </a:xfrm>
            <a:custGeom>
              <a:avLst/>
              <a:gdLst/>
              <a:ahLst/>
              <a:cxnLst/>
              <a:rect l="l" t="t" r="r" b="b"/>
              <a:pathLst>
                <a:path w="3839528" h="721994">
                  <a:moveTo>
                    <a:pt x="0" y="284797"/>
                  </a:moveTo>
                  <a:lnTo>
                    <a:pt x="2292668" y="612457"/>
                  </a:lnTo>
                  <a:lnTo>
                    <a:pt x="3818572" y="721994"/>
                  </a:lnTo>
                  <a:lnTo>
                    <a:pt x="3839528" y="434340"/>
                  </a:lnTo>
                  <a:lnTo>
                    <a:pt x="2325052" y="326707"/>
                  </a:lnTo>
                  <a:lnTo>
                    <a:pt x="40958" y="0"/>
                  </a:lnTo>
                  <a:close/>
                </a:path>
              </a:pathLst>
            </a:custGeom>
            <a:solidFill>
              <a:srgbClr val="BDF4FF">
                <a:alpha val="45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streak-6-core-2"/>
            <p:cNvSpPr/>
            <p:nvPr/>
          </p:nvSpPr>
          <p:spPr>
            <a:xfrm>
              <a:off x="7613332" y="12522518"/>
              <a:ext cx="3814763" cy="492442"/>
            </a:xfrm>
            <a:custGeom>
              <a:avLst/>
              <a:gdLst/>
              <a:ahLst/>
              <a:cxnLst/>
              <a:rect l="l" t="t" r="r" b="b"/>
              <a:pathLst>
                <a:path w="3814763" h="492442">
                  <a:moveTo>
                    <a:pt x="0" y="56197"/>
                  </a:moveTo>
                  <a:lnTo>
                    <a:pt x="2289810" y="383857"/>
                  </a:lnTo>
                  <a:lnTo>
                    <a:pt x="3810953" y="492442"/>
                  </a:lnTo>
                  <a:lnTo>
                    <a:pt x="3814763" y="435292"/>
                  </a:lnTo>
                  <a:lnTo>
                    <a:pt x="2295526" y="326707"/>
                  </a:lnTo>
                  <a:lnTo>
                    <a:pt x="8573" y="0"/>
                  </a:lnTo>
                  <a:close/>
                </a:path>
              </a:pathLst>
            </a:custGeom>
            <a:solidFill>
              <a:srgbClr val="FFFFFF">
                <a:alpha val="10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streak-6-halo-3"/>
            <p:cNvSpPr/>
            <p:nvPr/>
          </p:nvSpPr>
          <p:spPr>
            <a:xfrm>
              <a:off x="11402378" y="12644438"/>
              <a:ext cx="3857624" cy="956310"/>
            </a:xfrm>
            <a:custGeom>
              <a:avLst/>
              <a:gdLst/>
              <a:ahLst/>
              <a:cxnLst/>
              <a:rect l="l" t="t" r="r" b="b"/>
              <a:pathLst>
                <a:path w="3857624" h="956310">
                  <a:moveTo>
                    <a:pt x="0" y="683894"/>
                  </a:moveTo>
                  <a:lnTo>
                    <a:pt x="3808094" y="956310"/>
                  </a:lnTo>
                  <a:lnTo>
                    <a:pt x="3857624" y="272414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BDF4FF">
                <a:alpha val="35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eak-6-mid-3"/>
            <p:cNvSpPr/>
            <p:nvPr/>
          </p:nvSpPr>
          <p:spPr>
            <a:xfrm>
              <a:off x="11415712" y="12842558"/>
              <a:ext cx="3830003" cy="559117"/>
            </a:xfrm>
            <a:custGeom>
              <a:avLst/>
              <a:gdLst/>
              <a:ahLst/>
              <a:cxnLst/>
              <a:rect l="l" t="t" r="r" b="b"/>
              <a:pathLst>
                <a:path w="3830003" h="559117">
                  <a:moveTo>
                    <a:pt x="0" y="287654"/>
                  </a:moveTo>
                  <a:lnTo>
                    <a:pt x="3809048" y="559117"/>
                  </a:lnTo>
                  <a:lnTo>
                    <a:pt x="3830003" y="272414"/>
                  </a:lnTo>
                  <a:lnTo>
                    <a:pt x="20956" y="0"/>
                  </a:lnTo>
                  <a:close/>
                </a:path>
              </a:pathLst>
            </a:custGeom>
            <a:solidFill>
              <a:srgbClr val="BDF4FF">
                <a:alpha val="60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eak-6-core-3"/>
            <p:cNvSpPr/>
            <p:nvPr/>
          </p:nvSpPr>
          <p:spPr>
            <a:xfrm>
              <a:off x="11424285" y="12957810"/>
              <a:ext cx="3812857" cy="329565"/>
            </a:xfrm>
            <a:custGeom>
              <a:avLst/>
              <a:gdLst/>
              <a:ahLst/>
              <a:cxnLst/>
              <a:rect l="l" t="t" r="r" b="b"/>
              <a:pathLst>
                <a:path w="3812857" h="329565">
                  <a:moveTo>
                    <a:pt x="0" y="57150"/>
                  </a:moveTo>
                  <a:lnTo>
                    <a:pt x="3809047" y="329565"/>
                  </a:lnTo>
                  <a:lnTo>
                    <a:pt x="3812857" y="272415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FFFFFF">
                <a:alpha val="1386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treak-6-halo-4"/>
            <p:cNvSpPr/>
            <p:nvPr/>
          </p:nvSpPr>
          <p:spPr>
            <a:xfrm>
              <a:off x="15210472" y="12807315"/>
              <a:ext cx="3843338" cy="794385"/>
            </a:xfrm>
            <a:custGeom>
              <a:avLst/>
              <a:gdLst/>
              <a:ahLst/>
              <a:cxnLst/>
              <a:rect l="l" t="t" r="r" b="b"/>
              <a:pathLst>
                <a:path w="3843338" h="794385">
                  <a:moveTo>
                    <a:pt x="0" y="793433"/>
                  </a:moveTo>
                  <a:lnTo>
                    <a:pt x="39053" y="794385"/>
                  </a:lnTo>
                  <a:lnTo>
                    <a:pt x="3843338" y="685800"/>
                  </a:lnTo>
                  <a:lnTo>
                    <a:pt x="3823336" y="0"/>
                  </a:lnTo>
                  <a:lnTo>
                    <a:pt x="20003" y="108585"/>
                  </a:lnTo>
                  <a:lnTo>
                    <a:pt x="49530" y="109537"/>
                  </a:lnTo>
                  <a:close/>
                </a:path>
              </a:pathLst>
            </a:custGeom>
            <a:solidFill>
              <a:srgbClr val="BDF4FF">
                <a:alpha val="46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streak-6-mid-4"/>
            <p:cNvSpPr/>
            <p:nvPr/>
          </p:nvSpPr>
          <p:spPr>
            <a:xfrm>
              <a:off x="15224760" y="13006388"/>
              <a:ext cx="3823335" cy="396240"/>
            </a:xfrm>
            <a:custGeom>
              <a:avLst/>
              <a:gdLst/>
              <a:ahLst/>
              <a:cxnLst/>
              <a:rect l="l" t="t" r="r" b="b"/>
              <a:pathLst>
                <a:path w="3823335" h="396240">
                  <a:moveTo>
                    <a:pt x="0" y="395287"/>
                  </a:moveTo>
                  <a:lnTo>
                    <a:pt x="19050" y="396240"/>
                  </a:lnTo>
                  <a:lnTo>
                    <a:pt x="3823335" y="287654"/>
                  </a:lnTo>
                  <a:lnTo>
                    <a:pt x="3814762" y="0"/>
                  </a:lnTo>
                  <a:lnTo>
                    <a:pt x="11430" y="108584"/>
                  </a:lnTo>
                  <a:lnTo>
                    <a:pt x="20955" y="108584"/>
                  </a:lnTo>
                  <a:close/>
                </a:path>
              </a:pathLst>
            </a:custGeom>
            <a:solidFill>
              <a:srgbClr val="BDF4FF">
                <a:alpha val="78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streak-6-core-4"/>
            <p:cNvSpPr/>
            <p:nvPr/>
          </p:nvSpPr>
          <p:spPr>
            <a:xfrm>
              <a:off x="15233332" y="13121640"/>
              <a:ext cx="3811906" cy="165735"/>
            </a:xfrm>
            <a:custGeom>
              <a:avLst/>
              <a:gdLst/>
              <a:ahLst/>
              <a:cxnLst/>
              <a:rect l="l" t="t" r="r" b="b"/>
              <a:pathLst>
                <a:path w="3811906" h="165735">
                  <a:moveTo>
                    <a:pt x="0" y="165735"/>
                  </a:moveTo>
                  <a:lnTo>
                    <a:pt x="7620" y="165735"/>
                  </a:lnTo>
                  <a:lnTo>
                    <a:pt x="3811906" y="57150"/>
                  </a:lnTo>
                  <a:lnTo>
                    <a:pt x="3810000" y="0"/>
                  </a:lnTo>
                  <a:lnTo>
                    <a:pt x="5716" y="108585"/>
                  </a:lnTo>
                  <a:lnTo>
                    <a:pt x="3810" y="108585"/>
                  </a:lnTo>
                  <a:close/>
                </a:path>
              </a:pathLst>
            </a:custGeom>
            <a:solidFill>
              <a:srgbClr val="FFFFFF">
                <a:alpha val="179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streak-6-halo-5"/>
            <p:cNvSpPr/>
            <p:nvPr/>
          </p:nvSpPr>
          <p:spPr>
            <a:xfrm>
              <a:off x="19033808" y="12521565"/>
              <a:ext cx="3855720" cy="971550"/>
            </a:xfrm>
            <a:custGeom>
              <a:avLst/>
              <a:gdLst/>
              <a:ahLst/>
              <a:cxnLst/>
              <a:rect l="l" t="t" r="r" b="b"/>
              <a:pathLst>
                <a:path w="3855720" h="971550">
                  <a:moveTo>
                    <a:pt x="20002" y="971550"/>
                  </a:moveTo>
                  <a:lnTo>
                    <a:pt x="1565910" y="926783"/>
                  </a:lnTo>
                  <a:lnTo>
                    <a:pt x="3855720" y="681990"/>
                  </a:lnTo>
                  <a:lnTo>
                    <a:pt x="3782377" y="0"/>
                  </a:lnTo>
                  <a:lnTo>
                    <a:pt x="1514474" y="242887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BDF4FF">
                <a:alpha val="55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eak-6-mid-5"/>
            <p:cNvSpPr/>
            <p:nvPr/>
          </p:nvSpPr>
          <p:spPr>
            <a:xfrm>
              <a:off x="19039522" y="12718732"/>
              <a:ext cx="3829050" cy="575310"/>
            </a:xfrm>
            <a:custGeom>
              <a:avLst/>
              <a:gdLst/>
              <a:ahLst/>
              <a:cxnLst/>
              <a:rect l="l" t="t" r="r" b="b"/>
              <a:pathLst>
                <a:path w="3829050" h="575310">
                  <a:moveTo>
                    <a:pt x="8573" y="575310"/>
                  </a:moveTo>
                  <a:lnTo>
                    <a:pt x="1544956" y="531496"/>
                  </a:lnTo>
                  <a:lnTo>
                    <a:pt x="3829050" y="286703"/>
                  </a:lnTo>
                  <a:lnTo>
                    <a:pt x="3797618" y="0"/>
                  </a:lnTo>
                  <a:lnTo>
                    <a:pt x="1524000" y="243840"/>
                  </a:lnTo>
                  <a:lnTo>
                    <a:pt x="0" y="287656"/>
                  </a:lnTo>
                  <a:close/>
                </a:path>
              </a:pathLst>
            </a:custGeom>
            <a:solidFill>
              <a:srgbClr val="BDF4FF">
                <a:alpha val="93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eak-6-core-5"/>
            <p:cNvSpPr/>
            <p:nvPr/>
          </p:nvSpPr>
          <p:spPr>
            <a:xfrm>
              <a:off x="19043332" y="12833985"/>
              <a:ext cx="3812858" cy="344805"/>
            </a:xfrm>
            <a:custGeom>
              <a:avLst/>
              <a:gdLst/>
              <a:ahLst/>
              <a:cxnLst/>
              <a:rect l="l" t="t" r="r" b="b"/>
              <a:pathLst>
                <a:path w="3812858" h="344805">
                  <a:moveTo>
                    <a:pt x="1906" y="344805"/>
                  </a:moveTo>
                  <a:lnTo>
                    <a:pt x="1532573" y="300990"/>
                  </a:lnTo>
                  <a:lnTo>
                    <a:pt x="3812858" y="56197"/>
                  </a:lnTo>
                  <a:lnTo>
                    <a:pt x="3806190" y="0"/>
                  </a:lnTo>
                  <a:lnTo>
                    <a:pt x="1528763" y="24384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FFFFF">
                <a:alpha val="213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treak-6-halo-6"/>
            <p:cNvSpPr/>
            <p:nvPr/>
          </p:nvSpPr>
          <p:spPr>
            <a:xfrm>
              <a:off x="22816185" y="12088178"/>
              <a:ext cx="3893820" cy="1115377"/>
            </a:xfrm>
            <a:custGeom>
              <a:avLst/>
              <a:gdLst/>
              <a:ahLst/>
              <a:cxnLst/>
              <a:rect l="l" t="t" r="r" b="b"/>
              <a:pathLst>
                <a:path w="3893820" h="1115377">
                  <a:moveTo>
                    <a:pt x="73343" y="1115377"/>
                  </a:moveTo>
                  <a:lnTo>
                    <a:pt x="3130867" y="787717"/>
                  </a:lnTo>
                  <a:lnTo>
                    <a:pt x="3893820" y="679132"/>
                  </a:lnTo>
                  <a:lnTo>
                    <a:pt x="3797617" y="0"/>
                  </a:lnTo>
                  <a:lnTo>
                    <a:pt x="3052763" y="105727"/>
                  </a:lnTo>
                  <a:lnTo>
                    <a:pt x="0" y="433387"/>
                  </a:lnTo>
                  <a:close/>
                </a:path>
              </a:pathLst>
            </a:custGeom>
            <a:solidFill>
              <a:srgbClr val="BDF4FF">
                <a:alpha val="64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streak-6-mid-6"/>
            <p:cNvSpPr/>
            <p:nvPr/>
          </p:nvSpPr>
          <p:spPr>
            <a:xfrm>
              <a:off x="22837140" y="12285345"/>
              <a:ext cx="3845242" cy="720090"/>
            </a:xfrm>
            <a:custGeom>
              <a:avLst/>
              <a:gdLst/>
              <a:ahLst/>
              <a:cxnLst/>
              <a:rect l="l" t="t" r="r" b="b"/>
              <a:pathLst>
                <a:path w="3845242" h="720090">
                  <a:moveTo>
                    <a:pt x="31432" y="720090"/>
                  </a:moveTo>
                  <a:lnTo>
                    <a:pt x="3087052" y="392430"/>
                  </a:lnTo>
                  <a:lnTo>
                    <a:pt x="3845242" y="284797"/>
                  </a:lnTo>
                  <a:lnTo>
                    <a:pt x="3804285" y="0"/>
                  </a:lnTo>
                  <a:lnTo>
                    <a:pt x="3054668" y="106680"/>
                  </a:lnTo>
                  <a:lnTo>
                    <a:pt x="0" y="433387"/>
                  </a:lnTo>
                  <a:close/>
                </a:path>
              </a:pathLst>
            </a:custGeom>
            <a:solidFill>
              <a:srgbClr val="BDF4FF">
                <a:alpha val="108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streak-6-core-6"/>
            <p:cNvSpPr/>
            <p:nvPr/>
          </p:nvSpPr>
          <p:spPr>
            <a:xfrm>
              <a:off x="22849522" y="12399645"/>
              <a:ext cx="3815716" cy="490537"/>
            </a:xfrm>
            <a:custGeom>
              <a:avLst/>
              <a:gdLst/>
              <a:ahLst/>
              <a:cxnLst/>
              <a:rect l="l" t="t" r="r" b="b"/>
              <a:pathLst>
                <a:path w="3815716" h="490537">
                  <a:moveTo>
                    <a:pt x="6668" y="490537"/>
                  </a:moveTo>
                  <a:lnTo>
                    <a:pt x="3061336" y="163830"/>
                  </a:lnTo>
                  <a:lnTo>
                    <a:pt x="3815716" y="56197"/>
                  </a:lnTo>
                  <a:lnTo>
                    <a:pt x="3808096" y="0"/>
                  </a:lnTo>
                  <a:lnTo>
                    <a:pt x="3055620" y="106680"/>
                  </a:lnTo>
                  <a:lnTo>
                    <a:pt x="0" y="434340"/>
                  </a:lnTo>
                  <a:close/>
                </a:path>
              </a:pathLst>
            </a:custGeom>
            <a:solidFill>
              <a:srgbClr val="FFFFFF">
                <a:alpha val="248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treak-6-halo-7"/>
            <p:cNvSpPr/>
            <p:nvPr/>
          </p:nvSpPr>
          <p:spPr>
            <a:xfrm>
              <a:off x="26613802" y="11548110"/>
              <a:ext cx="3837623" cy="1219200"/>
            </a:xfrm>
            <a:custGeom>
              <a:avLst/>
              <a:gdLst/>
              <a:ahLst/>
              <a:cxnLst/>
              <a:rect l="l" t="t" r="r" b="b"/>
              <a:pathLst>
                <a:path w="3837623" h="1219200">
                  <a:moveTo>
                    <a:pt x="96203" y="1219200"/>
                  </a:moveTo>
                  <a:lnTo>
                    <a:pt x="3837623" y="678180"/>
                  </a:lnTo>
                  <a:lnTo>
                    <a:pt x="3808096" y="0"/>
                  </a:lnTo>
                  <a:lnTo>
                    <a:pt x="0" y="540068"/>
                  </a:lnTo>
                  <a:close/>
                </a:path>
              </a:pathLst>
            </a:custGeom>
            <a:solidFill>
              <a:srgbClr val="BDF4FF">
                <a:alpha val="71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eak-6-mid-7"/>
            <p:cNvSpPr/>
            <p:nvPr/>
          </p:nvSpPr>
          <p:spPr>
            <a:xfrm>
              <a:off x="26641425" y="11744325"/>
              <a:ext cx="3810000" cy="825817"/>
            </a:xfrm>
            <a:custGeom>
              <a:avLst/>
              <a:gdLst/>
              <a:ahLst/>
              <a:cxnLst/>
              <a:rect l="l" t="t" r="r" b="b"/>
              <a:pathLst>
                <a:path w="3810000" h="825817">
                  <a:moveTo>
                    <a:pt x="40957" y="825817"/>
                  </a:moveTo>
                  <a:lnTo>
                    <a:pt x="3810000" y="285750"/>
                  </a:lnTo>
                  <a:lnTo>
                    <a:pt x="3809047" y="0"/>
                  </a:lnTo>
                  <a:lnTo>
                    <a:pt x="0" y="541020"/>
                  </a:lnTo>
                  <a:close/>
                </a:path>
              </a:pathLst>
            </a:custGeom>
            <a:solidFill>
              <a:srgbClr val="BDF4FF">
                <a:alpha val="119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eak-6-core-7"/>
            <p:cNvSpPr/>
            <p:nvPr/>
          </p:nvSpPr>
          <p:spPr>
            <a:xfrm>
              <a:off x="26657618" y="11858625"/>
              <a:ext cx="3793807" cy="597217"/>
            </a:xfrm>
            <a:custGeom>
              <a:avLst/>
              <a:gdLst/>
              <a:ahLst/>
              <a:cxnLst/>
              <a:rect l="l" t="t" r="r" b="b"/>
              <a:pathLst>
                <a:path w="3793807" h="597217">
                  <a:moveTo>
                    <a:pt x="7620" y="597217"/>
                  </a:moveTo>
                  <a:lnTo>
                    <a:pt x="3793807" y="57150"/>
                  </a:lnTo>
                  <a:lnTo>
                    <a:pt x="3793807" y="0"/>
                  </a:lnTo>
                  <a:lnTo>
                    <a:pt x="0" y="541020"/>
                  </a:lnTo>
                  <a:close/>
                </a:path>
              </a:pathLst>
            </a:custGeom>
            <a:solidFill>
              <a:srgbClr val="FFFFFF">
                <a:alpha val="274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treak-7-halo-0"/>
            <p:cNvSpPr/>
            <p:nvPr/>
          </p:nvSpPr>
          <p:spPr>
            <a:xfrm>
              <a:off x="19050" y="11908155"/>
              <a:ext cx="3816668" cy="954405"/>
            </a:xfrm>
            <a:custGeom>
              <a:avLst/>
              <a:gdLst/>
              <a:ahLst/>
              <a:cxnLst/>
              <a:rect l="l" t="t" r="r" b="b"/>
              <a:pathLst>
                <a:path w="3816668" h="954405">
                  <a:moveTo>
                    <a:pt x="0" y="339090"/>
                  </a:moveTo>
                  <a:lnTo>
                    <a:pt x="3762375" y="954405"/>
                  </a:lnTo>
                  <a:lnTo>
                    <a:pt x="3816668" y="615315"/>
                  </a:lnTo>
                  <a:lnTo>
                    <a:pt x="8572" y="0"/>
                  </a:lnTo>
                  <a:close/>
                </a:path>
              </a:pathLst>
            </a:custGeom>
            <a:solidFill>
              <a:srgbClr val="8FD8E8">
                <a:alpha val="7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streak-7-mid-0"/>
            <p:cNvSpPr/>
            <p:nvPr/>
          </p:nvSpPr>
          <p:spPr>
            <a:xfrm>
              <a:off x="19050" y="12006262"/>
              <a:ext cx="3801428" cy="758190"/>
            </a:xfrm>
            <a:custGeom>
              <a:avLst/>
              <a:gdLst/>
              <a:ahLst/>
              <a:cxnLst/>
              <a:rect l="l" t="t" r="r" b="b"/>
              <a:pathLst>
                <a:path w="3801428" h="758190">
                  <a:moveTo>
                    <a:pt x="0" y="142876"/>
                  </a:moveTo>
                  <a:lnTo>
                    <a:pt x="3778568" y="758190"/>
                  </a:lnTo>
                  <a:lnTo>
                    <a:pt x="3801428" y="615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D8E8">
                <a:alpha val="13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streak-7-core-0"/>
            <p:cNvSpPr/>
            <p:nvPr/>
          </p:nvSpPr>
          <p:spPr>
            <a:xfrm>
              <a:off x="19050" y="12063412"/>
              <a:ext cx="3791902" cy="643890"/>
            </a:xfrm>
            <a:custGeom>
              <a:avLst/>
              <a:gdLst/>
              <a:ahLst/>
              <a:cxnLst/>
              <a:rect l="l" t="t" r="r" b="b"/>
              <a:pathLst>
                <a:path w="3791902" h="643890">
                  <a:moveTo>
                    <a:pt x="0" y="28576"/>
                  </a:moveTo>
                  <a:lnTo>
                    <a:pt x="3787140" y="643890"/>
                  </a:lnTo>
                  <a:lnTo>
                    <a:pt x="3791902" y="615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DFF">
                <a:alpha val="30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streak-7-halo-1"/>
            <p:cNvSpPr/>
            <p:nvPr/>
          </p:nvSpPr>
          <p:spPr>
            <a:xfrm>
              <a:off x="3781425" y="12523470"/>
              <a:ext cx="3860483" cy="909638"/>
            </a:xfrm>
            <a:custGeom>
              <a:avLst/>
              <a:gdLst/>
              <a:ahLst/>
              <a:cxnLst/>
              <a:rect l="l" t="t" r="r" b="b"/>
              <a:pathLst>
                <a:path w="3860483" h="909638">
                  <a:moveTo>
                    <a:pt x="0" y="339090"/>
                  </a:moveTo>
                  <a:lnTo>
                    <a:pt x="1145857" y="523875"/>
                  </a:lnTo>
                  <a:lnTo>
                    <a:pt x="3811905" y="909638"/>
                  </a:lnTo>
                  <a:lnTo>
                    <a:pt x="3860483" y="570548"/>
                  </a:lnTo>
                  <a:lnTo>
                    <a:pt x="1197293" y="184785"/>
                  </a:lnTo>
                  <a:lnTo>
                    <a:pt x="54293" y="0"/>
                  </a:lnTo>
                  <a:close/>
                </a:path>
              </a:pathLst>
            </a:custGeom>
            <a:solidFill>
              <a:srgbClr val="8FD8E8">
                <a:alpha val="11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eak-7-mid-1"/>
            <p:cNvSpPr/>
            <p:nvPr/>
          </p:nvSpPr>
          <p:spPr>
            <a:xfrm>
              <a:off x="3797618" y="12621578"/>
              <a:ext cx="3830002" cy="713422"/>
            </a:xfrm>
            <a:custGeom>
              <a:avLst/>
              <a:gdLst/>
              <a:ahLst/>
              <a:cxnLst/>
              <a:rect l="l" t="t" r="r" b="b"/>
              <a:pathLst>
                <a:path w="3830002" h="713422">
                  <a:moveTo>
                    <a:pt x="0" y="142874"/>
                  </a:moveTo>
                  <a:lnTo>
                    <a:pt x="1144904" y="327660"/>
                  </a:lnTo>
                  <a:lnTo>
                    <a:pt x="3810000" y="713422"/>
                  </a:lnTo>
                  <a:lnTo>
                    <a:pt x="3830002" y="570547"/>
                  </a:lnTo>
                  <a:lnTo>
                    <a:pt x="1165860" y="184784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8FD8E8">
                <a:alpha val="191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eak-7-core-1"/>
            <p:cNvSpPr/>
            <p:nvPr/>
          </p:nvSpPr>
          <p:spPr>
            <a:xfrm>
              <a:off x="3806190" y="12678728"/>
              <a:ext cx="3813810" cy="599122"/>
            </a:xfrm>
            <a:custGeom>
              <a:avLst/>
              <a:gdLst/>
              <a:ahLst/>
              <a:cxnLst/>
              <a:rect l="l" t="t" r="r" b="b"/>
              <a:pathLst>
                <a:path w="3813810" h="599122">
                  <a:moveTo>
                    <a:pt x="0" y="28574"/>
                  </a:moveTo>
                  <a:lnTo>
                    <a:pt x="1144905" y="213360"/>
                  </a:lnTo>
                  <a:lnTo>
                    <a:pt x="3809048" y="599122"/>
                  </a:lnTo>
                  <a:lnTo>
                    <a:pt x="3813810" y="570547"/>
                  </a:lnTo>
                  <a:lnTo>
                    <a:pt x="1148715" y="184784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F2FDFF">
                <a:alpha val="44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streak-7-halo-2"/>
            <p:cNvSpPr/>
            <p:nvPr/>
          </p:nvSpPr>
          <p:spPr>
            <a:xfrm>
              <a:off x="7593330" y="13094018"/>
              <a:ext cx="3842385" cy="808672"/>
            </a:xfrm>
            <a:custGeom>
              <a:avLst/>
              <a:gdLst/>
              <a:ahLst/>
              <a:cxnLst/>
              <a:rect l="l" t="t" r="r" b="b"/>
              <a:pathLst>
                <a:path w="3842385" h="808672">
                  <a:moveTo>
                    <a:pt x="0" y="339090"/>
                  </a:moveTo>
                  <a:lnTo>
                    <a:pt x="2863215" y="754380"/>
                  </a:lnTo>
                  <a:lnTo>
                    <a:pt x="3823335" y="808672"/>
                  </a:lnTo>
                  <a:lnTo>
                    <a:pt x="3842385" y="466724"/>
                  </a:lnTo>
                  <a:lnTo>
                    <a:pt x="2905125" y="413384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8FD8E8">
                <a:alpha val="15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streak-7-mid-2"/>
            <p:cNvSpPr/>
            <p:nvPr/>
          </p:nvSpPr>
          <p:spPr>
            <a:xfrm>
              <a:off x="7607618" y="13192125"/>
              <a:ext cx="3823334" cy="611505"/>
            </a:xfrm>
            <a:custGeom>
              <a:avLst/>
              <a:gdLst/>
              <a:ahLst/>
              <a:cxnLst/>
              <a:rect l="l" t="t" r="r" b="b"/>
              <a:pathLst>
                <a:path w="3823334" h="611505">
                  <a:moveTo>
                    <a:pt x="0" y="142875"/>
                  </a:moveTo>
                  <a:lnTo>
                    <a:pt x="2861310" y="557213"/>
                  </a:lnTo>
                  <a:lnTo>
                    <a:pt x="3814762" y="611505"/>
                  </a:lnTo>
                  <a:lnTo>
                    <a:pt x="3823334" y="467677"/>
                  </a:lnTo>
                  <a:lnTo>
                    <a:pt x="2878454" y="414337"/>
                  </a:lnTo>
                  <a:lnTo>
                    <a:pt x="20002" y="0"/>
                  </a:lnTo>
                  <a:close/>
                </a:path>
              </a:pathLst>
            </a:custGeom>
            <a:solidFill>
              <a:srgbClr val="8FD8E8">
                <a:alpha val="26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streak-7-core-2"/>
            <p:cNvSpPr/>
            <p:nvPr/>
          </p:nvSpPr>
          <p:spPr>
            <a:xfrm>
              <a:off x="7615238" y="13249275"/>
              <a:ext cx="3811904" cy="496253"/>
            </a:xfrm>
            <a:custGeom>
              <a:avLst/>
              <a:gdLst/>
              <a:ahLst/>
              <a:cxnLst/>
              <a:rect l="l" t="t" r="r" b="b"/>
              <a:pathLst>
                <a:path w="3811904" h="496253">
                  <a:moveTo>
                    <a:pt x="0" y="28575"/>
                  </a:moveTo>
                  <a:lnTo>
                    <a:pt x="2860357" y="442913"/>
                  </a:lnTo>
                  <a:lnTo>
                    <a:pt x="3810000" y="496253"/>
                  </a:lnTo>
                  <a:lnTo>
                    <a:pt x="3811904" y="467677"/>
                  </a:lnTo>
                  <a:lnTo>
                    <a:pt x="2864167" y="414337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F2FDFF">
                <a:alpha val="61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eak-7-halo-3"/>
            <p:cNvSpPr/>
            <p:nvPr/>
          </p:nvSpPr>
          <p:spPr>
            <a:xfrm>
              <a:off x="11416665" y="13560742"/>
              <a:ext cx="3828097" cy="558166"/>
            </a:xfrm>
            <a:custGeom>
              <a:avLst/>
              <a:gdLst/>
              <a:ahLst/>
              <a:cxnLst/>
              <a:rect l="l" t="t" r="r" b="b"/>
              <a:pathLst>
                <a:path w="3828097" h="558166">
                  <a:moveTo>
                    <a:pt x="0" y="341948"/>
                  </a:moveTo>
                  <a:lnTo>
                    <a:pt x="3809047" y="558166"/>
                  </a:lnTo>
                  <a:lnTo>
                    <a:pt x="3828097" y="215266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8FD8E8">
                <a:alpha val="21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eak-7-mid-3"/>
            <p:cNvSpPr/>
            <p:nvPr/>
          </p:nvSpPr>
          <p:spPr>
            <a:xfrm>
              <a:off x="11422380" y="13659802"/>
              <a:ext cx="3816668" cy="360046"/>
            </a:xfrm>
            <a:custGeom>
              <a:avLst/>
              <a:gdLst/>
              <a:ahLst/>
              <a:cxnLst/>
              <a:rect l="l" t="t" r="r" b="b"/>
              <a:pathLst>
                <a:path w="3816668" h="360046">
                  <a:moveTo>
                    <a:pt x="0" y="143828"/>
                  </a:moveTo>
                  <a:lnTo>
                    <a:pt x="3809048" y="360046"/>
                  </a:lnTo>
                  <a:lnTo>
                    <a:pt x="3816668" y="216218"/>
                  </a:lnTo>
                  <a:lnTo>
                    <a:pt x="8572" y="0"/>
                  </a:lnTo>
                  <a:close/>
                </a:path>
              </a:pathLst>
            </a:custGeom>
            <a:solidFill>
              <a:srgbClr val="8FD8E8">
                <a:alpha val="354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eak-7-core-3"/>
            <p:cNvSpPr/>
            <p:nvPr/>
          </p:nvSpPr>
          <p:spPr>
            <a:xfrm>
              <a:off x="11425238" y="13716952"/>
              <a:ext cx="3810952" cy="244793"/>
            </a:xfrm>
            <a:custGeom>
              <a:avLst/>
              <a:gdLst/>
              <a:ahLst/>
              <a:cxnLst/>
              <a:rect l="l" t="t" r="r" b="b"/>
              <a:pathLst>
                <a:path w="3810952" h="244793">
                  <a:moveTo>
                    <a:pt x="0" y="28576"/>
                  </a:moveTo>
                  <a:lnTo>
                    <a:pt x="3809047" y="244793"/>
                  </a:lnTo>
                  <a:lnTo>
                    <a:pt x="3810952" y="216218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rgbClr val="F2FDFF">
                <a:alpha val="81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streak-7-halo-4"/>
            <p:cNvSpPr/>
            <p:nvPr/>
          </p:nvSpPr>
          <p:spPr>
            <a:xfrm>
              <a:off x="15225712" y="13688378"/>
              <a:ext cx="3827146" cy="484822"/>
            </a:xfrm>
            <a:custGeom>
              <a:avLst/>
              <a:gdLst/>
              <a:ahLst/>
              <a:cxnLst/>
              <a:rect l="l" t="t" r="r" b="b"/>
              <a:pathLst>
                <a:path w="3827146" h="484822">
                  <a:moveTo>
                    <a:pt x="0" y="430530"/>
                  </a:moveTo>
                  <a:lnTo>
                    <a:pt x="970598" y="484822"/>
                  </a:lnTo>
                  <a:lnTo>
                    <a:pt x="3827146" y="341947"/>
                  </a:lnTo>
                  <a:lnTo>
                    <a:pt x="3810000" y="0"/>
                  </a:lnTo>
                  <a:lnTo>
                    <a:pt x="962978" y="141922"/>
                  </a:lnTo>
                  <a:lnTo>
                    <a:pt x="19050" y="87630"/>
                  </a:lnTo>
                  <a:close/>
                </a:path>
              </a:pathLst>
            </a:custGeom>
            <a:solidFill>
              <a:srgbClr val="8FD8E8">
                <a:alpha val="27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streak-7-mid-4"/>
            <p:cNvSpPr/>
            <p:nvPr/>
          </p:nvSpPr>
          <p:spPr>
            <a:xfrm>
              <a:off x="15231428" y="13787438"/>
              <a:ext cx="3816667" cy="286702"/>
            </a:xfrm>
            <a:custGeom>
              <a:avLst/>
              <a:gdLst/>
              <a:ahLst/>
              <a:cxnLst/>
              <a:rect l="l" t="t" r="r" b="b"/>
              <a:pathLst>
                <a:path w="3816667" h="286702">
                  <a:moveTo>
                    <a:pt x="0" y="232410"/>
                  </a:moveTo>
                  <a:lnTo>
                    <a:pt x="962977" y="286702"/>
                  </a:lnTo>
                  <a:lnTo>
                    <a:pt x="3816667" y="143827"/>
                  </a:lnTo>
                  <a:lnTo>
                    <a:pt x="3809047" y="0"/>
                  </a:lnTo>
                  <a:lnTo>
                    <a:pt x="959167" y="141922"/>
                  </a:lnTo>
                  <a:lnTo>
                    <a:pt x="7620" y="88582"/>
                  </a:lnTo>
                  <a:close/>
                </a:path>
              </a:pathLst>
            </a:custGeom>
            <a:solidFill>
              <a:srgbClr val="8FD8E8">
                <a:alpha val="45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streak-7-core-4"/>
            <p:cNvSpPr/>
            <p:nvPr/>
          </p:nvSpPr>
          <p:spPr>
            <a:xfrm>
              <a:off x="15234285" y="13844588"/>
              <a:ext cx="3810000" cy="171450"/>
            </a:xfrm>
            <a:custGeom>
              <a:avLst/>
              <a:gdLst/>
              <a:ahLst/>
              <a:cxnLst/>
              <a:rect l="l" t="t" r="r" b="b"/>
              <a:pathLst>
                <a:path w="3810000" h="171450">
                  <a:moveTo>
                    <a:pt x="0" y="117157"/>
                  </a:moveTo>
                  <a:lnTo>
                    <a:pt x="958215" y="171450"/>
                  </a:lnTo>
                  <a:lnTo>
                    <a:pt x="3810000" y="28574"/>
                  </a:lnTo>
                  <a:lnTo>
                    <a:pt x="3809047" y="0"/>
                  </a:lnTo>
                  <a:lnTo>
                    <a:pt x="958215" y="142874"/>
                  </a:lnTo>
                  <a:lnTo>
                    <a:pt x="1905" y="88582"/>
                  </a:lnTo>
                  <a:close/>
                </a:path>
              </a:pathLst>
            </a:custGeom>
            <a:solidFill>
              <a:srgbClr val="F2FDFF">
                <a:alpha val="105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treak-7-halo-5"/>
            <p:cNvSpPr/>
            <p:nvPr/>
          </p:nvSpPr>
          <p:spPr>
            <a:xfrm>
              <a:off x="19035712" y="13435012"/>
              <a:ext cx="3836670" cy="595313"/>
            </a:xfrm>
            <a:custGeom>
              <a:avLst/>
              <a:gdLst/>
              <a:ahLst/>
              <a:cxnLst/>
              <a:rect l="l" t="t" r="r" b="b"/>
              <a:pathLst>
                <a:path w="3836670" h="595313">
                  <a:moveTo>
                    <a:pt x="17146" y="595313"/>
                  </a:moveTo>
                  <a:lnTo>
                    <a:pt x="2883218" y="452438"/>
                  </a:lnTo>
                  <a:lnTo>
                    <a:pt x="3836670" y="340996"/>
                  </a:lnTo>
                  <a:lnTo>
                    <a:pt x="3797618" y="0"/>
                  </a:lnTo>
                  <a:lnTo>
                    <a:pt x="2860358" y="109538"/>
                  </a:lnTo>
                  <a:lnTo>
                    <a:pt x="0" y="253366"/>
                  </a:lnTo>
                  <a:close/>
                </a:path>
              </a:pathLst>
            </a:custGeom>
            <a:solidFill>
              <a:srgbClr val="8FD8E8">
                <a:alpha val="325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streak-7-mid-5"/>
            <p:cNvSpPr/>
            <p:nvPr/>
          </p:nvSpPr>
          <p:spPr>
            <a:xfrm>
              <a:off x="19040475" y="13534072"/>
              <a:ext cx="3820477" cy="397193"/>
            </a:xfrm>
            <a:custGeom>
              <a:avLst/>
              <a:gdLst/>
              <a:ahLst/>
              <a:cxnLst/>
              <a:rect l="l" t="t" r="r" b="b"/>
              <a:pathLst>
                <a:path w="3820477" h="397193">
                  <a:moveTo>
                    <a:pt x="7620" y="397193"/>
                  </a:moveTo>
                  <a:lnTo>
                    <a:pt x="2871787" y="253366"/>
                  </a:lnTo>
                  <a:lnTo>
                    <a:pt x="3820477" y="142876"/>
                  </a:lnTo>
                  <a:lnTo>
                    <a:pt x="3804285" y="0"/>
                  </a:lnTo>
                  <a:lnTo>
                    <a:pt x="2862263" y="110490"/>
                  </a:lnTo>
                  <a:lnTo>
                    <a:pt x="0" y="253366"/>
                  </a:lnTo>
                  <a:close/>
                </a:path>
              </a:pathLst>
            </a:custGeom>
            <a:solidFill>
              <a:srgbClr val="8FD8E8">
                <a:alpha val="54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streak-7-core-5"/>
            <p:cNvSpPr/>
            <p:nvPr/>
          </p:nvSpPr>
          <p:spPr>
            <a:xfrm>
              <a:off x="19043332" y="13591222"/>
              <a:ext cx="3810953" cy="281940"/>
            </a:xfrm>
            <a:custGeom>
              <a:avLst/>
              <a:gdLst/>
              <a:ahLst/>
              <a:cxnLst/>
              <a:rect l="l" t="t" r="r" b="b"/>
              <a:pathLst>
                <a:path w="3810953" h="281940">
                  <a:moveTo>
                    <a:pt x="953" y="281940"/>
                  </a:moveTo>
                  <a:lnTo>
                    <a:pt x="2865120" y="139066"/>
                  </a:lnTo>
                  <a:lnTo>
                    <a:pt x="3810953" y="28576"/>
                  </a:lnTo>
                  <a:lnTo>
                    <a:pt x="3808096" y="0"/>
                  </a:lnTo>
                  <a:lnTo>
                    <a:pt x="2863216" y="110490"/>
                  </a:lnTo>
                  <a:lnTo>
                    <a:pt x="0" y="253366"/>
                  </a:lnTo>
                  <a:close/>
                </a:path>
              </a:pathLst>
            </a:custGeom>
            <a:solidFill>
              <a:srgbClr val="F2FDFF">
                <a:alpha val="125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streak-7-halo-6"/>
            <p:cNvSpPr/>
            <p:nvPr/>
          </p:nvSpPr>
          <p:spPr>
            <a:xfrm>
              <a:off x="22833330" y="12991148"/>
              <a:ext cx="3848100" cy="784860"/>
            </a:xfrm>
            <a:custGeom>
              <a:avLst/>
              <a:gdLst/>
              <a:ahLst/>
              <a:cxnLst/>
              <a:rect l="l" t="t" r="r" b="b"/>
              <a:pathLst>
                <a:path w="3848100" h="784860">
                  <a:moveTo>
                    <a:pt x="39052" y="784860"/>
                  </a:moveTo>
                  <a:lnTo>
                    <a:pt x="3848100" y="340042"/>
                  </a:lnTo>
                  <a:lnTo>
                    <a:pt x="3808095" y="0"/>
                  </a:lnTo>
                  <a:lnTo>
                    <a:pt x="0" y="443864"/>
                  </a:lnTo>
                  <a:close/>
                </a:path>
              </a:pathLst>
            </a:custGeom>
            <a:solidFill>
              <a:srgbClr val="8FD8E8">
                <a:alpha val="37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streak-7-mid-6"/>
            <p:cNvSpPr/>
            <p:nvPr/>
          </p:nvSpPr>
          <p:spPr>
            <a:xfrm>
              <a:off x="22844760" y="13090208"/>
              <a:ext cx="3825240" cy="586740"/>
            </a:xfrm>
            <a:custGeom>
              <a:avLst/>
              <a:gdLst/>
              <a:ahLst/>
              <a:cxnLst/>
              <a:rect l="l" t="t" r="r" b="b"/>
              <a:pathLst>
                <a:path w="3825240" h="586740">
                  <a:moveTo>
                    <a:pt x="16192" y="586740"/>
                  </a:moveTo>
                  <a:lnTo>
                    <a:pt x="3825240" y="142874"/>
                  </a:lnTo>
                  <a:lnTo>
                    <a:pt x="3808095" y="0"/>
                  </a:lnTo>
                  <a:lnTo>
                    <a:pt x="0" y="443864"/>
                  </a:lnTo>
                  <a:close/>
                </a:path>
              </a:pathLst>
            </a:custGeom>
            <a:solidFill>
              <a:srgbClr val="8FD8E8">
                <a:alpha val="63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treak-7-core-6"/>
            <p:cNvSpPr/>
            <p:nvPr/>
          </p:nvSpPr>
          <p:spPr>
            <a:xfrm>
              <a:off x="22851428" y="13147358"/>
              <a:ext cx="3811904" cy="472440"/>
            </a:xfrm>
            <a:custGeom>
              <a:avLst/>
              <a:gdLst/>
              <a:ahLst/>
              <a:cxnLst/>
              <a:rect l="l" t="t" r="r" b="b"/>
              <a:pathLst>
                <a:path w="3811904" h="472440">
                  <a:moveTo>
                    <a:pt x="2857" y="472440"/>
                  </a:moveTo>
                  <a:lnTo>
                    <a:pt x="3811904" y="28574"/>
                  </a:lnTo>
                  <a:lnTo>
                    <a:pt x="3809047" y="0"/>
                  </a:lnTo>
                  <a:lnTo>
                    <a:pt x="0" y="443864"/>
                  </a:lnTo>
                  <a:close/>
                </a:path>
              </a:pathLst>
            </a:custGeom>
            <a:solidFill>
              <a:srgbClr val="F2FDFF">
                <a:alpha val="146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streak-7-halo-7"/>
            <p:cNvSpPr/>
            <p:nvPr/>
          </p:nvSpPr>
          <p:spPr>
            <a:xfrm>
              <a:off x="26641425" y="12366308"/>
              <a:ext cx="3810000" cy="964882"/>
            </a:xfrm>
            <a:custGeom>
              <a:avLst/>
              <a:gdLst/>
              <a:ahLst/>
              <a:cxnLst/>
              <a:rect l="l" t="t" r="r" b="b"/>
              <a:pathLst>
                <a:path w="3810000" h="964882">
                  <a:moveTo>
                    <a:pt x="40005" y="964882"/>
                  </a:moveTo>
                  <a:lnTo>
                    <a:pt x="1008697" y="852487"/>
                  </a:lnTo>
                  <a:lnTo>
                    <a:pt x="3810000" y="337184"/>
                  </a:lnTo>
                  <a:lnTo>
                    <a:pt x="3798570" y="0"/>
                  </a:lnTo>
                  <a:lnTo>
                    <a:pt x="953453" y="513397"/>
                  </a:lnTo>
                  <a:lnTo>
                    <a:pt x="0" y="624840"/>
                  </a:lnTo>
                  <a:close/>
                </a:path>
              </a:pathLst>
            </a:custGeom>
            <a:solidFill>
              <a:srgbClr val="8FD8E8">
                <a:alpha val="41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streak-7-mid-7"/>
            <p:cNvSpPr/>
            <p:nvPr/>
          </p:nvSpPr>
          <p:spPr>
            <a:xfrm>
              <a:off x="26652855" y="12464415"/>
              <a:ext cx="3798570" cy="768667"/>
            </a:xfrm>
            <a:custGeom>
              <a:avLst/>
              <a:gdLst/>
              <a:ahLst/>
              <a:cxnLst/>
              <a:rect l="l" t="t" r="r" b="b"/>
              <a:pathLst>
                <a:path w="3798570" h="768667">
                  <a:moveTo>
                    <a:pt x="17145" y="768667"/>
                  </a:moveTo>
                  <a:lnTo>
                    <a:pt x="981075" y="656273"/>
                  </a:lnTo>
                  <a:lnTo>
                    <a:pt x="3798570" y="140970"/>
                  </a:lnTo>
                  <a:lnTo>
                    <a:pt x="3798570" y="0"/>
                  </a:lnTo>
                  <a:lnTo>
                    <a:pt x="958215" y="513397"/>
                  </a:lnTo>
                  <a:lnTo>
                    <a:pt x="0" y="625793"/>
                  </a:lnTo>
                  <a:close/>
                </a:path>
              </a:pathLst>
            </a:custGeom>
            <a:solidFill>
              <a:srgbClr val="8FD8E8">
                <a:alpha val="70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streak-7-core-7"/>
            <p:cNvSpPr/>
            <p:nvPr/>
          </p:nvSpPr>
          <p:spPr>
            <a:xfrm>
              <a:off x="26660475" y="12520612"/>
              <a:ext cx="3790950" cy="655320"/>
            </a:xfrm>
            <a:custGeom>
              <a:avLst/>
              <a:gdLst/>
              <a:ahLst/>
              <a:cxnLst/>
              <a:rect l="l" t="t" r="r" b="b"/>
              <a:pathLst>
                <a:path w="3790950" h="655320">
                  <a:moveTo>
                    <a:pt x="2857" y="655320"/>
                  </a:moveTo>
                  <a:lnTo>
                    <a:pt x="963930" y="542926"/>
                  </a:lnTo>
                  <a:lnTo>
                    <a:pt x="3790950" y="28576"/>
                  </a:lnTo>
                  <a:lnTo>
                    <a:pt x="3790950" y="0"/>
                  </a:lnTo>
                  <a:lnTo>
                    <a:pt x="960120" y="514350"/>
                  </a:lnTo>
                  <a:lnTo>
                    <a:pt x="0" y="626746"/>
                  </a:lnTo>
                  <a:close/>
                </a:path>
              </a:pathLst>
            </a:custGeom>
            <a:solidFill>
              <a:srgbClr val="F2FDFF">
                <a:alpha val="161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streak-8-halo-0"/>
            <p:cNvSpPr/>
            <p:nvPr/>
          </p:nvSpPr>
          <p:spPr>
            <a:xfrm>
              <a:off x="19050" y="12665392"/>
              <a:ext cx="3859530" cy="1462088"/>
            </a:xfrm>
            <a:custGeom>
              <a:avLst/>
              <a:gdLst/>
              <a:ahLst/>
              <a:cxnLst/>
              <a:rect l="l" t="t" r="r" b="b"/>
              <a:pathLst>
                <a:path w="3859530" h="1462088">
                  <a:moveTo>
                    <a:pt x="0" y="729616"/>
                  </a:moveTo>
                  <a:lnTo>
                    <a:pt x="3719512" y="1462088"/>
                  </a:lnTo>
                  <a:lnTo>
                    <a:pt x="3859530" y="732473"/>
                  </a:lnTo>
                  <a:lnTo>
                    <a:pt x="51435" y="0"/>
                  </a:lnTo>
                  <a:close/>
                </a:path>
              </a:pathLst>
            </a:custGeom>
            <a:solidFill>
              <a:srgbClr val="E8FBFF">
                <a:alpha val="1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treak-8-mid-0"/>
            <p:cNvSpPr/>
            <p:nvPr/>
          </p:nvSpPr>
          <p:spPr>
            <a:xfrm>
              <a:off x="19050" y="12876848"/>
              <a:ext cx="3819525" cy="1039177"/>
            </a:xfrm>
            <a:custGeom>
              <a:avLst/>
              <a:gdLst/>
              <a:ahLst/>
              <a:cxnLst/>
              <a:rect l="l" t="t" r="r" b="b"/>
              <a:pathLst>
                <a:path w="3819525" h="1039177">
                  <a:moveTo>
                    <a:pt x="0" y="306704"/>
                  </a:moveTo>
                  <a:lnTo>
                    <a:pt x="3760470" y="1039177"/>
                  </a:lnTo>
                  <a:lnTo>
                    <a:pt x="3819525" y="732472"/>
                  </a:lnTo>
                  <a:lnTo>
                    <a:pt x="10478" y="0"/>
                  </a:lnTo>
                  <a:close/>
                </a:path>
              </a:pathLst>
            </a:custGeom>
            <a:solidFill>
              <a:srgbClr val="E8FBFF">
                <a:alpha val="20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treak-8-core-0"/>
            <p:cNvSpPr/>
            <p:nvPr/>
          </p:nvSpPr>
          <p:spPr>
            <a:xfrm>
              <a:off x="19050" y="12997815"/>
              <a:ext cx="3795712" cy="797243"/>
            </a:xfrm>
            <a:custGeom>
              <a:avLst/>
              <a:gdLst/>
              <a:ahLst/>
              <a:cxnLst/>
              <a:rect l="l" t="t" r="r" b="b"/>
              <a:pathLst>
                <a:path w="3795712" h="797243">
                  <a:moveTo>
                    <a:pt x="0" y="64770"/>
                  </a:moveTo>
                  <a:lnTo>
                    <a:pt x="3783330" y="797243"/>
                  </a:lnTo>
                  <a:lnTo>
                    <a:pt x="3795712" y="7324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6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streak-8-halo-1"/>
            <p:cNvSpPr/>
            <p:nvPr/>
          </p:nvSpPr>
          <p:spPr>
            <a:xfrm>
              <a:off x="3738562" y="13397865"/>
              <a:ext cx="3932873" cy="1343025"/>
            </a:xfrm>
            <a:custGeom>
              <a:avLst/>
              <a:gdLst/>
              <a:ahLst/>
              <a:cxnLst/>
              <a:rect l="l" t="t" r="r" b="b"/>
              <a:pathLst>
                <a:path w="3932873" h="1343025">
                  <a:moveTo>
                    <a:pt x="0" y="729615"/>
                  </a:moveTo>
                  <a:lnTo>
                    <a:pt x="1155383" y="951547"/>
                  </a:lnTo>
                  <a:lnTo>
                    <a:pt x="3825240" y="1343025"/>
                  </a:lnTo>
                  <a:lnTo>
                    <a:pt x="3932873" y="607695"/>
                  </a:lnTo>
                  <a:lnTo>
                    <a:pt x="1273493" y="218123"/>
                  </a:lnTo>
                  <a:lnTo>
                    <a:pt x="140018" y="0"/>
                  </a:lnTo>
                  <a:close/>
                </a:path>
              </a:pathLst>
            </a:custGeom>
            <a:solidFill>
              <a:srgbClr val="E8FBFF">
                <a:alpha val="173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streak-8-mid-1"/>
            <p:cNvSpPr/>
            <p:nvPr/>
          </p:nvSpPr>
          <p:spPr>
            <a:xfrm>
              <a:off x="3779520" y="13609320"/>
              <a:ext cx="3860482" cy="918210"/>
            </a:xfrm>
            <a:custGeom>
              <a:avLst/>
              <a:gdLst/>
              <a:ahLst/>
              <a:cxnLst/>
              <a:rect l="l" t="t" r="r" b="b"/>
              <a:pathLst>
                <a:path w="3860482" h="918210">
                  <a:moveTo>
                    <a:pt x="0" y="306705"/>
                  </a:moveTo>
                  <a:lnTo>
                    <a:pt x="1148715" y="527685"/>
                  </a:lnTo>
                  <a:lnTo>
                    <a:pt x="3815715" y="918210"/>
                  </a:lnTo>
                  <a:lnTo>
                    <a:pt x="3860482" y="609600"/>
                  </a:lnTo>
                  <a:lnTo>
                    <a:pt x="1198245" y="219075"/>
                  </a:lnTo>
                  <a:lnTo>
                    <a:pt x="59055" y="0"/>
                  </a:lnTo>
                  <a:close/>
                </a:path>
              </a:pathLst>
            </a:custGeom>
            <a:solidFill>
              <a:srgbClr val="E8FBFF">
                <a:alpha val="29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streak-8-core-1"/>
            <p:cNvSpPr/>
            <p:nvPr/>
          </p:nvSpPr>
          <p:spPr>
            <a:xfrm>
              <a:off x="3802380" y="13730288"/>
              <a:ext cx="3820478" cy="676274"/>
            </a:xfrm>
            <a:custGeom>
              <a:avLst/>
              <a:gdLst/>
              <a:ahLst/>
              <a:cxnLst/>
              <a:rect l="l" t="t" r="r" b="b"/>
              <a:pathLst>
                <a:path w="3820478" h="676274">
                  <a:moveTo>
                    <a:pt x="0" y="64770"/>
                  </a:moveTo>
                  <a:lnTo>
                    <a:pt x="1144905" y="285750"/>
                  </a:lnTo>
                  <a:lnTo>
                    <a:pt x="3810000" y="676274"/>
                  </a:lnTo>
                  <a:lnTo>
                    <a:pt x="3820478" y="610552"/>
                  </a:lnTo>
                  <a:lnTo>
                    <a:pt x="1156335" y="219074"/>
                  </a:lnTo>
                  <a:lnTo>
                    <a:pt x="12382" y="0"/>
                  </a:lnTo>
                  <a:close/>
                </a:path>
              </a:pathLst>
            </a:custGeom>
            <a:solidFill>
              <a:srgbClr val="FFFFFF">
                <a:alpha val="67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streak-8-halo-2"/>
            <p:cNvSpPr/>
            <p:nvPr/>
          </p:nvSpPr>
          <p:spPr>
            <a:xfrm>
              <a:off x="7563802" y="14005560"/>
              <a:ext cx="3882390" cy="1226820"/>
            </a:xfrm>
            <a:custGeom>
              <a:avLst/>
              <a:gdLst/>
              <a:ahLst/>
              <a:cxnLst/>
              <a:rect l="l" t="t" r="r" b="b"/>
              <a:pathLst>
                <a:path w="3882390" h="1226820">
                  <a:moveTo>
                    <a:pt x="0" y="735330"/>
                  </a:moveTo>
                  <a:lnTo>
                    <a:pt x="3056573" y="1183958"/>
                  </a:lnTo>
                  <a:lnTo>
                    <a:pt x="3842386" y="1226820"/>
                  </a:lnTo>
                  <a:lnTo>
                    <a:pt x="3882390" y="484822"/>
                  </a:lnTo>
                  <a:lnTo>
                    <a:pt x="3151823" y="446722"/>
                  </a:lnTo>
                  <a:lnTo>
                    <a:pt x="107633" y="0"/>
                  </a:lnTo>
                  <a:close/>
                </a:path>
              </a:pathLst>
            </a:custGeom>
            <a:solidFill>
              <a:srgbClr val="E8FBFF">
                <a:alpha val="24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treak-8-mid-2"/>
            <p:cNvSpPr/>
            <p:nvPr/>
          </p:nvSpPr>
          <p:spPr>
            <a:xfrm>
              <a:off x="7595235" y="14218920"/>
              <a:ext cx="3839527" cy="798195"/>
            </a:xfrm>
            <a:custGeom>
              <a:avLst/>
              <a:gdLst/>
              <a:ahLst/>
              <a:cxnLst/>
              <a:rect l="l" t="t" r="r" b="b"/>
              <a:pathLst>
                <a:path w="3839527" h="798195">
                  <a:moveTo>
                    <a:pt x="0" y="308610"/>
                  </a:moveTo>
                  <a:lnTo>
                    <a:pt x="3052763" y="756285"/>
                  </a:lnTo>
                  <a:lnTo>
                    <a:pt x="3823335" y="798195"/>
                  </a:lnTo>
                  <a:lnTo>
                    <a:pt x="3839527" y="486728"/>
                  </a:lnTo>
                  <a:lnTo>
                    <a:pt x="3092767" y="447675"/>
                  </a:lnTo>
                  <a:lnTo>
                    <a:pt x="44767" y="0"/>
                  </a:lnTo>
                  <a:close/>
                </a:path>
              </a:pathLst>
            </a:custGeom>
            <a:solidFill>
              <a:srgbClr val="E8FBFF">
                <a:alpha val="40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streak-8-core-2"/>
            <p:cNvSpPr/>
            <p:nvPr/>
          </p:nvSpPr>
          <p:spPr>
            <a:xfrm>
              <a:off x="7612380" y="14340840"/>
              <a:ext cx="3815715" cy="553402"/>
            </a:xfrm>
            <a:custGeom>
              <a:avLst/>
              <a:gdLst/>
              <a:ahLst/>
              <a:cxnLst/>
              <a:rect l="l" t="t" r="r" b="b"/>
              <a:pathLst>
                <a:path w="3815715" h="553402">
                  <a:moveTo>
                    <a:pt x="0" y="65722"/>
                  </a:moveTo>
                  <a:lnTo>
                    <a:pt x="3051810" y="513398"/>
                  </a:lnTo>
                  <a:lnTo>
                    <a:pt x="3811905" y="553402"/>
                  </a:lnTo>
                  <a:lnTo>
                    <a:pt x="3815715" y="487680"/>
                  </a:lnTo>
                  <a:lnTo>
                    <a:pt x="3059430" y="446722"/>
                  </a:lnTo>
                  <a:lnTo>
                    <a:pt x="10478" y="0"/>
                  </a:lnTo>
                  <a:close/>
                </a:path>
              </a:pathLst>
            </a:custGeom>
            <a:solidFill>
              <a:srgbClr val="FFFFFF">
                <a:alpha val="93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streak-8-halo-3"/>
            <p:cNvSpPr/>
            <p:nvPr/>
          </p:nvSpPr>
          <p:spPr>
            <a:xfrm>
              <a:off x="11406188" y="14490382"/>
              <a:ext cx="3849052" cy="944880"/>
            </a:xfrm>
            <a:custGeom>
              <a:avLst/>
              <a:gdLst/>
              <a:ahLst/>
              <a:cxnLst/>
              <a:rect l="l" t="t" r="r" b="b"/>
              <a:pathLst>
                <a:path w="3849052" h="944880">
                  <a:moveTo>
                    <a:pt x="0" y="741998"/>
                  </a:moveTo>
                  <a:lnTo>
                    <a:pt x="3809047" y="944880"/>
                  </a:lnTo>
                  <a:lnTo>
                    <a:pt x="3849052" y="202883"/>
                  </a:lnTo>
                  <a:lnTo>
                    <a:pt x="40004" y="0"/>
                  </a:lnTo>
                  <a:close/>
                </a:path>
              </a:pathLst>
            </a:custGeom>
            <a:solidFill>
              <a:srgbClr val="E8FBFF">
                <a:alpha val="320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streak-8-mid-3"/>
            <p:cNvSpPr/>
            <p:nvPr/>
          </p:nvSpPr>
          <p:spPr>
            <a:xfrm>
              <a:off x="11418570" y="14705648"/>
              <a:ext cx="3825240" cy="514350"/>
            </a:xfrm>
            <a:custGeom>
              <a:avLst/>
              <a:gdLst/>
              <a:ahLst/>
              <a:cxnLst/>
              <a:rect l="l" t="t" r="r" b="b"/>
              <a:pathLst>
                <a:path w="3825240" h="514350">
                  <a:moveTo>
                    <a:pt x="0" y="311467"/>
                  </a:moveTo>
                  <a:lnTo>
                    <a:pt x="3808095" y="514350"/>
                  </a:lnTo>
                  <a:lnTo>
                    <a:pt x="3825240" y="202882"/>
                  </a:lnTo>
                  <a:lnTo>
                    <a:pt x="16192" y="0"/>
                  </a:lnTo>
                  <a:close/>
                </a:path>
              </a:pathLst>
            </a:custGeom>
            <a:solidFill>
              <a:srgbClr val="E8FBFF">
                <a:alpha val="5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streak-8-core-3"/>
            <p:cNvSpPr/>
            <p:nvPr/>
          </p:nvSpPr>
          <p:spPr>
            <a:xfrm>
              <a:off x="11424285" y="14828520"/>
              <a:ext cx="3812857" cy="269558"/>
            </a:xfrm>
            <a:custGeom>
              <a:avLst/>
              <a:gdLst/>
              <a:ahLst/>
              <a:cxnLst/>
              <a:rect l="l" t="t" r="r" b="b"/>
              <a:pathLst>
                <a:path w="3812857" h="269558">
                  <a:moveTo>
                    <a:pt x="0" y="65722"/>
                  </a:moveTo>
                  <a:lnTo>
                    <a:pt x="3809047" y="269558"/>
                  </a:lnTo>
                  <a:lnTo>
                    <a:pt x="3812857" y="202882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FFFFFF">
                <a:alpha val="12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streak-8-halo-4"/>
            <p:cNvSpPr/>
            <p:nvPr/>
          </p:nvSpPr>
          <p:spPr>
            <a:xfrm>
              <a:off x="15215235" y="14658975"/>
              <a:ext cx="3842385" cy="838200"/>
            </a:xfrm>
            <a:custGeom>
              <a:avLst/>
              <a:gdLst/>
              <a:ahLst/>
              <a:cxnLst/>
              <a:rect l="l" t="t" r="r" b="b"/>
              <a:pathLst>
                <a:path w="3842385" h="838200">
                  <a:moveTo>
                    <a:pt x="0" y="776287"/>
                  </a:moveTo>
                  <a:lnTo>
                    <a:pt x="1170623" y="838200"/>
                  </a:lnTo>
                  <a:lnTo>
                    <a:pt x="3842385" y="742950"/>
                  </a:lnTo>
                  <a:lnTo>
                    <a:pt x="3815715" y="0"/>
                  </a:lnTo>
                  <a:lnTo>
                    <a:pt x="1164907" y="95250"/>
                  </a:lnTo>
                  <a:lnTo>
                    <a:pt x="40005" y="34290"/>
                  </a:lnTo>
                  <a:close/>
                </a:path>
              </a:pathLst>
            </a:custGeom>
            <a:solidFill>
              <a:srgbClr val="E8FBFF">
                <a:alpha val="41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treak-8-mid-4"/>
            <p:cNvSpPr/>
            <p:nvPr/>
          </p:nvSpPr>
          <p:spPr>
            <a:xfrm>
              <a:off x="15226665" y="14875192"/>
              <a:ext cx="3823335" cy="406718"/>
            </a:xfrm>
            <a:custGeom>
              <a:avLst/>
              <a:gdLst/>
              <a:ahLst/>
              <a:cxnLst/>
              <a:rect l="l" t="t" r="r" b="b"/>
              <a:pathLst>
                <a:path w="3823335" h="406718">
                  <a:moveTo>
                    <a:pt x="0" y="344806"/>
                  </a:moveTo>
                  <a:lnTo>
                    <a:pt x="1157287" y="406718"/>
                  </a:lnTo>
                  <a:lnTo>
                    <a:pt x="3823335" y="311468"/>
                  </a:lnTo>
                  <a:lnTo>
                    <a:pt x="3811905" y="0"/>
                  </a:lnTo>
                  <a:lnTo>
                    <a:pt x="1155383" y="94298"/>
                  </a:lnTo>
                  <a:lnTo>
                    <a:pt x="17145" y="33338"/>
                  </a:lnTo>
                  <a:close/>
                </a:path>
              </a:pathLst>
            </a:custGeom>
            <a:solidFill>
              <a:srgbClr val="E8FBFF">
                <a:alpha val="69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eak-8-core-4"/>
            <p:cNvSpPr/>
            <p:nvPr/>
          </p:nvSpPr>
          <p:spPr>
            <a:xfrm>
              <a:off x="15233332" y="14997112"/>
              <a:ext cx="3811906" cy="161926"/>
            </a:xfrm>
            <a:custGeom>
              <a:avLst/>
              <a:gdLst/>
              <a:ahLst/>
              <a:cxnLst/>
              <a:rect l="l" t="t" r="r" b="b"/>
              <a:pathLst>
                <a:path w="3811906" h="161926">
                  <a:moveTo>
                    <a:pt x="0" y="100966"/>
                  </a:moveTo>
                  <a:lnTo>
                    <a:pt x="1149668" y="161926"/>
                  </a:lnTo>
                  <a:lnTo>
                    <a:pt x="3811906" y="66676"/>
                  </a:lnTo>
                  <a:lnTo>
                    <a:pt x="3810000" y="0"/>
                  </a:lnTo>
                  <a:lnTo>
                    <a:pt x="1149668" y="95250"/>
                  </a:lnTo>
                  <a:lnTo>
                    <a:pt x="3810" y="34290"/>
                  </a:lnTo>
                  <a:close/>
                </a:path>
              </a:pathLst>
            </a:custGeom>
            <a:solidFill>
              <a:srgbClr val="FFFFFF">
                <a:alpha val="160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streak-8-halo-5"/>
            <p:cNvSpPr/>
            <p:nvPr/>
          </p:nvSpPr>
          <p:spPr>
            <a:xfrm>
              <a:off x="19030950" y="14443710"/>
              <a:ext cx="3861435" cy="958215"/>
            </a:xfrm>
            <a:custGeom>
              <a:avLst/>
              <a:gdLst/>
              <a:ahLst/>
              <a:cxnLst/>
              <a:rect l="l" t="t" r="r" b="b"/>
              <a:pathLst>
                <a:path w="3861435" h="958215">
                  <a:moveTo>
                    <a:pt x="26670" y="958215"/>
                  </a:moveTo>
                  <a:lnTo>
                    <a:pt x="2707005" y="862012"/>
                  </a:lnTo>
                  <a:lnTo>
                    <a:pt x="3861435" y="738188"/>
                  </a:lnTo>
                  <a:lnTo>
                    <a:pt x="3782378" y="0"/>
                  </a:lnTo>
                  <a:lnTo>
                    <a:pt x="2665095" y="120968"/>
                  </a:lnTo>
                  <a:lnTo>
                    <a:pt x="0" y="215265"/>
                  </a:lnTo>
                  <a:close/>
                </a:path>
              </a:pathLst>
            </a:custGeom>
            <a:solidFill>
              <a:srgbClr val="E8FBFF">
                <a:alpha val="49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streak-8-mid-5"/>
            <p:cNvSpPr/>
            <p:nvPr/>
          </p:nvSpPr>
          <p:spPr>
            <a:xfrm>
              <a:off x="19038570" y="14658022"/>
              <a:ext cx="3830955" cy="528638"/>
            </a:xfrm>
            <a:custGeom>
              <a:avLst/>
              <a:gdLst/>
              <a:ahLst/>
              <a:cxnLst/>
              <a:rect l="l" t="t" r="r" b="b"/>
              <a:pathLst>
                <a:path w="3830955" h="528638">
                  <a:moveTo>
                    <a:pt x="11430" y="528638"/>
                  </a:moveTo>
                  <a:lnTo>
                    <a:pt x="2687002" y="433388"/>
                  </a:lnTo>
                  <a:lnTo>
                    <a:pt x="3830955" y="309563"/>
                  </a:lnTo>
                  <a:lnTo>
                    <a:pt x="3797618" y="0"/>
                  </a:lnTo>
                  <a:lnTo>
                    <a:pt x="2669858" y="120968"/>
                  </a:lnTo>
                  <a:lnTo>
                    <a:pt x="0" y="217170"/>
                  </a:lnTo>
                  <a:close/>
                </a:path>
              </a:pathLst>
            </a:custGeom>
            <a:solidFill>
              <a:srgbClr val="E8FBFF">
                <a:alpha val="83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streak-8-core-5"/>
            <p:cNvSpPr/>
            <p:nvPr/>
          </p:nvSpPr>
          <p:spPr>
            <a:xfrm>
              <a:off x="19043332" y="14779942"/>
              <a:ext cx="3812858" cy="283846"/>
            </a:xfrm>
            <a:custGeom>
              <a:avLst/>
              <a:gdLst/>
              <a:ahLst/>
              <a:cxnLst/>
              <a:rect l="l" t="t" r="r" b="b"/>
              <a:pathLst>
                <a:path w="3812858" h="283846">
                  <a:moveTo>
                    <a:pt x="1906" y="283846"/>
                  </a:moveTo>
                  <a:lnTo>
                    <a:pt x="2675573" y="188596"/>
                  </a:lnTo>
                  <a:lnTo>
                    <a:pt x="3812858" y="65723"/>
                  </a:lnTo>
                  <a:lnTo>
                    <a:pt x="3806190" y="0"/>
                  </a:lnTo>
                  <a:lnTo>
                    <a:pt x="2671763" y="121920"/>
                  </a:lnTo>
                  <a:lnTo>
                    <a:pt x="0" y="217170"/>
                  </a:lnTo>
                  <a:close/>
                </a:path>
              </a:pathLst>
            </a:custGeom>
            <a:solidFill>
              <a:srgbClr val="FFFFFF">
                <a:alpha val="191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streak-8-halo-6"/>
            <p:cNvSpPr/>
            <p:nvPr/>
          </p:nvSpPr>
          <p:spPr>
            <a:xfrm>
              <a:off x="22813328" y="14033182"/>
              <a:ext cx="3888104" cy="1148716"/>
            </a:xfrm>
            <a:custGeom>
              <a:avLst/>
              <a:gdLst/>
              <a:ahLst/>
              <a:cxnLst/>
              <a:rect l="l" t="t" r="r" b="b"/>
              <a:pathLst>
                <a:path w="3888104" h="1148716">
                  <a:moveTo>
                    <a:pt x="79057" y="1148716"/>
                  </a:moveTo>
                  <a:lnTo>
                    <a:pt x="3888104" y="739140"/>
                  </a:lnTo>
                  <a:lnTo>
                    <a:pt x="3808094" y="0"/>
                  </a:lnTo>
                  <a:lnTo>
                    <a:pt x="0" y="410528"/>
                  </a:lnTo>
                  <a:close/>
                </a:path>
              </a:pathLst>
            </a:custGeom>
            <a:solidFill>
              <a:srgbClr val="E8FBFF">
                <a:alpha val="57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treak-8-mid-6"/>
            <p:cNvSpPr/>
            <p:nvPr/>
          </p:nvSpPr>
          <p:spPr>
            <a:xfrm>
              <a:off x="22836188" y="14247495"/>
              <a:ext cx="3842384" cy="720090"/>
            </a:xfrm>
            <a:custGeom>
              <a:avLst/>
              <a:gdLst/>
              <a:ahLst/>
              <a:cxnLst/>
              <a:rect l="l" t="t" r="r" b="b"/>
              <a:pathLst>
                <a:path w="3842384" h="720090">
                  <a:moveTo>
                    <a:pt x="33337" y="720090"/>
                  </a:moveTo>
                  <a:lnTo>
                    <a:pt x="3842384" y="310515"/>
                  </a:lnTo>
                  <a:lnTo>
                    <a:pt x="3809047" y="0"/>
                  </a:lnTo>
                  <a:lnTo>
                    <a:pt x="0" y="410527"/>
                  </a:lnTo>
                  <a:close/>
                </a:path>
              </a:pathLst>
            </a:custGeom>
            <a:solidFill>
              <a:srgbClr val="E8FBFF">
                <a:alpha val="96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treak-8-core-6"/>
            <p:cNvSpPr/>
            <p:nvPr/>
          </p:nvSpPr>
          <p:spPr>
            <a:xfrm>
              <a:off x="22849522" y="14369415"/>
              <a:ext cx="3815716" cy="476250"/>
            </a:xfrm>
            <a:custGeom>
              <a:avLst/>
              <a:gdLst/>
              <a:ahLst/>
              <a:cxnLst/>
              <a:rect l="l" t="t" r="r" b="b"/>
              <a:pathLst>
                <a:path w="3815716" h="476250">
                  <a:moveTo>
                    <a:pt x="6668" y="476250"/>
                  </a:moveTo>
                  <a:lnTo>
                    <a:pt x="3815716" y="66675"/>
                  </a:lnTo>
                  <a:lnTo>
                    <a:pt x="3809048" y="0"/>
                  </a:lnTo>
                  <a:lnTo>
                    <a:pt x="0" y="410527"/>
                  </a:lnTo>
                  <a:close/>
                </a:path>
              </a:pathLst>
            </a:custGeom>
            <a:solidFill>
              <a:srgbClr val="FFFFFF">
                <a:alpha val="222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streak-8-halo-7"/>
            <p:cNvSpPr/>
            <p:nvPr/>
          </p:nvSpPr>
          <p:spPr>
            <a:xfrm>
              <a:off x="26604278" y="13350240"/>
              <a:ext cx="3847147" cy="1422082"/>
            </a:xfrm>
            <a:custGeom>
              <a:avLst/>
              <a:gdLst/>
              <a:ahLst/>
              <a:cxnLst/>
              <a:rect l="l" t="t" r="r" b="b"/>
              <a:pathLst>
                <a:path w="3847147" h="1422082">
                  <a:moveTo>
                    <a:pt x="97154" y="1422082"/>
                  </a:moveTo>
                  <a:lnTo>
                    <a:pt x="131444" y="1417320"/>
                  </a:lnTo>
                  <a:lnTo>
                    <a:pt x="3847147" y="731520"/>
                  </a:lnTo>
                  <a:lnTo>
                    <a:pt x="3800474" y="0"/>
                  </a:lnTo>
                  <a:lnTo>
                    <a:pt x="0" y="685800"/>
                  </a:lnTo>
                  <a:lnTo>
                    <a:pt x="17144" y="682942"/>
                  </a:lnTo>
                  <a:close/>
                </a:path>
              </a:pathLst>
            </a:custGeom>
            <a:solidFill>
              <a:srgbClr val="E8FBFF">
                <a:alpha val="63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streak-8-mid-7"/>
            <p:cNvSpPr/>
            <p:nvPr/>
          </p:nvSpPr>
          <p:spPr>
            <a:xfrm>
              <a:off x="26642378" y="13562648"/>
              <a:ext cx="3809047" cy="995362"/>
            </a:xfrm>
            <a:custGeom>
              <a:avLst/>
              <a:gdLst/>
              <a:ahLst/>
              <a:cxnLst/>
              <a:rect l="l" t="t" r="r" b="b"/>
              <a:pathLst>
                <a:path w="3809047" h="995362">
                  <a:moveTo>
                    <a:pt x="36194" y="995362"/>
                  </a:moveTo>
                  <a:lnTo>
                    <a:pt x="55244" y="992504"/>
                  </a:lnTo>
                  <a:lnTo>
                    <a:pt x="3809047" y="306704"/>
                  </a:lnTo>
                  <a:lnTo>
                    <a:pt x="3800474" y="0"/>
                  </a:lnTo>
                  <a:lnTo>
                    <a:pt x="0" y="685800"/>
                  </a:lnTo>
                  <a:lnTo>
                    <a:pt x="2857" y="684847"/>
                  </a:lnTo>
                  <a:close/>
                </a:path>
              </a:pathLst>
            </a:custGeom>
            <a:solidFill>
              <a:srgbClr val="E8FBFF">
                <a:alpha val="106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streak-8-core-7"/>
            <p:cNvSpPr/>
            <p:nvPr/>
          </p:nvSpPr>
          <p:spPr>
            <a:xfrm>
              <a:off x="26658570" y="13683615"/>
              <a:ext cx="3792855" cy="752475"/>
            </a:xfrm>
            <a:custGeom>
              <a:avLst/>
              <a:gdLst/>
              <a:ahLst/>
              <a:cxnLst/>
              <a:rect l="l" t="t" r="r" b="b"/>
              <a:pathLst>
                <a:path w="3792855" h="752475">
                  <a:moveTo>
                    <a:pt x="6668" y="752475"/>
                  </a:moveTo>
                  <a:lnTo>
                    <a:pt x="17145" y="750570"/>
                  </a:lnTo>
                  <a:lnTo>
                    <a:pt x="3792855" y="64770"/>
                  </a:lnTo>
                  <a:lnTo>
                    <a:pt x="3792855" y="0"/>
                  </a:lnTo>
                  <a:lnTo>
                    <a:pt x="5715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FFFFFF">
                <a:alpha val="245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streak-9-halo-0"/>
            <p:cNvSpPr/>
            <p:nvPr/>
          </p:nvSpPr>
          <p:spPr>
            <a:xfrm>
              <a:off x="19050" y="13555980"/>
              <a:ext cx="3816668" cy="954405"/>
            </a:xfrm>
            <a:custGeom>
              <a:avLst/>
              <a:gdLst/>
              <a:ahLst/>
              <a:cxnLst/>
              <a:rect l="l" t="t" r="r" b="b"/>
              <a:pathLst>
                <a:path w="3816668" h="954405">
                  <a:moveTo>
                    <a:pt x="0" y="320040"/>
                  </a:moveTo>
                  <a:lnTo>
                    <a:pt x="3763328" y="954405"/>
                  </a:lnTo>
                  <a:lnTo>
                    <a:pt x="3816668" y="635318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6FD0E0">
                <a:alpha val="7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streak-9-mid-0"/>
            <p:cNvSpPr/>
            <p:nvPr/>
          </p:nvSpPr>
          <p:spPr>
            <a:xfrm>
              <a:off x="19050" y="13649325"/>
              <a:ext cx="3800475" cy="768667"/>
            </a:xfrm>
            <a:custGeom>
              <a:avLst/>
              <a:gdLst/>
              <a:ahLst/>
              <a:cxnLst/>
              <a:rect l="l" t="t" r="r" b="b"/>
              <a:pathLst>
                <a:path w="3800475" h="768667">
                  <a:moveTo>
                    <a:pt x="0" y="133350"/>
                  </a:moveTo>
                  <a:lnTo>
                    <a:pt x="3778568" y="768667"/>
                  </a:lnTo>
                  <a:lnTo>
                    <a:pt x="3800475" y="634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D0E0">
                <a:alpha val="1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treak-9-core-0"/>
            <p:cNvSpPr/>
            <p:nvPr/>
          </p:nvSpPr>
          <p:spPr>
            <a:xfrm>
              <a:off x="19050" y="13701712"/>
              <a:ext cx="3791902" cy="662940"/>
            </a:xfrm>
            <a:custGeom>
              <a:avLst/>
              <a:gdLst/>
              <a:ahLst/>
              <a:cxnLst/>
              <a:rect l="l" t="t" r="r" b="b"/>
              <a:pathLst>
                <a:path w="3791902" h="662940">
                  <a:moveTo>
                    <a:pt x="0" y="28576"/>
                  </a:moveTo>
                  <a:lnTo>
                    <a:pt x="3787140" y="662940"/>
                  </a:lnTo>
                  <a:lnTo>
                    <a:pt x="3791902" y="6353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EFF">
                <a:alpha val="27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streak-9-halo-1"/>
            <p:cNvSpPr/>
            <p:nvPr/>
          </p:nvSpPr>
          <p:spPr>
            <a:xfrm>
              <a:off x="3782378" y="14191298"/>
              <a:ext cx="3853814" cy="860107"/>
            </a:xfrm>
            <a:custGeom>
              <a:avLst/>
              <a:gdLst/>
              <a:ahLst/>
              <a:cxnLst/>
              <a:rect l="l" t="t" r="r" b="b"/>
              <a:pathLst>
                <a:path w="3853814" h="860107">
                  <a:moveTo>
                    <a:pt x="0" y="319087"/>
                  </a:moveTo>
                  <a:lnTo>
                    <a:pt x="1909762" y="637222"/>
                  </a:lnTo>
                  <a:lnTo>
                    <a:pt x="3816667" y="860107"/>
                  </a:lnTo>
                  <a:lnTo>
                    <a:pt x="3853814" y="538162"/>
                  </a:lnTo>
                  <a:lnTo>
                    <a:pt x="1955482" y="317182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6FD0E0">
                <a:alpha val="10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streak-9-mid-1"/>
            <p:cNvSpPr/>
            <p:nvPr/>
          </p:nvSpPr>
          <p:spPr>
            <a:xfrm>
              <a:off x="3797618" y="14283690"/>
              <a:ext cx="3828097" cy="674370"/>
            </a:xfrm>
            <a:custGeom>
              <a:avLst/>
              <a:gdLst/>
              <a:ahLst/>
              <a:cxnLst/>
              <a:rect l="l" t="t" r="r" b="b"/>
              <a:pathLst>
                <a:path w="3828097" h="674370">
                  <a:moveTo>
                    <a:pt x="0" y="134302"/>
                  </a:moveTo>
                  <a:lnTo>
                    <a:pt x="1907857" y="452438"/>
                  </a:lnTo>
                  <a:lnTo>
                    <a:pt x="3811904" y="674370"/>
                  </a:lnTo>
                  <a:lnTo>
                    <a:pt x="3828097" y="539115"/>
                  </a:lnTo>
                  <a:lnTo>
                    <a:pt x="1926907" y="317182"/>
                  </a:lnTo>
                  <a:lnTo>
                    <a:pt x="21907" y="0"/>
                  </a:lnTo>
                  <a:close/>
                </a:path>
              </a:pathLst>
            </a:custGeom>
            <a:solidFill>
              <a:srgbClr val="6FD0E0">
                <a:alpha val="17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streak-9-core-1"/>
            <p:cNvSpPr/>
            <p:nvPr/>
          </p:nvSpPr>
          <p:spPr>
            <a:xfrm>
              <a:off x="3806190" y="14337030"/>
              <a:ext cx="3812858" cy="567690"/>
            </a:xfrm>
            <a:custGeom>
              <a:avLst/>
              <a:gdLst/>
              <a:ahLst/>
              <a:cxnLst/>
              <a:rect l="l" t="t" r="r" b="b"/>
              <a:pathLst>
                <a:path w="3812858" h="567690">
                  <a:moveTo>
                    <a:pt x="0" y="27622"/>
                  </a:moveTo>
                  <a:lnTo>
                    <a:pt x="1906905" y="345758"/>
                  </a:lnTo>
                  <a:lnTo>
                    <a:pt x="3810000" y="567690"/>
                  </a:lnTo>
                  <a:lnTo>
                    <a:pt x="3812858" y="539115"/>
                  </a:lnTo>
                  <a:lnTo>
                    <a:pt x="1910715" y="317182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EAFEFF">
                <a:alpha val="39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streak-9-halo-2"/>
            <p:cNvSpPr/>
            <p:nvPr/>
          </p:nvSpPr>
          <p:spPr>
            <a:xfrm>
              <a:off x="7599045" y="14729460"/>
              <a:ext cx="3846195" cy="765810"/>
            </a:xfrm>
            <a:custGeom>
              <a:avLst/>
              <a:gdLst/>
              <a:ahLst/>
              <a:cxnLst/>
              <a:rect l="l" t="t" r="r" b="b"/>
              <a:pathLst>
                <a:path w="3846195" h="765810">
                  <a:moveTo>
                    <a:pt x="0" y="321945"/>
                  </a:moveTo>
                  <a:lnTo>
                    <a:pt x="3809047" y="765810"/>
                  </a:lnTo>
                  <a:lnTo>
                    <a:pt x="3846195" y="444818"/>
                  </a:lnTo>
                  <a:lnTo>
                    <a:pt x="37147" y="0"/>
                  </a:lnTo>
                  <a:close/>
                </a:path>
              </a:pathLst>
            </a:custGeom>
            <a:solidFill>
              <a:srgbClr val="6FD0E0">
                <a:alpha val="14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streak-9-mid-2"/>
            <p:cNvSpPr/>
            <p:nvPr/>
          </p:nvSpPr>
          <p:spPr>
            <a:xfrm>
              <a:off x="7609522" y="14822805"/>
              <a:ext cx="3825240" cy="579120"/>
            </a:xfrm>
            <a:custGeom>
              <a:avLst/>
              <a:gdLst/>
              <a:ahLst/>
              <a:cxnLst/>
              <a:rect l="l" t="t" r="r" b="b"/>
              <a:pathLst>
                <a:path w="3825240" h="579120">
                  <a:moveTo>
                    <a:pt x="0" y="135255"/>
                  </a:moveTo>
                  <a:lnTo>
                    <a:pt x="3809048" y="579120"/>
                  </a:lnTo>
                  <a:lnTo>
                    <a:pt x="3825240" y="444817"/>
                  </a:lnTo>
                  <a:lnTo>
                    <a:pt x="16193" y="0"/>
                  </a:lnTo>
                  <a:close/>
                </a:path>
              </a:pathLst>
            </a:custGeom>
            <a:solidFill>
              <a:srgbClr val="6FD0E0">
                <a:alpha val="2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streak-9-core-2"/>
            <p:cNvSpPr/>
            <p:nvPr/>
          </p:nvSpPr>
          <p:spPr>
            <a:xfrm>
              <a:off x="7616190" y="14876145"/>
              <a:ext cx="3811905" cy="472440"/>
            </a:xfrm>
            <a:custGeom>
              <a:avLst/>
              <a:gdLst/>
              <a:ahLst/>
              <a:cxnLst/>
              <a:rect l="l" t="t" r="r" b="b"/>
              <a:pathLst>
                <a:path w="3811905" h="472440">
                  <a:moveTo>
                    <a:pt x="0" y="28575"/>
                  </a:moveTo>
                  <a:lnTo>
                    <a:pt x="3809048" y="472440"/>
                  </a:lnTo>
                  <a:lnTo>
                    <a:pt x="3811905" y="444817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rgbClr val="EAFEFF">
                <a:alpha val="55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streak-9-halo-3"/>
            <p:cNvSpPr/>
            <p:nvPr/>
          </p:nvSpPr>
          <p:spPr>
            <a:xfrm>
              <a:off x="11408092" y="15173325"/>
              <a:ext cx="3834766" cy="514350"/>
            </a:xfrm>
            <a:custGeom>
              <a:avLst/>
              <a:gdLst/>
              <a:ahLst/>
              <a:cxnLst/>
              <a:rect l="l" t="t" r="r" b="b"/>
              <a:pathLst>
                <a:path w="3834766" h="514350">
                  <a:moveTo>
                    <a:pt x="0" y="321945"/>
                  </a:moveTo>
                  <a:lnTo>
                    <a:pt x="14288" y="323850"/>
                  </a:lnTo>
                  <a:lnTo>
                    <a:pt x="3819526" y="514350"/>
                  </a:lnTo>
                  <a:lnTo>
                    <a:pt x="3834766" y="190500"/>
                  </a:lnTo>
                  <a:lnTo>
                    <a:pt x="29528" y="0"/>
                  </a:lnTo>
                  <a:lnTo>
                    <a:pt x="37148" y="953"/>
                  </a:lnTo>
                  <a:close/>
                </a:path>
              </a:pathLst>
            </a:custGeom>
            <a:solidFill>
              <a:srgbClr val="6FD0E0">
                <a:alpha val="19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streak-9-mid-3"/>
            <p:cNvSpPr/>
            <p:nvPr/>
          </p:nvSpPr>
          <p:spPr>
            <a:xfrm>
              <a:off x="11418570" y="15267622"/>
              <a:ext cx="3820478" cy="325756"/>
            </a:xfrm>
            <a:custGeom>
              <a:avLst/>
              <a:gdLst/>
              <a:ahLst/>
              <a:cxnLst/>
              <a:rect l="l" t="t" r="r" b="b"/>
              <a:pathLst>
                <a:path w="3820478" h="325756">
                  <a:moveTo>
                    <a:pt x="0" y="134303"/>
                  </a:moveTo>
                  <a:lnTo>
                    <a:pt x="7620" y="135256"/>
                  </a:lnTo>
                  <a:lnTo>
                    <a:pt x="3812858" y="325756"/>
                  </a:lnTo>
                  <a:lnTo>
                    <a:pt x="3820478" y="189548"/>
                  </a:lnTo>
                  <a:lnTo>
                    <a:pt x="15240" y="0"/>
                  </a:lnTo>
                  <a:lnTo>
                    <a:pt x="16192" y="0"/>
                  </a:lnTo>
                  <a:close/>
                </a:path>
              </a:pathLst>
            </a:custGeom>
            <a:solidFill>
              <a:srgbClr val="6FD0E0">
                <a:alpha val="3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streak-9-core-3"/>
            <p:cNvSpPr/>
            <p:nvPr/>
          </p:nvSpPr>
          <p:spPr>
            <a:xfrm>
              <a:off x="11425238" y="15320962"/>
              <a:ext cx="3810952" cy="219076"/>
            </a:xfrm>
            <a:custGeom>
              <a:avLst/>
              <a:gdLst/>
              <a:ahLst/>
              <a:cxnLst/>
              <a:rect l="l" t="t" r="r" b="b"/>
              <a:pathLst>
                <a:path w="3810952" h="219076">
                  <a:moveTo>
                    <a:pt x="0" y="27623"/>
                  </a:moveTo>
                  <a:lnTo>
                    <a:pt x="3810" y="28576"/>
                  </a:lnTo>
                  <a:lnTo>
                    <a:pt x="3809047" y="219076"/>
                  </a:lnTo>
                  <a:lnTo>
                    <a:pt x="3810952" y="190500"/>
                  </a:lnTo>
                  <a:lnTo>
                    <a:pt x="5714" y="0"/>
                  </a:lnTo>
                  <a:lnTo>
                    <a:pt x="2857" y="0"/>
                  </a:lnTo>
                  <a:close/>
                </a:path>
              </a:pathLst>
            </a:custGeom>
            <a:solidFill>
              <a:srgbClr val="EAFEFF">
                <a:alpha val="73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streak-9-halo-4"/>
            <p:cNvSpPr/>
            <p:nvPr/>
          </p:nvSpPr>
          <p:spPr>
            <a:xfrm>
              <a:off x="15227618" y="15363825"/>
              <a:ext cx="3824287" cy="419100"/>
            </a:xfrm>
            <a:custGeom>
              <a:avLst/>
              <a:gdLst/>
              <a:ahLst/>
              <a:cxnLst/>
              <a:rect l="l" t="t" r="r" b="b"/>
              <a:pathLst>
                <a:path w="3824287" h="419100">
                  <a:moveTo>
                    <a:pt x="0" y="323850"/>
                  </a:moveTo>
                  <a:lnTo>
                    <a:pt x="1917382" y="419100"/>
                  </a:lnTo>
                  <a:lnTo>
                    <a:pt x="3824287" y="323850"/>
                  </a:lnTo>
                  <a:lnTo>
                    <a:pt x="3808094" y="953"/>
                  </a:lnTo>
                  <a:lnTo>
                    <a:pt x="1917382" y="95250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6FD0E0">
                <a:alpha val="24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streak-9-mid-4"/>
            <p:cNvSpPr/>
            <p:nvPr/>
          </p:nvSpPr>
          <p:spPr>
            <a:xfrm>
              <a:off x="15231428" y="15457170"/>
              <a:ext cx="3815714" cy="231458"/>
            </a:xfrm>
            <a:custGeom>
              <a:avLst/>
              <a:gdLst/>
              <a:ahLst/>
              <a:cxnLst/>
              <a:rect l="l" t="t" r="r" b="b"/>
              <a:pathLst>
                <a:path w="3815714" h="231458">
                  <a:moveTo>
                    <a:pt x="0" y="136208"/>
                  </a:moveTo>
                  <a:lnTo>
                    <a:pt x="1913572" y="231458"/>
                  </a:lnTo>
                  <a:lnTo>
                    <a:pt x="3815714" y="137160"/>
                  </a:lnTo>
                  <a:lnTo>
                    <a:pt x="3809047" y="952"/>
                  </a:lnTo>
                  <a:lnTo>
                    <a:pt x="1913572" y="96202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6FD0E0">
                <a:alpha val="41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streak-9-core-4"/>
            <p:cNvSpPr/>
            <p:nvPr/>
          </p:nvSpPr>
          <p:spPr>
            <a:xfrm>
              <a:off x="15234285" y="15511462"/>
              <a:ext cx="3810000" cy="123826"/>
            </a:xfrm>
            <a:custGeom>
              <a:avLst/>
              <a:gdLst/>
              <a:ahLst/>
              <a:cxnLst/>
              <a:rect l="l" t="t" r="r" b="b"/>
              <a:pathLst>
                <a:path w="3810000" h="123826">
                  <a:moveTo>
                    <a:pt x="0" y="28576"/>
                  </a:moveTo>
                  <a:lnTo>
                    <a:pt x="1910715" y="123826"/>
                  </a:lnTo>
                  <a:lnTo>
                    <a:pt x="3810000" y="28576"/>
                  </a:lnTo>
                  <a:lnTo>
                    <a:pt x="3809047" y="0"/>
                  </a:lnTo>
                  <a:lnTo>
                    <a:pt x="1910715" y="95250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EAFEFF">
                <a:alpha val="94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streak-9-halo-5"/>
            <p:cNvSpPr/>
            <p:nvPr/>
          </p:nvSpPr>
          <p:spPr>
            <a:xfrm>
              <a:off x="19035712" y="15174278"/>
              <a:ext cx="3825240" cy="513397"/>
            </a:xfrm>
            <a:custGeom>
              <a:avLst/>
              <a:gdLst/>
              <a:ahLst/>
              <a:cxnLst/>
              <a:rect l="l" t="t" r="r" b="b"/>
              <a:pathLst>
                <a:path w="3825240" h="513397">
                  <a:moveTo>
                    <a:pt x="16193" y="513397"/>
                  </a:moveTo>
                  <a:lnTo>
                    <a:pt x="3825240" y="322897"/>
                  </a:lnTo>
                  <a:lnTo>
                    <a:pt x="3809048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6FD0E0">
                <a:alpha val="29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streak-9-mid-5"/>
            <p:cNvSpPr/>
            <p:nvPr/>
          </p:nvSpPr>
          <p:spPr>
            <a:xfrm>
              <a:off x="19040475" y="15267622"/>
              <a:ext cx="3815715" cy="326708"/>
            </a:xfrm>
            <a:custGeom>
              <a:avLst/>
              <a:gdLst/>
              <a:ahLst/>
              <a:cxnLst/>
              <a:rect l="l" t="t" r="r" b="b"/>
              <a:pathLst>
                <a:path w="3815715" h="326708">
                  <a:moveTo>
                    <a:pt x="6667" y="326708"/>
                  </a:moveTo>
                  <a:lnTo>
                    <a:pt x="3815715" y="136208"/>
                  </a:lnTo>
                  <a:lnTo>
                    <a:pt x="3809047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6FD0E0">
                <a:alpha val="49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streak-9-core-5"/>
            <p:cNvSpPr/>
            <p:nvPr/>
          </p:nvSpPr>
          <p:spPr>
            <a:xfrm>
              <a:off x="19043332" y="15320962"/>
              <a:ext cx="3810000" cy="219076"/>
            </a:xfrm>
            <a:custGeom>
              <a:avLst/>
              <a:gdLst/>
              <a:ahLst/>
              <a:cxnLst/>
              <a:rect l="l" t="t" r="r" b="b"/>
              <a:pathLst>
                <a:path w="3810000" h="219076">
                  <a:moveTo>
                    <a:pt x="953" y="219076"/>
                  </a:moveTo>
                  <a:lnTo>
                    <a:pt x="3810000" y="28576"/>
                  </a:lnTo>
                  <a:lnTo>
                    <a:pt x="3809048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EAFEFF">
                <a:alpha val="113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streak-9-halo-6"/>
            <p:cNvSpPr/>
            <p:nvPr/>
          </p:nvSpPr>
          <p:spPr>
            <a:xfrm>
              <a:off x="22840950" y="14718030"/>
              <a:ext cx="3840480" cy="779145"/>
            </a:xfrm>
            <a:custGeom>
              <a:avLst/>
              <a:gdLst/>
              <a:ahLst/>
              <a:cxnLst/>
              <a:rect l="l" t="t" r="r" b="b"/>
              <a:pathLst>
                <a:path w="3840480" h="779145">
                  <a:moveTo>
                    <a:pt x="20002" y="779145"/>
                  </a:moveTo>
                  <a:lnTo>
                    <a:pt x="38100" y="778192"/>
                  </a:lnTo>
                  <a:lnTo>
                    <a:pt x="3840480" y="321945"/>
                  </a:lnTo>
                  <a:lnTo>
                    <a:pt x="3801428" y="0"/>
                  </a:lnTo>
                  <a:lnTo>
                    <a:pt x="0" y="456248"/>
                  </a:lnTo>
                  <a:lnTo>
                    <a:pt x="3810" y="456248"/>
                  </a:lnTo>
                  <a:close/>
                </a:path>
              </a:pathLst>
            </a:custGeom>
            <a:solidFill>
              <a:srgbClr val="6FD0E0">
                <a:alpha val="34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streak-9-mid-6"/>
            <p:cNvSpPr/>
            <p:nvPr/>
          </p:nvSpPr>
          <p:spPr>
            <a:xfrm>
              <a:off x="22849522" y="14811375"/>
              <a:ext cx="3820478" cy="592455"/>
            </a:xfrm>
            <a:custGeom>
              <a:avLst/>
              <a:gdLst/>
              <a:ahLst/>
              <a:cxnLst/>
              <a:rect l="l" t="t" r="r" b="b"/>
              <a:pathLst>
                <a:path w="3820478" h="592455">
                  <a:moveTo>
                    <a:pt x="6668" y="592455"/>
                  </a:moveTo>
                  <a:lnTo>
                    <a:pt x="18098" y="591503"/>
                  </a:lnTo>
                  <a:lnTo>
                    <a:pt x="3820478" y="135255"/>
                  </a:lnTo>
                  <a:lnTo>
                    <a:pt x="3804286" y="0"/>
                  </a:lnTo>
                  <a:lnTo>
                    <a:pt x="2858" y="456247"/>
                  </a:lnTo>
                  <a:lnTo>
                    <a:pt x="0" y="456247"/>
                  </a:lnTo>
                  <a:close/>
                </a:path>
              </a:pathLst>
            </a:custGeom>
            <a:solidFill>
              <a:srgbClr val="6FD0E0">
                <a:alpha val="57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streak-9-core-6"/>
            <p:cNvSpPr/>
            <p:nvPr/>
          </p:nvSpPr>
          <p:spPr>
            <a:xfrm>
              <a:off x="22852380" y="14864715"/>
              <a:ext cx="3810952" cy="484823"/>
            </a:xfrm>
            <a:custGeom>
              <a:avLst/>
              <a:gdLst/>
              <a:ahLst/>
              <a:cxnLst/>
              <a:rect l="l" t="t" r="r" b="b"/>
              <a:pathLst>
                <a:path w="3810952" h="484823">
                  <a:moveTo>
                    <a:pt x="952" y="484823"/>
                  </a:moveTo>
                  <a:lnTo>
                    <a:pt x="9525" y="484823"/>
                  </a:lnTo>
                  <a:lnTo>
                    <a:pt x="3810952" y="28575"/>
                  </a:lnTo>
                  <a:lnTo>
                    <a:pt x="3807142" y="0"/>
                  </a:lnTo>
                  <a:lnTo>
                    <a:pt x="5715" y="456247"/>
                  </a:lnTo>
                  <a:lnTo>
                    <a:pt x="0" y="456247"/>
                  </a:lnTo>
                  <a:close/>
                </a:path>
              </a:pathLst>
            </a:custGeom>
            <a:solidFill>
              <a:srgbClr val="EAFEFF">
                <a:alpha val="131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streak-9-halo-7"/>
            <p:cNvSpPr/>
            <p:nvPr/>
          </p:nvSpPr>
          <p:spPr>
            <a:xfrm>
              <a:off x="26642378" y="14127480"/>
              <a:ext cx="3809047" cy="912495"/>
            </a:xfrm>
            <a:custGeom>
              <a:avLst/>
              <a:gdLst/>
              <a:ahLst/>
              <a:cxnLst/>
              <a:rect l="l" t="t" r="r" b="b"/>
              <a:pathLst>
                <a:path w="3809047" h="912495">
                  <a:moveTo>
                    <a:pt x="39052" y="912495"/>
                  </a:moveTo>
                  <a:lnTo>
                    <a:pt x="1004887" y="796290"/>
                  </a:lnTo>
                  <a:lnTo>
                    <a:pt x="3809047" y="320040"/>
                  </a:lnTo>
                  <a:lnTo>
                    <a:pt x="3801427" y="0"/>
                  </a:lnTo>
                  <a:lnTo>
                    <a:pt x="955357" y="4762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6FD0E0">
                <a:alpha val="37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streak-9-mid-7"/>
            <p:cNvSpPr/>
            <p:nvPr/>
          </p:nvSpPr>
          <p:spPr>
            <a:xfrm>
              <a:off x="26653808" y="14220825"/>
              <a:ext cx="3797617" cy="725805"/>
            </a:xfrm>
            <a:custGeom>
              <a:avLst/>
              <a:gdLst/>
              <a:ahLst/>
              <a:cxnLst/>
              <a:rect l="l" t="t" r="r" b="b"/>
              <a:pathLst>
                <a:path w="3797617" h="725805">
                  <a:moveTo>
                    <a:pt x="16192" y="725805"/>
                  </a:moveTo>
                  <a:lnTo>
                    <a:pt x="979170" y="610553"/>
                  </a:lnTo>
                  <a:lnTo>
                    <a:pt x="3797617" y="133350"/>
                  </a:lnTo>
                  <a:lnTo>
                    <a:pt x="3797617" y="0"/>
                  </a:lnTo>
                  <a:lnTo>
                    <a:pt x="958214" y="475297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6FD0E0">
                <a:alpha val="632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streak-9-core-7"/>
            <p:cNvSpPr/>
            <p:nvPr/>
          </p:nvSpPr>
          <p:spPr>
            <a:xfrm>
              <a:off x="26659522" y="14273212"/>
              <a:ext cx="3791903" cy="620078"/>
            </a:xfrm>
            <a:custGeom>
              <a:avLst/>
              <a:gdLst/>
              <a:ahLst/>
              <a:cxnLst/>
              <a:rect l="l" t="t" r="r" b="b"/>
              <a:pathLst>
                <a:path w="3791903" h="620078">
                  <a:moveTo>
                    <a:pt x="3810" y="620078"/>
                  </a:moveTo>
                  <a:lnTo>
                    <a:pt x="964883" y="504826"/>
                  </a:lnTo>
                  <a:lnTo>
                    <a:pt x="3791903" y="28576"/>
                  </a:lnTo>
                  <a:lnTo>
                    <a:pt x="3791903" y="0"/>
                  </a:lnTo>
                  <a:lnTo>
                    <a:pt x="961073" y="476250"/>
                  </a:lnTo>
                  <a:lnTo>
                    <a:pt x="0" y="591503"/>
                  </a:lnTo>
                  <a:close/>
                </a:path>
              </a:pathLst>
            </a:custGeom>
            <a:solidFill>
              <a:srgbClr val="EAFEFF">
                <a:alpha val="145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streak-10-halo-0"/>
            <p:cNvSpPr/>
            <p:nvPr/>
          </p:nvSpPr>
          <p:spPr>
            <a:xfrm>
              <a:off x="19050" y="14758035"/>
              <a:ext cx="3834765" cy="1169670"/>
            </a:xfrm>
            <a:custGeom>
              <a:avLst/>
              <a:gdLst/>
              <a:ahLst/>
              <a:cxnLst/>
              <a:rect l="l" t="t" r="r" b="b"/>
              <a:pathLst>
                <a:path w="3834765" h="1169670">
                  <a:moveTo>
                    <a:pt x="0" y="582930"/>
                  </a:moveTo>
                  <a:lnTo>
                    <a:pt x="3745230" y="1169670"/>
                  </a:lnTo>
                  <a:lnTo>
                    <a:pt x="3834765" y="585787"/>
                  </a:lnTo>
                  <a:lnTo>
                    <a:pt x="25718" y="0"/>
                  </a:lnTo>
                  <a:close/>
                </a:path>
              </a:pathLst>
            </a:custGeom>
            <a:solidFill>
              <a:srgbClr val="4FB6E8">
                <a:alpha val="6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streak-10-mid-0"/>
            <p:cNvSpPr/>
            <p:nvPr/>
          </p:nvSpPr>
          <p:spPr>
            <a:xfrm>
              <a:off x="19050" y="14926628"/>
              <a:ext cx="3809048" cy="831532"/>
            </a:xfrm>
            <a:custGeom>
              <a:avLst/>
              <a:gdLst/>
              <a:ahLst/>
              <a:cxnLst/>
              <a:rect l="l" t="t" r="r" b="b"/>
              <a:pathLst>
                <a:path w="3809048" h="831532">
                  <a:moveTo>
                    <a:pt x="0" y="245744"/>
                  </a:moveTo>
                  <a:lnTo>
                    <a:pt x="3770948" y="831532"/>
                  </a:lnTo>
                  <a:lnTo>
                    <a:pt x="3809048" y="5867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B6E8">
                <a:alpha val="10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streak-10-core-0"/>
            <p:cNvSpPr/>
            <p:nvPr/>
          </p:nvSpPr>
          <p:spPr>
            <a:xfrm>
              <a:off x="19050" y="15025688"/>
              <a:ext cx="3793808" cy="633412"/>
            </a:xfrm>
            <a:custGeom>
              <a:avLst/>
              <a:gdLst/>
              <a:ahLst/>
              <a:cxnLst/>
              <a:rect l="l" t="t" r="r" b="b"/>
              <a:pathLst>
                <a:path w="3793808" h="633412">
                  <a:moveTo>
                    <a:pt x="0" y="47624"/>
                  </a:moveTo>
                  <a:lnTo>
                    <a:pt x="3786188" y="633412"/>
                  </a:lnTo>
                  <a:lnTo>
                    <a:pt x="3793808" y="585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F7FF">
                <a:alpha val="23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streak-10-halo-1"/>
            <p:cNvSpPr/>
            <p:nvPr/>
          </p:nvSpPr>
          <p:spPr>
            <a:xfrm>
              <a:off x="3764280" y="15343822"/>
              <a:ext cx="3888105" cy="1080136"/>
            </a:xfrm>
            <a:custGeom>
              <a:avLst/>
              <a:gdLst/>
              <a:ahLst/>
              <a:cxnLst/>
              <a:rect l="l" t="t" r="r" b="b"/>
              <a:pathLst>
                <a:path w="3888105" h="1080136">
                  <a:moveTo>
                    <a:pt x="0" y="583883"/>
                  </a:moveTo>
                  <a:lnTo>
                    <a:pt x="1150620" y="760096"/>
                  </a:lnTo>
                  <a:lnTo>
                    <a:pt x="3818572" y="1080136"/>
                  </a:lnTo>
                  <a:lnTo>
                    <a:pt x="3888105" y="494348"/>
                  </a:lnTo>
                  <a:lnTo>
                    <a:pt x="1226820" y="175260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4FB6E8">
                <a:alpha val="8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streak-10-mid-1"/>
            <p:cNvSpPr/>
            <p:nvPr/>
          </p:nvSpPr>
          <p:spPr>
            <a:xfrm>
              <a:off x="3789998" y="15513368"/>
              <a:ext cx="3842384" cy="741044"/>
            </a:xfrm>
            <a:custGeom>
              <a:avLst/>
              <a:gdLst/>
              <a:ahLst/>
              <a:cxnLst/>
              <a:rect l="l" t="t" r="r" b="b"/>
              <a:pathLst>
                <a:path w="3842384" h="741044">
                  <a:moveTo>
                    <a:pt x="0" y="244792"/>
                  </a:moveTo>
                  <a:lnTo>
                    <a:pt x="1146810" y="421004"/>
                  </a:lnTo>
                  <a:lnTo>
                    <a:pt x="3812857" y="741044"/>
                  </a:lnTo>
                  <a:lnTo>
                    <a:pt x="3842384" y="494347"/>
                  </a:lnTo>
                  <a:lnTo>
                    <a:pt x="1179194" y="17526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4FB6E8">
                <a:alpha val="1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streak-10-core-1"/>
            <p:cNvSpPr/>
            <p:nvPr/>
          </p:nvSpPr>
          <p:spPr>
            <a:xfrm>
              <a:off x="3805238" y="15611475"/>
              <a:ext cx="3814762" cy="543877"/>
            </a:xfrm>
            <a:custGeom>
              <a:avLst/>
              <a:gdLst/>
              <a:ahLst/>
              <a:cxnLst/>
              <a:rect l="l" t="t" r="r" b="b"/>
              <a:pathLst>
                <a:path w="3814762" h="543877">
                  <a:moveTo>
                    <a:pt x="0" y="47625"/>
                  </a:moveTo>
                  <a:lnTo>
                    <a:pt x="1144904" y="223837"/>
                  </a:lnTo>
                  <a:lnTo>
                    <a:pt x="3810000" y="543877"/>
                  </a:lnTo>
                  <a:lnTo>
                    <a:pt x="3814762" y="496253"/>
                  </a:lnTo>
                  <a:lnTo>
                    <a:pt x="1150620" y="176213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DDF7FF">
                <a:alpha val="34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streak-10-halo-2"/>
            <p:cNvSpPr/>
            <p:nvPr/>
          </p:nvSpPr>
          <p:spPr>
            <a:xfrm>
              <a:off x="7582852" y="15838170"/>
              <a:ext cx="3853816" cy="979170"/>
            </a:xfrm>
            <a:custGeom>
              <a:avLst/>
              <a:gdLst/>
              <a:ahLst/>
              <a:cxnLst/>
              <a:rect l="l" t="t" r="r" b="b"/>
              <a:pathLst>
                <a:path w="3853816" h="979170">
                  <a:moveTo>
                    <a:pt x="0" y="585788"/>
                  </a:moveTo>
                  <a:lnTo>
                    <a:pt x="3054668" y="952500"/>
                  </a:lnTo>
                  <a:lnTo>
                    <a:pt x="3833813" y="979170"/>
                  </a:lnTo>
                  <a:lnTo>
                    <a:pt x="3853816" y="389572"/>
                  </a:lnTo>
                  <a:lnTo>
                    <a:pt x="3115628" y="365760"/>
                  </a:lnTo>
                  <a:lnTo>
                    <a:pt x="69533" y="0"/>
                  </a:lnTo>
                  <a:close/>
                </a:path>
              </a:pathLst>
            </a:custGeom>
            <a:solidFill>
              <a:srgbClr val="4FB6E8">
                <a:alpha val="12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streak-10-mid-2"/>
            <p:cNvSpPr/>
            <p:nvPr/>
          </p:nvSpPr>
          <p:spPr>
            <a:xfrm>
              <a:off x="7602855" y="16007715"/>
              <a:ext cx="3828097" cy="639127"/>
            </a:xfrm>
            <a:custGeom>
              <a:avLst/>
              <a:gdLst/>
              <a:ahLst/>
              <a:cxnLst/>
              <a:rect l="l" t="t" r="r" b="b"/>
              <a:pathLst>
                <a:path w="3828097" h="639127">
                  <a:moveTo>
                    <a:pt x="0" y="246697"/>
                  </a:moveTo>
                  <a:lnTo>
                    <a:pt x="3052763" y="613410"/>
                  </a:lnTo>
                  <a:lnTo>
                    <a:pt x="3819525" y="639127"/>
                  </a:lnTo>
                  <a:lnTo>
                    <a:pt x="3828097" y="390525"/>
                  </a:lnTo>
                  <a:lnTo>
                    <a:pt x="3077527" y="365760"/>
                  </a:lnTo>
                  <a:lnTo>
                    <a:pt x="29527" y="0"/>
                  </a:lnTo>
                  <a:close/>
                </a:path>
              </a:pathLst>
            </a:custGeom>
            <a:solidFill>
              <a:srgbClr val="4FB6E8">
                <a:alpha val="20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streak-10-core-2"/>
            <p:cNvSpPr/>
            <p:nvPr/>
          </p:nvSpPr>
          <p:spPr>
            <a:xfrm>
              <a:off x="7615238" y="16107728"/>
              <a:ext cx="3811904" cy="439102"/>
            </a:xfrm>
            <a:custGeom>
              <a:avLst/>
              <a:gdLst/>
              <a:ahLst/>
              <a:cxnLst/>
              <a:rect l="l" t="t" r="r" b="b"/>
              <a:pathLst>
                <a:path w="3811904" h="439102">
                  <a:moveTo>
                    <a:pt x="0" y="47624"/>
                  </a:moveTo>
                  <a:lnTo>
                    <a:pt x="3049904" y="413384"/>
                  </a:lnTo>
                  <a:lnTo>
                    <a:pt x="3810000" y="439102"/>
                  </a:lnTo>
                  <a:lnTo>
                    <a:pt x="3811904" y="391477"/>
                  </a:lnTo>
                  <a:lnTo>
                    <a:pt x="3055620" y="365760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DDF7FF">
                <a:alpha val="47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streak-10-halo-3"/>
            <p:cNvSpPr/>
            <p:nvPr/>
          </p:nvSpPr>
          <p:spPr>
            <a:xfrm>
              <a:off x="11416665" y="16227742"/>
              <a:ext cx="3828097" cy="717233"/>
            </a:xfrm>
            <a:custGeom>
              <a:avLst/>
              <a:gdLst/>
              <a:ahLst/>
              <a:cxnLst/>
              <a:rect l="l" t="t" r="r" b="b"/>
              <a:pathLst>
                <a:path w="3828097" h="717233">
                  <a:moveTo>
                    <a:pt x="0" y="589598"/>
                  </a:moveTo>
                  <a:lnTo>
                    <a:pt x="3809047" y="717233"/>
                  </a:lnTo>
                  <a:lnTo>
                    <a:pt x="3828097" y="126683"/>
                  </a:lnTo>
                  <a:lnTo>
                    <a:pt x="20003" y="0"/>
                  </a:lnTo>
                  <a:close/>
                </a:path>
              </a:pathLst>
            </a:custGeom>
            <a:solidFill>
              <a:srgbClr val="4FB6E8">
                <a:alpha val="16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streak-10-mid-3"/>
            <p:cNvSpPr/>
            <p:nvPr/>
          </p:nvSpPr>
          <p:spPr>
            <a:xfrm>
              <a:off x="11422380" y="16398240"/>
              <a:ext cx="3816668" cy="375285"/>
            </a:xfrm>
            <a:custGeom>
              <a:avLst/>
              <a:gdLst/>
              <a:ahLst/>
              <a:cxnLst/>
              <a:rect l="l" t="t" r="r" b="b"/>
              <a:pathLst>
                <a:path w="3816668" h="375285">
                  <a:moveTo>
                    <a:pt x="0" y="248602"/>
                  </a:moveTo>
                  <a:lnTo>
                    <a:pt x="3809048" y="375285"/>
                  </a:lnTo>
                  <a:lnTo>
                    <a:pt x="3816668" y="127635"/>
                  </a:lnTo>
                  <a:lnTo>
                    <a:pt x="8572" y="0"/>
                  </a:lnTo>
                  <a:close/>
                </a:path>
              </a:pathLst>
            </a:custGeom>
            <a:solidFill>
              <a:srgbClr val="4FB6E8">
                <a:alpha val="27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streak-10-core-3"/>
            <p:cNvSpPr/>
            <p:nvPr/>
          </p:nvSpPr>
          <p:spPr>
            <a:xfrm>
              <a:off x="11425238" y="16499205"/>
              <a:ext cx="3810952" cy="174307"/>
            </a:xfrm>
            <a:custGeom>
              <a:avLst/>
              <a:gdLst/>
              <a:ahLst/>
              <a:cxnLst/>
              <a:rect l="l" t="t" r="r" b="b"/>
              <a:pathLst>
                <a:path w="3810952" h="174307">
                  <a:moveTo>
                    <a:pt x="0" y="47625"/>
                  </a:moveTo>
                  <a:lnTo>
                    <a:pt x="3809047" y="174307"/>
                  </a:lnTo>
                  <a:lnTo>
                    <a:pt x="3810952" y="126683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rgbClr val="DDF7FF">
                <a:alpha val="63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streak-10-halo-4"/>
            <p:cNvSpPr/>
            <p:nvPr/>
          </p:nvSpPr>
          <p:spPr>
            <a:xfrm>
              <a:off x="15225712" y="16279178"/>
              <a:ext cx="3830956" cy="703897"/>
            </a:xfrm>
            <a:custGeom>
              <a:avLst/>
              <a:gdLst/>
              <a:ahLst/>
              <a:cxnLst/>
              <a:rect l="l" t="t" r="r" b="b"/>
              <a:pathLst>
                <a:path w="3830956" h="703897">
                  <a:moveTo>
                    <a:pt x="0" y="665797"/>
                  </a:moveTo>
                  <a:lnTo>
                    <a:pt x="1163003" y="703897"/>
                  </a:lnTo>
                  <a:lnTo>
                    <a:pt x="3830956" y="589597"/>
                  </a:lnTo>
                  <a:lnTo>
                    <a:pt x="3805238" y="0"/>
                  </a:lnTo>
                  <a:lnTo>
                    <a:pt x="1151573" y="113347"/>
                  </a:lnTo>
                  <a:lnTo>
                    <a:pt x="19050" y="75247"/>
                  </a:lnTo>
                  <a:close/>
                </a:path>
              </a:pathLst>
            </a:custGeom>
            <a:solidFill>
              <a:srgbClr val="4FB6E8">
                <a:alpha val="21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streak-10-mid-4"/>
            <p:cNvSpPr/>
            <p:nvPr/>
          </p:nvSpPr>
          <p:spPr>
            <a:xfrm>
              <a:off x="15231428" y="16449675"/>
              <a:ext cx="3817620" cy="361950"/>
            </a:xfrm>
            <a:custGeom>
              <a:avLst/>
              <a:gdLst/>
              <a:ahLst/>
              <a:cxnLst/>
              <a:rect l="l" t="t" r="r" b="b"/>
              <a:pathLst>
                <a:path w="3817620" h="361950">
                  <a:moveTo>
                    <a:pt x="0" y="323850"/>
                  </a:moveTo>
                  <a:lnTo>
                    <a:pt x="1154430" y="361950"/>
                  </a:lnTo>
                  <a:lnTo>
                    <a:pt x="3817620" y="247650"/>
                  </a:lnTo>
                  <a:lnTo>
                    <a:pt x="3807142" y="0"/>
                  </a:lnTo>
                  <a:lnTo>
                    <a:pt x="1148714" y="114300"/>
                  </a:lnTo>
                  <a:lnTo>
                    <a:pt x="7620" y="76200"/>
                  </a:lnTo>
                  <a:close/>
                </a:path>
              </a:pathLst>
            </a:custGeom>
            <a:solidFill>
              <a:srgbClr val="4FB6E8">
                <a:alpha val="35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streak-10-core-4"/>
            <p:cNvSpPr/>
            <p:nvPr/>
          </p:nvSpPr>
          <p:spPr>
            <a:xfrm>
              <a:off x="15234285" y="16549688"/>
              <a:ext cx="3810953" cy="161924"/>
            </a:xfrm>
            <a:custGeom>
              <a:avLst/>
              <a:gdLst/>
              <a:ahLst/>
              <a:cxnLst/>
              <a:rect l="l" t="t" r="r" b="b"/>
              <a:pathLst>
                <a:path w="3810953" h="161924">
                  <a:moveTo>
                    <a:pt x="0" y="123824"/>
                  </a:moveTo>
                  <a:lnTo>
                    <a:pt x="1148715" y="161924"/>
                  </a:lnTo>
                  <a:lnTo>
                    <a:pt x="3810953" y="47624"/>
                  </a:lnTo>
                  <a:lnTo>
                    <a:pt x="3809047" y="0"/>
                  </a:lnTo>
                  <a:lnTo>
                    <a:pt x="1148715" y="114300"/>
                  </a:lnTo>
                  <a:lnTo>
                    <a:pt x="1905" y="76200"/>
                  </a:lnTo>
                  <a:close/>
                </a:path>
              </a:pathLst>
            </a:custGeom>
            <a:solidFill>
              <a:srgbClr val="DDF7FF">
                <a:alpha val="82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streak-10-halo-5"/>
            <p:cNvSpPr/>
            <p:nvPr/>
          </p:nvSpPr>
          <p:spPr>
            <a:xfrm>
              <a:off x="19030950" y="16060102"/>
              <a:ext cx="3849052" cy="808673"/>
            </a:xfrm>
            <a:custGeom>
              <a:avLst/>
              <a:gdLst/>
              <a:ahLst/>
              <a:cxnLst/>
              <a:rect l="l" t="t" r="r" b="b"/>
              <a:pathLst>
                <a:path w="3849052" h="808673">
                  <a:moveTo>
                    <a:pt x="25718" y="808673"/>
                  </a:moveTo>
                  <a:lnTo>
                    <a:pt x="2703195" y="693420"/>
                  </a:lnTo>
                  <a:lnTo>
                    <a:pt x="3849052" y="588646"/>
                  </a:lnTo>
                  <a:lnTo>
                    <a:pt x="3794760" y="0"/>
                  </a:lnTo>
                  <a:lnTo>
                    <a:pt x="2668905" y="104776"/>
                  </a:lnTo>
                  <a:lnTo>
                    <a:pt x="0" y="219076"/>
                  </a:lnTo>
                  <a:close/>
                </a:path>
              </a:pathLst>
            </a:custGeom>
            <a:solidFill>
              <a:srgbClr val="4FB6E8">
                <a:alpha val="25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streak-10-mid-5"/>
            <p:cNvSpPr/>
            <p:nvPr/>
          </p:nvSpPr>
          <p:spPr>
            <a:xfrm>
              <a:off x="19038570" y="16230600"/>
              <a:ext cx="3825240" cy="466725"/>
            </a:xfrm>
            <a:custGeom>
              <a:avLst/>
              <a:gdLst/>
              <a:ahLst/>
              <a:cxnLst/>
              <a:rect l="l" t="t" r="r" b="b"/>
              <a:pathLst>
                <a:path w="3825240" h="466725">
                  <a:moveTo>
                    <a:pt x="10478" y="466725"/>
                  </a:moveTo>
                  <a:lnTo>
                    <a:pt x="2685098" y="352425"/>
                  </a:lnTo>
                  <a:lnTo>
                    <a:pt x="3825240" y="247650"/>
                  </a:lnTo>
                  <a:lnTo>
                    <a:pt x="3803332" y="0"/>
                  </a:lnTo>
                  <a:lnTo>
                    <a:pt x="2671762" y="1047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4FB6E8">
                <a:alpha val="42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streak-10-core-5"/>
            <p:cNvSpPr/>
            <p:nvPr/>
          </p:nvSpPr>
          <p:spPr>
            <a:xfrm>
              <a:off x="19043332" y="16330612"/>
              <a:ext cx="3811906" cy="266700"/>
            </a:xfrm>
            <a:custGeom>
              <a:avLst/>
              <a:gdLst/>
              <a:ahLst/>
              <a:cxnLst/>
              <a:rect l="l" t="t" r="r" b="b"/>
              <a:pathLst>
                <a:path w="3811906" h="266700">
                  <a:moveTo>
                    <a:pt x="1906" y="266700"/>
                  </a:moveTo>
                  <a:lnTo>
                    <a:pt x="2674620" y="152400"/>
                  </a:lnTo>
                  <a:lnTo>
                    <a:pt x="3811906" y="47626"/>
                  </a:lnTo>
                  <a:lnTo>
                    <a:pt x="3807143" y="0"/>
                  </a:lnTo>
                  <a:lnTo>
                    <a:pt x="2672716" y="104776"/>
                  </a:lnTo>
                  <a:lnTo>
                    <a:pt x="0" y="219076"/>
                  </a:lnTo>
                  <a:close/>
                </a:path>
              </a:pathLst>
            </a:custGeom>
            <a:solidFill>
              <a:srgbClr val="DDF7FF">
                <a:alpha val="98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streak-10-halo-6"/>
            <p:cNvSpPr/>
            <p:nvPr/>
          </p:nvSpPr>
          <p:spPr>
            <a:xfrm>
              <a:off x="22825710" y="15708630"/>
              <a:ext cx="3863340" cy="940118"/>
            </a:xfrm>
            <a:custGeom>
              <a:avLst/>
              <a:gdLst/>
              <a:ahLst/>
              <a:cxnLst/>
              <a:rect l="l" t="t" r="r" b="b"/>
              <a:pathLst>
                <a:path w="3863340" h="940118">
                  <a:moveTo>
                    <a:pt x="54292" y="940118"/>
                  </a:moveTo>
                  <a:lnTo>
                    <a:pt x="3863340" y="587692"/>
                  </a:lnTo>
                  <a:lnTo>
                    <a:pt x="3809048" y="0"/>
                  </a:lnTo>
                  <a:lnTo>
                    <a:pt x="0" y="351472"/>
                  </a:lnTo>
                  <a:close/>
                </a:path>
              </a:pathLst>
            </a:custGeom>
            <a:solidFill>
              <a:srgbClr val="4FB6E8">
                <a:alpha val="29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streak-10-mid-6"/>
            <p:cNvSpPr/>
            <p:nvPr/>
          </p:nvSpPr>
          <p:spPr>
            <a:xfrm>
              <a:off x="22841902" y="15879128"/>
              <a:ext cx="3830956" cy="599122"/>
            </a:xfrm>
            <a:custGeom>
              <a:avLst/>
              <a:gdLst/>
              <a:ahLst/>
              <a:cxnLst/>
              <a:rect l="l" t="t" r="r" b="b"/>
              <a:pathLst>
                <a:path w="3830956" h="599122">
                  <a:moveTo>
                    <a:pt x="21908" y="599122"/>
                  </a:moveTo>
                  <a:lnTo>
                    <a:pt x="3830956" y="246697"/>
                  </a:lnTo>
                  <a:lnTo>
                    <a:pt x="3808096" y="0"/>
                  </a:lnTo>
                  <a:lnTo>
                    <a:pt x="0" y="351472"/>
                  </a:lnTo>
                  <a:close/>
                </a:path>
              </a:pathLst>
            </a:custGeom>
            <a:solidFill>
              <a:srgbClr val="4FB6E8">
                <a:alpha val="49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streak-10-core-6"/>
            <p:cNvSpPr/>
            <p:nvPr/>
          </p:nvSpPr>
          <p:spPr>
            <a:xfrm>
              <a:off x="22850475" y="15979140"/>
              <a:ext cx="3813810" cy="399098"/>
            </a:xfrm>
            <a:custGeom>
              <a:avLst/>
              <a:gdLst/>
              <a:ahLst/>
              <a:cxnLst/>
              <a:rect l="l" t="t" r="r" b="b"/>
              <a:pathLst>
                <a:path w="3813810" h="399098">
                  <a:moveTo>
                    <a:pt x="4763" y="399098"/>
                  </a:moveTo>
                  <a:lnTo>
                    <a:pt x="3813810" y="47625"/>
                  </a:lnTo>
                  <a:lnTo>
                    <a:pt x="3809047" y="0"/>
                  </a:lnTo>
                  <a:lnTo>
                    <a:pt x="0" y="351472"/>
                  </a:lnTo>
                  <a:close/>
                </a:path>
              </a:pathLst>
            </a:custGeom>
            <a:solidFill>
              <a:srgbClr val="DDF7FF">
                <a:alpha val="11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streak-10-halo-7"/>
            <p:cNvSpPr/>
            <p:nvPr/>
          </p:nvSpPr>
          <p:spPr>
            <a:xfrm>
              <a:off x="26609040" y="14913292"/>
              <a:ext cx="3842385" cy="1383030"/>
            </a:xfrm>
            <a:custGeom>
              <a:avLst/>
              <a:gdLst/>
              <a:ahLst/>
              <a:cxnLst/>
              <a:rect l="l" t="t" r="r" b="b"/>
              <a:pathLst>
                <a:path w="3842385" h="1383030">
                  <a:moveTo>
                    <a:pt x="80010" y="1383030"/>
                  </a:moveTo>
                  <a:lnTo>
                    <a:pt x="121920" y="1377316"/>
                  </a:lnTo>
                  <a:lnTo>
                    <a:pt x="3842385" y="577216"/>
                  </a:lnTo>
                  <a:lnTo>
                    <a:pt x="3800475" y="0"/>
                  </a:lnTo>
                  <a:lnTo>
                    <a:pt x="0" y="800100"/>
                  </a:lnTo>
                  <a:lnTo>
                    <a:pt x="25718" y="795338"/>
                  </a:lnTo>
                  <a:close/>
                </a:path>
              </a:pathLst>
            </a:custGeom>
            <a:solidFill>
              <a:srgbClr val="4FB6E8">
                <a:alpha val="325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streak-10-mid-7"/>
            <p:cNvSpPr/>
            <p:nvPr/>
          </p:nvSpPr>
          <p:spPr>
            <a:xfrm>
              <a:off x="26644282" y="15080932"/>
              <a:ext cx="3807143" cy="1044893"/>
            </a:xfrm>
            <a:custGeom>
              <a:avLst/>
              <a:gdLst/>
              <a:ahLst/>
              <a:cxnLst/>
              <a:rect l="l" t="t" r="r" b="b"/>
              <a:pathLst>
                <a:path w="3807143" h="1044893">
                  <a:moveTo>
                    <a:pt x="28576" y="1044893"/>
                  </a:moveTo>
                  <a:lnTo>
                    <a:pt x="51436" y="1042036"/>
                  </a:lnTo>
                  <a:lnTo>
                    <a:pt x="3807143" y="241936"/>
                  </a:lnTo>
                  <a:lnTo>
                    <a:pt x="3800476" y="0"/>
                  </a:lnTo>
                  <a:lnTo>
                    <a:pt x="0" y="800100"/>
                  </a:lnTo>
                  <a:lnTo>
                    <a:pt x="5716" y="798196"/>
                  </a:lnTo>
                  <a:close/>
                </a:path>
              </a:pathLst>
            </a:custGeom>
            <a:solidFill>
              <a:srgbClr val="4FB6E8">
                <a:alpha val="54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streak-10-core-7"/>
            <p:cNvSpPr/>
            <p:nvPr/>
          </p:nvSpPr>
          <p:spPr>
            <a:xfrm>
              <a:off x="26659522" y="15179040"/>
              <a:ext cx="3791903" cy="847725"/>
            </a:xfrm>
            <a:custGeom>
              <a:avLst/>
              <a:gdLst/>
              <a:ahLst/>
              <a:cxnLst/>
              <a:rect l="l" t="t" r="r" b="b"/>
              <a:pathLst>
                <a:path w="3791903" h="847725">
                  <a:moveTo>
                    <a:pt x="4763" y="847725"/>
                  </a:moveTo>
                  <a:lnTo>
                    <a:pt x="15240" y="845820"/>
                  </a:lnTo>
                  <a:lnTo>
                    <a:pt x="3791903" y="45720"/>
                  </a:lnTo>
                  <a:lnTo>
                    <a:pt x="3791903" y="0"/>
                  </a:lnTo>
                  <a:lnTo>
                    <a:pt x="5716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DDF7FF">
                <a:alpha val="12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streak-11-halo-0"/>
            <p:cNvSpPr/>
            <p:nvPr/>
          </p:nvSpPr>
          <p:spPr>
            <a:xfrm>
              <a:off x="19050" y="17116425"/>
              <a:ext cx="3829050" cy="0"/>
            </a:xfrm>
            <a:custGeom>
              <a:avLst/>
              <a:gdLst/>
              <a:ahLst/>
              <a:cxnLst/>
              <a:rect l="l" t="t" r="r" b="b"/>
              <a:pathLst>
                <a:path w="3829050" h="0">
                  <a:moveTo>
                    <a:pt x="20002" y="0"/>
                  </a:moveTo>
                  <a:lnTo>
                    <a:pt x="3829050" y="0"/>
                  </a:lnTo>
                  <a:lnTo>
                    <a:pt x="37509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7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streak-11-mid-0"/>
            <p:cNvSpPr/>
            <p:nvPr/>
          </p:nvSpPr>
          <p:spPr>
            <a:xfrm>
              <a:off x="19050" y="17116425"/>
              <a:ext cx="3806190" cy="0"/>
            </a:xfrm>
            <a:custGeom>
              <a:avLst/>
              <a:gdLst/>
              <a:ahLst/>
              <a:cxnLst/>
              <a:rect l="l" t="t" r="r" b="b"/>
              <a:pathLst>
                <a:path w="3806190" h="0">
                  <a:moveTo>
                    <a:pt x="0" y="0"/>
                  </a:moveTo>
                  <a:lnTo>
                    <a:pt x="3806190" y="0"/>
                  </a:lnTo>
                  <a:lnTo>
                    <a:pt x="37738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1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streak-11-core-0"/>
            <p:cNvSpPr/>
            <p:nvPr/>
          </p:nvSpPr>
          <p:spPr>
            <a:xfrm>
              <a:off x="19050" y="17116425"/>
              <a:ext cx="3794760" cy="0"/>
            </a:xfrm>
            <a:custGeom>
              <a:avLst/>
              <a:gdLst/>
              <a:ahLst/>
              <a:cxnLst/>
              <a:rect l="l" t="t" r="r" b="b"/>
              <a:pathLst>
                <a:path w="3794760" h="0">
                  <a:moveTo>
                    <a:pt x="0" y="0"/>
                  </a:moveTo>
                  <a:lnTo>
                    <a:pt x="3794760" y="0"/>
                  </a:lnTo>
                  <a:lnTo>
                    <a:pt x="37852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6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streak-11-halo-1"/>
            <p:cNvSpPr/>
            <p:nvPr/>
          </p:nvSpPr>
          <p:spPr>
            <a:xfrm>
              <a:off x="3769995" y="17116425"/>
              <a:ext cx="3886200" cy="0"/>
            </a:xfrm>
            <a:custGeom>
              <a:avLst/>
              <a:gdLst/>
              <a:ahLst/>
              <a:cxnLst/>
              <a:rect l="l" t="t" r="r" b="b"/>
              <a:pathLst>
                <a:path w="3886200" h="0">
                  <a:moveTo>
                    <a:pt x="78105" y="0"/>
                  </a:moveTo>
                  <a:lnTo>
                    <a:pt x="3886200" y="0"/>
                  </a:lnTo>
                  <a:lnTo>
                    <a:pt x="38090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streak-11-mid-1"/>
            <p:cNvSpPr/>
            <p:nvPr/>
          </p:nvSpPr>
          <p:spPr>
            <a:xfrm>
              <a:off x="3792855" y="17116425"/>
              <a:ext cx="3841433" cy="0"/>
            </a:xfrm>
            <a:custGeom>
              <a:avLst/>
              <a:gdLst/>
              <a:ahLst/>
              <a:cxnLst/>
              <a:rect l="l" t="t" r="r" b="b"/>
              <a:pathLst>
                <a:path w="3841433" h="0">
                  <a:moveTo>
                    <a:pt x="32385" y="0"/>
                  </a:moveTo>
                  <a:lnTo>
                    <a:pt x="3841433" y="0"/>
                  </a:lnTo>
                  <a:lnTo>
                    <a:pt x="38080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68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streak-11-core-1"/>
            <p:cNvSpPr/>
            <p:nvPr/>
          </p:nvSpPr>
          <p:spPr>
            <a:xfrm>
              <a:off x="3804285" y="17116425"/>
              <a:ext cx="3818573" cy="0"/>
            </a:xfrm>
            <a:custGeom>
              <a:avLst/>
              <a:gdLst/>
              <a:ahLst/>
              <a:cxnLst/>
              <a:rect l="l" t="t" r="r" b="b"/>
              <a:pathLst>
                <a:path w="3818573" h="0">
                  <a:moveTo>
                    <a:pt x="9525" y="0"/>
                  </a:moveTo>
                  <a:lnTo>
                    <a:pt x="3818573" y="0"/>
                  </a:lnTo>
                  <a:lnTo>
                    <a:pt x="38080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388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streak-11-halo-2"/>
            <p:cNvSpPr/>
            <p:nvPr/>
          </p:nvSpPr>
          <p:spPr>
            <a:xfrm>
              <a:off x="7579042" y="16882110"/>
              <a:ext cx="3886200" cy="234315"/>
            </a:xfrm>
            <a:custGeom>
              <a:avLst/>
              <a:gdLst/>
              <a:ahLst/>
              <a:cxnLst/>
              <a:rect l="l" t="t" r="r" b="b"/>
              <a:pathLst>
                <a:path w="3886200" h="234315">
                  <a:moveTo>
                    <a:pt x="77153" y="234315"/>
                  </a:moveTo>
                  <a:lnTo>
                    <a:pt x="3886200" y="234315"/>
                  </a:lnTo>
                  <a:lnTo>
                    <a:pt x="3808096" y="0"/>
                  </a:lnTo>
                  <a:lnTo>
                    <a:pt x="0" y="234315"/>
                  </a:lnTo>
                  <a:close/>
                </a:path>
              </a:pathLst>
            </a:custGeom>
            <a:solidFill>
              <a:srgbClr val="FFFFFF">
                <a:alpha val="13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streak-11-mid-2"/>
            <p:cNvSpPr/>
            <p:nvPr/>
          </p:nvSpPr>
          <p:spPr>
            <a:xfrm>
              <a:off x="7600950" y="17012602"/>
              <a:ext cx="3841432" cy="103823"/>
            </a:xfrm>
            <a:custGeom>
              <a:avLst/>
              <a:gdLst/>
              <a:ahLst/>
              <a:cxnLst/>
              <a:rect l="l" t="t" r="r" b="b"/>
              <a:pathLst>
                <a:path w="3841432" h="103823">
                  <a:moveTo>
                    <a:pt x="33338" y="103823"/>
                  </a:moveTo>
                  <a:lnTo>
                    <a:pt x="3841432" y="103823"/>
                  </a:lnTo>
                  <a:lnTo>
                    <a:pt x="3809048" y="0"/>
                  </a:lnTo>
                  <a:lnTo>
                    <a:pt x="0" y="103823"/>
                  </a:lnTo>
                  <a:close/>
                </a:path>
              </a:pathLst>
            </a:custGeom>
            <a:solidFill>
              <a:srgbClr val="FFFFFF">
                <a:alpha val="23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streak-11-core-2"/>
            <p:cNvSpPr/>
            <p:nvPr/>
          </p:nvSpPr>
          <p:spPr>
            <a:xfrm>
              <a:off x="7612380" y="17079278"/>
              <a:ext cx="3818572" cy="37147"/>
            </a:xfrm>
            <a:custGeom>
              <a:avLst/>
              <a:gdLst/>
              <a:ahLst/>
              <a:cxnLst/>
              <a:rect l="l" t="t" r="r" b="b"/>
              <a:pathLst>
                <a:path w="3818572" h="37147">
                  <a:moveTo>
                    <a:pt x="10478" y="37147"/>
                  </a:moveTo>
                  <a:lnTo>
                    <a:pt x="3818572" y="37147"/>
                  </a:lnTo>
                  <a:lnTo>
                    <a:pt x="3809048" y="0"/>
                  </a:lnTo>
                  <a:lnTo>
                    <a:pt x="0" y="37147"/>
                  </a:lnTo>
                  <a:close/>
                </a:path>
              </a:pathLst>
            </a:custGeom>
            <a:solidFill>
              <a:srgbClr val="FFFFFF">
                <a:alpha val="53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streak-11-halo-3"/>
            <p:cNvSpPr/>
            <p:nvPr/>
          </p:nvSpPr>
          <p:spPr>
            <a:xfrm>
              <a:off x="11387138" y="16223932"/>
              <a:ext cx="3887152" cy="892493"/>
            </a:xfrm>
            <a:custGeom>
              <a:avLst/>
              <a:gdLst/>
              <a:ahLst/>
              <a:cxnLst/>
              <a:rect l="l" t="t" r="r" b="b"/>
              <a:pathLst>
                <a:path w="3887152" h="892493">
                  <a:moveTo>
                    <a:pt x="78104" y="892493"/>
                  </a:moveTo>
                  <a:lnTo>
                    <a:pt x="3887152" y="450533"/>
                  </a:lnTo>
                  <a:lnTo>
                    <a:pt x="3809047" y="0"/>
                  </a:lnTo>
                  <a:lnTo>
                    <a:pt x="0" y="658178"/>
                  </a:lnTo>
                  <a:close/>
                </a:path>
              </a:pathLst>
            </a:custGeom>
            <a:solidFill>
              <a:srgbClr val="FFFFFF">
                <a:alpha val="185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streak-11-mid-3"/>
            <p:cNvSpPr/>
            <p:nvPr/>
          </p:nvSpPr>
          <p:spPr>
            <a:xfrm>
              <a:off x="11409998" y="16355378"/>
              <a:ext cx="3841432" cy="761047"/>
            </a:xfrm>
            <a:custGeom>
              <a:avLst/>
              <a:gdLst/>
              <a:ahLst/>
              <a:cxnLst/>
              <a:rect l="l" t="t" r="r" b="b"/>
              <a:pathLst>
                <a:path w="3841432" h="761047">
                  <a:moveTo>
                    <a:pt x="32384" y="761047"/>
                  </a:moveTo>
                  <a:lnTo>
                    <a:pt x="3841432" y="188594"/>
                  </a:lnTo>
                  <a:lnTo>
                    <a:pt x="3809047" y="0"/>
                  </a:lnTo>
                  <a:lnTo>
                    <a:pt x="0" y="657224"/>
                  </a:lnTo>
                  <a:close/>
                </a:path>
              </a:pathLst>
            </a:custGeom>
            <a:solidFill>
              <a:srgbClr val="FFFFFF">
                <a:alpha val="31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streak-11-core-3"/>
            <p:cNvSpPr/>
            <p:nvPr/>
          </p:nvSpPr>
          <p:spPr>
            <a:xfrm>
              <a:off x="11421428" y="16421100"/>
              <a:ext cx="3818572" cy="695325"/>
            </a:xfrm>
            <a:custGeom>
              <a:avLst/>
              <a:gdLst/>
              <a:ahLst/>
              <a:cxnLst/>
              <a:rect l="l" t="t" r="r" b="b"/>
              <a:pathLst>
                <a:path w="3818572" h="695325">
                  <a:moveTo>
                    <a:pt x="9524" y="695325"/>
                  </a:moveTo>
                  <a:lnTo>
                    <a:pt x="3818572" y="57150"/>
                  </a:lnTo>
                  <a:lnTo>
                    <a:pt x="3809047" y="0"/>
                  </a:lnTo>
                  <a:lnTo>
                    <a:pt x="0" y="658178"/>
                  </a:lnTo>
                  <a:close/>
                </a:path>
              </a:pathLst>
            </a:custGeom>
            <a:solidFill>
              <a:srgbClr val="FFFFFF">
                <a:alpha val="71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streak-11-halo-4"/>
            <p:cNvSpPr/>
            <p:nvPr/>
          </p:nvSpPr>
          <p:spPr>
            <a:xfrm>
              <a:off x="15196185" y="15445740"/>
              <a:ext cx="3894773" cy="1228725"/>
            </a:xfrm>
            <a:custGeom>
              <a:avLst/>
              <a:gdLst/>
              <a:ahLst/>
              <a:cxnLst/>
              <a:rect l="l" t="t" r="r" b="b"/>
              <a:pathLst>
                <a:path w="3894773" h="1228725">
                  <a:moveTo>
                    <a:pt x="78105" y="1228725"/>
                  </a:moveTo>
                  <a:lnTo>
                    <a:pt x="470535" y="1161098"/>
                  </a:lnTo>
                  <a:lnTo>
                    <a:pt x="3894773" y="447675"/>
                  </a:lnTo>
                  <a:lnTo>
                    <a:pt x="3801427" y="0"/>
                  </a:lnTo>
                  <a:lnTo>
                    <a:pt x="379095" y="713422"/>
                  </a:lnTo>
                  <a:lnTo>
                    <a:pt x="0" y="778192"/>
                  </a:lnTo>
                  <a:close/>
                </a:path>
              </a:pathLst>
            </a:custGeom>
            <a:solidFill>
              <a:srgbClr val="FFFFFF">
                <a:alpha val="2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streak-11-mid-4"/>
            <p:cNvSpPr/>
            <p:nvPr/>
          </p:nvSpPr>
          <p:spPr>
            <a:xfrm>
              <a:off x="15219045" y="15576232"/>
              <a:ext cx="3844290" cy="967740"/>
            </a:xfrm>
            <a:custGeom>
              <a:avLst/>
              <a:gdLst/>
              <a:ahLst/>
              <a:cxnLst/>
              <a:rect l="l" t="t" r="r" b="b"/>
              <a:pathLst>
                <a:path w="3844290" h="967740">
                  <a:moveTo>
                    <a:pt x="32385" y="967740"/>
                  </a:moveTo>
                  <a:lnTo>
                    <a:pt x="421005" y="901066"/>
                  </a:lnTo>
                  <a:lnTo>
                    <a:pt x="3844290" y="187643"/>
                  </a:lnTo>
                  <a:lnTo>
                    <a:pt x="3805237" y="0"/>
                  </a:lnTo>
                  <a:lnTo>
                    <a:pt x="382905" y="712470"/>
                  </a:lnTo>
                  <a:lnTo>
                    <a:pt x="0" y="779146"/>
                  </a:lnTo>
                  <a:close/>
                </a:path>
              </a:pathLst>
            </a:custGeom>
            <a:solidFill>
              <a:srgbClr val="FFFFFF">
                <a:alpha val="40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streak-11-core-4"/>
            <p:cNvSpPr/>
            <p:nvPr/>
          </p:nvSpPr>
          <p:spPr>
            <a:xfrm>
              <a:off x="15230475" y="15641955"/>
              <a:ext cx="3819525" cy="836295"/>
            </a:xfrm>
            <a:custGeom>
              <a:avLst/>
              <a:gdLst/>
              <a:ahLst/>
              <a:cxnLst/>
              <a:rect l="l" t="t" r="r" b="b"/>
              <a:pathLst>
                <a:path w="3819525" h="836295">
                  <a:moveTo>
                    <a:pt x="9525" y="836295"/>
                  </a:moveTo>
                  <a:lnTo>
                    <a:pt x="396240" y="768667"/>
                  </a:lnTo>
                  <a:lnTo>
                    <a:pt x="3819525" y="56197"/>
                  </a:lnTo>
                  <a:lnTo>
                    <a:pt x="3808095" y="0"/>
                  </a:lnTo>
                  <a:lnTo>
                    <a:pt x="384810" y="713423"/>
                  </a:lnTo>
                  <a:lnTo>
                    <a:pt x="0" y="779145"/>
                  </a:lnTo>
                  <a:close/>
                </a:path>
              </a:pathLst>
            </a:custGeom>
            <a:solidFill>
              <a:srgbClr val="FFFFFF">
                <a:alpha val="92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streak-11-halo-5"/>
            <p:cNvSpPr/>
            <p:nvPr/>
          </p:nvSpPr>
          <p:spPr>
            <a:xfrm>
              <a:off x="18997612" y="14783752"/>
              <a:ext cx="3890963" cy="1109663"/>
            </a:xfrm>
            <a:custGeom>
              <a:avLst/>
              <a:gdLst/>
              <a:ahLst/>
              <a:cxnLst/>
              <a:rect l="l" t="t" r="r" b="b"/>
              <a:pathLst>
                <a:path w="3890963" h="1109663">
                  <a:moveTo>
                    <a:pt x="93346" y="1109663"/>
                  </a:moveTo>
                  <a:lnTo>
                    <a:pt x="1234440" y="871538"/>
                  </a:lnTo>
                  <a:lnTo>
                    <a:pt x="3890963" y="451486"/>
                  </a:lnTo>
                  <a:lnTo>
                    <a:pt x="3819526" y="0"/>
                  </a:lnTo>
                  <a:lnTo>
                    <a:pt x="1156336" y="421958"/>
                  </a:lnTo>
                  <a:lnTo>
                    <a:pt x="0" y="661988"/>
                  </a:lnTo>
                  <a:close/>
                </a:path>
              </a:pathLst>
            </a:custGeom>
            <a:solidFill>
              <a:srgbClr val="FFFFFF">
                <a:alpha val="28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streak-11-mid-5"/>
            <p:cNvSpPr/>
            <p:nvPr/>
          </p:nvSpPr>
          <p:spPr>
            <a:xfrm>
              <a:off x="19024282" y="14914245"/>
              <a:ext cx="3843338" cy="849630"/>
            </a:xfrm>
            <a:custGeom>
              <a:avLst/>
              <a:gdLst/>
              <a:ahLst/>
              <a:cxnLst/>
              <a:rect l="l" t="t" r="r" b="b"/>
              <a:pathLst>
                <a:path w="3843338" h="849630">
                  <a:moveTo>
                    <a:pt x="39053" y="849630"/>
                  </a:moveTo>
                  <a:lnTo>
                    <a:pt x="1184910" y="610553"/>
                  </a:lnTo>
                  <a:lnTo>
                    <a:pt x="3843338" y="189547"/>
                  </a:lnTo>
                  <a:lnTo>
                    <a:pt x="3813810" y="0"/>
                  </a:lnTo>
                  <a:lnTo>
                    <a:pt x="1152526" y="421957"/>
                  </a:lnTo>
                  <a:lnTo>
                    <a:pt x="0" y="661987"/>
                  </a:lnTo>
                  <a:close/>
                </a:path>
              </a:pathLst>
            </a:custGeom>
            <a:solidFill>
              <a:srgbClr val="FFFFFF">
                <a:alpha val="48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streak-11-core-5"/>
            <p:cNvSpPr/>
            <p:nvPr/>
          </p:nvSpPr>
          <p:spPr>
            <a:xfrm>
              <a:off x="19038570" y="14980920"/>
              <a:ext cx="3818572" cy="717232"/>
            </a:xfrm>
            <a:custGeom>
              <a:avLst/>
              <a:gdLst/>
              <a:ahLst/>
              <a:cxnLst/>
              <a:rect l="l" t="t" r="r" b="b"/>
              <a:pathLst>
                <a:path w="3818572" h="717232">
                  <a:moveTo>
                    <a:pt x="11430" y="717232"/>
                  </a:moveTo>
                  <a:lnTo>
                    <a:pt x="1159192" y="478155"/>
                  </a:lnTo>
                  <a:lnTo>
                    <a:pt x="3818572" y="56198"/>
                  </a:lnTo>
                  <a:lnTo>
                    <a:pt x="3810000" y="0"/>
                  </a:lnTo>
                  <a:lnTo>
                    <a:pt x="1149668" y="421005"/>
                  </a:lnTo>
                  <a:lnTo>
                    <a:pt x="0" y="661035"/>
                  </a:lnTo>
                  <a:close/>
                </a:path>
              </a:pathLst>
            </a:custGeom>
            <a:solidFill>
              <a:srgbClr val="FFFFFF">
                <a:alpha val="110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streak-11-halo-6"/>
            <p:cNvSpPr/>
            <p:nvPr/>
          </p:nvSpPr>
          <p:spPr>
            <a:xfrm>
              <a:off x="22817138" y="14170342"/>
              <a:ext cx="3881437" cy="1064896"/>
            </a:xfrm>
            <a:custGeom>
              <a:avLst/>
              <a:gdLst/>
              <a:ahLst/>
              <a:cxnLst/>
              <a:rect l="l" t="t" r="r" b="b"/>
              <a:pathLst>
                <a:path w="3881437" h="1064896">
                  <a:moveTo>
                    <a:pt x="71437" y="1064896"/>
                  </a:moveTo>
                  <a:lnTo>
                    <a:pt x="1984057" y="762000"/>
                  </a:lnTo>
                  <a:lnTo>
                    <a:pt x="3881437" y="451486"/>
                  </a:lnTo>
                  <a:lnTo>
                    <a:pt x="3807142" y="0"/>
                  </a:lnTo>
                  <a:lnTo>
                    <a:pt x="1911667" y="310516"/>
                  </a:lnTo>
                  <a:lnTo>
                    <a:pt x="0" y="613410"/>
                  </a:lnTo>
                  <a:close/>
                </a:path>
              </a:pathLst>
            </a:custGeom>
            <a:solidFill>
              <a:srgbClr val="FFFFFF">
                <a:alpha val="33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streak-11-mid-6"/>
            <p:cNvSpPr/>
            <p:nvPr/>
          </p:nvSpPr>
          <p:spPr>
            <a:xfrm>
              <a:off x="22838092" y="14301788"/>
              <a:ext cx="3839528" cy="802004"/>
            </a:xfrm>
            <a:custGeom>
              <a:avLst/>
              <a:gdLst/>
              <a:ahLst/>
              <a:cxnLst/>
              <a:rect l="l" t="t" r="r" b="b"/>
              <a:pathLst>
                <a:path w="3839528" h="802004">
                  <a:moveTo>
                    <a:pt x="29528" y="802004"/>
                  </a:moveTo>
                  <a:lnTo>
                    <a:pt x="1942148" y="500062"/>
                  </a:lnTo>
                  <a:lnTo>
                    <a:pt x="3839528" y="189547"/>
                  </a:lnTo>
                  <a:lnTo>
                    <a:pt x="3808096" y="0"/>
                  </a:lnTo>
                  <a:lnTo>
                    <a:pt x="1911668" y="309562"/>
                  </a:lnTo>
                  <a:lnTo>
                    <a:pt x="0" y="612457"/>
                  </a:lnTo>
                  <a:close/>
                </a:path>
              </a:pathLst>
            </a:custGeom>
            <a:solidFill>
              <a:srgbClr val="FFFFFF">
                <a:alpha val="5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streak-11-core-6"/>
            <p:cNvSpPr/>
            <p:nvPr/>
          </p:nvSpPr>
          <p:spPr>
            <a:xfrm>
              <a:off x="22848570" y="14368462"/>
              <a:ext cx="3817620" cy="668656"/>
            </a:xfrm>
            <a:custGeom>
              <a:avLst/>
              <a:gdLst/>
              <a:ahLst/>
              <a:cxnLst/>
              <a:rect l="l" t="t" r="r" b="b"/>
              <a:pathLst>
                <a:path w="3817620" h="668656">
                  <a:moveTo>
                    <a:pt x="8572" y="668656"/>
                  </a:moveTo>
                  <a:lnTo>
                    <a:pt x="1921192" y="366713"/>
                  </a:lnTo>
                  <a:lnTo>
                    <a:pt x="3817620" y="56198"/>
                  </a:lnTo>
                  <a:lnTo>
                    <a:pt x="3808095" y="0"/>
                  </a:lnTo>
                  <a:lnTo>
                    <a:pt x="1911668" y="309563"/>
                  </a:lnTo>
                  <a:lnTo>
                    <a:pt x="0" y="612458"/>
                  </a:lnTo>
                  <a:close/>
                </a:path>
              </a:pathLst>
            </a:custGeom>
            <a:solidFill>
              <a:srgbClr val="FFFFFF">
                <a:alpha val="128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streak-11-halo-7"/>
            <p:cNvSpPr/>
            <p:nvPr/>
          </p:nvSpPr>
          <p:spPr>
            <a:xfrm>
              <a:off x="26624280" y="13492162"/>
              <a:ext cx="3827145" cy="1129666"/>
            </a:xfrm>
            <a:custGeom>
              <a:avLst/>
              <a:gdLst/>
              <a:ahLst/>
              <a:cxnLst/>
              <a:rect l="l" t="t" r="r" b="b"/>
              <a:pathLst>
                <a:path w="3827145" h="1129666">
                  <a:moveTo>
                    <a:pt x="74295" y="1129666"/>
                  </a:moveTo>
                  <a:lnTo>
                    <a:pt x="2371725" y="753428"/>
                  </a:lnTo>
                  <a:lnTo>
                    <a:pt x="3827145" y="447676"/>
                  </a:lnTo>
                  <a:lnTo>
                    <a:pt x="3801428" y="0"/>
                  </a:lnTo>
                  <a:lnTo>
                    <a:pt x="2291715" y="303848"/>
                  </a:lnTo>
                  <a:lnTo>
                    <a:pt x="0" y="678180"/>
                  </a:lnTo>
                  <a:close/>
                </a:path>
              </a:pathLst>
            </a:custGeom>
            <a:solidFill>
              <a:srgbClr val="FFFFFF">
                <a:alpha val="36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streak-11-mid-7"/>
            <p:cNvSpPr/>
            <p:nvPr/>
          </p:nvSpPr>
          <p:spPr>
            <a:xfrm>
              <a:off x="26646188" y="13621702"/>
              <a:ext cx="3805237" cy="869633"/>
            </a:xfrm>
            <a:custGeom>
              <a:avLst/>
              <a:gdLst/>
              <a:ahLst/>
              <a:cxnLst/>
              <a:rect l="l" t="t" r="r" b="b"/>
              <a:pathLst>
                <a:path w="3805237" h="869633">
                  <a:moveTo>
                    <a:pt x="31432" y="869633"/>
                  </a:moveTo>
                  <a:lnTo>
                    <a:pt x="2326957" y="493396"/>
                  </a:lnTo>
                  <a:lnTo>
                    <a:pt x="3805237" y="188596"/>
                  </a:lnTo>
                  <a:lnTo>
                    <a:pt x="3805237" y="0"/>
                  </a:lnTo>
                  <a:lnTo>
                    <a:pt x="2292667" y="304800"/>
                  </a:lnTo>
                  <a:lnTo>
                    <a:pt x="0" y="680086"/>
                  </a:lnTo>
                  <a:close/>
                </a:path>
              </a:pathLst>
            </a:custGeom>
            <a:solidFill>
              <a:srgbClr val="FFFFFF">
                <a:alpha val="61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streak-11-core-7"/>
            <p:cNvSpPr/>
            <p:nvPr/>
          </p:nvSpPr>
          <p:spPr>
            <a:xfrm>
              <a:off x="26656665" y="13688378"/>
              <a:ext cx="3794760" cy="736282"/>
            </a:xfrm>
            <a:custGeom>
              <a:avLst/>
              <a:gdLst/>
              <a:ahLst/>
              <a:cxnLst/>
              <a:rect l="l" t="t" r="r" b="b"/>
              <a:pathLst>
                <a:path w="3794760" h="736282">
                  <a:moveTo>
                    <a:pt x="9525" y="736282"/>
                  </a:moveTo>
                  <a:lnTo>
                    <a:pt x="2304097" y="360997"/>
                  </a:lnTo>
                  <a:lnTo>
                    <a:pt x="3794760" y="55244"/>
                  </a:lnTo>
                  <a:lnTo>
                    <a:pt x="3794760" y="0"/>
                  </a:lnTo>
                  <a:lnTo>
                    <a:pt x="2294573" y="303847"/>
                  </a:lnTo>
                  <a:lnTo>
                    <a:pt x="0" y="680084"/>
                  </a:lnTo>
                  <a:close/>
                </a:path>
              </a:pathLst>
            </a:custGeom>
            <a:solidFill>
              <a:srgbClr val="FFFFFF">
                <a:alpha val="142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streak-12-halo-0"/>
            <p:cNvSpPr/>
            <p:nvPr/>
          </p:nvSpPr>
          <p:spPr>
            <a:xfrm>
              <a:off x="19050" y="11998642"/>
              <a:ext cx="3837622" cy="1356360"/>
            </a:xfrm>
            <a:custGeom>
              <a:avLst/>
              <a:gdLst/>
              <a:ahLst/>
              <a:cxnLst/>
              <a:rect l="l" t="t" r="r" b="b"/>
              <a:pathLst>
                <a:path w="3837622" h="1356360">
                  <a:moveTo>
                    <a:pt x="0" y="386716"/>
                  </a:moveTo>
                  <a:lnTo>
                    <a:pt x="3360420" y="1263968"/>
                  </a:lnTo>
                  <a:lnTo>
                    <a:pt x="3742372" y="1356360"/>
                  </a:lnTo>
                  <a:lnTo>
                    <a:pt x="3837622" y="967740"/>
                  </a:lnTo>
                  <a:lnTo>
                    <a:pt x="3459480" y="875348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38C6E0">
                <a:alpha val="7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streak-12-mid-0"/>
            <p:cNvSpPr/>
            <p:nvPr/>
          </p:nvSpPr>
          <p:spPr>
            <a:xfrm>
              <a:off x="19050" y="12111038"/>
              <a:ext cx="3810000" cy="1131570"/>
            </a:xfrm>
            <a:custGeom>
              <a:avLst/>
              <a:gdLst/>
              <a:ahLst/>
              <a:cxnLst/>
              <a:rect l="l" t="t" r="r" b="b"/>
              <a:pathLst>
                <a:path w="3810000" h="1131570">
                  <a:moveTo>
                    <a:pt x="0" y="161924"/>
                  </a:moveTo>
                  <a:lnTo>
                    <a:pt x="3388995" y="1038224"/>
                  </a:lnTo>
                  <a:lnTo>
                    <a:pt x="3769995" y="1131570"/>
                  </a:lnTo>
                  <a:lnTo>
                    <a:pt x="3810000" y="968692"/>
                  </a:lnTo>
                  <a:lnTo>
                    <a:pt x="3430905" y="876300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38C6E0">
                <a:alpha val="13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streak-12-core-0"/>
            <p:cNvSpPr/>
            <p:nvPr/>
          </p:nvSpPr>
          <p:spPr>
            <a:xfrm>
              <a:off x="19050" y="12173902"/>
              <a:ext cx="3793808" cy="1005840"/>
            </a:xfrm>
            <a:custGeom>
              <a:avLst/>
              <a:gdLst/>
              <a:ahLst/>
              <a:cxnLst/>
              <a:rect l="l" t="t" r="r" b="b"/>
              <a:pathLst>
                <a:path w="3793808" h="1005840">
                  <a:moveTo>
                    <a:pt x="0" y="36196"/>
                  </a:moveTo>
                  <a:lnTo>
                    <a:pt x="3405188" y="912496"/>
                  </a:lnTo>
                  <a:lnTo>
                    <a:pt x="3785235" y="1005840"/>
                  </a:lnTo>
                  <a:lnTo>
                    <a:pt x="3793808" y="968693"/>
                  </a:lnTo>
                  <a:lnTo>
                    <a:pt x="3414712" y="876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F6FF">
                <a:alpha val="30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streak-12-halo-1"/>
            <p:cNvSpPr/>
            <p:nvPr/>
          </p:nvSpPr>
          <p:spPr>
            <a:xfrm>
              <a:off x="3761422" y="12966382"/>
              <a:ext cx="3892868" cy="1279208"/>
            </a:xfrm>
            <a:custGeom>
              <a:avLst/>
              <a:gdLst/>
              <a:ahLst/>
              <a:cxnLst/>
              <a:rect l="l" t="t" r="r" b="b"/>
              <a:pathLst>
                <a:path w="3892868" h="1279208">
                  <a:moveTo>
                    <a:pt x="0" y="388620"/>
                  </a:moveTo>
                  <a:lnTo>
                    <a:pt x="3050858" y="1135380"/>
                  </a:lnTo>
                  <a:lnTo>
                    <a:pt x="3819526" y="1279208"/>
                  </a:lnTo>
                  <a:lnTo>
                    <a:pt x="3892868" y="885826"/>
                  </a:lnTo>
                  <a:lnTo>
                    <a:pt x="3142298" y="744856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38C6E0">
                <a:alpha val="11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streak-12-mid-1"/>
            <p:cNvSpPr/>
            <p:nvPr/>
          </p:nvSpPr>
          <p:spPr>
            <a:xfrm>
              <a:off x="3789045" y="13079730"/>
              <a:ext cx="3844290" cy="1051560"/>
            </a:xfrm>
            <a:custGeom>
              <a:avLst/>
              <a:gdLst/>
              <a:ahLst/>
              <a:cxnLst/>
              <a:rect l="l" t="t" r="r" b="b"/>
              <a:pathLst>
                <a:path w="3844290" h="1051560">
                  <a:moveTo>
                    <a:pt x="0" y="162878"/>
                  </a:moveTo>
                  <a:lnTo>
                    <a:pt x="3049905" y="908685"/>
                  </a:lnTo>
                  <a:lnTo>
                    <a:pt x="3812857" y="1051560"/>
                  </a:lnTo>
                  <a:lnTo>
                    <a:pt x="3844290" y="886778"/>
                  </a:lnTo>
                  <a:lnTo>
                    <a:pt x="3088005" y="744855"/>
                  </a:lnTo>
                  <a:lnTo>
                    <a:pt x="40005" y="0"/>
                  </a:lnTo>
                  <a:close/>
                </a:path>
              </a:pathLst>
            </a:custGeom>
            <a:solidFill>
              <a:srgbClr val="38C6E0">
                <a:alpha val="191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streak-12-core-1"/>
            <p:cNvSpPr/>
            <p:nvPr/>
          </p:nvSpPr>
          <p:spPr>
            <a:xfrm>
              <a:off x="3804285" y="13142595"/>
              <a:ext cx="3816667" cy="924877"/>
            </a:xfrm>
            <a:custGeom>
              <a:avLst/>
              <a:gdLst/>
              <a:ahLst/>
              <a:cxnLst/>
              <a:rect l="l" t="t" r="r" b="b"/>
              <a:pathLst>
                <a:path w="3816667" h="924877">
                  <a:moveTo>
                    <a:pt x="0" y="37147"/>
                  </a:moveTo>
                  <a:lnTo>
                    <a:pt x="3048953" y="782003"/>
                  </a:lnTo>
                  <a:lnTo>
                    <a:pt x="3810000" y="924877"/>
                  </a:lnTo>
                  <a:lnTo>
                    <a:pt x="3816667" y="887730"/>
                  </a:lnTo>
                  <a:lnTo>
                    <a:pt x="3058477" y="745807"/>
                  </a:lnTo>
                  <a:lnTo>
                    <a:pt x="8573" y="0"/>
                  </a:lnTo>
                  <a:close/>
                </a:path>
              </a:pathLst>
            </a:custGeom>
            <a:solidFill>
              <a:srgbClr val="CFF6FF">
                <a:alpha val="44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streak-12-halo-2"/>
            <p:cNvSpPr/>
            <p:nvPr/>
          </p:nvSpPr>
          <p:spPr>
            <a:xfrm>
              <a:off x="7580948" y="13852208"/>
              <a:ext cx="3903344" cy="1273492"/>
            </a:xfrm>
            <a:custGeom>
              <a:avLst/>
              <a:gdLst/>
              <a:ahLst/>
              <a:cxnLst/>
              <a:rect l="l" t="t" r="r" b="b"/>
              <a:pathLst>
                <a:path w="3903344" h="1273492">
                  <a:moveTo>
                    <a:pt x="0" y="393382"/>
                  </a:moveTo>
                  <a:lnTo>
                    <a:pt x="2279332" y="821054"/>
                  </a:lnTo>
                  <a:lnTo>
                    <a:pt x="3788092" y="1273492"/>
                  </a:lnTo>
                  <a:lnTo>
                    <a:pt x="3903344" y="890587"/>
                  </a:lnTo>
                  <a:lnTo>
                    <a:pt x="2370772" y="430530"/>
                  </a:lnTo>
                  <a:lnTo>
                    <a:pt x="73342" y="0"/>
                  </a:lnTo>
                  <a:close/>
                </a:path>
              </a:pathLst>
            </a:custGeom>
            <a:solidFill>
              <a:srgbClr val="38C6E0">
                <a:alpha val="15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streak-12-mid-2"/>
            <p:cNvSpPr/>
            <p:nvPr/>
          </p:nvSpPr>
          <p:spPr>
            <a:xfrm>
              <a:off x="7601902" y="13966508"/>
              <a:ext cx="3849053" cy="1047750"/>
            </a:xfrm>
            <a:custGeom>
              <a:avLst/>
              <a:gdLst/>
              <a:ahLst/>
              <a:cxnLst/>
              <a:rect l="l" t="t" r="r" b="b"/>
              <a:pathLst>
                <a:path w="3849053" h="1047750">
                  <a:moveTo>
                    <a:pt x="0" y="164782"/>
                  </a:moveTo>
                  <a:lnTo>
                    <a:pt x="2285048" y="593407"/>
                  </a:lnTo>
                  <a:lnTo>
                    <a:pt x="3800476" y="1047750"/>
                  </a:lnTo>
                  <a:lnTo>
                    <a:pt x="3849053" y="886777"/>
                  </a:lnTo>
                  <a:lnTo>
                    <a:pt x="2323148" y="429577"/>
                  </a:lnTo>
                  <a:lnTo>
                    <a:pt x="31433" y="0"/>
                  </a:lnTo>
                  <a:close/>
                </a:path>
              </a:pathLst>
            </a:custGeom>
            <a:solidFill>
              <a:srgbClr val="38C6E0">
                <a:alpha val="26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streak-12-core-2"/>
            <p:cNvSpPr/>
            <p:nvPr/>
          </p:nvSpPr>
          <p:spPr>
            <a:xfrm>
              <a:off x="7614285" y="14030325"/>
              <a:ext cx="3817620" cy="922020"/>
            </a:xfrm>
            <a:custGeom>
              <a:avLst/>
              <a:gdLst/>
              <a:ahLst/>
              <a:cxnLst/>
              <a:rect l="l" t="t" r="r" b="b"/>
              <a:pathLst>
                <a:path w="3817620" h="922020">
                  <a:moveTo>
                    <a:pt x="0" y="37147"/>
                  </a:moveTo>
                  <a:lnTo>
                    <a:pt x="2286953" y="465773"/>
                  </a:lnTo>
                  <a:lnTo>
                    <a:pt x="3807143" y="922020"/>
                  </a:lnTo>
                  <a:lnTo>
                    <a:pt x="3817620" y="885825"/>
                  </a:lnTo>
                  <a:lnTo>
                    <a:pt x="2296477" y="429577"/>
                  </a:lnTo>
                  <a:lnTo>
                    <a:pt x="6667" y="0"/>
                  </a:lnTo>
                  <a:close/>
                </a:path>
              </a:pathLst>
            </a:custGeom>
            <a:solidFill>
              <a:srgbClr val="CFF6FF">
                <a:alpha val="61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streak-12-halo-3"/>
            <p:cNvSpPr/>
            <p:nvPr/>
          </p:nvSpPr>
          <p:spPr>
            <a:xfrm>
              <a:off x="11369040" y="14742795"/>
              <a:ext cx="3923348" cy="1525905"/>
            </a:xfrm>
            <a:custGeom>
              <a:avLst/>
              <a:gdLst/>
              <a:ahLst/>
              <a:cxnLst/>
              <a:rect l="l" t="t" r="r" b="b"/>
              <a:pathLst>
                <a:path w="3923348" h="1525905">
                  <a:moveTo>
                    <a:pt x="0" y="382905"/>
                  </a:moveTo>
                  <a:lnTo>
                    <a:pt x="3809048" y="1525905"/>
                  </a:lnTo>
                  <a:lnTo>
                    <a:pt x="3923348" y="1142047"/>
                  </a:lnTo>
                  <a:lnTo>
                    <a:pt x="115252" y="0"/>
                  </a:lnTo>
                  <a:close/>
                </a:path>
              </a:pathLst>
            </a:custGeom>
            <a:solidFill>
              <a:srgbClr val="38C6E0">
                <a:alpha val="21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streak-12-mid-3"/>
            <p:cNvSpPr/>
            <p:nvPr/>
          </p:nvSpPr>
          <p:spPr>
            <a:xfrm>
              <a:off x="11402378" y="14853285"/>
              <a:ext cx="3856672" cy="1303973"/>
            </a:xfrm>
            <a:custGeom>
              <a:avLst/>
              <a:gdLst/>
              <a:ahLst/>
              <a:cxnLst/>
              <a:rect l="l" t="t" r="r" b="b"/>
              <a:pathLst>
                <a:path w="3856672" h="1303973">
                  <a:moveTo>
                    <a:pt x="0" y="160973"/>
                  </a:moveTo>
                  <a:lnTo>
                    <a:pt x="3809047" y="1303973"/>
                  </a:lnTo>
                  <a:lnTo>
                    <a:pt x="3856672" y="1143000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38C6E0">
                <a:alpha val="354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streak-12-core-3"/>
            <p:cNvSpPr/>
            <p:nvPr/>
          </p:nvSpPr>
          <p:spPr>
            <a:xfrm>
              <a:off x="11421428" y="14916150"/>
              <a:ext cx="3819524" cy="1179195"/>
            </a:xfrm>
            <a:custGeom>
              <a:avLst/>
              <a:gdLst/>
              <a:ahLst/>
              <a:cxnLst/>
              <a:rect l="l" t="t" r="r" b="b"/>
              <a:pathLst>
                <a:path w="3819524" h="1179195">
                  <a:moveTo>
                    <a:pt x="0" y="36195"/>
                  </a:moveTo>
                  <a:lnTo>
                    <a:pt x="3808094" y="1179195"/>
                  </a:lnTo>
                  <a:lnTo>
                    <a:pt x="3819524" y="1142048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rgbClr val="CFF6FF">
                <a:alpha val="81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streak-12-halo-4"/>
            <p:cNvSpPr/>
            <p:nvPr/>
          </p:nvSpPr>
          <p:spPr>
            <a:xfrm>
              <a:off x="15178088" y="15884842"/>
              <a:ext cx="3923347" cy="1231583"/>
            </a:xfrm>
            <a:custGeom>
              <a:avLst/>
              <a:gdLst/>
              <a:ahLst/>
              <a:cxnLst/>
              <a:rect l="l" t="t" r="r" b="b"/>
              <a:pathLst>
                <a:path w="3923347" h="1231583">
                  <a:moveTo>
                    <a:pt x="0" y="383858"/>
                  </a:moveTo>
                  <a:lnTo>
                    <a:pt x="3808094" y="1231583"/>
                  </a:lnTo>
                  <a:lnTo>
                    <a:pt x="3923347" y="11430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38C6E0">
                <a:alpha val="27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streak-12-mid-4"/>
            <p:cNvSpPr/>
            <p:nvPr/>
          </p:nvSpPr>
          <p:spPr>
            <a:xfrm>
              <a:off x="15211425" y="15996285"/>
              <a:ext cx="3856673" cy="1120140"/>
            </a:xfrm>
            <a:custGeom>
              <a:avLst/>
              <a:gdLst/>
              <a:ahLst/>
              <a:cxnLst/>
              <a:rect l="l" t="t" r="r" b="b"/>
              <a:pathLst>
                <a:path w="3856673" h="1120140">
                  <a:moveTo>
                    <a:pt x="0" y="160973"/>
                  </a:moveTo>
                  <a:lnTo>
                    <a:pt x="3808095" y="1120140"/>
                  </a:lnTo>
                  <a:lnTo>
                    <a:pt x="3856673" y="112014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38C6E0">
                <a:alpha val="45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streak-12-core-4"/>
            <p:cNvSpPr/>
            <p:nvPr/>
          </p:nvSpPr>
          <p:spPr>
            <a:xfrm>
              <a:off x="15229522" y="16058198"/>
              <a:ext cx="3819526" cy="1058227"/>
            </a:xfrm>
            <a:custGeom>
              <a:avLst/>
              <a:gdLst/>
              <a:ahLst/>
              <a:cxnLst/>
              <a:rect l="l" t="t" r="r" b="b"/>
              <a:pathLst>
                <a:path w="3819526" h="1058227">
                  <a:moveTo>
                    <a:pt x="0" y="37147"/>
                  </a:moveTo>
                  <a:lnTo>
                    <a:pt x="3809048" y="1058227"/>
                  </a:lnTo>
                  <a:lnTo>
                    <a:pt x="3819526" y="1058227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CFF6FF">
                <a:alpha val="105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streak-12-halo-5"/>
            <p:cNvSpPr/>
            <p:nvPr/>
          </p:nvSpPr>
          <p:spPr>
            <a:xfrm>
              <a:off x="18986182" y="17027842"/>
              <a:ext cx="3924300" cy="88583"/>
            </a:xfrm>
            <a:custGeom>
              <a:avLst/>
              <a:gdLst/>
              <a:ahLst/>
              <a:cxnLst/>
              <a:rect l="l" t="t" r="r" b="b"/>
              <a:pathLst>
                <a:path w="3924300" h="88583">
                  <a:moveTo>
                    <a:pt x="0" y="88583"/>
                  </a:moveTo>
                  <a:lnTo>
                    <a:pt x="3809048" y="88583"/>
                  </a:lnTo>
                  <a:lnTo>
                    <a:pt x="3924300" y="88583"/>
                  </a:lnTo>
                  <a:lnTo>
                    <a:pt x="115253" y="0"/>
                  </a:lnTo>
                  <a:close/>
                </a:path>
              </a:pathLst>
            </a:custGeom>
            <a:solidFill>
              <a:srgbClr val="38C6E0">
                <a:alpha val="325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streak-12-mid-5"/>
            <p:cNvSpPr/>
            <p:nvPr/>
          </p:nvSpPr>
          <p:spPr>
            <a:xfrm>
              <a:off x="19019520" y="17116425"/>
              <a:ext cx="3857625" cy="0"/>
            </a:xfrm>
            <a:custGeom>
              <a:avLst/>
              <a:gdLst/>
              <a:ahLst/>
              <a:cxnLst/>
              <a:rect l="l" t="t" r="r" b="b"/>
              <a:pathLst>
                <a:path w="3857625" h="0">
                  <a:moveTo>
                    <a:pt x="0" y="0"/>
                  </a:moveTo>
                  <a:lnTo>
                    <a:pt x="3809048" y="0"/>
                  </a:lnTo>
                  <a:lnTo>
                    <a:pt x="3857625" y="0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38C6E0">
                <a:alpha val="54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streak-12-core-5"/>
            <p:cNvSpPr/>
            <p:nvPr/>
          </p:nvSpPr>
          <p:spPr>
            <a:xfrm>
              <a:off x="19038570" y="17116425"/>
              <a:ext cx="3819525" cy="0"/>
            </a:xfrm>
            <a:custGeom>
              <a:avLst/>
              <a:gdLst/>
              <a:ahLst/>
              <a:cxnLst/>
              <a:rect l="l" t="t" r="r" b="b"/>
              <a:pathLst>
                <a:path w="3819525" h="0">
                  <a:moveTo>
                    <a:pt x="0" y="0"/>
                  </a:moveTo>
                  <a:lnTo>
                    <a:pt x="3809048" y="0"/>
                  </a:lnTo>
                  <a:lnTo>
                    <a:pt x="3819525" y="0"/>
                  </a:lnTo>
                  <a:lnTo>
                    <a:pt x="10478" y="0"/>
                  </a:lnTo>
                  <a:close/>
                </a:path>
              </a:pathLst>
            </a:custGeom>
            <a:solidFill>
              <a:srgbClr val="CFF6FF">
                <a:alpha val="125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streak-12-halo-6"/>
            <p:cNvSpPr/>
            <p:nvPr/>
          </p:nvSpPr>
          <p:spPr>
            <a:xfrm>
              <a:off x="22795230" y="17116425"/>
              <a:ext cx="3924300" cy="0"/>
            </a:xfrm>
            <a:custGeom>
              <a:avLst/>
              <a:gdLst/>
              <a:ahLst/>
              <a:cxnLst/>
              <a:rect l="l" t="t" r="r" b="b"/>
              <a:pathLst>
                <a:path w="3924300" h="0">
                  <a:moveTo>
                    <a:pt x="0" y="0"/>
                  </a:moveTo>
                  <a:lnTo>
                    <a:pt x="3809048" y="0"/>
                  </a:lnTo>
                  <a:lnTo>
                    <a:pt x="3924300" y="0"/>
                  </a:lnTo>
                  <a:lnTo>
                    <a:pt x="115252" y="0"/>
                  </a:lnTo>
                  <a:close/>
                </a:path>
              </a:pathLst>
            </a:custGeom>
            <a:solidFill>
              <a:srgbClr val="38C6E0">
                <a:alpha val="37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streak-12-mid-6"/>
            <p:cNvSpPr/>
            <p:nvPr/>
          </p:nvSpPr>
          <p:spPr>
            <a:xfrm>
              <a:off x="22828568" y="17116425"/>
              <a:ext cx="3857624" cy="0"/>
            </a:xfrm>
            <a:custGeom>
              <a:avLst/>
              <a:gdLst/>
              <a:ahLst/>
              <a:cxnLst/>
              <a:rect l="l" t="t" r="r" b="b"/>
              <a:pathLst>
                <a:path w="3857624" h="0">
                  <a:moveTo>
                    <a:pt x="0" y="0"/>
                  </a:moveTo>
                  <a:lnTo>
                    <a:pt x="3809047" y="0"/>
                  </a:lnTo>
                  <a:lnTo>
                    <a:pt x="3857624" y="0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38C6E0">
                <a:alpha val="63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streak-12-core-6"/>
            <p:cNvSpPr/>
            <p:nvPr/>
          </p:nvSpPr>
          <p:spPr>
            <a:xfrm>
              <a:off x="22847618" y="17116425"/>
              <a:ext cx="3819524" cy="0"/>
            </a:xfrm>
            <a:custGeom>
              <a:avLst/>
              <a:gdLst/>
              <a:ahLst/>
              <a:cxnLst/>
              <a:rect l="l" t="t" r="r" b="b"/>
              <a:pathLst>
                <a:path w="3819524" h="0">
                  <a:moveTo>
                    <a:pt x="0" y="0"/>
                  </a:moveTo>
                  <a:lnTo>
                    <a:pt x="3809047" y="0"/>
                  </a:lnTo>
                  <a:lnTo>
                    <a:pt x="3819524" y="0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rgbClr val="CFF6FF">
                <a:alpha val="146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streak-12-halo-7"/>
            <p:cNvSpPr/>
            <p:nvPr/>
          </p:nvSpPr>
          <p:spPr>
            <a:xfrm>
              <a:off x="26604278" y="17116425"/>
              <a:ext cx="3847147" cy="0"/>
            </a:xfrm>
            <a:custGeom>
              <a:avLst/>
              <a:gdLst/>
              <a:ahLst/>
              <a:cxnLst/>
              <a:rect l="l" t="t" r="r" b="b"/>
              <a:pathLst>
                <a:path w="3847147" h="0">
                  <a:moveTo>
                    <a:pt x="0" y="0"/>
                  </a:moveTo>
                  <a:lnTo>
                    <a:pt x="3809047" y="0"/>
                  </a:lnTo>
                  <a:lnTo>
                    <a:pt x="3847147" y="0"/>
                  </a:lnTo>
                  <a:lnTo>
                    <a:pt x="115252" y="0"/>
                  </a:lnTo>
                  <a:close/>
                </a:path>
              </a:pathLst>
            </a:custGeom>
            <a:solidFill>
              <a:srgbClr val="38C6E0">
                <a:alpha val="41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streak-12-mid-7"/>
            <p:cNvSpPr/>
            <p:nvPr/>
          </p:nvSpPr>
          <p:spPr>
            <a:xfrm>
              <a:off x="26637615" y="17116425"/>
              <a:ext cx="3813810" cy="0"/>
            </a:xfrm>
            <a:custGeom>
              <a:avLst/>
              <a:gdLst/>
              <a:ahLst/>
              <a:cxnLst/>
              <a:rect l="l" t="t" r="r" b="b"/>
              <a:pathLst>
                <a:path w="3813810" h="0">
                  <a:moveTo>
                    <a:pt x="0" y="0"/>
                  </a:moveTo>
                  <a:lnTo>
                    <a:pt x="3809047" y="0"/>
                  </a:lnTo>
                  <a:lnTo>
                    <a:pt x="3813810" y="0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38C6E0">
                <a:alpha val="70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streak-12-core-7"/>
            <p:cNvSpPr/>
            <p:nvPr/>
          </p:nvSpPr>
          <p:spPr>
            <a:xfrm>
              <a:off x="26656665" y="17116425"/>
              <a:ext cx="3794760" cy="0"/>
            </a:xfrm>
            <a:custGeom>
              <a:avLst/>
              <a:gdLst/>
              <a:ahLst/>
              <a:cxnLst/>
              <a:rect l="l" t="t" r="r" b="b"/>
              <a:pathLst>
                <a:path w="3794760" h="0">
                  <a:moveTo>
                    <a:pt x="0" y="0"/>
                  </a:moveTo>
                  <a:lnTo>
                    <a:pt x="3794760" y="0"/>
                  </a:lnTo>
                  <a:lnTo>
                    <a:pt x="3794760" y="0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rgbClr val="CFF6FF">
                <a:alpha val="161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streak-13-halo-0"/>
            <p:cNvSpPr/>
            <p:nvPr/>
          </p:nvSpPr>
          <p:spPr>
            <a:xfrm>
              <a:off x="19050" y="14118908"/>
              <a:ext cx="3821430" cy="1086802"/>
            </a:xfrm>
            <a:custGeom>
              <a:avLst/>
              <a:gdLst/>
              <a:ahLst/>
              <a:cxnLst/>
              <a:rect l="l" t="t" r="r" b="b"/>
              <a:pathLst>
                <a:path w="3821430" h="1086802">
                  <a:moveTo>
                    <a:pt x="0" y="337184"/>
                  </a:moveTo>
                  <a:lnTo>
                    <a:pt x="2805112" y="908684"/>
                  </a:lnTo>
                  <a:lnTo>
                    <a:pt x="3758565" y="1086802"/>
                  </a:lnTo>
                  <a:lnTo>
                    <a:pt x="3821430" y="749617"/>
                  </a:lnTo>
                  <a:lnTo>
                    <a:pt x="2871788" y="571500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2FA8D0">
                <a:alpha val="7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streak-13-mid-0"/>
            <p:cNvSpPr/>
            <p:nvPr/>
          </p:nvSpPr>
          <p:spPr>
            <a:xfrm>
              <a:off x="19050" y="14217015"/>
              <a:ext cx="3803332" cy="891540"/>
            </a:xfrm>
            <a:custGeom>
              <a:avLst/>
              <a:gdLst/>
              <a:ahLst/>
              <a:cxnLst/>
              <a:rect l="l" t="t" r="r" b="b"/>
              <a:pathLst>
                <a:path w="3803332" h="891540">
                  <a:moveTo>
                    <a:pt x="0" y="140970"/>
                  </a:moveTo>
                  <a:lnTo>
                    <a:pt x="2824162" y="712470"/>
                  </a:lnTo>
                  <a:lnTo>
                    <a:pt x="3776662" y="891540"/>
                  </a:lnTo>
                  <a:lnTo>
                    <a:pt x="3803332" y="749617"/>
                  </a:lnTo>
                  <a:lnTo>
                    <a:pt x="2852738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A8D0">
                <a:alpha val="1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streak-13-core-0"/>
            <p:cNvSpPr/>
            <p:nvPr/>
          </p:nvSpPr>
          <p:spPr>
            <a:xfrm>
              <a:off x="19050" y="14273212"/>
              <a:ext cx="3792855" cy="778193"/>
            </a:xfrm>
            <a:custGeom>
              <a:avLst/>
              <a:gdLst/>
              <a:ahLst/>
              <a:cxnLst/>
              <a:rect l="l" t="t" r="r" b="b"/>
              <a:pathLst>
                <a:path w="3792855" h="778193">
                  <a:moveTo>
                    <a:pt x="0" y="28576"/>
                  </a:moveTo>
                  <a:lnTo>
                    <a:pt x="2835592" y="600076"/>
                  </a:lnTo>
                  <a:lnTo>
                    <a:pt x="3787140" y="778193"/>
                  </a:lnTo>
                  <a:lnTo>
                    <a:pt x="3792855" y="750570"/>
                  </a:lnTo>
                  <a:lnTo>
                    <a:pt x="2841308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E6F7">
                <a:alpha val="27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streak-13-halo-1"/>
            <p:cNvSpPr/>
            <p:nvPr/>
          </p:nvSpPr>
          <p:spPr>
            <a:xfrm>
              <a:off x="3777615" y="14868525"/>
              <a:ext cx="3864293" cy="976313"/>
            </a:xfrm>
            <a:custGeom>
              <a:avLst/>
              <a:gdLst/>
              <a:ahLst/>
              <a:cxnLst/>
              <a:rect l="l" t="t" r="r" b="b"/>
              <a:pathLst>
                <a:path w="3864293" h="976313">
                  <a:moveTo>
                    <a:pt x="0" y="337185"/>
                  </a:moveTo>
                  <a:lnTo>
                    <a:pt x="2099310" y="731520"/>
                  </a:lnTo>
                  <a:lnTo>
                    <a:pt x="3815715" y="976313"/>
                  </a:lnTo>
                  <a:lnTo>
                    <a:pt x="3864293" y="637223"/>
                  </a:lnTo>
                  <a:lnTo>
                    <a:pt x="2156460" y="392430"/>
                  </a:lnTo>
                  <a:lnTo>
                    <a:pt x="62865" y="0"/>
                  </a:lnTo>
                  <a:close/>
                </a:path>
              </a:pathLst>
            </a:custGeom>
            <a:solidFill>
              <a:srgbClr val="2FA8D0">
                <a:alpha val="10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streak-13-mid-1"/>
            <p:cNvSpPr/>
            <p:nvPr/>
          </p:nvSpPr>
          <p:spPr>
            <a:xfrm>
              <a:off x="3795712" y="14966632"/>
              <a:ext cx="3831908" cy="780098"/>
            </a:xfrm>
            <a:custGeom>
              <a:avLst/>
              <a:gdLst/>
              <a:ahLst/>
              <a:cxnLst/>
              <a:rect l="l" t="t" r="r" b="b"/>
              <a:pathLst>
                <a:path w="3831908" h="780098">
                  <a:moveTo>
                    <a:pt x="0" y="141923"/>
                  </a:moveTo>
                  <a:lnTo>
                    <a:pt x="2098358" y="535306"/>
                  </a:lnTo>
                  <a:lnTo>
                    <a:pt x="3811906" y="780098"/>
                  </a:lnTo>
                  <a:lnTo>
                    <a:pt x="3831908" y="637223"/>
                  </a:lnTo>
                  <a:lnTo>
                    <a:pt x="2121218" y="392430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2FA8D0">
                <a:alpha val="17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streak-13-core-1"/>
            <p:cNvSpPr/>
            <p:nvPr/>
          </p:nvSpPr>
          <p:spPr>
            <a:xfrm>
              <a:off x="3806190" y="15023782"/>
              <a:ext cx="3813810" cy="665798"/>
            </a:xfrm>
            <a:custGeom>
              <a:avLst/>
              <a:gdLst/>
              <a:ahLst/>
              <a:cxnLst/>
              <a:rect l="l" t="t" r="r" b="b"/>
              <a:pathLst>
                <a:path w="3813810" h="665798">
                  <a:moveTo>
                    <a:pt x="0" y="27623"/>
                  </a:moveTo>
                  <a:lnTo>
                    <a:pt x="2097405" y="421006"/>
                  </a:lnTo>
                  <a:lnTo>
                    <a:pt x="3809048" y="665798"/>
                  </a:lnTo>
                  <a:lnTo>
                    <a:pt x="3813810" y="637223"/>
                  </a:lnTo>
                  <a:lnTo>
                    <a:pt x="2101215" y="392430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rgbClr val="9FE6F7">
                <a:alpha val="39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streak-13-halo-2"/>
            <p:cNvSpPr/>
            <p:nvPr/>
          </p:nvSpPr>
          <p:spPr>
            <a:xfrm>
              <a:off x="7593330" y="15505748"/>
              <a:ext cx="3857625" cy="882967"/>
            </a:xfrm>
            <a:custGeom>
              <a:avLst/>
              <a:gdLst/>
              <a:ahLst/>
              <a:cxnLst/>
              <a:rect l="l" t="t" r="r" b="b"/>
              <a:pathLst>
                <a:path w="3857625" h="882967">
                  <a:moveTo>
                    <a:pt x="0" y="339090"/>
                  </a:moveTo>
                  <a:lnTo>
                    <a:pt x="3809048" y="882967"/>
                  </a:lnTo>
                  <a:lnTo>
                    <a:pt x="3857625" y="543877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2FA8D0">
                <a:alpha val="14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streak-13-mid-2"/>
            <p:cNvSpPr/>
            <p:nvPr/>
          </p:nvSpPr>
          <p:spPr>
            <a:xfrm>
              <a:off x="7607618" y="15603855"/>
              <a:ext cx="3829050" cy="686753"/>
            </a:xfrm>
            <a:custGeom>
              <a:avLst/>
              <a:gdLst/>
              <a:ahLst/>
              <a:cxnLst/>
              <a:rect l="l" t="t" r="r" b="b"/>
              <a:pathLst>
                <a:path w="3829050" h="686753">
                  <a:moveTo>
                    <a:pt x="0" y="142875"/>
                  </a:moveTo>
                  <a:lnTo>
                    <a:pt x="3809047" y="686753"/>
                  </a:lnTo>
                  <a:lnTo>
                    <a:pt x="3829050" y="543877"/>
                  </a:lnTo>
                  <a:lnTo>
                    <a:pt x="20002" y="0"/>
                  </a:lnTo>
                  <a:close/>
                </a:path>
              </a:pathLst>
            </a:custGeom>
            <a:solidFill>
              <a:srgbClr val="2FA8D0">
                <a:alpha val="24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streak-13-core-2"/>
            <p:cNvSpPr/>
            <p:nvPr/>
          </p:nvSpPr>
          <p:spPr>
            <a:xfrm>
              <a:off x="7615238" y="15661005"/>
              <a:ext cx="3812857" cy="572453"/>
            </a:xfrm>
            <a:custGeom>
              <a:avLst/>
              <a:gdLst/>
              <a:ahLst/>
              <a:cxnLst/>
              <a:rect l="l" t="t" r="r" b="b"/>
              <a:pathLst>
                <a:path w="3812857" h="572453">
                  <a:moveTo>
                    <a:pt x="0" y="28575"/>
                  </a:moveTo>
                  <a:lnTo>
                    <a:pt x="3809047" y="572453"/>
                  </a:lnTo>
                  <a:lnTo>
                    <a:pt x="3812857" y="543877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9FE6F7">
                <a:alpha val="55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streak-13-halo-3"/>
            <p:cNvSpPr/>
            <p:nvPr/>
          </p:nvSpPr>
          <p:spPr>
            <a:xfrm>
              <a:off x="11402378" y="16049625"/>
              <a:ext cx="3856672" cy="882967"/>
            </a:xfrm>
            <a:custGeom>
              <a:avLst/>
              <a:gdLst/>
              <a:ahLst/>
              <a:cxnLst/>
              <a:rect l="l" t="t" r="r" b="b"/>
              <a:pathLst>
                <a:path w="3856672" h="882967">
                  <a:moveTo>
                    <a:pt x="0" y="339090"/>
                  </a:moveTo>
                  <a:lnTo>
                    <a:pt x="3809047" y="882967"/>
                  </a:lnTo>
                  <a:lnTo>
                    <a:pt x="3856672" y="543877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2FA8D0">
                <a:alpha val="19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streak-13-mid-3"/>
            <p:cNvSpPr/>
            <p:nvPr/>
          </p:nvSpPr>
          <p:spPr>
            <a:xfrm>
              <a:off x="11416665" y="16147732"/>
              <a:ext cx="3829050" cy="686753"/>
            </a:xfrm>
            <a:custGeom>
              <a:avLst/>
              <a:gdLst/>
              <a:ahLst/>
              <a:cxnLst/>
              <a:rect l="l" t="t" r="r" b="b"/>
              <a:pathLst>
                <a:path w="3829050" h="686753">
                  <a:moveTo>
                    <a:pt x="0" y="142876"/>
                  </a:moveTo>
                  <a:lnTo>
                    <a:pt x="3808095" y="686753"/>
                  </a:lnTo>
                  <a:lnTo>
                    <a:pt x="3829050" y="543878"/>
                  </a:lnTo>
                  <a:lnTo>
                    <a:pt x="20003" y="0"/>
                  </a:lnTo>
                  <a:close/>
                </a:path>
              </a:pathLst>
            </a:custGeom>
            <a:solidFill>
              <a:srgbClr val="2FA8D0">
                <a:alpha val="3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streak-13-core-3"/>
            <p:cNvSpPr/>
            <p:nvPr/>
          </p:nvSpPr>
          <p:spPr>
            <a:xfrm>
              <a:off x="11424285" y="16204882"/>
              <a:ext cx="3812857" cy="572453"/>
            </a:xfrm>
            <a:custGeom>
              <a:avLst/>
              <a:gdLst/>
              <a:ahLst/>
              <a:cxnLst/>
              <a:rect l="l" t="t" r="r" b="b"/>
              <a:pathLst>
                <a:path w="3812857" h="572453">
                  <a:moveTo>
                    <a:pt x="0" y="28576"/>
                  </a:moveTo>
                  <a:lnTo>
                    <a:pt x="3809047" y="572453"/>
                  </a:lnTo>
                  <a:lnTo>
                    <a:pt x="3812857" y="543878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9FE6F7">
                <a:alpha val="73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streak-13-halo-4"/>
            <p:cNvSpPr/>
            <p:nvPr/>
          </p:nvSpPr>
          <p:spPr>
            <a:xfrm>
              <a:off x="15211425" y="16593502"/>
              <a:ext cx="3856673" cy="522923"/>
            </a:xfrm>
            <a:custGeom>
              <a:avLst/>
              <a:gdLst/>
              <a:ahLst/>
              <a:cxnLst/>
              <a:rect l="l" t="t" r="r" b="b"/>
              <a:pathLst>
                <a:path w="3856673" h="522923">
                  <a:moveTo>
                    <a:pt x="0" y="339090"/>
                  </a:moveTo>
                  <a:lnTo>
                    <a:pt x="3808095" y="522923"/>
                  </a:lnTo>
                  <a:lnTo>
                    <a:pt x="3856673" y="522923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2FA8D0">
                <a:alpha val="24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streak-13-mid-4"/>
            <p:cNvSpPr/>
            <p:nvPr/>
          </p:nvSpPr>
          <p:spPr>
            <a:xfrm>
              <a:off x="15224760" y="16691610"/>
              <a:ext cx="3829050" cy="424815"/>
            </a:xfrm>
            <a:custGeom>
              <a:avLst/>
              <a:gdLst/>
              <a:ahLst/>
              <a:cxnLst/>
              <a:rect l="l" t="t" r="r" b="b"/>
              <a:pathLst>
                <a:path w="3829050" h="424815">
                  <a:moveTo>
                    <a:pt x="0" y="142875"/>
                  </a:moveTo>
                  <a:lnTo>
                    <a:pt x="3809048" y="424815"/>
                  </a:lnTo>
                  <a:lnTo>
                    <a:pt x="3829050" y="424815"/>
                  </a:lnTo>
                  <a:lnTo>
                    <a:pt x="20955" y="0"/>
                  </a:lnTo>
                  <a:close/>
                </a:path>
              </a:pathLst>
            </a:custGeom>
            <a:solidFill>
              <a:srgbClr val="2FA8D0">
                <a:alpha val="41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streak-13-core-4"/>
            <p:cNvSpPr/>
            <p:nvPr/>
          </p:nvSpPr>
          <p:spPr>
            <a:xfrm>
              <a:off x="15233332" y="16748760"/>
              <a:ext cx="3812858" cy="367665"/>
            </a:xfrm>
            <a:custGeom>
              <a:avLst/>
              <a:gdLst/>
              <a:ahLst/>
              <a:cxnLst/>
              <a:rect l="l" t="t" r="r" b="b"/>
              <a:pathLst>
                <a:path w="3812858" h="367665">
                  <a:moveTo>
                    <a:pt x="0" y="28575"/>
                  </a:moveTo>
                  <a:lnTo>
                    <a:pt x="3809048" y="367665"/>
                  </a:lnTo>
                  <a:lnTo>
                    <a:pt x="3812858" y="367665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9FE6F7">
                <a:alpha val="94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streak-13-halo-5"/>
            <p:cNvSpPr/>
            <p:nvPr/>
          </p:nvSpPr>
          <p:spPr>
            <a:xfrm>
              <a:off x="19019520" y="17116425"/>
              <a:ext cx="3857625" cy="0"/>
            </a:xfrm>
            <a:custGeom>
              <a:avLst/>
              <a:gdLst/>
              <a:ahLst/>
              <a:cxnLst/>
              <a:rect l="l" t="t" r="r" b="b"/>
              <a:pathLst>
                <a:path w="3857625" h="0">
                  <a:moveTo>
                    <a:pt x="0" y="0"/>
                  </a:moveTo>
                  <a:lnTo>
                    <a:pt x="3809048" y="0"/>
                  </a:lnTo>
                  <a:lnTo>
                    <a:pt x="3857625" y="0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2FA8D0">
                <a:alpha val="29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streak-13-mid-5"/>
            <p:cNvSpPr/>
            <p:nvPr/>
          </p:nvSpPr>
          <p:spPr>
            <a:xfrm>
              <a:off x="19033808" y="17116425"/>
              <a:ext cx="3829050" cy="0"/>
            </a:xfrm>
            <a:custGeom>
              <a:avLst/>
              <a:gdLst/>
              <a:ahLst/>
              <a:cxnLst/>
              <a:rect l="l" t="t" r="r" b="b"/>
              <a:pathLst>
                <a:path w="3829050" h="0">
                  <a:moveTo>
                    <a:pt x="0" y="0"/>
                  </a:moveTo>
                  <a:lnTo>
                    <a:pt x="3809047" y="0"/>
                  </a:lnTo>
                  <a:lnTo>
                    <a:pt x="3829050" y="0"/>
                  </a:lnTo>
                  <a:lnTo>
                    <a:pt x="20002" y="0"/>
                  </a:lnTo>
                  <a:close/>
                </a:path>
              </a:pathLst>
            </a:custGeom>
            <a:solidFill>
              <a:srgbClr val="2FA8D0">
                <a:alpha val="49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streak-13-core-5"/>
            <p:cNvSpPr/>
            <p:nvPr/>
          </p:nvSpPr>
          <p:spPr>
            <a:xfrm>
              <a:off x="19042380" y="17116425"/>
              <a:ext cx="3812858" cy="0"/>
            </a:xfrm>
            <a:custGeom>
              <a:avLst/>
              <a:gdLst/>
              <a:ahLst/>
              <a:cxnLst/>
              <a:rect l="l" t="t" r="r" b="b"/>
              <a:pathLst>
                <a:path w="3812858" h="0">
                  <a:moveTo>
                    <a:pt x="0" y="0"/>
                  </a:moveTo>
                  <a:lnTo>
                    <a:pt x="3808095" y="0"/>
                  </a:lnTo>
                  <a:lnTo>
                    <a:pt x="3812858" y="0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9FE6F7">
                <a:alpha val="113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streak-13-halo-6"/>
            <p:cNvSpPr/>
            <p:nvPr/>
          </p:nvSpPr>
          <p:spPr>
            <a:xfrm>
              <a:off x="22828568" y="17116425"/>
              <a:ext cx="3857624" cy="0"/>
            </a:xfrm>
            <a:custGeom>
              <a:avLst/>
              <a:gdLst/>
              <a:ahLst/>
              <a:cxnLst/>
              <a:rect l="l" t="t" r="r" b="b"/>
              <a:pathLst>
                <a:path w="3857624" h="0">
                  <a:moveTo>
                    <a:pt x="0" y="0"/>
                  </a:moveTo>
                  <a:lnTo>
                    <a:pt x="3809047" y="0"/>
                  </a:lnTo>
                  <a:lnTo>
                    <a:pt x="3857624" y="0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2FA8D0">
                <a:alpha val="34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streak-13-mid-6"/>
            <p:cNvSpPr/>
            <p:nvPr/>
          </p:nvSpPr>
          <p:spPr>
            <a:xfrm>
              <a:off x="22842855" y="17116425"/>
              <a:ext cx="3829050" cy="0"/>
            </a:xfrm>
            <a:custGeom>
              <a:avLst/>
              <a:gdLst/>
              <a:ahLst/>
              <a:cxnLst/>
              <a:rect l="l" t="t" r="r" b="b"/>
              <a:pathLst>
                <a:path w="3829050" h="0">
                  <a:moveTo>
                    <a:pt x="0" y="0"/>
                  </a:moveTo>
                  <a:lnTo>
                    <a:pt x="3809047" y="0"/>
                  </a:lnTo>
                  <a:lnTo>
                    <a:pt x="3829050" y="0"/>
                  </a:lnTo>
                  <a:lnTo>
                    <a:pt x="20003" y="0"/>
                  </a:lnTo>
                  <a:close/>
                </a:path>
              </a:pathLst>
            </a:custGeom>
            <a:solidFill>
              <a:srgbClr val="2FA8D0">
                <a:alpha val="57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streak-13-core-6"/>
            <p:cNvSpPr/>
            <p:nvPr/>
          </p:nvSpPr>
          <p:spPr>
            <a:xfrm>
              <a:off x="22850475" y="17116425"/>
              <a:ext cx="3812857" cy="0"/>
            </a:xfrm>
            <a:custGeom>
              <a:avLst/>
              <a:gdLst/>
              <a:ahLst/>
              <a:cxnLst/>
              <a:rect l="l" t="t" r="r" b="b"/>
              <a:pathLst>
                <a:path w="3812857" h="0">
                  <a:moveTo>
                    <a:pt x="0" y="0"/>
                  </a:moveTo>
                  <a:lnTo>
                    <a:pt x="3809047" y="0"/>
                  </a:lnTo>
                  <a:lnTo>
                    <a:pt x="3812857" y="0"/>
                  </a:lnTo>
                  <a:lnTo>
                    <a:pt x="4763" y="0"/>
                  </a:lnTo>
                  <a:close/>
                </a:path>
              </a:pathLst>
            </a:custGeom>
            <a:solidFill>
              <a:srgbClr val="9FE6F7">
                <a:alpha val="131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streak-13-halo-7"/>
            <p:cNvSpPr/>
            <p:nvPr/>
          </p:nvSpPr>
          <p:spPr>
            <a:xfrm>
              <a:off x="26637615" y="17116425"/>
              <a:ext cx="3813810" cy="0"/>
            </a:xfrm>
            <a:custGeom>
              <a:avLst/>
              <a:gdLst/>
              <a:ahLst/>
              <a:cxnLst/>
              <a:rect l="l" t="t" r="r" b="b"/>
              <a:pathLst>
                <a:path w="3813810" h="0">
                  <a:moveTo>
                    <a:pt x="0" y="0"/>
                  </a:moveTo>
                  <a:lnTo>
                    <a:pt x="3809047" y="0"/>
                  </a:lnTo>
                  <a:lnTo>
                    <a:pt x="3813810" y="0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2FA8D0">
                <a:alpha val="37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streak-13-mid-7"/>
            <p:cNvSpPr/>
            <p:nvPr/>
          </p:nvSpPr>
          <p:spPr>
            <a:xfrm>
              <a:off x="26651902" y="17116425"/>
              <a:ext cx="3799523" cy="0"/>
            </a:xfrm>
            <a:custGeom>
              <a:avLst/>
              <a:gdLst/>
              <a:ahLst/>
              <a:cxnLst/>
              <a:rect l="l" t="t" r="r" b="b"/>
              <a:pathLst>
                <a:path w="3799523" h="0">
                  <a:moveTo>
                    <a:pt x="0" y="0"/>
                  </a:moveTo>
                  <a:lnTo>
                    <a:pt x="3799523" y="0"/>
                  </a:lnTo>
                  <a:lnTo>
                    <a:pt x="3799523" y="0"/>
                  </a:lnTo>
                  <a:lnTo>
                    <a:pt x="20003" y="0"/>
                  </a:lnTo>
                  <a:close/>
                </a:path>
              </a:pathLst>
            </a:custGeom>
            <a:solidFill>
              <a:srgbClr val="2FA8D0">
                <a:alpha val="632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streak-13-core-7"/>
            <p:cNvSpPr/>
            <p:nvPr/>
          </p:nvSpPr>
          <p:spPr>
            <a:xfrm>
              <a:off x="26659522" y="17116425"/>
              <a:ext cx="3791903" cy="0"/>
            </a:xfrm>
            <a:custGeom>
              <a:avLst/>
              <a:gdLst/>
              <a:ahLst/>
              <a:cxnLst/>
              <a:rect l="l" t="t" r="r" b="b"/>
              <a:pathLst>
                <a:path w="3791903" h="0">
                  <a:moveTo>
                    <a:pt x="0" y="0"/>
                  </a:moveTo>
                  <a:lnTo>
                    <a:pt x="3791903" y="0"/>
                  </a:lnTo>
                  <a:lnTo>
                    <a:pt x="3791903" y="0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9FE6F7">
                <a:alpha val="145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streak-14-halo-0"/>
            <p:cNvSpPr/>
            <p:nvPr/>
          </p:nvSpPr>
          <p:spPr>
            <a:xfrm>
              <a:off x="19050" y="14282738"/>
              <a:ext cx="3804285" cy="664844"/>
            </a:xfrm>
            <a:custGeom>
              <a:avLst/>
              <a:gdLst/>
              <a:ahLst/>
              <a:cxnLst/>
              <a:rect l="l" t="t" r="r" b="b"/>
              <a:pathLst>
                <a:path w="3804285" h="664844">
                  <a:moveTo>
                    <a:pt x="0" y="664844"/>
                  </a:moveTo>
                  <a:lnTo>
                    <a:pt x="3804285" y="360044"/>
                  </a:lnTo>
                  <a:lnTo>
                    <a:pt x="3775710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D98A">
                <a:alpha val="11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streak-14-mid-0"/>
            <p:cNvSpPr/>
            <p:nvPr/>
          </p:nvSpPr>
          <p:spPr>
            <a:xfrm>
              <a:off x="19050" y="14387512"/>
              <a:ext cx="3795712" cy="456248"/>
            </a:xfrm>
            <a:custGeom>
              <a:avLst/>
              <a:gdLst/>
              <a:ahLst/>
              <a:cxnLst/>
              <a:rect l="l" t="t" r="r" b="b"/>
              <a:pathLst>
                <a:path w="3795712" h="456248">
                  <a:moveTo>
                    <a:pt x="0" y="456248"/>
                  </a:moveTo>
                  <a:lnTo>
                    <a:pt x="3795712" y="151448"/>
                  </a:lnTo>
                  <a:lnTo>
                    <a:pt x="3783330" y="0"/>
                  </a:lnTo>
                  <a:lnTo>
                    <a:pt x="0" y="303848"/>
                  </a:lnTo>
                  <a:close/>
                </a:path>
              </a:pathLst>
            </a:custGeom>
            <a:solidFill>
              <a:srgbClr val="FFD98A">
                <a:alpha val="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streak-14-core-0"/>
            <p:cNvSpPr/>
            <p:nvPr/>
          </p:nvSpPr>
          <p:spPr>
            <a:xfrm>
              <a:off x="19050" y="14443710"/>
              <a:ext cx="3790950" cy="342900"/>
            </a:xfrm>
            <a:custGeom>
              <a:avLst/>
              <a:gdLst/>
              <a:ahLst/>
              <a:cxnLst/>
              <a:rect l="l" t="t" r="r" b="b"/>
              <a:pathLst>
                <a:path w="3790950" h="342900">
                  <a:moveTo>
                    <a:pt x="0" y="342900"/>
                  </a:moveTo>
                  <a:lnTo>
                    <a:pt x="3790950" y="38100"/>
                  </a:lnTo>
                  <a:lnTo>
                    <a:pt x="3788092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F0C4">
                <a:alpha val="45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streak-14-halo-1"/>
            <p:cNvSpPr/>
            <p:nvPr/>
          </p:nvSpPr>
          <p:spPr>
            <a:xfrm>
              <a:off x="3794760" y="13977938"/>
              <a:ext cx="3837622" cy="664844"/>
            </a:xfrm>
            <a:custGeom>
              <a:avLst/>
              <a:gdLst/>
              <a:ahLst/>
              <a:cxnLst/>
              <a:rect l="l" t="t" r="r" b="b"/>
              <a:pathLst>
                <a:path w="3837622" h="664844">
                  <a:moveTo>
                    <a:pt x="28575" y="664844"/>
                  </a:moveTo>
                  <a:lnTo>
                    <a:pt x="3837622" y="360997"/>
                  </a:lnTo>
                  <a:lnTo>
                    <a:pt x="3808095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D98A">
                <a:alpha val="17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streak-14-mid-1"/>
            <p:cNvSpPr/>
            <p:nvPr/>
          </p:nvSpPr>
          <p:spPr>
            <a:xfrm>
              <a:off x="3802380" y="14082712"/>
              <a:ext cx="3821430" cy="456248"/>
            </a:xfrm>
            <a:custGeom>
              <a:avLst/>
              <a:gdLst/>
              <a:ahLst/>
              <a:cxnLst/>
              <a:rect l="l" t="t" r="r" b="b"/>
              <a:pathLst>
                <a:path w="3821430" h="456248">
                  <a:moveTo>
                    <a:pt x="12382" y="456248"/>
                  </a:moveTo>
                  <a:lnTo>
                    <a:pt x="3821430" y="151448"/>
                  </a:lnTo>
                  <a:lnTo>
                    <a:pt x="3809048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D98A">
                <a:alpha val="28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streak-14-core-1"/>
            <p:cNvSpPr/>
            <p:nvPr/>
          </p:nvSpPr>
          <p:spPr>
            <a:xfrm>
              <a:off x="3807142" y="14138910"/>
              <a:ext cx="3811906" cy="342900"/>
            </a:xfrm>
            <a:custGeom>
              <a:avLst/>
              <a:gdLst/>
              <a:ahLst/>
              <a:cxnLst/>
              <a:rect l="l" t="t" r="r" b="b"/>
              <a:pathLst>
                <a:path w="3811906" h="342900">
                  <a:moveTo>
                    <a:pt x="2858" y="342900"/>
                  </a:moveTo>
                  <a:lnTo>
                    <a:pt x="3811906" y="38100"/>
                  </a:lnTo>
                  <a:lnTo>
                    <a:pt x="3809048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F0C4">
                <a:alpha val="66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streak-14-halo-2"/>
            <p:cNvSpPr/>
            <p:nvPr/>
          </p:nvSpPr>
          <p:spPr>
            <a:xfrm>
              <a:off x="7602855" y="13673138"/>
              <a:ext cx="3837623" cy="665797"/>
            </a:xfrm>
            <a:custGeom>
              <a:avLst/>
              <a:gdLst/>
              <a:ahLst/>
              <a:cxnLst/>
              <a:rect l="l" t="t" r="r" b="b"/>
              <a:pathLst>
                <a:path w="3837623" h="665797">
                  <a:moveTo>
                    <a:pt x="29527" y="665797"/>
                  </a:moveTo>
                  <a:lnTo>
                    <a:pt x="3837623" y="360997"/>
                  </a:lnTo>
                  <a:lnTo>
                    <a:pt x="3809047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D98A">
                <a:alpha val="23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streak-14-mid-2"/>
            <p:cNvSpPr/>
            <p:nvPr/>
          </p:nvSpPr>
          <p:spPr>
            <a:xfrm>
              <a:off x="7611428" y="13777912"/>
              <a:ext cx="3821430" cy="456248"/>
            </a:xfrm>
            <a:custGeom>
              <a:avLst/>
              <a:gdLst/>
              <a:ahLst/>
              <a:cxnLst/>
              <a:rect l="l" t="t" r="r" b="b"/>
              <a:pathLst>
                <a:path w="3821430" h="456248">
                  <a:moveTo>
                    <a:pt x="12382" y="456248"/>
                  </a:moveTo>
                  <a:lnTo>
                    <a:pt x="3821430" y="151448"/>
                  </a:lnTo>
                  <a:lnTo>
                    <a:pt x="3809047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D98A">
                <a:alpha val="4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streak-14-core-2"/>
            <p:cNvSpPr/>
            <p:nvPr/>
          </p:nvSpPr>
          <p:spPr>
            <a:xfrm>
              <a:off x="7616190" y="13834110"/>
              <a:ext cx="3811905" cy="342900"/>
            </a:xfrm>
            <a:custGeom>
              <a:avLst/>
              <a:gdLst/>
              <a:ahLst/>
              <a:cxnLst/>
              <a:rect l="l" t="t" r="r" b="b"/>
              <a:pathLst>
                <a:path w="3811905" h="342900">
                  <a:moveTo>
                    <a:pt x="2858" y="342900"/>
                  </a:moveTo>
                  <a:lnTo>
                    <a:pt x="3811905" y="38100"/>
                  </a:lnTo>
                  <a:lnTo>
                    <a:pt x="3809048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F0C4">
                <a:alpha val="91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streak-14-halo-3"/>
            <p:cNvSpPr/>
            <p:nvPr/>
          </p:nvSpPr>
          <p:spPr>
            <a:xfrm>
              <a:off x="11411902" y="13368338"/>
              <a:ext cx="3837623" cy="665797"/>
            </a:xfrm>
            <a:custGeom>
              <a:avLst/>
              <a:gdLst/>
              <a:ahLst/>
              <a:cxnLst/>
              <a:rect l="l" t="t" r="r" b="b"/>
              <a:pathLst>
                <a:path w="3837623" h="665797">
                  <a:moveTo>
                    <a:pt x="28576" y="665797"/>
                  </a:moveTo>
                  <a:lnTo>
                    <a:pt x="3837623" y="360997"/>
                  </a:lnTo>
                  <a:lnTo>
                    <a:pt x="3809048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D98A">
                <a:alpha val="31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streak-14-mid-3"/>
            <p:cNvSpPr/>
            <p:nvPr/>
          </p:nvSpPr>
          <p:spPr>
            <a:xfrm>
              <a:off x="11420475" y="13473112"/>
              <a:ext cx="3820477" cy="456248"/>
            </a:xfrm>
            <a:custGeom>
              <a:avLst/>
              <a:gdLst/>
              <a:ahLst/>
              <a:cxnLst/>
              <a:rect l="l" t="t" r="r" b="b"/>
              <a:pathLst>
                <a:path w="3820477" h="456248">
                  <a:moveTo>
                    <a:pt x="12383" y="456248"/>
                  </a:moveTo>
                  <a:lnTo>
                    <a:pt x="3820477" y="151448"/>
                  </a:lnTo>
                  <a:lnTo>
                    <a:pt x="3809047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D98A">
                <a:alpha val="53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streak-14-core-3"/>
            <p:cNvSpPr/>
            <p:nvPr/>
          </p:nvSpPr>
          <p:spPr>
            <a:xfrm>
              <a:off x="11425238" y="13529310"/>
              <a:ext cx="3811904" cy="342900"/>
            </a:xfrm>
            <a:custGeom>
              <a:avLst/>
              <a:gdLst/>
              <a:ahLst/>
              <a:cxnLst/>
              <a:rect l="l" t="t" r="r" b="b"/>
              <a:pathLst>
                <a:path w="3811904" h="342900">
                  <a:moveTo>
                    <a:pt x="2857" y="342900"/>
                  </a:moveTo>
                  <a:lnTo>
                    <a:pt x="3811904" y="38100"/>
                  </a:lnTo>
                  <a:lnTo>
                    <a:pt x="3808094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F0C4">
                <a:alpha val="122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streak-14-halo-4"/>
            <p:cNvSpPr/>
            <p:nvPr/>
          </p:nvSpPr>
          <p:spPr>
            <a:xfrm>
              <a:off x="15220950" y="13063538"/>
              <a:ext cx="3837622" cy="665797"/>
            </a:xfrm>
            <a:custGeom>
              <a:avLst/>
              <a:gdLst/>
              <a:ahLst/>
              <a:cxnLst/>
              <a:rect l="l" t="t" r="r" b="b"/>
              <a:pathLst>
                <a:path w="3837622" h="665797">
                  <a:moveTo>
                    <a:pt x="28575" y="665797"/>
                  </a:moveTo>
                  <a:lnTo>
                    <a:pt x="3837622" y="360997"/>
                  </a:lnTo>
                  <a:lnTo>
                    <a:pt x="3809048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D98A">
                <a:alpha val="40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streak-14-mid-4"/>
            <p:cNvSpPr/>
            <p:nvPr/>
          </p:nvSpPr>
          <p:spPr>
            <a:xfrm>
              <a:off x="15229522" y="13168312"/>
              <a:ext cx="3820478" cy="456248"/>
            </a:xfrm>
            <a:custGeom>
              <a:avLst/>
              <a:gdLst/>
              <a:ahLst/>
              <a:cxnLst/>
              <a:rect l="l" t="t" r="r" b="b"/>
              <a:pathLst>
                <a:path w="3820478" h="456248">
                  <a:moveTo>
                    <a:pt x="11430" y="456248"/>
                  </a:moveTo>
                  <a:lnTo>
                    <a:pt x="3820478" y="151448"/>
                  </a:lnTo>
                  <a:lnTo>
                    <a:pt x="3808096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D98A">
                <a:alpha val="68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streak-14-core-4"/>
            <p:cNvSpPr/>
            <p:nvPr/>
          </p:nvSpPr>
          <p:spPr>
            <a:xfrm>
              <a:off x="15233332" y="13225462"/>
              <a:ext cx="3811906" cy="341948"/>
            </a:xfrm>
            <a:custGeom>
              <a:avLst/>
              <a:gdLst/>
              <a:ahLst/>
              <a:cxnLst/>
              <a:rect l="l" t="t" r="r" b="b"/>
              <a:pathLst>
                <a:path w="3811906" h="341948">
                  <a:moveTo>
                    <a:pt x="3810" y="341948"/>
                  </a:moveTo>
                  <a:lnTo>
                    <a:pt x="3811906" y="37148"/>
                  </a:lnTo>
                  <a:lnTo>
                    <a:pt x="3809048" y="0"/>
                  </a:lnTo>
                  <a:lnTo>
                    <a:pt x="0" y="303848"/>
                  </a:lnTo>
                  <a:close/>
                </a:path>
              </a:pathLst>
            </a:custGeom>
            <a:solidFill>
              <a:srgbClr val="FFF0C4">
                <a:alpha val="1580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streak-14-halo-5"/>
            <p:cNvSpPr/>
            <p:nvPr/>
          </p:nvSpPr>
          <p:spPr>
            <a:xfrm>
              <a:off x="19029998" y="12758738"/>
              <a:ext cx="3837622" cy="665797"/>
            </a:xfrm>
            <a:custGeom>
              <a:avLst/>
              <a:gdLst/>
              <a:ahLst/>
              <a:cxnLst/>
              <a:rect l="l" t="t" r="r" b="b"/>
              <a:pathLst>
                <a:path w="3837622" h="665797">
                  <a:moveTo>
                    <a:pt x="28574" y="665797"/>
                  </a:moveTo>
                  <a:lnTo>
                    <a:pt x="3837622" y="360997"/>
                  </a:lnTo>
                  <a:lnTo>
                    <a:pt x="3808094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D98A">
                <a:alpha val="48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streak-14-mid-5"/>
            <p:cNvSpPr/>
            <p:nvPr/>
          </p:nvSpPr>
          <p:spPr>
            <a:xfrm>
              <a:off x="19037618" y="12863512"/>
              <a:ext cx="3821430" cy="456248"/>
            </a:xfrm>
            <a:custGeom>
              <a:avLst/>
              <a:gdLst/>
              <a:ahLst/>
              <a:cxnLst/>
              <a:rect l="l" t="t" r="r" b="b"/>
              <a:pathLst>
                <a:path w="3821430" h="456248">
                  <a:moveTo>
                    <a:pt x="12382" y="456248"/>
                  </a:moveTo>
                  <a:lnTo>
                    <a:pt x="3821430" y="151448"/>
                  </a:lnTo>
                  <a:lnTo>
                    <a:pt x="3809047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D98A">
                <a:alpha val="82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streak-14-core-5"/>
            <p:cNvSpPr/>
            <p:nvPr/>
          </p:nvSpPr>
          <p:spPr>
            <a:xfrm>
              <a:off x="19042380" y="12920662"/>
              <a:ext cx="3811905" cy="341948"/>
            </a:xfrm>
            <a:custGeom>
              <a:avLst/>
              <a:gdLst/>
              <a:ahLst/>
              <a:cxnLst/>
              <a:rect l="l" t="t" r="r" b="b"/>
              <a:pathLst>
                <a:path w="3811905" h="341948">
                  <a:moveTo>
                    <a:pt x="2858" y="341948"/>
                  </a:moveTo>
                  <a:lnTo>
                    <a:pt x="3811905" y="38100"/>
                  </a:lnTo>
                  <a:lnTo>
                    <a:pt x="3809048" y="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FFF0C4">
                <a:alpha val="188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streak-14-halo-6"/>
            <p:cNvSpPr/>
            <p:nvPr/>
          </p:nvSpPr>
          <p:spPr>
            <a:xfrm>
              <a:off x="22838092" y="12303442"/>
              <a:ext cx="3847148" cy="816293"/>
            </a:xfrm>
            <a:custGeom>
              <a:avLst/>
              <a:gdLst/>
              <a:ahLst/>
              <a:cxnLst/>
              <a:rect l="l" t="t" r="r" b="b"/>
              <a:pathLst>
                <a:path w="3847148" h="816293">
                  <a:moveTo>
                    <a:pt x="29528" y="816293"/>
                  </a:moveTo>
                  <a:lnTo>
                    <a:pt x="805816" y="754380"/>
                  </a:lnTo>
                  <a:lnTo>
                    <a:pt x="3847148" y="359093"/>
                  </a:lnTo>
                  <a:lnTo>
                    <a:pt x="3800476" y="0"/>
                  </a:lnTo>
                  <a:lnTo>
                    <a:pt x="762000" y="394336"/>
                  </a:lnTo>
                  <a:lnTo>
                    <a:pt x="0" y="455296"/>
                  </a:lnTo>
                  <a:close/>
                </a:path>
              </a:pathLst>
            </a:custGeom>
            <a:solidFill>
              <a:srgbClr val="FFD98A">
                <a:alpha val="56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streak-14-mid-6"/>
            <p:cNvSpPr/>
            <p:nvPr/>
          </p:nvSpPr>
          <p:spPr>
            <a:xfrm>
              <a:off x="22846665" y="12407265"/>
              <a:ext cx="3825240" cy="607695"/>
            </a:xfrm>
            <a:custGeom>
              <a:avLst/>
              <a:gdLst/>
              <a:ahLst/>
              <a:cxnLst/>
              <a:rect l="l" t="t" r="r" b="b"/>
              <a:pathLst>
                <a:path w="3825240" h="607695">
                  <a:moveTo>
                    <a:pt x="12383" y="607695"/>
                  </a:moveTo>
                  <a:lnTo>
                    <a:pt x="784860" y="545783"/>
                  </a:lnTo>
                  <a:lnTo>
                    <a:pt x="3825240" y="150495"/>
                  </a:lnTo>
                  <a:lnTo>
                    <a:pt x="3805237" y="0"/>
                  </a:lnTo>
                  <a:lnTo>
                    <a:pt x="765810" y="395287"/>
                  </a:lnTo>
                  <a:lnTo>
                    <a:pt x="0" y="456247"/>
                  </a:lnTo>
                  <a:close/>
                </a:path>
              </a:pathLst>
            </a:custGeom>
            <a:solidFill>
              <a:srgbClr val="FFD98A">
                <a:alpha val="95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streak-14-core-6"/>
            <p:cNvSpPr/>
            <p:nvPr/>
          </p:nvSpPr>
          <p:spPr>
            <a:xfrm>
              <a:off x="22851428" y="12463462"/>
              <a:ext cx="3812857" cy="495300"/>
            </a:xfrm>
            <a:custGeom>
              <a:avLst/>
              <a:gdLst/>
              <a:ahLst/>
              <a:cxnLst/>
              <a:rect l="l" t="t" r="r" b="b"/>
              <a:pathLst>
                <a:path w="3812857" h="495300">
                  <a:moveTo>
                    <a:pt x="2857" y="495300"/>
                  </a:moveTo>
                  <a:lnTo>
                    <a:pt x="772477" y="433388"/>
                  </a:lnTo>
                  <a:lnTo>
                    <a:pt x="3812857" y="38100"/>
                  </a:lnTo>
                  <a:lnTo>
                    <a:pt x="3808094" y="0"/>
                  </a:lnTo>
                  <a:lnTo>
                    <a:pt x="768667" y="395288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FFF0C4">
                <a:alpha val="219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streak-14-halo-7"/>
            <p:cNvSpPr/>
            <p:nvPr/>
          </p:nvSpPr>
          <p:spPr>
            <a:xfrm>
              <a:off x="26638568" y="11708130"/>
              <a:ext cx="3812857" cy="954405"/>
            </a:xfrm>
            <a:custGeom>
              <a:avLst/>
              <a:gdLst/>
              <a:ahLst/>
              <a:cxnLst/>
              <a:rect l="l" t="t" r="r" b="b"/>
              <a:pathLst>
                <a:path w="3812857" h="954405">
                  <a:moveTo>
                    <a:pt x="46672" y="954405"/>
                  </a:moveTo>
                  <a:lnTo>
                    <a:pt x="821054" y="853440"/>
                  </a:lnTo>
                  <a:lnTo>
                    <a:pt x="3812857" y="358140"/>
                  </a:lnTo>
                  <a:lnTo>
                    <a:pt x="3802380" y="0"/>
                  </a:lnTo>
                  <a:lnTo>
                    <a:pt x="765810" y="495300"/>
                  </a:lnTo>
                  <a:lnTo>
                    <a:pt x="0" y="595312"/>
                  </a:lnTo>
                  <a:close/>
                </a:path>
              </a:pathLst>
            </a:custGeom>
            <a:solidFill>
              <a:srgbClr val="FFD98A">
                <a:alpha val="62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streak-14-mid-7"/>
            <p:cNvSpPr/>
            <p:nvPr/>
          </p:nvSpPr>
          <p:spPr>
            <a:xfrm>
              <a:off x="26651902" y="11811952"/>
              <a:ext cx="3799523" cy="745808"/>
            </a:xfrm>
            <a:custGeom>
              <a:avLst/>
              <a:gdLst/>
              <a:ahLst/>
              <a:cxnLst/>
              <a:rect l="l" t="t" r="r" b="b"/>
              <a:pathLst>
                <a:path w="3799523" h="745808">
                  <a:moveTo>
                    <a:pt x="20003" y="745808"/>
                  </a:moveTo>
                  <a:lnTo>
                    <a:pt x="791528" y="645796"/>
                  </a:lnTo>
                  <a:lnTo>
                    <a:pt x="3799523" y="150496"/>
                  </a:lnTo>
                  <a:lnTo>
                    <a:pt x="3799523" y="0"/>
                  </a:lnTo>
                  <a:lnTo>
                    <a:pt x="768668" y="495300"/>
                  </a:lnTo>
                  <a:lnTo>
                    <a:pt x="0" y="595313"/>
                  </a:lnTo>
                  <a:close/>
                </a:path>
              </a:pathLst>
            </a:custGeom>
            <a:solidFill>
              <a:srgbClr val="FFD98A">
                <a:alpha val="105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streak-14-core-7"/>
            <p:cNvSpPr/>
            <p:nvPr/>
          </p:nvSpPr>
          <p:spPr>
            <a:xfrm>
              <a:off x="26659522" y="11868150"/>
              <a:ext cx="3791903" cy="633412"/>
            </a:xfrm>
            <a:custGeom>
              <a:avLst/>
              <a:gdLst/>
              <a:ahLst/>
              <a:cxnLst/>
              <a:rect l="l" t="t" r="r" b="b"/>
              <a:pathLst>
                <a:path w="3791903" h="633412">
                  <a:moveTo>
                    <a:pt x="4763" y="633412"/>
                  </a:moveTo>
                  <a:lnTo>
                    <a:pt x="775336" y="533400"/>
                  </a:lnTo>
                  <a:lnTo>
                    <a:pt x="3791903" y="38100"/>
                  </a:lnTo>
                  <a:lnTo>
                    <a:pt x="3791903" y="0"/>
                  </a:lnTo>
                  <a:lnTo>
                    <a:pt x="769620" y="495300"/>
                  </a:lnTo>
                  <a:lnTo>
                    <a:pt x="0" y="595312"/>
                  </a:lnTo>
                  <a:close/>
                </a:path>
              </a:pathLst>
            </a:custGeom>
            <a:solidFill>
              <a:srgbClr val="FFF0C4">
                <a:alpha val="242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streak-15-halo-0"/>
            <p:cNvSpPr/>
            <p:nvPr/>
          </p:nvSpPr>
          <p:spPr>
            <a:xfrm>
              <a:off x="19050" y="13106400"/>
              <a:ext cx="3799522" cy="552450"/>
            </a:xfrm>
            <a:custGeom>
              <a:avLst/>
              <a:gdLst/>
              <a:ahLst/>
              <a:cxnLst/>
              <a:rect l="l" t="t" r="r" b="b"/>
              <a:pathLst>
                <a:path w="3799522" h="552450">
                  <a:moveTo>
                    <a:pt x="0" y="552450"/>
                  </a:moveTo>
                  <a:lnTo>
                    <a:pt x="3799522" y="285750"/>
                  </a:lnTo>
                  <a:lnTo>
                    <a:pt x="377952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0B46A">
                <a:alpha val="9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streak-15-mid-0"/>
            <p:cNvSpPr/>
            <p:nvPr/>
          </p:nvSpPr>
          <p:spPr>
            <a:xfrm>
              <a:off x="19050" y="13189268"/>
              <a:ext cx="3793808" cy="386714"/>
            </a:xfrm>
            <a:custGeom>
              <a:avLst/>
              <a:gdLst/>
              <a:ahLst/>
              <a:cxnLst/>
              <a:rect l="l" t="t" r="r" b="b"/>
              <a:pathLst>
                <a:path w="3793808" h="386714">
                  <a:moveTo>
                    <a:pt x="0" y="386714"/>
                  </a:moveTo>
                  <a:lnTo>
                    <a:pt x="3793808" y="120014"/>
                  </a:lnTo>
                  <a:lnTo>
                    <a:pt x="3785235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0B46A">
                <a:alpha val="1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streak-15-core-0"/>
            <p:cNvSpPr/>
            <p:nvPr/>
          </p:nvSpPr>
          <p:spPr>
            <a:xfrm>
              <a:off x="19050" y="13234988"/>
              <a:ext cx="3790950" cy="295274"/>
            </a:xfrm>
            <a:custGeom>
              <a:avLst/>
              <a:gdLst/>
              <a:ahLst/>
              <a:cxnLst/>
              <a:rect l="l" t="t" r="r" b="b"/>
              <a:pathLst>
                <a:path w="3790950" h="295274">
                  <a:moveTo>
                    <a:pt x="0" y="295274"/>
                  </a:moveTo>
                  <a:lnTo>
                    <a:pt x="3790950" y="28574"/>
                  </a:lnTo>
                  <a:lnTo>
                    <a:pt x="3789045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FE1A8">
                <a:alpha val="36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streak-15-halo-1"/>
            <p:cNvSpPr/>
            <p:nvPr/>
          </p:nvSpPr>
          <p:spPr>
            <a:xfrm>
              <a:off x="3798570" y="12840652"/>
              <a:ext cx="3829050" cy="551498"/>
            </a:xfrm>
            <a:custGeom>
              <a:avLst/>
              <a:gdLst/>
              <a:ahLst/>
              <a:cxnLst/>
              <a:rect l="l" t="t" r="r" b="b"/>
              <a:pathLst>
                <a:path w="3829050" h="551498">
                  <a:moveTo>
                    <a:pt x="20002" y="551498"/>
                  </a:moveTo>
                  <a:lnTo>
                    <a:pt x="3829050" y="284798"/>
                  </a:lnTo>
                  <a:lnTo>
                    <a:pt x="3809048" y="0"/>
                  </a:lnTo>
                  <a:lnTo>
                    <a:pt x="0" y="265748"/>
                  </a:lnTo>
                  <a:close/>
                </a:path>
              </a:pathLst>
            </a:custGeom>
            <a:solidFill>
              <a:srgbClr val="F0B46A">
                <a:alpha val="13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streak-15-mid-1"/>
            <p:cNvSpPr/>
            <p:nvPr/>
          </p:nvSpPr>
          <p:spPr>
            <a:xfrm>
              <a:off x="3804285" y="12922568"/>
              <a:ext cx="3817620" cy="386714"/>
            </a:xfrm>
            <a:custGeom>
              <a:avLst/>
              <a:gdLst/>
              <a:ahLst/>
              <a:cxnLst/>
              <a:rect l="l" t="t" r="r" b="b"/>
              <a:pathLst>
                <a:path w="3817620" h="386714">
                  <a:moveTo>
                    <a:pt x="8573" y="386714"/>
                  </a:moveTo>
                  <a:lnTo>
                    <a:pt x="3817620" y="120014"/>
                  </a:lnTo>
                  <a:lnTo>
                    <a:pt x="3809047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0B46A">
                <a:alpha val="23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streak-15-core-1"/>
            <p:cNvSpPr/>
            <p:nvPr/>
          </p:nvSpPr>
          <p:spPr>
            <a:xfrm>
              <a:off x="3808095" y="12968288"/>
              <a:ext cx="3810953" cy="295274"/>
            </a:xfrm>
            <a:custGeom>
              <a:avLst/>
              <a:gdLst/>
              <a:ahLst/>
              <a:cxnLst/>
              <a:rect l="l" t="t" r="r" b="b"/>
              <a:pathLst>
                <a:path w="3810953" h="295274">
                  <a:moveTo>
                    <a:pt x="1905" y="295274"/>
                  </a:moveTo>
                  <a:lnTo>
                    <a:pt x="3810953" y="28574"/>
                  </a:lnTo>
                  <a:lnTo>
                    <a:pt x="3808095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FE1A8">
                <a:alpha val="53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streak-15-halo-2"/>
            <p:cNvSpPr/>
            <p:nvPr/>
          </p:nvSpPr>
          <p:spPr>
            <a:xfrm>
              <a:off x="7607618" y="12573952"/>
              <a:ext cx="3829050" cy="551498"/>
            </a:xfrm>
            <a:custGeom>
              <a:avLst/>
              <a:gdLst/>
              <a:ahLst/>
              <a:cxnLst/>
              <a:rect l="l" t="t" r="r" b="b"/>
              <a:pathLst>
                <a:path w="3829050" h="551498">
                  <a:moveTo>
                    <a:pt x="20002" y="551498"/>
                  </a:moveTo>
                  <a:lnTo>
                    <a:pt x="3829050" y="284798"/>
                  </a:lnTo>
                  <a:lnTo>
                    <a:pt x="3809047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0B46A">
                <a:alpha val="19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streak-15-mid-2"/>
            <p:cNvSpPr/>
            <p:nvPr/>
          </p:nvSpPr>
          <p:spPr>
            <a:xfrm>
              <a:off x="7613332" y="12655868"/>
              <a:ext cx="3817620" cy="386714"/>
            </a:xfrm>
            <a:custGeom>
              <a:avLst/>
              <a:gdLst/>
              <a:ahLst/>
              <a:cxnLst/>
              <a:rect l="l" t="t" r="r" b="b"/>
              <a:pathLst>
                <a:path w="3817620" h="386714">
                  <a:moveTo>
                    <a:pt x="8573" y="386714"/>
                  </a:moveTo>
                  <a:lnTo>
                    <a:pt x="3817620" y="120014"/>
                  </a:lnTo>
                  <a:lnTo>
                    <a:pt x="3809048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0B46A">
                <a:alpha val="3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streak-15-core-2"/>
            <p:cNvSpPr/>
            <p:nvPr/>
          </p:nvSpPr>
          <p:spPr>
            <a:xfrm>
              <a:off x="7616190" y="12701588"/>
              <a:ext cx="3810952" cy="295274"/>
            </a:xfrm>
            <a:custGeom>
              <a:avLst/>
              <a:gdLst/>
              <a:ahLst/>
              <a:cxnLst/>
              <a:rect l="l" t="t" r="r" b="b"/>
              <a:pathLst>
                <a:path w="3810952" h="295274">
                  <a:moveTo>
                    <a:pt x="2858" y="295274"/>
                  </a:moveTo>
                  <a:lnTo>
                    <a:pt x="3810952" y="28574"/>
                  </a:lnTo>
                  <a:lnTo>
                    <a:pt x="3809048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FE1A8">
                <a:alpha val="73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streak-15-halo-3"/>
            <p:cNvSpPr/>
            <p:nvPr/>
          </p:nvSpPr>
          <p:spPr>
            <a:xfrm>
              <a:off x="11416665" y="12307252"/>
              <a:ext cx="3828097" cy="551498"/>
            </a:xfrm>
            <a:custGeom>
              <a:avLst/>
              <a:gdLst/>
              <a:ahLst/>
              <a:cxnLst/>
              <a:rect l="l" t="t" r="r" b="b"/>
              <a:pathLst>
                <a:path w="3828097" h="551498">
                  <a:moveTo>
                    <a:pt x="20003" y="551498"/>
                  </a:moveTo>
                  <a:lnTo>
                    <a:pt x="3828097" y="284798"/>
                  </a:lnTo>
                  <a:lnTo>
                    <a:pt x="3809047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0B46A">
                <a:alpha val="25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streak-15-mid-3"/>
            <p:cNvSpPr/>
            <p:nvPr/>
          </p:nvSpPr>
          <p:spPr>
            <a:xfrm>
              <a:off x="11422380" y="12390120"/>
              <a:ext cx="3816668" cy="385762"/>
            </a:xfrm>
            <a:custGeom>
              <a:avLst/>
              <a:gdLst/>
              <a:ahLst/>
              <a:cxnLst/>
              <a:rect l="l" t="t" r="r" b="b"/>
              <a:pathLst>
                <a:path w="3816668" h="385762">
                  <a:moveTo>
                    <a:pt x="8572" y="385762"/>
                  </a:moveTo>
                  <a:lnTo>
                    <a:pt x="3816668" y="119062"/>
                  </a:lnTo>
                  <a:lnTo>
                    <a:pt x="3809048" y="0"/>
                  </a:lnTo>
                  <a:lnTo>
                    <a:pt x="0" y="265748"/>
                  </a:lnTo>
                  <a:close/>
                </a:path>
              </a:pathLst>
            </a:custGeom>
            <a:solidFill>
              <a:srgbClr val="F0B46A">
                <a:alpha val="42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streak-15-core-3"/>
            <p:cNvSpPr/>
            <p:nvPr/>
          </p:nvSpPr>
          <p:spPr>
            <a:xfrm>
              <a:off x="11425238" y="12434888"/>
              <a:ext cx="3810952" cy="295274"/>
            </a:xfrm>
            <a:custGeom>
              <a:avLst/>
              <a:gdLst/>
              <a:ahLst/>
              <a:cxnLst/>
              <a:rect l="l" t="t" r="r" b="b"/>
              <a:pathLst>
                <a:path w="3810952" h="295274">
                  <a:moveTo>
                    <a:pt x="1904" y="295274"/>
                  </a:moveTo>
                  <a:lnTo>
                    <a:pt x="3810952" y="28574"/>
                  </a:lnTo>
                  <a:lnTo>
                    <a:pt x="3809047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FE1A8">
                <a:alpha val="97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streak-15-halo-4"/>
            <p:cNvSpPr/>
            <p:nvPr/>
          </p:nvSpPr>
          <p:spPr>
            <a:xfrm>
              <a:off x="15225712" y="12040552"/>
              <a:ext cx="3828098" cy="551498"/>
            </a:xfrm>
            <a:custGeom>
              <a:avLst/>
              <a:gdLst/>
              <a:ahLst/>
              <a:cxnLst/>
              <a:rect l="l" t="t" r="r" b="b"/>
              <a:pathLst>
                <a:path w="3828098" h="551498">
                  <a:moveTo>
                    <a:pt x="19050" y="551498"/>
                  </a:moveTo>
                  <a:lnTo>
                    <a:pt x="3828098" y="284798"/>
                  </a:lnTo>
                  <a:lnTo>
                    <a:pt x="3808096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0B46A">
                <a:alpha val="32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streak-15-mid-4"/>
            <p:cNvSpPr/>
            <p:nvPr/>
          </p:nvSpPr>
          <p:spPr>
            <a:xfrm>
              <a:off x="15231428" y="12123420"/>
              <a:ext cx="3816667" cy="385762"/>
            </a:xfrm>
            <a:custGeom>
              <a:avLst/>
              <a:gdLst/>
              <a:ahLst/>
              <a:cxnLst/>
              <a:rect l="l" t="t" r="r" b="b"/>
              <a:pathLst>
                <a:path w="3816667" h="385762">
                  <a:moveTo>
                    <a:pt x="7620" y="385762"/>
                  </a:moveTo>
                  <a:lnTo>
                    <a:pt x="3816667" y="119062"/>
                  </a:lnTo>
                  <a:lnTo>
                    <a:pt x="3808094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0B46A">
                <a:alpha val="55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streak-15-core-4"/>
            <p:cNvSpPr/>
            <p:nvPr/>
          </p:nvSpPr>
          <p:spPr>
            <a:xfrm>
              <a:off x="15234285" y="12168188"/>
              <a:ext cx="3810953" cy="295274"/>
            </a:xfrm>
            <a:custGeom>
              <a:avLst/>
              <a:gdLst/>
              <a:ahLst/>
              <a:cxnLst/>
              <a:rect l="l" t="t" r="r" b="b"/>
              <a:pathLst>
                <a:path w="3810953" h="295274">
                  <a:moveTo>
                    <a:pt x="1905" y="295274"/>
                  </a:moveTo>
                  <a:lnTo>
                    <a:pt x="3810953" y="28574"/>
                  </a:lnTo>
                  <a:lnTo>
                    <a:pt x="3809047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FE1A8">
                <a:alpha val="126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streak-15-halo-5"/>
            <p:cNvSpPr/>
            <p:nvPr/>
          </p:nvSpPr>
          <p:spPr>
            <a:xfrm>
              <a:off x="19033808" y="11944350"/>
              <a:ext cx="3820477" cy="381000"/>
            </a:xfrm>
            <a:custGeom>
              <a:avLst/>
              <a:gdLst/>
              <a:ahLst/>
              <a:cxnLst/>
              <a:rect l="l" t="t" r="r" b="b"/>
              <a:pathLst>
                <a:path w="3820477" h="381000">
                  <a:moveTo>
                    <a:pt x="20002" y="381000"/>
                  </a:moveTo>
                  <a:lnTo>
                    <a:pt x="972502" y="314325"/>
                  </a:lnTo>
                  <a:lnTo>
                    <a:pt x="3820477" y="285750"/>
                  </a:lnTo>
                  <a:lnTo>
                    <a:pt x="3817620" y="0"/>
                  </a:lnTo>
                  <a:lnTo>
                    <a:pt x="964882" y="28575"/>
                  </a:lnTo>
                  <a:lnTo>
                    <a:pt x="0" y="96202"/>
                  </a:lnTo>
                  <a:close/>
                </a:path>
              </a:pathLst>
            </a:custGeom>
            <a:solidFill>
              <a:srgbClr val="F0B46A">
                <a:alpha val="39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streak-15-mid-5"/>
            <p:cNvSpPr/>
            <p:nvPr/>
          </p:nvSpPr>
          <p:spPr>
            <a:xfrm>
              <a:off x="19039522" y="12027218"/>
              <a:ext cx="3813810" cy="215264"/>
            </a:xfrm>
            <a:custGeom>
              <a:avLst/>
              <a:gdLst/>
              <a:ahLst/>
              <a:cxnLst/>
              <a:rect l="l" t="t" r="r" b="b"/>
              <a:pathLst>
                <a:path w="3813810" h="215264">
                  <a:moveTo>
                    <a:pt x="8573" y="215264"/>
                  </a:moveTo>
                  <a:lnTo>
                    <a:pt x="964883" y="148590"/>
                  </a:lnTo>
                  <a:lnTo>
                    <a:pt x="3813810" y="120014"/>
                  </a:lnTo>
                  <a:lnTo>
                    <a:pt x="3812858" y="0"/>
                  </a:lnTo>
                  <a:lnTo>
                    <a:pt x="961073" y="28574"/>
                  </a:lnTo>
                  <a:lnTo>
                    <a:pt x="0" y="96202"/>
                  </a:lnTo>
                  <a:close/>
                </a:path>
              </a:pathLst>
            </a:custGeom>
            <a:solidFill>
              <a:srgbClr val="F0B46A">
                <a:alpha val="656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streak-15-core-5"/>
            <p:cNvSpPr/>
            <p:nvPr/>
          </p:nvSpPr>
          <p:spPr>
            <a:xfrm>
              <a:off x="19043332" y="12072938"/>
              <a:ext cx="3810000" cy="123824"/>
            </a:xfrm>
            <a:custGeom>
              <a:avLst/>
              <a:gdLst/>
              <a:ahLst/>
              <a:cxnLst/>
              <a:rect l="l" t="t" r="r" b="b"/>
              <a:pathLst>
                <a:path w="3810000" h="123824">
                  <a:moveTo>
                    <a:pt x="1906" y="123824"/>
                  </a:moveTo>
                  <a:lnTo>
                    <a:pt x="959168" y="57150"/>
                  </a:lnTo>
                  <a:lnTo>
                    <a:pt x="3810000" y="28574"/>
                  </a:lnTo>
                  <a:lnTo>
                    <a:pt x="3809048" y="0"/>
                  </a:lnTo>
                  <a:lnTo>
                    <a:pt x="959168" y="28574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FE1A8">
                <a:alpha val="151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streak-15-halo-6"/>
            <p:cNvSpPr/>
            <p:nvPr/>
          </p:nvSpPr>
          <p:spPr>
            <a:xfrm>
              <a:off x="22851428" y="11934825"/>
              <a:ext cx="3817620" cy="427673"/>
            </a:xfrm>
            <a:custGeom>
              <a:avLst/>
              <a:gdLst/>
              <a:ahLst/>
              <a:cxnLst/>
              <a:rect l="l" t="t" r="r" b="b"/>
              <a:pathLst>
                <a:path w="3817620" h="427673">
                  <a:moveTo>
                    <a:pt x="2857" y="295275"/>
                  </a:moveTo>
                  <a:lnTo>
                    <a:pt x="956310" y="285750"/>
                  </a:lnTo>
                  <a:lnTo>
                    <a:pt x="3803332" y="427673"/>
                  </a:lnTo>
                  <a:lnTo>
                    <a:pt x="3817620" y="142875"/>
                  </a:lnTo>
                  <a:lnTo>
                    <a:pt x="965834" y="0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0B46A">
                <a:alpha val="45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streak-15-mid-6"/>
            <p:cNvSpPr/>
            <p:nvPr/>
          </p:nvSpPr>
          <p:spPr>
            <a:xfrm>
              <a:off x="22852380" y="12017692"/>
              <a:ext cx="3811905" cy="261938"/>
            </a:xfrm>
            <a:custGeom>
              <a:avLst/>
              <a:gdLst/>
              <a:ahLst/>
              <a:cxnLst/>
              <a:rect l="l" t="t" r="r" b="b"/>
              <a:pathLst>
                <a:path w="3811905" h="261938">
                  <a:moveTo>
                    <a:pt x="952" y="129540"/>
                  </a:moveTo>
                  <a:lnTo>
                    <a:pt x="958215" y="120016"/>
                  </a:lnTo>
                  <a:lnTo>
                    <a:pt x="3806190" y="261938"/>
                  </a:lnTo>
                  <a:lnTo>
                    <a:pt x="3811905" y="142876"/>
                  </a:lnTo>
                  <a:lnTo>
                    <a:pt x="962025" y="0"/>
                  </a:lnTo>
                  <a:lnTo>
                    <a:pt x="0" y="9526"/>
                  </a:lnTo>
                  <a:close/>
                </a:path>
              </a:pathLst>
            </a:custGeom>
            <a:solidFill>
              <a:srgbClr val="F0B46A">
                <a:alpha val="76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streak-15-core-6"/>
            <p:cNvSpPr/>
            <p:nvPr/>
          </p:nvSpPr>
          <p:spPr>
            <a:xfrm>
              <a:off x="22852380" y="12063412"/>
              <a:ext cx="3810000" cy="171450"/>
            </a:xfrm>
            <a:custGeom>
              <a:avLst/>
              <a:gdLst/>
              <a:ahLst/>
              <a:cxnLst/>
              <a:rect l="l" t="t" r="r" b="b"/>
              <a:pathLst>
                <a:path w="3810000" h="171450">
                  <a:moveTo>
                    <a:pt x="952" y="38100"/>
                  </a:moveTo>
                  <a:lnTo>
                    <a:pt x="959168" y="28576"/>
                  </a:lnTo>
                  <a:lnTo>
                    <a:pt x="3809048" y="171450"/>
                  </a:lnTo>
                  <a:lnTo>
                    <a:pt x="3810000" y="142876"/>
                  </a:lnTo>
                  <a:lnTo>
                    <a:pt x="961072" y="0"/>
                  </a:lnTo>
                  <a:lnTo>
                    <a:pt x="0" y="9526"/>
                  </a:lnTo>
                  <a:close/>
                </a:path>
              </a:pathLst>
            </a:custGeom>
            <a:solidFill>
              <a:srgbClr val="FFE1A8">
                <a:alpha val="175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streak-15-halo-7"/>
            <p:cNvSpPr/>
            <p:nvPr/>
          </p:nvSpPr>
          <p:spPr>
            <a:xfrm>
              <a:off x="26654760" y="12077700"/>
              <a:ext cx="3796665" cy="542925"/>
            </a:xfrm>
            <a:custGeom>
              <a:avLst/>
              <a:gdLst/>
              <a:ahLst/>
              <a:cxnLst/>
              <a:rect l="l" t="t" r="r" b="b"/>
              <a:pathLst>
                <a:path w="3796665" h="542925">
                  <a:moveTo>
                    <a:pt x="0" y="284798"/>
                  </a:moveTo>
                  <a:lnTo>
                    <a:pt x="958215" y="333375"/>
                  </a:lnTo>
                  <a:lnTo>
                    <a:pt x="3796665" y="542925"/>
                  </a:lnTo>
                  <a:lnTo>
                    <a:pt x="3796665" y="257175"/>
                  </a:lnTo>
                  <a:lnTo>
                    <a:pt x="977265" y="47625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F0B46A">
                <a:alpha val="50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streak-15-mid-7"/>
            <p:cNvSpPr/>
            <p:nvPr/>
          </p:nvSpPr>
          <p:spPr>
            <a:xfrm>
              <a:off x="26658570" y="12160568"/>
              <a:ext cx="3792855" cy="377190"/>
            </a:xfrm>
            <a:custGeom>
              <a:avLst/>
              <a:gdLst/>
              <a:ahLst/>
              <a:cxnLst/>
              <a:rect l="l" t="t" r="r" b="b"/>
              <a:pathLst>
                <a:path w="3792855" h="377190">
                  <a:moveTo>
                    <a:pt x="0" y="119062"/>
                  </a:moveTo>
                  <a:lnTo>
                    <a:pt x="960120" y="167640"/>
                  </a:lnTo>
                  <a:lnTo>
                    <a:pt x="3792855" y="377190"/>
                  </a:lnTo>
                  <a:lnTo>
                    <a:pt x="3792855" y="257174"/>
                  </a:lnTo>
                  <a:lnTo>
                    <a:pt x="967740" y="47624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rgbClr val="F0B46A">
                <a:alpha val="84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streak-15-core-7"/>
            <p:cNvSpPr/>
            <p:nvPr/>
          </p:nvSpPr>
          <p:spPr>
            <a:xfrm>
              <a:off x="26661428" y="12206288"/>
              <a:ext cx="3789997" cy="285750"/>
            </a:xfrm>
            <a:custGeom>
              <a:avLst/>
              <a:gdLst/>
              <a:ahLst/>
              <a:cxnLst/>
              <a:rect l="l" t="t" r="r" b="b"/>
              <a:pathLst>
                <a:path w="3789997" h="285750">
                  <a:moveTo>
                    <a:pt x="0" y="28574"/>
                  </a:moveTo>
                  <a:lnTo>
                    <a:pt x="960120" y="76200"/>
                  </a:lnTo>
                  <a:lnTo>
                    <a:pt x="3789997" y="285750"/>
                  </a:lnTo>
                  <a:lnTo>
                    <a:pt x="3789997" y="257174"/>
                  </a:lnTo>
                  <a:lnTo>
                    <a:pt x="962024" y="47624"/>
                  </a:lnTo>
                  <a:lnTo>
                    <a:pt x="952" y="0"/>
                  </a:lnTo>
                  <a:close/>
                </a:path>
              </a:pathLst>
            </a:custGeom>
            <a:solidFill>
              <a:srgbClr val="FFE1A8">
                <a:alpha val="193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streak-16-halo-0"/>
            <p:cNvSpPr/>
            <p:nvPr/>
          </p:nvSpPr>
          <p:spPr>
            <a:xfrm>
              <a:off x="19050" y="11098530"/>
              <a:ext cx="3810952" cy="843915"/>
            </a:xfrm>
            <a:custGeom>
              <a:avLst/>
              <a:gdLst/>
              <a:ahLst/>
              <a:cxnLst/>
              <a:rect l="l" t="t" r="r" b="b"/>
              <a:pathLst>
                <a:path w="3810952" h="843915">
                  <a:moveTo>
                    <a:pt x="0" y="281940"/>
                  </a:moveTo>
                  <a:lnTo>
                    <a:pt x="2817495" y="701040"/>
                  </a:lnTo>
                  <a:lnTo>
                    <a:pt x="3768090" y="843915"/>
                  </a:lnTo>
                  <a:lnTo>
                    <a:pt x="3810952" y="561022"/>
                  </a:lnTo>
                  <a:lnTo>
                    <a:pt x="2859405" y="419100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C98A">
                <a:alpha val="86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streak-16-mid-0"/>
            <p:cNvSpPr/>
            <p:nvPr/>
          </p:nvSpPr>
          <p:spPr>
            <a:xfrm>
              <a:off x="19050" y="11180445"/>
              <a:ext cx="3798570" cy="680085"/>
            </a:xfrm>
            <a:custGeom>
              <a:avLst/>
              <a:gdLst/>
              <a:ahLst/>
              <a:cxnLst/>
              <a:rect l="l" t="t" r="r" b="b"/>
              <a:pathLst>
                <a:path w="3798570" h="680085">
                  <a:moveTo>
                    <a:pt x="0" y="118110"/>
                  </a:moveTo>
                  <a:lnTo>
                    <a:pt x="2829878" y="537210"/>
                  </a:lnTo>
                  <a:lnTo>
                    <a:pt x="3780472" y="680085"/>
                  </a:lnTo>
                  <a:lnTo>
                    <a:pt x="3798570" y="561975"/>
                  </a:lnTo>
                  <a:lnTo>
                    <a:pt x="2847022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98A">
                <a:alpha val="14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streak-16-core-0"/>
            <p:cNvSpPr/>
            <p:nvPr/>
          </p:nvSpPr>
          <p:spPr>
            <a:xfrm>
              <a:off x="19050" y="11225212"/>
              <a:ext cx="3791902" cy="590550"/>
            </a:xfrm>
            <a:custGeom>
              <a:avLst/>
              <a:gdLst/>
              <a:ahLst/>
              <a:cxnLst/>
              <a:rect l="l" t="t" r="r" b="b"/>
              <a:pathLst>
                <a:path w="3791902" h="590550">
                  <a:moveTo>
                    <a:pt x="0" y="28576"/>
                  </a:moveTo>
                  <a:lnTo>
                    <a:pt x="2836545" y="447676"/>
                  </a:lnTo>
                  <a:lnTo>
                    <a:pt x="3788092" y="590550"/>
                  </a:lnTo>
                  <a:lnTo>
                    <a:pt x="3791902" y="561976"/>
                  </a:lnTo>
                  <a:lnTo>
                    <a:pt x="2840355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8C4">
                <a:alpha val="33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streak-16-halo-1"/>
            <p:cNvSpPr/>
            <p:nvPr/>
          </p:nvSpPr>
          <p:spPr>
            <a:xfrm>
              <a:off x="3787140" y="11659552"/>
              <a:ext cx="3854768" cy="890588"/>
            </a:xfrm>
            <a:custGeom>
              <a:avLst/>
              <a:gdLst/>
              <a:ahLst/>
              <a:cxnLst/>
              <a:rect l="l" t="t" r="r" b="b"/>
              <a:pathLst>
                <a:path w="3854768" h="890588">
                  <a:moveTo>
                    <a:pt x="0" y="282893"/>
                  </a:moveTo>
                  <a:lnTo>
                    <a:pt x="2095500" y="597218"/>
                  </a:lnTo>
                  <a:lnTo>
                    <a:pt x="3806190" y="890588"/>
                  </a:lnTo>
                  <a:lnTo>
                    <a:pt x="3854768" y="608648"/>
                  </a:lnTo>
                  <a:lnTo>
                    <a:pt x="2141220" y="315278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FFC98A">
                <a:alpha val="12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streak-16-mid-1"/>
            <p:cNvSpPr/>
            <p:nvPr/>
          </p:nvSpPr>
          <p:spPr>
            <a:xfrm>
              <a:off x="3799522" y="11742420"/>
              <a:ext cx="3828098" cy="725805"/>
            </a:xfrm>
            <a:custGeom>
              <a:avLst/>
              <a:gdLst/>
              <a:ahLst/>
              <a:cxnLst/>
              <a:rect l="l" t="t" r="r" b="b"/>
              <a:pathLst>
                <a:path w="3828098" h="725805">
                  <a:moveTo>
                    <a:pt x="0" y="118110"/>
                  </a:moveTo>
                  <a:lnTo>
                    <a:pt x="2096453" y="432435"/>
                  </a:lnTo>
                  <a:lnTo>
                    <a:pt x="3808096" y="725805"/>
                  </a:lnTo>
                  <a:lnTo>
                    <a:pt x="3828098" y="607695"/>
                  </a:lnTo>
                  <a:lnTo>
                    <a:pt x="2115503" y="314325"/>
                  </a:lnTo>
                  <a:lnTo>
                    <a:pt x="18098" y="0"/>
                  </a:lnTo>
                  <a:close/>
                </a:path>
              </a:pathLst>
            </a:custGeom>
            <a:solidFill>
              <a:srgbClr val="FFC98A">
                <a:alpha val="21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streak-16-core-1"/>
            <p:cNvSpPr/>
            <p:nvPr/>
          </p:nvSpPr>
          <p:spPr>
            <a:xfrm>
              <a:off x="3807142" y="11787188"/>
              <a:ext cx="3812858" cy="636270"/>
            </a:xfrm>
            <a:custGeom>
              <a:avLst/>
              <a:gdLst/>
              <a:ahLst/>
              <a:cxnLst/>
              <a:rect l="l" t="t" r="r" b="b"/>
              <a:pathLst>
                <a:path w="3812858" h="636270">
                  <a:moveTo>
                    <a:pt x="0" y="28574"/>
                  </a:moveTo>
                  <a:lnTo>
                    <a:pt x="2096453" y="342900"/>
                  </a:lnTo>
                  <a:lnTo>
                    <a:pt x="3808096" y="636270"/>
                  </a:lnTo>
                  <a:lnTo>
                    <a:pt x="3812858" y="607694"/>
                  </a:lnTo>
                  <a:lnTo>
                    <a:pt x="2100263" y="314324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FFE8C4">
                <a:alpha val="48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streak-16-halo-2"/>
            <p:cNvSpPr/>
            <p:nvPr/>
          </p:nvSpPr>
          <p:spPr>
            <a:xfrm>
              <a:off x="7593330" y="12268200"/>
              <a:ext cx="3857625" cy="934402"/>
            </a:xfrm>
            <a:custGeom>
              <a:avLst/>
              <a:gdLst/>
              <a:ahLst/>
              <a:cxnLst/>
              <a:rect l="l" t="t" r="r" b="b"/>
              <a:pathLst>
                <a:path w="3857625" h="934402">
                  <a:moveTo>
                    <a:pt x="0" y="281940"/>
                  </a:moveTo>
                  <a:lnTo>
                    <a:pt x="3809048" y="934402"/>
                  </a:lnTo>
                  <a:lnTo>
                    <a:pt x="3857625" y="653415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FFC98A">
                <a:alpha val="173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streak-16-mid-2"/>
            <p:cNvSpPr/>
            <p:nvPr/>
          </p:nvSpPr>
          <p:spPr>
            <a:xfrm>
              <a:off x="7607618" y="12350115"/>
              <a:ext cx="3829050" cy="771525"/>
            </a:xfrm>
            <a:custGeom>
              <a:avLst/>
              <a:gdLst/>
              <a:ahLst/>
              <a:cxnLst/>
              <a:rect l="l" t="t" r="r" b="b"/>
              <a:pathLst>
                <a:path w="3829050" h="771525">
                  <a:moveTo>
                    <a:pt x="0" y="118110"/>
                  </a:moveTo>
                  <a:lnTo>
                    <a:pt x="3809047" y="771525"/>
                  </a:lnTo>
                  <a:lnTo>
                    <a:pt x="3829050" y="653415"/>
                  </a:lnTo>
                  <a:lnTo>
                    <a:pt x="20002" y="0"/>
                  </a:lnTo>
                  <a:close/>
                </a:path>
              </a:pathLst>
            </a:custGeom>
            <a:solidFill>
              <a:srgbClr val="FFC98A">
                <a:alpha val="29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streak-16-core-2"/>
            <p:cNvSpPr/>
            <p:nvPr/>
          </p:nvSpPr>
          <p:spPr>
            <a:xfrm>
              <a:off x="7615238" y="12394882"/>
              <a:ext cx="3813810" cy="681038"/>
            </a:xfrm>
            <a:custGeom>
              <a:avLst/>
              <a:gdLst/>
              <a:ahLst/>
              <a:cxnLst/>
              <a:rect l="l" t="t" r="r" b="b"/>
              <a:pathLst>
                <a:path w="3813810" h="681038">
                  <a:moveTo>
                    <a:pt x="0" y="28576"/>
                  </a:moveTo>
                  <a:lnTo>
                    <a:pt x="3809047" y="681038"/>
                  </a:lnTo>
                  <a:lnTo>
                    <a:pt x="3813810" y="653416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FFE8C4">
                <a:alpha val="67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streak-16-halo-3"/>
            <p:cNvSpPr/>
            <p:nvPr/>
          </p:nvSpPr>
          <p:spPr>
            <a:xfrm>
              <a:off x="11402378" y="12921615"/>
              <a:ext cx="3856672" cy="934403"/>
            </a:xfrm>
            <a:custGeom>
              <a:avLst/>
              <a:gdLst/>
              <a:ahLst/>
              <a:cxnLst/>
              <a:rect l="l" t="t" r="r" b="b"/>
              <a:pathLst>
                <a:path w="3856672" h="934403">
                  <a:moveTo>
                    <a:pt x="0" y="280987"/>
                  </a:moveTo>
                  <a:lnTo>
                    <a:pt x="3809047" y="934403"/>
                  </a:lnTo>
                  <a:lnTo>
                    <a:pt x="3856672" y="652463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FFC98A">
                <a:alpha val="23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streak-16-mid-3"/>
            <p:cNvSpPr/>
            <p:nvPr/>
          </p:nvSpPr>
          <p:spPr>
            <a:xfrm>
              <a:off x="11416665" y="13003530"/>
              <a:ext cx="3829050" cy="770572"/>
            </a:xfrm>
            <a:custGeom>
              <a:avLst/>
              <a:gdLst/>
              <a:ahLst/>
              <a:cxnLst/>
              <a:rect l="l" t="t" r="r" b="b"/>
              <a:pathLst>
                <a:path w="3829050" h="770572">
                  <a:moveTo>
                    <a:pt x="0" y="118110"/>
                  </a:moveTo>
                  <a:lnTo>
                    <a:pt x="3808095" y="770572"/>
                  </a:lnTo>
                  <a:lnTo>
                    <a:pt x="3829050" y="652462"/>
                  </a:lnTo>
                  <a:lnTo>
                    <a:pt x="20003" y="0"/>
                  </a:lnTo>
                  <a:close/>
                </a:path>
              </a:pathLst>
            </a:custGeom>
            <a:solidFill>
              <a:srgbClr val="FFC98A">
                <a:alpha val="39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streak-16-core-3"/>
            <p:cNvSpPr/>
            <p:nvPr/>
          </p:nvSpPr>
          <p:spPr>
            <a:xfrm>
              <a:off x="11424285" y="13048298"/>
              <a:ext cx="3813810" cy="681037"/>
            </a:xfrm>
            <a:custGeom>
              <a:avLst/>
              <a:gdLst/>
              <a:ahLst/>
              <a:cxnLst/>
              <a:rect l="l" t="t" r="r" b="b"/>
              <a:pathLst>
                <a:path w="3813810" h="681037">
                  <a:moveTo>
                    <a:pt x="0" y="27622"/>
                  </a:moveTo>
                  <a:lnTo>
                    <a:pt x="3808095" y="681037"/>
                  </a:lnTo>
                  <a:lnTo>
                    <a:pt x="3813810" y="652462"/>
                  </a:lnTo>
                  <a:lnTo>
                    <a:pt x="4763" y="0"/>
                  </a:lnTo>
                  <a:close/>
                </a:path>
              </a:pathLst>
            </a:custGeom>
            <a:solidFill>
              <a:srgbClr val="FFE8C4">
                <a:alpha val="89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streak-16-halo-4"/>
            <p:cNvSpPr/>
            <p:nvPr/>
          </p:nvSpPr>
          <p:spPr>
            <a:xfrm>
              <a:off x="15211425" y="13574078"/>
              <a:ext cx="3856673" cy="934402"/>
            </a:xfrm>
            <a:custGeom>
              <a:avLst/>
              <a:gdLst/>
              <a:ahLst/>
              <a:cxnLst/>
              <a:rect l="l" t="t" r="r" b="b"/>
              <a:pathLst>
                <a:path w="3856673" h="934402">
                  <a:moveTo>
                    <a:pt x="0" y="281940"/>
                  </a:moveTo>
                  <a:lnTo>
                    <a:pt x="3808095" y="934402"/>
                  </a:lnTo>
                  <a:lnTo>
                    <a:pt x="3856673" y="653414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C98A">
                <a:alpha val="3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streak-16-mid-4"/>
            <p:cNvSpPr/>
            <p:nvPr/>
          </p:nvSpPr>
          <p:spPr>
            <a:xfrm>
              <a:off x="15224760" y="13655992"/>
              <a:ext cx="3829050" cy="771526"/>
            </a:xfrm>
            <a:custGeom>
              <a:avLst/>
              <a:gdLst/>
              <a:ahLst/>
              <a:cxnLst/>
              <a:rect l="l" t="t" r="r" b="b"/>
              <a:pathLst>
                <a:path w="3829050" h="771526">
                  <a:moveTo>
                    <a:pt x="0" y="118110"/>
                  </a:moveTo>
                  <a:lnTo>
                    <a:pt x="3809048" y="771526"/>
                  </a:lnTo>
                  <a:lnTo>
                    <a:pt x="3829050" y="652463"/>
                  </a:lnTo>
                  <a:lnTo>
                    <a:pt x="20955" y="0"/>
                  </a:lnTo>
                  <a:close/>
                </a:path>
              </a:pathLst>
            </a:custGeom>
            <a:solidFill>
              <a:srgbClr val="FFC98A">
                <a:alpha val="50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streak-16-core-4"/>
            <p:cNvSpPr/>
            <p:nvPr/>
          </p:nvSpPr>
          <p:spPr>
            <a:xfrm>
              <a:off x="15232380" y="13700760"/>
              <a:ext cx="3813810" cy="681038"/>
            </a:xfrm>
            <a:custGeom>
              <a:avLst/>
              <a:gdLst/>
              <a:ahLst/>
              <a:cxnLst/>
              <a:rect l="l" t="t" r="r" b="b"/>
              <a:pathLst>
                <a:path w="3813810" h="681038">
                  <a:moveTo>
                    <a:pt x="0" y="28575"/>
                  </a:moveTo>
                  <a:lnTo>
                    <a:pt x="3809048" y="681038"/>
                  </a:lnTo>
                  <a:lnTo>
                    <a:pt x="3813810" y="653415"/>
                  </a:lnTo>
                  <a:lnTo>
                    <a:pt x="5715" y="0"/>
                  </a:lnTo>
                  <a:close/>
                </a:path>
              </a:pathLst>
            </a:custGeom>
            <a:solidFill>
              <a:srgbClr val="FFE8C4">
                <a:alpha val="115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streak-16-halo-5"/>
            <p:cNvSpPr/>
            <p:nvPr/>
          </p:nvSpPr>
          <p:spPr>
            <a:xfrm>
              <a:off x="19019520" y="14227492"/>
              <a:ext cx="3857625" cy="934403"/>
            </a:xfrm>
            <a:custGeom>
              <a:avLst/>
              <a:gdLst/>
              <a:ahLst/>
              <a:cxnLst/>
              <a:rect l="l" t="t" r="r" b="b"/>
              <a:pathLst>
                <a:path w="3857625" h="934403">
                  <a:moveTo>
                    <a:pt x="0" y="280988"/>
                  </a:moveTo>
                  <a:lnTo>
                    <a:pt x="3809048" y="934403"/>
                  </a:lnTo>
                  <a:lnTo>
                    <a:pt x="3857625" y="652463"/>
                  </a:lnTo>
                  <a:lnTo>
                    <a:pt x="48578" y="0"/>
                  </a:lnTo>
                  <a:close/>
                </a:path>
              </a:pathLst>
            </a:custGeom>
            <a:solidFill>
              <a:srgbClr val="FFC98A">
                <a:alpha val="35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streak-16-mid-5"/>
            <p:cNvSpPr/>
            <p:nvPr/>
          </p:nvSpPr>
          <p:spPr>
            <a:xfrm>
              <a:off x="19033808" y="14308455"/>
              <a:ext cx="3829050" cy="771525"/>
            </a:xfrm>
            <a:custGeom>
              <a:avLst/>
              <a:gdLst/>
              <a:ahLst/>
              <a:cxnLst/>
              <a:rect l="l" t="t" r="r" b="b"/>
              <a:pathLst>
                <a:path w="3829050" h="771525">
                  <a:moveTo>
                    <a:pt x="0" y="119063"/>
                  </a:moveTo>
                  <a:lnTo>
                    <a:pt x="3809047" y="771525"/>
                  </a:lnTo>
                  <a:lnTo>
                    <a:pt x="3829050" y="653415"/>
                  </a:lnTo>
                  <a:lnTo>
                    <a:pt x="20002" y="0"/>
                  </a:lnTo>
                  <a:close/>
                </a:path>
              </a:pathLst>
            </a:custGeom>
            <a:solidFill>
              <a:srgbClr val="FFC98A">
                <a:alpha val="60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streak-16-core-5"/>
            <p:cNvSpPr/>
            <p:nvPr/>
          </p:nvSpPr>
          <p:spPr>
            <a:xfrm>
              <a:off x="19041428" y="14354175"/>
              <a:ext cx="3813810" cy="681037"/>
            </a:xfrm>
            <a:custGeom>
              <a:avLst/>
              <a:gdLst/>
              <a:ahLst/>
              <a:cxnLst/>
              <a:rect l="l" t="t" r="r" b="b"/>
              <a:pathLst>
                <a:path w="3813810" h="681037">
                  <a:moveTo>
                    <a:pt x="0" y="27623"/>
                  </a:moveTo>
                  <a:lnTo>
                    <a:pt x="3809047" y="681037"/>
                  </a:lnTo>
                  <a:lnTo>
                    <a:pt x="3813810" y="652463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FFE8C4">
                <a:alpha val="138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streak-16-halo-6"/>
            <p:cNvSpPr/>
            <p:nvPr/>
          </p:nvSpPr>
          <p:spPr>
            <a:xfrm>
              <a:off x="22828568" y="14879955"/>
              <a:ext cx="3857624" cy="934403"/>
            </a:xfrm>
            <a:custGeom>
              <a:avLst/>
              <a:gdLst/>
              <a:ahLst/>
              <a:cxnLst/>
              <a:rect l="l" t="t" r="r" b="b"/>
              <a:pathLst>
                <a:path w="3857624" h="934403">
                  <a:moveTo>
                    <a:pt x="0" y="281940"/>
                  </a:moveTo>
                  <a:lnTo>
                    <a:pt x="3809047" y="934403"/>
                  </a:lnTo>
                  <a:lnTo>
                    <a:pt x="3857624" y="653415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FFC98A">
                <a:alpha val="41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streak-16-mid-6"/>
            <p:cNvSpPr/>
            <p:nvPr/>
          </p:nvSpPr>
          <p:spPr>
            <a:xfrm>
              <a:off x="22842855" y="14961870"/>
              <a:ext cx="3829050" cy="771525"/>
            </a:xfrm>
            <a:custGeom>
              <a:avLst/>
              <a:gdLst/>
              <a:ahLst/>
              <a:cxnLst/>
              <a:rect l="l" t="t" r="r" b="b"/>
              <a:pathLst>
                <a:path w="3829050" h="771525">
                  <a:moveTo>
                    <a:pt x="0" y="118110"/>
                  </a:moveTo>
                  <a:lnTo>
                    <a:pt x="3809047" y="771525"/>
                  </a:lnTo>
                  <a:lnTo>
                    <a:pt x="3829050" y="652462"/>
                  </a:lnTo>
                  <a:lnTo>
                    <a:pt x="20003" y="0"/>
                  </a:lnTo>
                  <a:close/>
                </a:path>
              </a:pathLst>
            </a:custGeom>
            <a:solidFill>
              <a:srgbClr val="FFC98A">
                <a:alpha val="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streak-16-core-6"/>
            <p:cNvSpPr/>
            <p:nvPr/>
          </p:nvSpPr>
          <p:spPr>
            <a:xfrm>
              <a:off x="22850475" y="15006638"/>
              <a:ext cx="3813810" cy="681037"/>
            </a:xfrm>
            <a:custGeom>
              <a:avLst/>
              <a:gdLst/>
              <a:ahLst/>
              <a:cxnLst/>
              <a:rect l="l" t="t" r="r" b="b"/>
              <a:pathLst>
                <a:path w="3813810" h="681037">
                  <a:moveTo>
                    <a:pt x="0" y="28574"/>
                  </a:moveTo>
                  <a:lnTo>
                    <a:pt x="3809047" y="681037"/>
                  </a:lnTo>
                  <a:lnTo>
                    <a:pt x="3813810" y="653414"/>
                  </a:lnTo>
                  <a:lnTo>
                    <a:pt x="4763" y="0"/>
                  </a:lnTo>
                  <a:close/>
                </a:path>
              </a:pathLst>
            </a:custGeom>
            <a:solidFill>
              <a:srgbClr val="FFE8C4">
                <a:alpha val="160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streak-16-halo-7"/>
            <p:cNvSpPr/>
            <p:nvPr/>
          </p:nvSpPr>
          <p:spPr>
            <a:xfrm>
              <a:off x="26637615" y="15533370"/>
              <a:ext cx="3813810" cy="934402"/>
            </a:xfrm>
            <a:custGeom>
              <a:avLst/>
              <a:gdLst/>
              <a:ahLst/>
              <a:cxnLst/>
              <a:rect l="l" t="t" r="r" b="b"/>
              <a:pathLst>
                <a:path w="3813810" h="934402">
                  <a:moveTo>
                    <a:pt x="0" y="280988"/>
                  </a:moveTo>
                  <a:lnTo>
                    <a:pt x="3809047" y="934402"/>
                  </a:lnTo>
                  <a:lnTo>
                    <a:pt x="3813810" y="652462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FFC98A">
                <a:alpha val="4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streak-16-mid-7"/>
            <p:cNvSpPr/>
            <p:nvPr/>
          </p:nvSpPr>
          <p:spPr>
            <a:xfrm>
              <a:off x="26651902" y="15614332"/>
              <a:ext cx="3799523" cy="771526"/>
            </a:xfrm>
            <a:custGeom>
              <a:avLst/>
              <a:gdLst/>
              <a:ahLst/>
              <a:cxnLst/>
              <a:rect l="l" t="t" r="r" b="b"/>
              <a:pathLst>
                <a:path w="3799523" h="771526">
                  <a:moveTo>
                    <a:pt x="0" y="119063"/>
                  </a:moveTo>
                  <a:lnTo>
                    <a:pt x="3799523" y="771526"/>
                  </a:lnTo>
                  <a:lnTo>
                    <a:pt x="3799523" y="653416"/>
                  </a:lnTo>
                  <a:lnTo>
                    <a:pt x="20003" y="0"/>
                  </a:lnTo>
                  <a:close/>
                </a:path>
              </a:pathLst>
            </a:custGeom>
            <a:solidFill>
              <a:srgbClr val="FFC98A">
                <a:alpha val="772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streak-16-core-7"/>
            <p:cNvSpPr/>
            <p:nvPr/>
          </p:nvSpPr>
          <p:spPr>
            <a:xfrm>
              <a:off x="26659522" y="15660052"/>
              <a:ext cx="3791903" cy="681038"/>
            </a:xfrm>
            <a:custGeom>
              <a:avLst/>
              <a:gdLst/>
              <a:ahLst/>
              <a:cxnLst/>
              <a:rect l="l" t="t" r="r" b="b"/>
              <a:pathLst>
                <a:path w="3791903" h="681038">
                  <a:moveTo>
                    <a:pt x="0" y="27623"/>
                  </a:moveTo>
                  <a:lnTo>
                    <a:pt x="3791903" y="681038"/>
                  </a:lnTo>
                  <a:lnTo>
                    <a:pt x="3791903" y="652463"/>
                  </a:lnTo>
                  <a:lnTo>
                    <a:pt x="4763" y="0"/>
                  </a:lnTo>
                  <a:close/>
                </a:path>
              </a:pathLst>
            </a:custGeom>
            <a:solidFill>
              <a:srgbClr val="FFE8C4">
                <a:alpha val="177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streak-17-halo-0"/>
            <p:cNvSpPr/>
            <p:nvPr/>
          </p:nvSpPr>
          <p:spPr>
            <a:xfrm>
              <a:off x="19050" y="17116425"/>
              <a:ext cx="3819525" cy="0"/>
            </a:xfrm>
            <a:custGeom>
              <a:avLst/>
              <a:gdLst/>
              <a:ahLst/>
              <a:cxnLst/>
              <a:rect l="l" t="t" r="r" b="b"/>
              <a:pathLst>
                <a:path w="3819525" h="0">
                  <a:moveTo>
                    <a:pt x="11430" y="0"/>
                  </a:moveTo>
                  <a:lnTo>
                    <a:pt x="3819525" y="0"/>
                  </a:lnTo>
                  <a:lnTo>
                    <a:pt x="37595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E4FF">
                <a:alpha val="11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streak-17-mid-0"/>
            <p:cNvSpPr/>
            <p:nvPr/>
          </p:nvSpPr>
          <p:spPr>
            <a:xfrm>
              <a:off x="19050" y="17116425"/>
              <a:ext cx="3802380" cy="0"/>
            </a:xfrm>
            <a:custGeom>
              <a:avLst/>
              <a:gdLst/>
              <a:ahLst/>
              <a:cxnLst/>
              <a:rect l="l" t="t" r="r" b="b"/>
              <a:pathLst>
                <a:path w="3802380" h="0">
                  <a:moveTo>
                    <a:pt x="0" y="0"/>
                  </a:moveTo>
                  <a:lnTo>
                    <a:pt x="3802380" y="0"/>
                  </a:lnTo>
                  <a:lnTo>
                    <a:pt x="37776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E4FF">
                <a:alpha val="185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streak-17-core-0"/>
            <p:cNvSpPr/>
            <p:nvPr/>
          </p:nvSpPr>
          <p:spPr>
            <a:xfrm>
              <a:off x="19050" y="17116425"/>
              <a:ext cx="3794760" cy="0"/>
            </a:xfrm>
            <a:custGeom>
              <a:avLst/>
              <a:gdLst/>
              <a:ahLst/>
              <a:cxnLst/>
              <a:rect l="l" t="t" r="r" b="b"/>
              <a:pathLst>
                <a:path w="3794760" h="0">
                  <a:moveTo>
                    <a:pt x="0" y="0"/>
                  </a:moveTo>
                  <a:lnTo>
                    <a:pt x="3794760" y="0"/>
                  </a:lnTo>
                  <a:lnTo>
                    <a:pt x="37852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CFF">
                <a:alpha val="42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streak-17-halo-1"/>
            <p:cNvSpPr/>
            <p:nvPr/>
          </p:nvSpPr>
          <p:spPr>
            <a:xfrm>
              <a:off x="3778568" y="17116425"/>
              <a:ext cx="3869054" cy="0"/>
            </a:xfrm>
            <a:custGeom>
              <a:avLst/>
              <a:gdLst/>
              <a:ahLst/>
              <a:cxnLst/>
              <a:rect l="l" t="t" r="r" b="b"/>
              <a:pathLst>
                <a:path w="3869054" h="0">
                  <a:moveTo>
                    <a:pt x="60007" y="0"/>
                  </a:moveTo>
                  <a:lnTo>
                    <a:pt x="3869054" y="0"/>
                  </a:lnTo>
                  <a:lnTo>
                    <a:pt x="38090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E4FF">
                <a:alpha val="1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streak-17-mid-1"/>
            <p:cNvSpPr/>
            <p:nvPr/>
          </p:nvSpPr>
          <p:spPr>
            <a:xfrm>
              <a:off x="3796665" y="17116425"/>
              <a:ext cx="3833813" cy="0"/>
            </a:xfrm>
            <a:custGeom>
              <a:avLst/>
              <a:gdLst/>
              <a:ahLst/>
              <a:cxnLst/>
              <a:rect l="l" t="t" r="r" b="b"/>
              <a:pathLst>
                <a:path w="3833813" h="0">
                  <a:moveTo>
                    <a:pt x="24765" y="0"/>
                  </a:moveTo>
                  <a:lnTo>
                    <a:pt x="3833813" y="0"/>
                  </a:lnTo>
                  <a:lnTo>
                    <a:pt x="38080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E4FF">
                <a:alpha val="26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streak-17-core-1"/>
            <p:cNvSpPr/>
            <p:nvPr/>
          </p:nvSpPr>
          <p:spPr>
            <a:xfrm>
              <a:off x="3804285" y="17116425"/>
              <a:ext cx="3817620" cy="0"/>
            </a:xfrm>
            <a:custGeom>
              <a:avLst/>
              <a:gdLst/>
              <a:ahLst/>
              <a:cxnLst/>
              <a:rect l="l" t="t" r="r" b="b"/>
              <a:pathLst>
                <a:path w="3817620" h="0">
                  <a:moveTo>
                    <a:pt x="9525" y="0"/>
                  </a:moveTo>
                  <a:lnTo>
                    <a:pt x="3817620" y="0"/>
                  </a:lnTo>
                  <a:lnTo>
                    <a:pt x="38090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CFF">
                <a:alpha val="61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streak-17-halo-2"/>
            <p:cNvSpPr/>
            <p:nvPr/>
          </p:nvSpPr>
          <p:spPr>
            <a:xfrm>
              <a:off x="7587615" y="17116425"/>
              <a:ext cx="3869055" cy="0"/>
            </a:xfrm>
            <a:custGeom>
              <a:avLst/>
              <a:gdLst/>
              <a:ahLst/>
              <a:cxnLst/>
              <a:rect l="l" t="t" r="r" b="b"/>
              <a:pathLst>
                <a:path w="3869055" h="0">
                  <a:moveTo>
                    <a:pt x="60007" y="0"/>
                  </a:moveTo>
                  <a:lnTo>
                    <a:pt x="3869055" y="0"/>
                  </a:lnTo>
                  <a:lnTo>
                    <a:pt x="38090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E4FF">
                <a:alpha val="22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streak-17-mid-2"/>
            <p:cNvSpPr/>
            <p:nvPr/>
          </p:nvSpPr>
          <p:spPr>
            <a:xfrm>
              <a:off x="7604760" y="17116425"/>
              <a:ext cx="3833812" cy="0"/>
            </a:xfrm>
            <a:custGeom>
              <a:avLst/>
              <a:gdLst/>
              <a:ahLst/>
              <a:cxnLst/>
              <a:rect l="l" t="t" r="r" b="b"/>
              <a:pathLst>
                <a:path w="3833812" h="0">
                  <a:moveTo>
                    <a:pt x="25718" y="0"/>
                  </a:moveTo>
                  <a:lnTo>
                    <a:pt x="3833812" y="0"/>
                  </a:lnTo>
                  <a:lnTo>
                    <a:pt x="38090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E4FF">
                <a:alpha val="37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streak-17-core-2"/>
            <p:cNvSpPr/>
            <p:nvPr/>
          </p:nvSpPr>
          <p:spPr>
            <a:xfrm>
              <a:off x="7613332" y="17116425"/>
              <a:ext cx="3817620" cy="0"/>
            </a:xfrm>
            <a:custGeom>
              <a:avLst/>
              <a:gdLst/>
              <a:ahLst/>
              <a:cxnLst/>
              <a:rect l="l" t="t" r="r" b="b"/>
              <a:pathLst>
                <a:path w="3817620" h="0">
                  <a:moveTo>
                    <a:pt x="8573" y="0"/>
                  </a:moveTo>
                  <a:lnTo>
                    <a:pt x="3817620" y="0"/>
                  </a:lnTo>
                  <a:lnTo>
                    <a:pt x="38080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CFF">
                <a:alpha val="85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streak-17-halo-3"/>
            <p:cNvSpPr/>
            <p:nvPr/>
          </p:nvSpPr>
          <p:spPr>
            <a:xfrm>
              <a:off x="11396662" y="16282988"/>
              <a:ext cx="3869056" cy="833437"/>
            </a:xfrm>
            <a:custGeom>
              <a:avLst/>
              <a:gdLst/>
              <a:ahLst/>
              <a:cxnLst/>
              <a:rect l="l" t="t" r="r" b="b"/>
              <a:pathLst>
                <a:path w="3869056" h="833437">
                  <a:moveTo>
                    <a:pt x="60008" y="833437"/>
                  </a:moveTo>
                  <a:lnTo>
                    <a:pt x="3869056" y="240030"/>
                  </a:lnTo>
                  <a:lnTo>
                    <a:pt x="3808096" y="0"/>
                  </a:lnTo>
                  <a:lnTo>
                    <a:pt x="0" y="833437"/>
                  </a:lnTo>
                  <a:close/>
                </a:path>
              </a:pathLst>
            </a:custGeom>
            <a:solidFill>
              <a:srgbClr val="BFE4FF">
                <a:alpha val="29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streak-17-mid-3"/>
            <p:cNvSpPr/>
            <p:nvPr/>
          </p:nvSpPr>
          <p:spPr>
            <a:xfrm>
              <a:off x="11413808" y="16352520"/>
              <a:ext cx="3833812" cy="763905"/>
            </a:xfrm>
            <a:custGeom>
              <a:avLst/>
              <a:gdLst/>
              <a:ahLst/>
              <a:cxnLst/>
              <a:rect l="l" t="t" r="r" b="b"/>
              <a:pathLst>
                <a:path w="3833812" h="763905">
                  <a:moveTo>
                    <a:pt x="24764" y="763905"/>
                  </a:moveTo>
                  <a:lnTo>
                    <a:pt x="3833812" y="100965"/>
                  </a:lnTo>
                  <a:lnTo>
                    <a:pt x="3809047" y="0"/>
                  </a:lnTo>
                  <a:lnTo>
                    <a:pt x="0" y="763905"/>
                  </a:lnTo>
                  <a:close/>
                </a:path>
              </a:pathLst>
            </a:custGeom>
            <a:solidFill>
              <a:srgbClr val="BFE4FF">
                <a:alpha val="49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streak-17-core-3"/>
            <p:cNvSpPr/>
            <p:nvPr/>
          </p:nvSpPr>
          <p:spPr>
            <a:xfrm>
              <a:off x="11421428" y="16384905"/>
              <a:ext cx="3818572" cy="731520"/>
            </a:xfrm>
            <a:custGeom>
              <a:avLst/>
              <a:gdLst/>
              <a:ahLst/>
              <a:cxnLst/>
              <a:rect l="l" t="t" r="r" b="b"/>
              <a:pathLst>
                <a:path w="3818572" h="731520">
                  <a:moveTo>
                    <a:pt x="9524" y="731520"/>
                  </a:moveTo>
                  <a:lnTo>
                    <a:pt x="3818572" y="37147"/>
                  </a:lnTo>
                  <a:lnTo>
                    <a:pt x="3809047" y="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4FCFF">
                <a:alpha val="114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streak-17-halo-4"/>
            <p:cNvSpPr/>
            <p:nvPr/>
          </p:nvSpPr>
          <p:spPr>
            <a:xfrm>
              <a:off x="15204758" y="15330488"/>
              <a:ext cx="3869054" cy="1192530"/>
            </a:xfrm>
            <a:custGeom>
              <a:avLst/>
              <a:gdLst/>
              <a:ahLst/>
              <a:cxnLst/>
              <a:rect l="l" t="t" r="r" b="b"/>
              <a:pathLst>
                <a:path w="3869054" h="1192530">
                  <a:moveTo>
                    <a:pt x="60960" y="1192530"/>
                  </a:moveTo>
                  <a:lnTo>
                    <a:pt x="3869054" y="240982"/>
                  </a:lnTo>
                  <a:lnTo>
                    <a:pt x="3809047" y="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BFE4FF">
                <a:alpha val="38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streak-17-mid-4"/>
            <p:cNvSpPr/>
            <p:nvPr/>
          </p:nvSpPr>
          <p:spPr>
            <a:xfrm>
              <a:off x="15222855" y="15400972"/>
              <a:ext cx="3833813" cy="1052513"/>
            </a:xfrm>
            <a:custGeom>
              <a:avLst/>
              <a:gdLst/>
              <a:ahLst/>
              <a:cxnLst/>
              <a:rect l="l" t="t" r="r" b="b"/>
              <a:pathLst>
                <a:path w="3833813" h="1052513">
                  <a:moveTo>
                    <a:pt x="24765" y="1052513"/>
                  </a:moveTo>
                  <a:lnTo>
                    <a:pt x="3833813" y="100966"/>
                  </a:lnTo>
                  <a:lnTo>
                    <a:pt x="3809047" y="0"/>
                  </a:lnTo>
                  <a:lnTo>
                    <a:pt x="0" y="951548"/>
                  </a:lnTo>
                  <a:close/>
                </a:path>
              </a:pathLst>
            </a:custGeom>
            <a:solidFill>
              <a:srgbClr val="BFE4FF">
                <a:alpha val="641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streak-17-core-4"/>
            <p:cNvSpPr/>
            <p:nvPr/>
          </p:nvSpPr>
          <p:spPr>
            <a:xfrm>
              <a:off x="15230475" y="15432405"/>
              <a:ext cx="3818573" cy="989647"/>
            </a:xfrm>
            <a:custGeom>
              <a:avLst/>
              <a:gdLst/>
              <a:ahLst/>
              <a:cxnLst/>
              <a:rect l="l" t="t" r="r" b="b"/>
              <a:pathLst>
                <a:path w="3818573" h="989647">
                  <a:moveTo>
                    <a:pt x="9525" y="989647"/>
                  </a:moveTo>
                  <a:lnTo>
                    <a:pt x="3818573" y="37147"/>
                  </a:lnTo>
                  <a:lnTo>
                    <a:pt x="3809047" y="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4FCFF">
                <a:alpha val="147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streak-17-halo-5"/>
            <p:cNvSpPr/>
            <p:nvPr/>
          </p:nvSpPr>
          <p:spPr>
            <a:xfrm>
              <a:off x="19013805" y="14378940"/>
              <a:ext cx="3869055" cy="1192530"/>
            </a:xfrm>
            <a:custGeom>
              <a:avLst/>
              <a:gdLst/>
              <a:ahLst/>
              <a:cxnLst/>
              <a:rect l="l" t="t" r="r" b="b"/>
              <a:pathLst>
                <a:path w="3869055" h="1192530">
                  <a:moveTo>
                    <a:pt x="60007" y="1192530"/>
                  </a:moveTo>
                  <a:lnTo>
                    <a:pt x="3869055" y="240030"/>
                  </a:lnTo>
                  <a:lnTo>
                    <a:pt x="3809047" y="0"/>
                  </a:lnTo>
                  <a:lnTo>
                    <a:pt x="0" y="951548"/>
                  </a:lnTo>
                  <a:close/>
                </a:path>
              </a:pathLst>
            </a:custGeom>
            <a:solidFill>
              <a:srgbClr val="BFE4FF">
                <a:alpha val="45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streak-17-mid-5"/>
            <p:cNvSpPr/>
            <p:nvPr/>
          </p:nvSpPr>
          <p:spPr>
            <a:xfrm>
              <a:off x="19031902" y="14448472"/>
              <a:ext cx="3833813" cy="1053466"/>
            </a:xfrm>
            <a:custGeom>
              <a:avLst/>
              <a:gdLst/>
              <a:ahLst/>
              <a:cxnLst/>
              <a:rect l="l" t="t" r="r" b="b"/>
              <a:pathLst>
                <a:path w="3833813" h="1053466">
                  <a:moveTo>
                    <a:pt x="24766" y="1053466"/>
                  </a:moveTo>
                  <a:lnTo>
                    <a:pt x="3833813" y="100966"/>
                  </a:lnTo>
                  <a:lnTo>
                    <a:pt x="3808096" y="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BFE4FF">
                <a:alpha val="76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streak-17-core-5"/>
            <p:cNvSpPr/>
            <p:nvPr/>
          </p:nvSpPr>
          <p:spPr>
            <a:xfrm>
              <a:off x="19039522" y="14479905"/>
              <a:ext cx="3817620" cy="989647"/>
            </a:xfrm>
            <a:custGeom>
              <a:avLst/>
              <a:gdLst/>
              <a:ahLst/>
              <a:cxnLst/>
              <a:rect l="l" t="t" r="r" b="b"/>
              <a:pathLst>
                <a:path w="3817620" h="989647">
                  <a:moveTo>
                    <a:pt x="9526" y="989647"/>
                  </a:moveTo>
                  <a:lnTo>
                    <a:pt x="3817620" y="37147"/>
                  </a:lnTo>
                  <a:lnTo>
                    <a:pt x="3809048" y="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4FCFF">
                <a:alpha val="176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streak-17-halo-6"/>
            <p:cNvSpPr/>
            <p:nvPr/>
          </p:nvSpPr>
          <p:spPr>
            <a:xfrm>
              <a:off x="22822852" y="13426440"/>
              <a:ext cx="3869056" cy="1192530"/>
            </a:xfrm>
            <a:custGeom>
              <a:avLst/>
              <a:gdLst/>
              <a:ahLst/>
              <a:cxnLst/>
              <a:rect l="l" t="t" r="r" b="b"/>
              <a:pathLst>
                <a:path w="3869056" h="1192530">
                  <a:moveTo>
                    <a:pt x="60008" y="1192530"/>
                  </a:moveTo>
                  <a:lnTo>
                    <a:pt x="3869056" y="240030"/>
                  </a:lnTo>
                  <a:lnTo>
                    <a:pt x="3809048" y="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BFE4FF">
                <a:alpha val="53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streak-17-mid-6"/>
            <p:cNvSpPr/>
            <p:nvPr/>
          </p:nvSpPr>
          <p:spPr>
            <a:xfrm>
              <a:off x="22839998" y="13495972"/>
              <a:ext cx="3833812" cy="1053466"/>
            </a:xfrm>
            <a:custGeom>
              <a:avLst/>
              <a:gdLst/>
              <a:ahLst/>
              <a:cxnLst/>
              <a:rect l="l" t="t" r="r" b="b"/>
              <a:pathLst>
                <a:path w="3833812" h="1053466">
                  <a:moveTo>
                    <a:pt x="25717" y="1053466"/>
                  </a:moveTo>
                  <a:lnTo>
                    <a:pt x="3833812" y="100966"/>
                  </a:lnTo>
                  <a:lnTo>
                    <a:pt x="3809047" y="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BFE4FF">
                <a:alpha val="89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streak-17-core-6"/>
            <p:cNvSpPr/>
            <p:nvPr/>
          </p:nvSpPr>
          <p:spPr>
            <a:xfrm>
              <a:off x="22848570" y="13528358"/>
              <a:ext cx="3817620" cy="988694"/>
            </a:xfrm>
            <a:custGeom>
              <a:avLst/>
              <a:gdLst/>
              <a:ahLst/>
              <a:cxnLst/>
              <a:rect l="l" t="t" r="r" b="b"/>
              <a:pathLst>
                <a:path w="3817620" h="988694">
                  <a:moveTo>
                    <a:pt x="8572" y="988694"/>
                  </a:moveTo>
                  <a:lnTo>
                    <a:pt x="3817620" y="37147"/>
                  </a:lnTo>
                  <a:lnTo>
                    <a:pt x="3808095" y="0"/>
                  </a:lnTo>
                  <a:lnTo>
                    <a:pt x="0" y="951547"/>
                  </a:lnTo>
                  <a:close/>
                </a:path>
              </a:pathLst>
            </a:custGeom>
            <a:solidFill>
              <a:srgbClr val="F4FCFF">
                <a:alpha val="204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streak-17-halo-7"/>
            <p:cNvSpPr/>
            <p:nvPr/>
          </p:nvSpPr>
          <p:spPr>
            <a:xfrm>
              <a:off x="26631900" y="12322492"/>
              <a:ext cx="3819525" cy="1343978"/>
            </a:xfrm>
            <a:custGeom>
              <a:avLst/>
              <a:gdLst/>
              <a:ahLst/>
              <a:cxnLst/>
              <a:rect l="l" t="t" r="r" b="b"/>
              <a:pathLst>
                <a:path w="3819525" h="1343978">
                  <a:moveTo>
                    <a:pt x="60008" y="1343978"/>
                  </a:moveTo>
                  <a:lnTo>
                    <a:pt x="1594485" y="960120"/>
                  </a:lnTo>
                  <a:lnTo>
                    <a:pt x="2742248" y="616268"/>
                  </a:lnTo>
                  <a:lnTo>
                    <a:pt x="3819525" y="234316"/>
                  </a:lnTo>
                  <a:lnTo>
                    <a:pt x="3799522" y="0"/>
                  </a:lnTo>
                  <a:lnTo>
                    <a:pt x="2667952" y="380048"/>
                  </a:lnTo>
                  <a:lnTo>
                    <a:pt x="1529715" y="721996"/>
                  </a:lnTo>
                  <a:lnTo>
                    <a:pt x="0" y="1103948"/>
                  </a:lnTo>
                  <a:close/>
                </a:path>
              </a:pathLst>
            </a:custGeom>
            <a:solidFill>
              <a:srgbClr val="BFE4FF">
                <a:alpha val="58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streak-17-mid-7"/>
            <p:cNvSpPr/>
            <p:nvPr/>
          </p:nvSpPr>
          <p:spPr>
            <a:xfrm>
              <a:off x="26649045" y="12390120"/>
              <a:ext cx="3802380" cy="1206818"/>
            </a:xfrm>
            <a:custGeom>
              <a:avLst/>
              <a:gdLst/>
              <a:ahLst/>
              <a:cxnLst/>
              <a:rect l="l" t="t" r="r" b="b"/>
              <a:pathLst>
                <a:path w="3802380" h="1206818">
                  <a:moveTo>
                    <a:pt x="24765" y="1206818"/>
                  </a:moveTo>
                  <a:lnTo>
                    <a:pt x="1558290" y="823912"/>
                  </a:lnTo>
                  <a:lnTo>
                    <a:pt x="2704147" y="480060"/>
                  </a:lnTo>
                  <a:lnTo>
                    <a:pt x="3802380" y="99060"/>
                  </a:lnTo>
                  <a:lnTo>
                    <a:pt x="3802380" y="0"/>
                  </a:lnTo>
                  <a:lnTo>
                    <a:pt x="2671763" y="381000"/>
                  </a:lnTo>
                  <a:lnTo>
                    <a:pt x="1531620" y="722948"/>
                  </a:lnTo>
                  <a:lnTo>
                    <a:pt x="0" y="1105852"/>
                  </a:lnTo>
                  <a:close/>
                </a:path>
              </a:pathLst>
            </a:custGeom>
            <a:solidFill>
              <a:srgbClr val="BFE4FF">
                <a:alpha val="98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streak-17-core-7"/>
            <p:cNvSpPr/>
            <p:nvPr/>
          </p:nvSpPr>
          <p:spPr>
            <a:xfrm>
              <a:off x="26656665" y="12421552"/>
              <a:ext cx="3794760" cy="1143953"/>
            </a:xfrm>
            <a:custGeom>
              <a:avLst/>
              <a:gdLst/>
              <a:ahLst/>
              <a:cxnLst/>
              <a:rect l="l" t="t" r="r" b="b"/>
              <a:pathLst>
                <a:path w="3794760" h="1143953">
                  <a:moveTo>
                    <a:pt x="9525" y="1143953"/>
                  </a:moveTo>
                  <a:lnTo>
                    <a:pt x="1542097" y="760096"/>
                  </a:lnTo>
                  <a:lnTo>
                    <a:pt x="2686050" y="417196"/>
                  </a:lnTo>
                  <a:lnTo>
                    <a:pt x="3794760" y="36196"/>
                  </a:lnTo>
                  <a:lnTo>
                    <a:pt x="3794760" y="0"/>
                  </a:lnTo>
                  <a:lnTo>
                    <a:pt x="2674620" y="381000"/>
                  </a:lnTo>
                  <a:lnTo>
                    <a:pt x="1532573" y="723900"/>
                  </a:lnTo>
                  <a:lnTo>
                    <a:pt x="0" y="1106806"/>
                  </a:lnTo>
                  <a:close/>
                </a:path>
              </a:pathLst>
            </a:custGeom>
            <a:solidFill>
              <a:srgbClr val="F4FCFF">
                <a:alpha val="226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streak-18-halo-0"/>
            <p:cNvSpPr/>
            <p:nvPr/>
          </p:nvSpPr>
          <p:spPr>
            <a:xfrm>
              <a:off x="19050" y="17116425"/>
              <a:ext cx="3817620" cy="0"/>
            </a:xfrm>
            <a:custGeom>
              <a:avLst/>
              <a:gdLst/>
              <a:ahLst/>
              <a:cxnLst/>
              <a:rect l="l" t="t" r="r" b="b"/>
              <a:pathLst>
                <a:path w="3817620" h="0">
                  <a:moveTo>
                    <a:pt x="8572" y="0"/>
                  </a:moveTo>
                  <a:lnTo>
                    <a:pt x="3817620" y="0"/>
                  </a:lnTo>
                  <a:lnTo>
                    <a:pt x="37614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5">
                <a:alpha val="9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streak-18-mid-0"/>
            <p:cNvSpPr/>
            <p:nvPr/>
          </p:nvSpPr>
          <p:spPr>
            <a:xfrm>
              <a:off x="19050" y="17116425"/>
              <a:ext cx="3801428" cy="0"/>
            </a:xfrm>
            <a:custGeom>
              <a:avLst/>
              <a:gdLst/>
              <a:ahLst/>
              <a:cxnLst/>
              <a:rect l="l" t="t" r="r" b="b"/>
              <a:pathLst>
                <a:path w="3801428" h="0">
                  <a:moveTo>
                    <a:pt x="0" y="0"/>
                  </a:moveTo>
                  <a:lnTo>
                    <a:pt x="3801428" y="0"/>
                  </a:lnTo>
                  <a:lnTo>
                    <a:pt x="37776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5">
                <a:alpha val="1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streak-18-core-0"/>
            <p:cNvSpPr/>
            <p:nvPr/>
          </p:nvSpPr>
          <p:spPr>
            <a:xfrm>
              <a:off x="19050" y="17116425"/>
              <a:ext cx="3793808" cy="0"/>
            </a:xfrm>
            <a:custGeom>
              <a:avLst/>
              <a:gdLst/>
              <a:ahLst/>
              <a:cxnLst/>
              <a:rect l="l" t="t" r="r" b="b"/>
              <a:pathLst>
                <a:path w="3793808" h="0">
                  <a:moveTo>
                    <a:pt x="0" y="0"/>
                  </a:moveTo>
                  <a:lnTo>
                    <a:pt x="3793808" y="0"/>
                  </a:lnTo>
                  <a:lnTo>
                    <a:pt x="37861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8FF">
                <a:alpha val="36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streak-18-halo-1"/>
            <p:cNvSpPr/>
            <p:nvPr/>
          </p:nvSpPr>
          <p:spPr>
            <a:xfrm>
              <a:off x="3780472" y="17116425"/>
              <a:ext cx="3865246" cy="0"/>
            </a:xfrm>
            <a:custGeom>
              <a:avLst/>
              <a:gdLst/>
              <a:ahLst/>
              <a:cxnLst/>
              <a:rect l="l" t="t" r="r" b="b"/>
              <a:pathLst>
                <a:path w="3865246" h="0">
                  <a:moveTo>
                    <a:pt x="56198" y="0"/>
                  </a:moveTo>
                  <a:lnTo>
                    <a:pt x="3865246" y="0"/>
                  </a:lnTo>
                  <a:lnTo>
                    <a:pt x="38090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5">
                <a:alpha val="13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streak-18-mid-1"/>
            <p:cNvSpPr/>
            <p:nvPr/>
          </p:nvSpPr>
          <p:spPr>
            <a:xfrm>
              <a:off x="3796665" y="17116425"/>
              <a:ext cx="3832860" cy="0"/>
            </a:xfrm>
            <a:custGeom>
              <a:avLst/>
              <a:gdLst/>
              <a:ahLst/>
              <a:cxnLst/>
              <a:rect l="l" t="t" r="r" b="b"/>
              <a:pathLst>
                <a:path w="3832860" h="0">
                  <a:moveTo>
                    <a:pt x="23813" y="0"/>
                  </a:moveTo>
                  <a:lnTo>
                    <a:pt x="3832860" y="0"/>
                  </a:lnTo>
                  <a:lnTo>
                    <a:pt x="38090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5">
                <a:alpha val="23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streak-18-core-1"/>
            <p:cNvSpPr/>
            <p:nvPr/>
          </p:nvSpPr>
          <p:spPr>
            <a:xfrm>
              <a:off x="3805238" y="17116425"/>
              <a:ext cx="3816667" cy="0"/>
            </a:xfrm>
            <a:custGeom>
              <a:avLst/>
              <a:gdLst/>
              <a:ahLst/>
              <a:cxnLst/>
              <a:rect l="l" t="t" r="r" b="b"/>
              <a:pathLst>
                <a:path w="3816667" h="0">
                  <a:moveTo>
                    <a:pt x="7620" y="0"/>
                  </a:moveTo>
                  <a:lnTo>
                    <a:pt x="3816667" y="0"/>
                  </a:lnTo>
                  <a:lnTo>
                    <a:pt x="38080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8FF">
                <a:alpha val="53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streak-18-halo-2"/>
            <p:cNvSpPr/>
            <p:nvPr/>
          </p:nvSpPr>
          <p:spPr>
            <a:xfrm>
              <a:off x="7589520" y="17116425"/>
              <a:ext cx="3865245" cy="0"/>
            </a:xfrm>
            <a:custGeom>
              <a:avLst/>
              <a:gdLst/>
              <a:ahLst/>
              <a:cxnLst/>
              <a:rect l="l" t="t" r="r" b="b"/>
              <a:pathLst>
                <a:path w="3865245" h="0">
                  <a:moveTo>
                    <a:pt x="56198" y="0"/>
                  </a:moveTo>
                  <a:lnTo>
                    <a:pt x="3865245" y="0"/>
                  </a:lnTo>
                  <a:lnTo>
                    <a:pt x="38090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5">
                <a:alpha val="19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streak-18-mid-2"/>
            <p:cNvSpPr/>
            <p:nvPr/>
          </p:nvSpPr>
          <p:spPr>
            <a:xfrm>
              <a:off x="7605712" y="17116425"/>
              <a:ext cx="3832860" cy="0"/>
            </a:xfrm>
            <a:custGeom>
              <a:avLst/>
              <a:gdLst/>
              <a:ahLst/>
              <a:cxnLst/>
              <a:rect l="l" t="t" r="r" b="b"/>
              <a:pathLst>
                <a:path w="3832860" h="0">
                  <a:moveTo>
                    <a:pt x="23813" y="0"/>
                  </a:moveTo>
                  <a:lnTo>
                    <a:pt x="3832860" y="0"/>
                  </a:lnTo>
                  <a:lnTo>
                    <a:pt x="38090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5">
                <a:alpha val="32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streak-18-core-2"/>
            <p:cNvSpPr/>
            <p:nvPr/>
          </p:nvSpPr>
          <p:spPr>
            <a:xfrm>
              <a:off x="7613332" y="17116425"/>
              <a:ext cx="3816668" cy="0"/>
            </a:xfrm>
            <a:custGeom>
              <a:avLst/>
              <a:gdLst/>
              <a:ahLst/>
              <a:cxnLst/>
              <a:rect l="l" t="t" r="r" b="b"/>
              <a:pathLst>
                <a:path w="3816668" h="0">
                  <a:moveTo>
                    <a:pt x="8573" y="0"/>
                  </a:moveTo>
                  <a:lnTo>
                    <a:pt x="3816668" y="0"/>
                  </a:lnTo>
                  <a:lnTo>
                    <a:pt x="38090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8FF">
                <a:alpha val="73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streak-18-halo-3"/>
            <p:cNvSpPr/>
            <p:nvPr/>
          </p:nvSpPr>
          <p:spPr>
            <a:xfrm>
              <a:off x="11398568" y="17116425"/>
              <a:ext cx="3864292" cy="0"/>
            </a:xfrm>
            <a:custGeom>
              <a:avLst/>
              <a:gdLst/>
              <a:ahLst/>
              <a:cxnLst/>
              <a:rect l="l" t="t" r="r" b="b"/>
              <a:pathLst>
                <a:path w="3864292" h="0">
                  <a:moveTo>
                    <a:pt x="56197" y="0"/>
                  </a:moveTo>
                  <a:lnTo>
                    <a:pt x="3864292" y="0"/>
                  </a:lnTo>
                  <a:lnTo>
                    <a:pt x="38090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5">
                <a:alpha val="25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streak-18-mid-3"/>
            <p:cNvSpPr/>
            <p:nvPr/>
          </p:nvSpPr>
          <p:spPr>
            <a:xfrm>
              <a:off x="11414760" y="17116425"/>
              <a:ext cx="3831908" cy="0"/>
            </a:xfrm>
            <a:custGeom>
              <a:avLst/>
              <a:gdLst/>
              <a:ahLst/>
              <a:cxnLst/>
              <a:rect l="l" t="t" r="r" b="b"/>
              <a:pathLst>
                <a:path w="3831908" h="0">
                  <a:moveTo>
                    <a:pt x="23812" y="0"/>
                  </a:moveTo>
                  <a:lnTo>
                    <a:pt x="3831908" y="0"/>
                  </a:lnTo>
                  <a:lnTo>
                    <a:pt x="38090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5">
                <a:alpha val="42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streak-18-core-3"/>
            <p:cNvSpPr/>
            <p:nvPr/>
          </p:nvSpPr>
          <p:spPr>
            <a:xfrm>
              <a:off x="11422380" y="17116425"/>
              <a:ext cx="3816668" cy="0"/>
            </a:xfrm>
            <a:custGeom>
              <a:avLst/>
              <a:gdLst/>
              <a:ahLst/>
              <a:cxnLst/>
              <a:rect l="l" t="t" r="r" b="b"/>
              <a:pathLst>
                <a:path w="3816668" h="0">
                  <a:moveTo>
                    <a:pt x="7620" y="0"/>
                  </a:moveTo>
                  <a:lnTo>
                    <a:pt x="3816668" y="0"/>
                  </a:lnTo>
                  <a:lnTo>
                    <a:pt x="38090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8FF">
                <a:alpha val="97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streak-18-halo-4"/>
            <p:cNvSpPr/>
            <p:nvPr/>
          </p:nvSpPr>
          <p:spPr>
            <a:xfrm>
              <a:off x="15207615" y="16071532"/>
              <a:ext cx="3864293" cy="1044893"/>
            </a:xfrm>
            <a:custGeom>
              <a:avLst/>
              <a:gdLst/>
              <a:ahLst/>
              <a:cxnLst/>
              <a:rect l="l" t="t" r="r" b="b"/>
              <a:pathLst>
                <a:path w="3864293" h="1044893">
                  <a:moveTo>
                    <a:pt x="55245" y="1044893"/>
                  </a:moveTo>
                  <a:lnTo>
                    <a:pt x="3864293" y="201930"/>
                  </a:lnTo>
                  <a:lnTo>
                    <a:pt x="3808095" y="0"/>
                  </a:lnTo>
                  <a:lnTo>
                    <a:pt x="0" y="1044893"/>
                  </a:lnTo>
                  <a:close/>
                </a:path>
              </a:pathLst>
            </a:custGeom>
            <a:solidFill>
              <a:srgbClr val="A8D8F5">
                <a:alpha val="32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streak-18-mid-4"/>
            <p:cNvSpPr/>
            <p:nvPr/>
          </p:nvSpPr>
          <p:spPr>
            <a:xfrm>
              <a:off x="15223808" y="16130588"/>
              <a:ext cx="3831907" cy="985837"/>
            </a:xfrm>
            <a:custGeom>
              <a:avLst/>
              <a:gdLst/>
              <a:ahLst/>
              <a:cxnLst/>
              <a:rect l="l" t="t" r="r" b="b"/>
              <a:pathLst>
                <a:path w="3831907" h="985837">
                  <a:moveTo>
                    <a:pt x="22860" y="985837"/>
                  </a:moveTo>
                  <a:lnTo>
                    <a:pt x="3831907" y="84772"/>
                  </a:lnTo>
                  <a:lnTo>
                    <a:pt x="3808094" y="0"/>
                  </a:lnTo>
                  <a:lnTo>
                    <a:pt x="0" y="985837"/>
                  </a:lnTo>
                  <a:close/>
                </a:path>
              </a:pathLst>
            </a:custGeom>
            <a:solidFill>
              <a:srgbClr val="A8D8F5">
                <a:alpha val="55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streak-18-core-4"/>
            <p:cNvSpPr/>
            <p:nvPr/>
          </p:nvSpPr>
          <p:spPr>
            <a:xfrm>
              <a:off x="15231428" y="16159162"/>
              <a:ext cx="3816667" cy="957263"/>
            </a:xfrm>
            <a:custGeom>
              <a:avLst/>
              <a:gdLst/>
              <a:ahLst/>
              <a:cxnLst/>
              <a:rect l="l" t="t" r="r" b="b"/>
              <a:pathLst>
                <a:path w="3816667" h="957263">
                  <a:moveTo>
                    <a:pt x="7620" y="957263"/>
                  </a:moveTo>
                  <a:lnTo>
                    <a:pt x="3816667" y="27623"/>
                  </a:lnTo>
                  <a:lnTo>
                    <a:pt x="3809047" y="0"/>
                  </a:lnTo>
                  <a:lnTo>
                    <a:pt x="0" y="957263"/>
                  </a:lnTo>
                  <a:close/>
                </a:path>
              </a:pathLst>
            </a:custGeom>
            <a:solidFill>
              <a:srgbClr val="E8F8FF">
                <a:alpha val="126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streak-18-halo-5"/>
            <p:cNvSpPr/>
            <p:nvPr/>
          </p:nvSpPr>
          <p:spPr>
            <a:xfrm>
              <a:off x="19015710" y="15014258"/>
              <a:ext cx="3865245" cy="1259204"/>
            </a:xfrm>
            <a:custGeom>
              <a:avLst/>
              <a:gdLst/>
              <a:ahLst/>
              <a:cxnLst/>
              <a:rect l="l" t="t" r="r" b="b"/>
              <a:pathLst>
                <a:path w="3865245" h="1259204">
                  <a:moveTo>
                    <a:pt x="56198" y="1259204"/>
                  </a:moveTo>
                  <a:lnTo>
                    <a:pt x="3865245" y="201930"/>
                  </a:lnTo>
                  <a:lnTo>
                    <a:pt x="3809048" y="0"/>
                  </a:lnTo>
                  <a:lnTo>
                    <a:pt x="0" y="1057274"/>
                  </a:lnTo>
                  <a:close/>
                </a:path>
              </a:pathLst>
            </a:custGeom>
            <a:solidFill>
              <a:srgbClr val="A8D8F5">
                <a:alpha val="39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streak-18-mid-5"/>
            <p:cNvSpPr/>
            <p:nvPr/>
          </p:nvSpPr>
          <p:spPr>
            <a:xfrm>
              <a:off x="19031902" y="15072360"/>
              <a:ext cx="3832860" cy="1143000"/>
            </a:xfrm>
            <a:custGeom>
              <a:avLst/>
              <a:gdLst/>
              <a:ahLst/>
              <a:cxnLst/>
              <a:rect l="l" t="t" r="r" b="b"/>
              <a:pathLst>
                <a:path w="3832860" h="1143000">
                  <a:moveTo>
                    <a:pt x="23813" y="1143000"/>
                  </a:moveTo>
                  <a:lnTo>
                    <a:pt x="3832860" y="84772"/>
                  </a:lnTo>
                  <a:lnTo>
                    <a:pt x="3809048" y="0"/>
                  </a:lnTo>
                  <a:lnTo>
                    <a:pt x="0" y="1058228"/>
                  </a:lnTo>
                  <a:close/>
                </a:path>
              </a:pathLst>
            </a:custGeom>
            <a:solidFill>
              <a:srgbClr val="A8D8F5">
                <a:alpha val="656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streak-18-core-5"/>
            <p:cNvSpPr/>
            <p:nvPr/>
          </p:nvSpPr>
          <p:spPr>
            <a:xfrm>
              <a:off x="19040475" y="15100935"/>
              <a:ext cx="3816667" cy="1085850"/>
            </a:xfrm>
            <a:custGeom>
              <a:avLst/>
              <a:gdLst/>
              <a:ahLst/>
              <a:cxnLst/>
              <a:rect l="l" t="t" r="r" b="b"/>
              <a:pathLst>
                <a:path w="3816667" h="1085850">
                  <a:moveTo>
                    <a:pt x="7620" y="1085850"/>
                  </a:moveTo>
                  <a:lnTo>
                    <a:pt x="3816667" y="27623"/>
                  </a:lnTo>
                  <a:lnTo>
                    <a:pt x="3808095" y="0"/>
                  </a:lnTo>
                  <a:lnTo>
                    <a:pt x="0" y="1058227"/>
                  </a:lnTo>
                  <a:close/>
                </a:path>
              </a:pathLst>
            </a:custGeom>
            <a:solidFill>
              <a:srgbClr val="E8F8FF">
                <a:alpha val="151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streak-18-halo-6"/>
            <p:cNvSpPr/>
            <p:nvPr/>
          </p:nvSpPr>
          <p:spPr>
            <a:xfrm>
              <a:off x="22824758" y="13956030"/>
              <a:ext cx="3865244" cy="1260158"/>
            </a:xfrm>
            <a:custGeom>
              <a:avLst/>
              <a:gdLst/>
              <a:ahLst/>
              <a:cxnLst/>
              <a:rect l="l" t="t" r="r" b="b"/>
              <a:pathLst>
                <a:path w="3865244" h="1260158">
                  <a:moveTo>
                    <a:pt x="56197" y="1260158"/>
                  </a:moveTo>
                  <a:lnTo>
                    <a:pt x="3865244" y="201930"/>
                  </a:lnTo>
                  <a:lnTo>
                    <a:pt x="3809047" y="0"/>
                  </a:lnTo>
                  <a:lnTo>
                    <a:pt x="0" y="1058228"/>
                  </a:lnTo>
                  <a:close/>
                </a:path>
              </a:pathLst>
            </a:custGeom>
            <a:solidFill>
              <a:srgbClr val="A8D8F5">
                <a:alpha val="45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streak-18-mid-6"/>
            <p:cNvSpPr/>
            <p:nvPr/>
          </p:nvSpPr>
          <p:spPr>
            <a:xfrm>
              <a:off x="22840950" y="14014132"/>
              <a:ext cx="3832860" cy="1143000"/>
            </a:xfrm>
            <a:custGeom>
              <a:avLst/>
              <a:gdLst/>
              <a:ahLst/>
              <a:cxnLst/>
              <a:rect l="l" t="t" r="r" b="b"/>
              <a:pathLst>
                <a:path w="3832860" h="1143000">
                  <a:moveTo>
                    <a:pt x="23812" y="1143000"/>
                  </a:moveTo>
                  <a:lnTo>
                    <a:pt x="3832860" y="84773"/>
                  </a:lnTo>
                  <a:lnTo>
                    <a:pt x="3809048" y="0"/>
                  </a:lnTo>
                  <a:lnTo>
                    <a:pt x="0" y="1058228"/>
                  </a:lnTo>
                  <a:close/>
                </a:path>
              </a:pathLst>
            </a:custGeom>
            <a:solidFill>
              <a:srgbClr val="A8D8F5">
                <a:alpha val="76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streak-18-core-6"/>
            <p:cNvSpPr/>
            <p:nvPr/>
          </p:nvSpPr>
          <p:spPr>
            <a:xfrm>
              <a:off x="22848570" y="14043660"/>
              <a:ext cx="3816668" cy="1084898"/>
            </a:xfrm>
            <a:custGeom>
              <a:avLst/>
              <a:gdLst/>
              <a:ahLst/>
              <a:cxnLst/>
              <a:rect l="l" t="t" r="r" b="b"/>
              <a:pathLst>
                <a:path w="3816668" h="1084898">
                  <a:moveTo>
                    <a:pt x="8572" y="1084898"/>
                  </a:moveTo>
                  <a:lnTo>
                    <a:pt x="3816668" y="26670"/>
                  </a:lnTo>
                  <a:lnTo>
                    <a:pt x="3809048" y="0"/>
                  </a:lnTo>
                  <a:lnTo>
                    <a:pt x="0" y="1057275"/>
                  </a:lnTo>
                  <a:close/>
                </a:path>
              </a:pathLst>
            </a:custGeom>
            <a:solidFill>
              <a:srgbClr val="E8F8FF">
                <a:alpha val="175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streak-18-halo-7"/>
            <p:cNvSpPr/>
            <p:nvPr/>
          </p:nvSpPr>
          <p:spPr>
            <a:xfrm>
              <a:off x="26633805" y="12703492"/>
              <a:ext cx="3817620" cy="1454468"/>
            </a:xfrm>
            <a:custGeom>
              <a:avLst/>
              <a:gdLst/>
              <a:ahLst/>
              <a:cxnLst/>
              <a:rect l="l" t="t" r="r" b="b"/>
              <a:pathLst>
                <a:path w="3817620" h="1454468">
                  <a:moveTo>
                    <a:pt x="56197" y="1454468"/>
                  </a:moveTo>
                  <a:lnTo>
                    <a:pt x="1972627" y="922020"/>
                  </a:lnTo>
                  <a:lnTo>
                    <a:pt x="2930843" y="558166"/>
                  </a:lnTo>
                  <a:lnTo>
                    <a:pt x="3817620" y="196216"/>
                  </a:lnTo>
                  <a:lnTo>
                    <a:pt x="3799523" y="0"/>
                  </a:lnTo>
                  <a:lnTo>
                    <a:pt x="2856547" y="361950"/>
                  </a:lnTo>
                  <a:lnTo>
                    <a:pt x="1909763" y="721996"/>
                  </a:lnTo>
                  <a:lnTo>
                    <a:pt x="0" y="1252538"/>
                  </a:lnTo>
                  <a:close/>
                </a:path>
              </a:pathLst>
            </a:custGeom>
            <a:solidFill>
              <a:srgbClr val="A8D8F5">
                <a:alpha val="50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streak-18-mid-7"/>
            <p:cNvSpPr/>
            <p:nvPr/>
          </p:nvSpPr>
          <p:spPr>
            <a:xfrm>
              <a:off x="26649998" y="12760642"/>
              <a:ext cx="3801427" cy="1338263"/>
            </a:xfrm>
            <a:custGeom>
              <a:avLst/>
              <a:gdLst/>
              <a:ahLst/>
              <a:cxnLst/>
              <a:rect l="l" t="t" r="r" b="b"/>
              <a:pathLst>
                <a:path w="3801427" h="1338263">
                  <a:moveTo>
                    <a:pt x="23812" y="1338263"/>
                  </a:moveTo>
                  <a:lnTo>
                    <a:pt x="1938337" y="806768"/>
                  </a:lnTo>
                  <a:lnTo>
                    <a:pt x="2892742" y="443866"/>
                  </a:lnTo>
                  <a:lnTo>
                    <a:pt x="3801427" y="81916"/>
                  </a:lnTo>
                  <a:lnTo>
                    <a:pt x="3801427" y="0"/>
                  </a:lnTo>
                  <a:lnTo>
                    <a:pt x="2862262" y="361950"/>
                  </a:lnTo>
                  <a:lnTo>
                    <a:pt x="1911667" y="722948"/>
                  </a:lnTo>
                  <a:lnTo>
                    <a:pt x="0" y="1253490"/>
                  </a:lnTo>
                  <a:close/>
                </a:path>
              </a:pathLst>
            </a:custGeom>
            <a:solidFill>
              <a:srgbClr val="A8D8F5">
                <a:alpha val="84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streak-18-core-7"/>
            <p:cNvSpPr/>
            <p:nvPr/>
          </p:nvSpPr>
          <p:spPr>
            <a:xfrm>
              <a:off x="26657618" y="12788265"/>
              <a:ext cx="3793807" cy="1282065"/>
            </a:xfrm>
            <a:custGeom>
              <a:avLst/>
              <a:gdLst/>
              <a:ahLst/>
              <a:cxnLst/>
              <a:rect l="l" t="t" r="r" b="b"/>
              <a:pathLst>
                <a:path w="3793807" h="1282065">
                  <a:moveTo>
                    <a:pt x="7620" y="1282065"/>
                  </a:moveTo>
                  <a:lnTo>
                    <a:pt x="1921192" y="750570"/>
                  </a:lnTo>
                  <a:lnTo>
                    <a:pt x="2874644" y="388620"/>
                  </a:lnTo>
                  <a:lnTo>
                    <a:pt x="3793807" y="26670"/>
                  </a:lnTo>
                  <a:lnTo>
                    <a:pt x="3793807" y="0"/>
                  </a:lnTo>
                  <a:lnTo>
                    <a:pt x="2865120" y="361950"/>
                  </a:lnTo>
                  <a:lnTo>
                    <a:pt x="1913572" y="723900"/>
                  </a:lnTo>
                  <a:lnTo>
                    <a:pt x="0" y="1255395"/>
                  </a:lnTo>
                  <a:close/>
                </a:path>
              </a:pathLst>
            </a:custGeom>
            <a:solidFill>
              <a:srgbClr val="E8F8FF">
                <a:alpha val="193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streak-19-halo-0"/>
            <p:cNvSpPr/>
            <p:nvPr/>
          </p:nvSpPr>
          <p:spPr>
            <a:xfrm>
              <a:off x="19050" y="17116425"/>
              <a:ext cx="3814762" cy="0"/>
            </a:xfrm>
            <a:custGeom>
              <a:avLst/>
              <a:gdLst/>
              <a:ahLst/>
              <a:cxnLst/>
              <a:rect l="l" t="t" r="r" b="b"/>
              <a:pathLst>
                <a:path w="3814762" h="0">
                  <a:moveTo>
                    <a:pt x="5715" y="0"/>
                  </a:moveTo>
                  <a:lnTo>
                    <a:pt x="3814762" y="0"/>
                  </a:lnTo>
                  <a:lnTo>
                    <a:pt x="37652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C8F0">
                <a:alpha val="86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streak-19-mid-0"/>
            <p:cNvSpPr/>
            <p:nvPr/>
          </p:nvSpPr>
          <p:spPr>
            <a:xfrm>
              <a:off x="19050" y="17116425"/>
              <a:ext cx="3800475" cy="0"/>
            </a:xfrm>
            <a:custGeom>
              <a:avLst/>
              <a:gdLst/>
              <a:ahLst/>
              <a:cxnLst/>
              <a:rect l="l" t="t" r="r" b="b"/>
              <a:pathLst>
                <a:path w="3800475" h="0">
                  <a:moveTo>
                    <a:pt x="0" y="0"/>
                  </a:moveTo>
                  <a:lnTo>
                    <a:pt x="3800475" y="0"/>
                  </a:lnTo>
                  <a:lnTo>
                    <a:pt x="37795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C8F0">
                <a:alpha val="14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streak-19-core-0"/>
            <p:cNvSpPr/>
            <p:nvPr/>
          </p:nvSpPr>
          <p:spPr>
            <a:xfrm>
              <a:off x="19050" y="17116425"/>
              <a:ext cx="3793808" cy="0"/>
            </a:xfrm>
            <a:custGeom>
              <a:avLst/>
              <a:gdLst/>
              <a:ahLst/>
              <a:cxnLst/>
              <a:rect l="l" t="t" r="r" b="b"/>
              <a:pathLst>
                <a:path w="3793808" h="0">
                  <a:moveTo>
                    <a:pt x="0" y="0"/>
                  </a:moveTo>
                  <a:lnTo>
                    <a:pt x="3793808" y="0"/>
                  </a:lnTo>
                  <a:lnTo>
                    <a:pt x="37861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2FF">
                <a:alpha val="33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streak-19-halo-1"/>
            <p:cNvSpPr/>
            <p:nvPr/>
          </p:nvSpPr>
          <p:spPr>
            <a:xfrm>
              <a:off x="3784282" y="17116425"/>
              <a:ext cx="3858578" cy="0"/>
            </a:xfrm>
            <a:custGeom>
              <a:avLst/>
              <a:gdLst/>
              <a:ahLst/>
              <a:cxnLst/>
              <a:rect l="l" t="t" r="r" b="b"/>
              <a:pathLst>
                <a:path w="3858578" h="0">
                  <a:moveTo>
                    <a:pt x="49530" y="0"/>
                  </a:moveTo>
                  <a:lnTo>
                    <a:pt x="3858578" y="0"/>
                  </a:lnTo>
                  <a:lnTo>
                    <a:pt x="38080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C8F0">
                <a:alpha val="12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streak-19-mid-1"/>
            <p:cNvSpPr/>
            <p:nvPr/>
          </p:nvSpPr>
          <p:spPr>
            <a:xfrm>
              <a:off x="3798570" y="17116425"/>
              <a:ext cx="3830002" cy="0"/>
            </a:xfrm>
            <a:custGeom>
              <a:avLst/>
              <a:gdLst/>
              <a:ahLst/>
              <a:cxnLst/>
              <a:rect l="l" t="t" r="r" b="b"/>
              <a:pathLst>
                <a:path w="3830002" h="0">
                  <a:moveTo>
                    <a:pt x="20955" y="0"/>
                  </a:moveTo>
                  <a:lnTo>
                    <a:pt x="3830002" y="0"/>
                  </a:lnTo>
                  <a:lnTo>
                    <a:pt x="38080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C8F0">
                <a:alpha val="21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streak-19-core-1"/>
            <p:cNvSpPr/>
            <p:nvPr/>
          </p:nvSpPr>
          <p:spPr>
            <a:xfrm>
              <a:off x="3805238" y="17116425"/>
              <a:ext cx="3815714" cy="0"/>
            </a:xfrm>
            <a:custGeom>
              <a:avLst/>
              <a:gdLst/>
              <a:ahLst/>
              <a:cxnLst/>
              <a:rect l="l" t="t" r="r" b="b"/>
              <a:pathLst>
                <a:path w="3815714" h="0">
                  <a:moveTo>
                    <a:pt x="7620" y="0"/>
                  </a:moveTo>
                  <a:lnTo>
                    <a:pt x="3815714" y="0"/>
                  </a:lnTo>
                  <a:lnTo>
                    <a:pt x="38090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2FF">
                <a:alpha val="48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streak-19-halo-2"/>
            <p:cNvSpPr/>
            <p:nvPr/>
          </p:nvSpPr>
          <p:spPr>
            <a:xfrm>
              <a:off x="7592378" y="17116425"/>
              <a:ext cx="3858577" cy="0"/>
            </a:xfrm>
            <a:custGeom>
              <a:avLst/>
              <a:gdLst/>
              <a:ahLst/>
              <a:cxnLst/>
              <a:rect l="l" t="t" r="r" b="b"/>
              <a:pathLst>
                <a:path w="3858577" h="0">
                  <a:moveTo>
                    <a:pt x="50482" y="0"/>
                  </a:moveTo>
                  <a:lnTo>
                    <a:pt x="3858577" y="0"/>
                  </a:lnTo>
                  <a:lnTo>
                    <a:pt x="38090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C8F0">
                <a:alpha val="173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streak-19-mid-2"/>
            <p:cNvSpPr/>
            <p:nvPr/>
          </p:nvSpPr>
          <p:spPr>
            <a:xfrm>
              <a:off x="7606665" y="17116425"/>
              <a:ext cx="3830003" cy="0"/>
            </a:xfrm>
            <a:custGeom>
              <a:avLst/>
              <a:gdLst/>
              <a:ahLst/>
              <a:cxnLst/>
              <a:rect l="l" t="t" r="r" b="b"/>
              <a:pathLst>
                <a:path w="3830003" h="0">
                  <a:moveTo>
                    <a:pt x="21907" y="0"/>
                  </a:moveTo>
                  <a:lnTo>
                    <a:pt x="3830003" y="0"/>
                  </a:lnTo>
                  <a:lnTo>
                    <a:pt x="38090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C8F0">
                <a:alpha val="29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streak-19-core-2"/>
            <p:cNvSpPr/>
            <p:nvPr/>
          </p:nvSpPr>
          <p:spPr>
            <a:xfrm>
              <a:off x="7614285" y="17116425"/>
              <a:ext cx="3815715" cy="0"/>
            </a:xfrm>
            <a:custGeom>
              <a:avLst/>
              <a:gdLst/>
              <a:ahLst/>
              <a:cxnLst/>
              <a:rect l="l" t="t" r="r" b="b"/>
              <a:pathLst>
                <a:path w="3815715" h="0">
                  <a:moveTo>
                    <a:pt x="6667" y="0"/>
                  </a:moveTo>
                  <a:lnTo>
                    <a:pt x="3815715" y="0"/>
                  </a:lnTo>
                  <a:lnTo>
                    <a:pt x="38080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2FF">
                <a:alpha val="67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1" name="streak-19-halo-3"/>
            <p:cNvSpPr/>
            <p:nvPr/>
          </p:nvSpPr>
          <p:spPr>
            <a:xfrm>
              <a:off x="11401425" y="17116425"/>
              <a:ext cx="3858577" cy="0"/>
            </a:xfrm>
            <a:custGeom>
              <a:avLst/>
              <a:gdLst/>
              <a:ahLst/>
              <a:cxnLst/>
              <a:rect l="l" t="t" r="r" b="b"/>
              <a:pathLst>
                <a:path w="3858577" h="0">
                  <a:moveTo>
                    <a:pt x="49530" y="0"/>
                  </a:moveTo>
                  <a:lnTo>
                    <a:pt x="3858577" y="0"/>
                  </a:lnTo>
                  <a:lnTo>
                    <a:pt x="38090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C8F0">
                <a:alpha val="23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streak-19-mid-3"/>
            <p:cNvSpPr/>
            <p:nvPr/>
          </p:nvSpPr>
          <p:spPr>
            <a:xfrm>
              <a:off x="11415712" y="17116425"/>
              <a:ext cx="3830003" cy="0"/>
            </a:xfrm>
            <a:custGeom>
              <a:avLst/>
              <a:gdLst/>
              <a:ahLst/>
              <a:cxnLst/>
              <a:rect l="l" t="t" r="r" b="b"/>
              <a:pathLst>
                <a:path w="3830003" h="0">
                  <a:moveTo>
                    <a:pt x="20956" y="0"/>
                  </a:moveTo>
                  <a:lnTo>
                    <a:pt x="3830003" y="0"/>
                  </a:lnTo>
                  <a:lnTo>
                    <a:pt x="38090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C8F0">
                <a:alpha val="39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streak-19-core-3"/>
            <p:cNvSpPr/>
            <p:nvPr/>
          </p:nvSpPr>
          <p:spPr>
            <a:xfrm>
              <a:off x="11422380" y="17116425"/>
              <a:ext cx="3816668" cy="0"/>
            </a:xfrm>
            <a:custGeom>
              <a:avLst/>
              <a:gdLst/>
              <a:ahLst/>
              <a:cxnLst/>
              <a:rect l="l" t="t" r="r" b="b"/>
              <a:pathLst>
                <a:path w="3816668" h="0">
                  <a:moveTo>
                    <a:pt x="7620" y="0"/>
                  </a:moveTo>
                  <a:lnTo>
                    <a:pt x="3816668" y="0"/>
                  </a:lnTo>
                  <a:lnTo>
                    <a:pt x="38090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2FF">
                <a:alpha val="89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streak-19-halo-4"/>
            <p:cNvSpPr/>
            <p:nvPr/>
          </p:nvSpPr>
          <p:spPr>
            <a:xfrm>
              <a:off x="15210472" y="16523970"/>
              <a:ext cx="3858578" cy="592455"/>
            </a:xfrm>
            <a:custGeom>
              <a:avLst/>
              <a:gdLst/>
              <a:ahLst/>
              <a:cxnLst/>
              <a:rect l="l" t="t" r="r" b="b"/>
              <a:pathLst>
                <a:path w="3858578" h="592455">
                  <a:moveTo>
                    <a:pt x="49530" y="592455"/>
                  </a:moveTo>
                  <a:lnTo>
                    <a:pt x="3858578" y="183832"/>
                  </a:lnTo>
                  <a:lnTo>
                    <a:pt x="3809048" y="0"/>
                  </a:lnTo>
                  <a:lnTo>
                    <a:pt x="0" y="592455"/>
                  </a:lnTo>
                  <a:close/>
                </a:path>
              </a:pathLst>
            </a:custGeom>
            <a:solidFill>
              <a:srgbClr val="B6C8F0">
                <a:alpha val="3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streak-19-mid-4"/>
            <p:cNvSpPr/>
            <p:nvPr/>
          </p:nvSpPr>
          <p:spPr>
            <a:xfrm>
              <a:off x="15224760" y="16577310"/>
              <a:ext cx="3830002" cy="539115"/>
            </a:xfrm>
            <a:custGeom>
              <a:avLst/>
              <a:gdLst/>
              <a:ahLst/>
              <a:cxnLst/>
              <a:rect l="l" t="t" r="r" b="b"/>
              <a:pathLst>
                <a:path w="3830002" h="539115">
                  <a:moveTo>
                    <a:pt x="20955" y="539115"/>
                  </a:moveTo>
                  <a:lnTo>
                    <a:pt x="3830002" y="77152"/>
                  </a:lnTo>
                  <a:lnTo>
                    <a:pt x="3809048" y="0"/>
                  </a:lnTo>
                  <a:lnTo>
                    <a:pt x="0" y="539115"/>
                  </a:lnTo>
                  <a:close/>
                </a:path>
              </a:pathLst>
            </a:custGeom>
            <a:solidFill>
              <a:srgbClr val="B6C8F0">
                <a:alpha val="50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streak-19-core-4"/>
            <p:cNvSpPr/>
            <p:nvPr/>
          </p:nvSpPr>
          <p:spPr>
            <a:xfrm>
              <a:off x="15231428" y="16602075"/>
              <a:ext cx="3816667" cy="514350"/>
            </a:xfrm>
            <a:custGeom>
              <a:avLst/>
              <a:gdLst/>
              <a:ahLst/>
              <a:cxnLst/>
              <a:rect l="l" t="t" r="r" b="b"/>
              <a:pathLst>
                <a:path w="3816667" h="514350">
                  <a:moveTo>
                    <a:pt x="7620" y="514350"/>
                  </a:moveTo>
                  <a:lnTo>
                    <a:pt x="3816667" y="27623"/>
                  </a:lnTo>
                  <a:lnTo>
                    <a:pt x="3809047" y="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EAF2FF">
                <a:alpha val="115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streak-19-halo-5"/>
            <p:cNvSpPr/>
            <p:nvPr/>
          </p:nvSpPr>
          <p:spPr>
            <a:xfrm>
              <a:off x="19019520" y="15490508"/>
              <a:ext cx="3858578" cy="1217294"/>
            </a:xfrm>
            <a:custGeom>
              <a:avLst/>
              <a:gdLst/>
              <a:ahLst/>
              <a:cxnLst/>
              <a:rect l="l" t="t" r="r" b="b"/>
              <a:pathLst>
                <a:path w="3858578" h="1217294">
                  <a:moveTo>
                    <a:pt x="49530" y="1217294"/>
                  </a:moveTo>
                  <a:lnTo>
                    <a:pt x="3858578" y="183832"/>
                  </a:lnTo>
                  <a:lnTo>
                    <a:pt x="3808095" y="0"/>
                  </a:lnTo>
                  <a:lnTo>
                    <a:pt x="0" y="1033462"/>
                  </a:lnTo>
                  <a:close/>
                </a:path>
              </a:pathLst>
            </a:custGeom>
            <a:solidFill>
              <a:srgbClr val="B6C8F0">
                <a:alpha val="35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streak-19-mid-5"/>
            <p:cNvSpPr/>
            <p:nvPr/>
          </p:nvSpPr>
          <p:spPr>
            <a:xfrm>
              <a:off x="19033808" y="15543848"/>
              <a:ext cx="3830002" cy="1110614"/>
            </a:xfrm>
            <a:custGeom>
              <a:avLst/>
              <a:gdLst/>
              <a:ahLst/>
              <a:cxnLst/>
              <a:rect l="l" t="t" r="r" b="b"/>
              <a:pathLst>
                <a:path w="3830002" h="1110614">
                  <a:moveTo>
                    <a:pt x="20954" y="1110614"/>
                  </a:moveTo>
                  <a:lnTo>
                    <a:pt x="3830002" y="77152"/>
                  </a:lnTo>
                  <a:lnTo>
                    <a:pt x="3808094" y="0"/>
                  </a:lnTo>
                  <a:lnTo>
                    <a:pt x="0" y="1033462"/>
                  </a:lnTo>
                  <a:close/>
                </a:path>
              </a:pathLst>
            </a:custGeom>
            <a:solidFill>
              <a:srgbClr val="B6C8F0">
                <a:alpha val="602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" name="streak-19-core-5"/>
            <p:cNvSpPr/>
            <p:nvPr/>
          </p:nvSpPr>
          <p:spPr>
            <a:xfrm>
              <a:off x="19040475" y="15568612"/>
              <a:ext cx="3815715" cy="1061086"/>
            </a:xfrm>
            <a:custGeom>
              <a:avLst/>
              <a:gdLst/>
              <a:ahLst/>
              <a:cxnLst/>
              <a:rect l="l" t="t" r="r" b="b"/>
              <a:pathLst>
                <a:path w="3815715" h="1061086">
                  <a:moveTo>
                    <a:pt x="7620" y="1061086"/>
                  </a:moveTo>
                  <a:lnTo>
                    <a:pt x="3815715" y="27623"/>
                  </a:lnTo>
                  <a:lnTo>
                    <a:pt x="3809047" y="0"/>
                  </a:lnTo>
                  <a:lnTo>
                    <a:pt x="0" y="1033463"/>
                  </a:lnTo>
                  <a:close/>
                </a:path>
              </a:pathLst>
            </a:custGeom>
            <a:solidFill>
              <a:srgbClr val="EAF2FF">
                <a:alpha val="138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" name="streak-19-halo-6"/>
            <p:cNvSpPr/>
            <p:nvPr/>
          </p:nvSpPr>
          <p:spPr>
            <a:xfrm>
              <a:off x="22827615" y="14456092"/>
              <a:ext cx="3858577" cy="1218248"/>
            </a:xfrm>
            <a:custGeom>
              <a:avLst/>
              <a:gdLst/>
              <a:ahLst/>
              <a:cxnLst/>
              <a:rect l="l" t="t" r="r" b="b"/>
              <a:pathLst>
                <a:path w="3858577" h="1218248">
                  <a:moveTo>
                    <a:pt x="50483" y="1218248"/>
                  </a:moveTo>
                  <a:lnTo>
                    <a:pt x="3858577" y="183833"/>
                  </a:lnTo>
                  <a:lnTo>
                    <a:pt x="3809047" y="0"/>
                  </a:lnTo>
                  <a:lnTo>
                    <a:pt x="0" y="1034416"/>
                  </a:lnTo>
                  <a:close/>
                </a:path>
              </a:pathLst>
            </a:custGeom>
            <a:solidFill>
              <a:srgbClr val="B6C8F0">
                <a:alpha val="41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" name="streak-19-mid-6"/>
            <p:cNvSpPr/>
            <p:nvPr/>
          </p:nvSpPr>
          <p:spPr>
            <a:xfrm>
              <a:off x="22841902" y="14509432"/>
              <a:ext cx="3830003" cy="1111568"/>
            </a:xfrm>
            <a:custGeom>
              <a:avLst/>
              <a:gdLst/>
              <a:ahLst/>
              <a:cxnLst/>
              <a:rect l="l" t="t" r="r" b="b"/>
              <a:pathLst>
                <a:path w="3830003" h="1111568">
                  <a:moveTo>
                    <a:pt x="21908" y="1111568"/>
                  </a:moveTo>
                  <a:lnTo>
                    <a:pt x="3830003" y="77153"/>
                  </a:lnTo>
                  <a:lnTo>
                    <a:pt x="3809048" y="0"/>
                  </a:lnTo>
                  <a:lnTo>
                    <a:pt x="0" y="1034416"/>
                  </a:lnTo>
                  <a:close/>
                </a:path>
              </a:pathLst>
            </a:custGeom>
            <a:solidFill>
              <a:srgbClr val="B6C8F0">
                <a:alpha val="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" name="streak-19-core-6"/>
            <p:cNvSpPr/>
            <p:nvPr/>
          </p:nvSpPr>
          <p:spPr>
            <a:xfrm>
              <a:off x="22849522" y="14534198"/>
              <a:ext cx="3815716" cy="1062037"/>
            </a:xfrm>
            <a:custGeom>
              <a:avLst/>
              <a:gdLst/>
              <a:ahLst/>
              <a:cxnLst/>
              <a:rect l="l" t="t" r="r" b="b"/>
              <a:pathLst>
                <a:path w="3815716" h="1062037">
                  <a:moveTo>
                    <a:pt x="6668" y="1062037"/>
                  </a:moveTo>
                  <a:lnTo>
                    <a:pt x="3815716" y="27622"/>
                  </a:lnTo>
                  <a:lnTo>
                    <a:pt x="3808096" y="0"/>
                  </a:lnTo>
                  <a:lnTo>
                    <a:pt x="0" y="1034414"/>
                  </a:lnTo>
                  <a:close/>
                </a:path>
              </a:pathLst>
            </a:custGeom>
            <a:solidFill>
              <a:srgbClr val="EAF2FF">
                <a:alpha val="160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streak-19-halo-7"/>
            <p:cNvSpPr/>
            <p:nvPr/>
          </p:nvSpPr>
          <p:spPr>
            <a:xfrm>
              <a:off x="26636662" y="13227368"/>
              <a:ext cx="3814763" cy="1412557"/>
            </a:xfrm>
            <a:custGeom>
              <a:avLst/>
              <a:gdLst/>
              <a:ahLst/>
              <a:cxnLst/>
              <a:rect l="l" t="t" r="r" b="b"/>
              <a:pathLst>
                <a:path w="3814763" h="1412557">
                  <a:moveTo>
                    <a:pt x="49530" y="1412557"/>
                  </a:moveTo>
                  <a:lnTo>
                    <a:pt x="2346960" y="789622"/>
                  </a:lnTo>
                  <a:lnTo>
                    <a:pt x="3116580" y="481964"/>
                  </a:lnTo>
                  <a:lnTo>
                    <a:pt x="3814763" y="177164"/>
                  </a:lnTo>
                  <a:lnTo>
                    <a:pt x="3797618" y="0"/>
                  </a:lnTo>
                  <a:lnTo>
                    <a:pt x="3046096" y="304800"/>
                  </a:lnTo>
                  <a:lnTo>
                    <a:pt x="2291716" y="606742"/>
                  </a:lnTo>
                  <a:lnTo>
                    <a:pt x="0" y="1228724"/>
                  </a:lnTo>
                  <a:close/>
                </a:path>
              </a:pathLst>
            </a:custGeom>
            <a:solidFill>
              <a:srgbClr val="B6C8F0">
                <a:alpha val="46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streak-19-mid-7"/>
            <p:cNvSpPr/>
            <p:nvPr/>
          </p:nvSpPr>
          <p:spPr>
            <a:xfrm>
              <a:off x="26650950" y="13278802"/>
              <a:ext cx="3800475" cy="1307783"/>
            </a:xfrm>
            <a:custGeom>
              <a:avLst/>
              <a:gdLst/>
              <a:ahLst/>
              <a:cxnLst/>
              <a:rect l="l" t="t" r="r" b="b"/>
              <a:pathLst>
                <a:path w="3800475" h="1307783">
                  <a:moveTo>
                    <a:pt x="20955" y="1307783"/>
                  </a:moveTo>
                  <a:lnTo>
                    <a:pt x="2316480" y="684848"/>
                  </a:lnTo>
                  <a:lnTo>
                    <a:pt x="3082290" y="379096"/>
                  </a:lnTo>
                  <a:lnTo>
                    <a:pt x="3800475" y="74296"/>
                  </a:lnTo>
                  <a:lnTo>
                    <a:pt x="3800475" y="0"/>
                  </a:lnTo>
                  <a:lnTo>
                    <a:pt x="3051810" y="304800"/>
                  </a:lnTo>
                  <a:lnTo>
                    <a:pt x="2293620" y="608648"/>
                  </a:lnTo>
                  <a:lnTo>
                    <a:pt x="0" y="1230630"/>
                  </a:lnTo>
                  <a:close/>
                </a:path>
              </a:pathLst>
            </a:custGeom>
            <a:solidFill>
              <a:srgbClr val="B6C8F0">
                <a:alpha val="772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streak-19-core-7"/>
            <p:cNvSpPr/>
            <p:nvPr/>
          </p:nvSpPr>
          <p:spPr>
            <a:xfrm>
              <a:off x="26657618" y="13302615"/>
              <a:ext cx="3793807" cy="1259205"/>
            </a:xfrm>
            <a:custGeom>
              <a:avLst/>
              <a:gdLst/>
              <a:ahLst/>
              <a:cxnLst/>
              <a:rect l="l" t="t" r="r" b="b"/>
              <a:pathLst>
                <a:path w="3793807" h="1259205">
                  <a:moveTo>
                    <a:pt x="7620" y="1259205"/>
                  </a:moveTo>
                  <a:lnTo>
                    <a:pt x="2302192" y="636270"/>
                  </a:lnTo>
                  <a:lnTo>
                    <a:pt x="3066097" y="331470"/>
                  </a:lnTo>
                  <a:lnTo>
                    <a:pt x="3793807" y="26670"/>
                  </a:lnTo>
                  <a:lnTo>
                    <a:pt x="3793807" y="0"/>
                  </a:lnTo>
                  <a:lnTo>
                    <a:pt x="3054667" y="304800"/>
                  </a:lnTo>
                  <a:lnTo>
                    <a:pt x="2294572" y="609600"/>
                  </a:lnTo>
                  <a:lnTo>
                    <a:pt x="0" y="1231583"/>
                  </a:lnTo>
                  <a:close/>
                </a:path>
              </a:pathLst>
            </a:custGeom>
            <a:solidFill>
              <a:srgbClr val="EAF2FF">
                <a:alpha val="177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streak-20-halo-0"/>
            <p:cNvSpPr/>
            <p:nvPr/>
          </p:nvSpPr>
          <p:spPr>
            <a:xfrm>
              <a:off x="19050" y="16271558"/>
              <a:ext cx="3827145" cy="844867"/>
            </a:xfrm>
            <a:custGeom>
              <a:avLst/>
              <a:gdLst/>
              <a:ahLst/>
              <a:cxnLst/>
              <a:rect l="l" t="t" r="r" b="b"/>
              <a:pathLst>
                <a:path w="3827145" h="844867">
                  <a:moveTo>
                    <a:pt x="19050" y="844867"/>
                  </a:moveTo>
                  <a:lnTo>
                    <a:pt x="3827145" y="604837"/>
                  </a:lnTo>
                  <a:lnTo>
                    <a:pt x="3751898" y="0"/>
                  </a:lnTo>
                  <a:lnTo>
                    <a:pt x="0" y="475297"/>
                  </a:lnTo>
                  <a:close/>
                </a:path>
              </a:pathLst>
            </a:custGeom>
            <a:solidFill>
              <a:srgbClr val="E8C489">
                <a:alpha val="12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streak-20-mid-0"/>
            <p:cNvSpPr/>
            <p:nvPr/>
          </p:nvSpPr>
          <p:spPr>
            <a:xfrm>
              <a:off x="19050" y="16446818"/>
              <a:ext cx="3805238" cy="669607"/>
            </a:xfrm>
            <a:custGeom>
              <a:avLst/>
              <a:gdLst/>
              <a:ahLst/>
              <a:cxnLst/>
              <a:rect l="l" t="t" r="r" b="b"/>
              <a:pathLst>
                <a:path w="3805238" h="669607">
                  <a:moveTo>
                    <a:pt x="0" y="669607"/>
                  </a:moveTo>
                  <a:lnTo>
                    <a:pt x="3805238" y="254317"/>
                  </a:lnTo>
                  <a:lnTo>
                    <a:pt x="3773805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8C489">
                <a:alpha val="21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" name="streak-20-core-0"/>
            <p:cNvSpPr/>
            <p:nvPr/>
          </p:nvSpPr>
          <p:spPr>
            <a:xfrm>
              <a:off x="19050" y="16549688"/>
              <a:ext cx="3792855" cy="523874"/>
            </a:xfrm>
            <a:custGeom>
              <a:avLst/>
              <a:gdLst/>
              <a:ahLst/>
              <a:cxnLst/>
              <a:rect l="l" t="t" r="r" b="b"/>
              <a:pathLst>
                <a:path w="3792855" h="523874">
                  <a:moveTo>
                    <a:pt x="0" y="523874"/>
                  </a:moveTo>
                  <a:lnTo>
                    <a:pt x="3792855" y="47624"/>
                  </a:lnTo>
                  <a:lnTo>
                    <a:pt x="3787140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E6B8">
                <a:alpha val="49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streak-20-halo-1"/>
            <p:cNvSpPr/>
            <p:nvPr/>
          </p:nvSpPr>
          <p:spPr>
            <a:xfrm>
              <a:off x="3770948" y="15795308"/>
              <a:ext cx="3884294" cy="1081087"/>
            </a:xfrm>
            <a:custGeom>
              <a:avLst/>
              <a:gdLst/>
              <a:ahLst/>
              <a:cxnLst/>
              <a:rect l="l" t="t" r="r" b="b"/>
              <a:pathLst>
                <a:path w="3884294" h="1081087">
                  <a:moveTo>
                    <a:pt x="75247" y="1081087"/>
                  </a:moveTo>
                  <a:lnTo>
                    <a:pt x="3884294" y="604837"/>
                  </a:lnTo>
                  <a:lnTo>
                    <a:pt x="3809047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8C489">
                <a:alpha val="18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" name="streak-20-mid-1"/>
            <p:cNvSpPr/>
            <p:nvPr/>
          </p:nvSpPr>
          <p:spPr>
            <a:xfrm>
              <a:off x="3792855" y="15970568"/>
              <a:ext cx="3840480" cy="730567"/>
            </a:xfrm>
            <a:custGeom>
              <a:avLst/>
              <a:gdLst/>
              <a:ahLst/>
              <a:cxnLst/>
              <a:rect l="l" t="t" r="r" b="b"/>
              <a:pathLst>
                <a:path w="3840480" h="730567">
                  <a:moveTo>
                    <a:pt x="31433" y="730567"/>
                  </a:moveTo>
                  <a:lnTo>
                    <a:pt x="3840480" y="254317"/>
                  </a:lnTo>
                  <a:lnTo>
                    <a:pt x="3809047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8C489">
                <a:alpha val="30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1" name="streak-20-core-1"/>
            <p:cNvSpPr/>
            <p:nvPr/>
          </p:nvSpPr>
          <p:spPr>
            <a:xfrm>
              <a:off x="3806190" y="16074390"/>
              <a:ext cx="3814762" cy="522922"/>
            </a:xfrm>
            <a:custGeom>
              <a:avLst/>
              <a:gdLst/>
              <a:ahLst/>
              <a:cxnLst/>
              <a:rect l="l" t="t" r="r" b="b"/>
              <a:pathLst>
                <a:path w="3814762" h="522922">
                  <a:moveTo>
                    <a:pt x="5715" y="522922"/>
                  </a:moveTo>
                  <a:lnTo>
                    <a:pt x="3814762" y="46672"/>
                  </a:lnTo>
                  <a:lnTo>
                    <a:pt x="3808095" y="0"/>
                  </a:lnTo>
                  <a:lnTo>
                    <a:pt x="0" y="475298"/>
                  </a:lnTo>
                  <a:close/>
                </a:path>
              </a:pathLst>
            </a:custGeom>
            <a:solidFill>
              <a:srgbClr val="FFE6B8">
                <a:alpha val="707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streak-20-halo-2"/>
            <p:cNvSpPr/>
            <p:nvPr/>
          </p:nvSpPr>
          <p:spPr>
            <a:xfrm>
              <a:off x="7579995" y="15319058"/>
              <a:ext cx="3884295" cy="1081087"/>
            </a:xfrm>
            <a:custGeom>
              <a:avLst/>
              <a:gdLst/>
              <a:ahLst/>
              <a:cxnLst/>
              <a:rect l="l" t="t" r="r" b="b"/>
              <a:pathLst>
                <a:path w="3884295" h="1081087">
                  <a:moveTo>
                    <a:pt x="75247" y="1081087"/>
                  </a:moveTo>
                  <a:lnTo>
                    <a:pt x="3884295" y="604837"/>
                  </a:lnTo>
                  <a:lnTo>
                    <a:pt x="3809047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8C489">
                <a:alpha val="25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3" name="streak-20-mid-2"/>
            <p:cNvSpPr/>
            <p:nvPr/>
          </p:nvSpPr>
          <p:spPr>
            <a:xfrm>
              <a:off x="7601902" y="15494318"/>
              <a:ext cx="3840480" cy="730567"/>
            </a:xfrm>
            <a:custGeom>
              <a:avLst/>
              <a:gdLst/>
              <a:ahLst/>
              <a:cxnLst/>
              <a:rect l="l" t="t" r="r" b="b"/>
              <a:pathLst>
                <a:path w="3840480" h="730567">
                  <a:moveTo>
                    <a:pt x="31433" y="730567"/>
                  </a:moveTo>
                  <a:lnTo>
                    <a:pt x="3840480" y="254317"/>
                  </a:lnTo>
                  <a:lnTo>
                    <a:pt x="3809048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8C489">
                <a:alpha val="42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4" name="streak-20-core-2"/>
            <p:cNvSpPr/>
            <p:nvPr/>
          </p:nvSpPr>
          <p:spPr>
            <a:xfrm>
              <a:off x="7614285" y="15598140"/>
              <a:ext cx="3814763" cy="522922"/>
            </a:xfrm>
            <a:custGeom>
              <a:avLst/>
              <a:gdLst/>
              <a:ahLst/>
              <a:cxnLst/>
              <a:rect l="l" t="t" r="r" b="b"/>
              <a:pathLst>
                <a:path w="3814763" h="522922">
                  <a:moveTo>
                    <a:pt x="6667" y="522922"/>
                  </a:moveTo>
                  <a:lnTo>
                    <a:pt x="3814763" y="46672"/>
                  </a:lnTo>
                  <a:lnTo>
                    <a:pt x="3809047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E6B8">
                <a:alpha val="97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5" name="streak-20-halo-3"/>
            <p:cNvSpPr/>
            <p:nvPr/>
          </p:nvSpPr>
          <p:spPr>
            <a:xfrm>
              <a:off x="11389042" y="14842808"/>
              <a:ext cx="3884296" cy="1081087"/>
            </a:xfrm>
            <a:custGeom>
              <a:avLst/>
              <a:gdLst/>
              <a:ahLst/>
              <a:cxnLst/>
              <a:rect l="l" t="t" r="r" b="b"/>
              <a:pathLst>
                <a:path w="3884296" h="1081087">
                  <a:moveTo>
                    <a:pt x="75248" y="1081087"/>
                  </a:moveTo>
                  <a:lnTo>
                    <a:pt x="3884296" y="604837"/>
                  </a:lnTo>
                  <a:lnTo>
                    <a:pt x="3808096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8C489">
                <a:alpha val="3379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6" name="streak-20-mid-3"/>
            <p:cNvSpPr/>
            <p:nvPr/>
          </p:nvSpPr>
          <p:spPr>
            <a:xfrm>
              <a:off x="11410950" y="15018068"/>
              <a:ext cx="3840480" cy="730567"/>
            </a:xfrm>
            <a:custGeom>
              <a:avLst/>
              <a:gdLst/>
              <a:ahLst/>
              <a:cxnLst/>
              <a:rect l="l" t="t" r="r" b="b"/>
              <a:pathLst>
                <a:path w="3840480" h="730567">
                  <a:moveTo>
                    <a:pt x="31432" y="730567"/>
                  </a:moveTo>
                  <a:lnTo>
                    <a:pt x="3840480" y="254317"/>
                  </a:lnTo>
                  <a:lnTo>
                    <a:pt x="3808095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8C489">
                <a:alpha val="56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7" name="streak-20-core-3"/>
            <p:cNvSpPr/>
            <p:nvPr/>
          </p:nvSpPr>
          <p:spPr>
            <a:xfrm>
              <a:off x="11423332" y="15121890"/>
              <a:ext cx="3814763" cy="522922"/>
            </a:xfrm>
            <a:custGeom>
              <a:avLst/>
              <a:gdLst/>
              <a:ahLst/>
              <a:cxnLst/>
              <a:rect l="l" t="t" r="r" b="b"/>
              <a:pathLst>
                <a:path w="3814763" h="522922">
                  <a:moveTo>
                    <a:pt x="5716" y="522922"/>
                  </a:moveTo>
                  <a:lnTo>
                    <a:pt x="3814763" y="46672"/>
                  </a:lnTo>
                  <a:lnTo>
                    <a:pt x="3809048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E6B8">
                <a:alpha val="130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8" name="streak-20-halo-4"/>
            <p:cNvSpPr/>
            <p:nvPr/>
          </p:nvSpPr>
          <p:spPr>
            <a:xfrm>
              <a:off x="15197138" y="14366558"/>
              <a:ext cx="3884294" cy="1081087"/>
            </a:xfrm>
            <a:custGeom>
              <a:avLst/>
              <a:gdLst/>
              <a:ahLst/>
              <a:cxnLst/>
              <a:rect l="l" t="t" r="r" b="b"/>
              <a:pathLst>
                <a:path w="3884294" h="1081087">
                  <a:moveTo>
                    <a:pt x="76200" y="1081087"/>
                  </a:moveTo>
                  <a:lnTo>
                    <a:pt x="3884294" y="604837"/>
                  </a:lnTo>
                  <a:lnTo>
                    <a:pt x="3809047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8C489">
                <a:alpha val="43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streak-20-mid-4"/>
            <p:cNvSpPr/>
            <p:nvPr/>
          </p:nvSpPr>
          <p:spPr>
            <a:xfrm>
              <a:off x="15219045" y="14541818"/>
              <a:ext cx="3840480" cy="730567"/>
            </a:xfrm>
            <a:custGeom>
              <a:avLst/>
              <a:gdLst/>
              <a:ahLst/>
              <a:cxnLst/>
              <a:rect l="l" t="t" r="r" b="b"/>
              <a:pathLst>
                <a:path w="3840480" h="730567">
                  <a:moveTo>
                    <a:pt x="32385" y="730567"/>
                  </a:moveTo>
                  <a:lnTo>
                    <a:pt x="3840480" y="254317"/>
                  </a:lnTo>
                  <a:lnTo>
                    <a:pt x="3809047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8C489">
                <a:alpha val="73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streak-20-core-4"/>
            <p:cNvSpPr/>
            <p:nvPr/>
          </p:nvSpPr>
          <p:spPr>
            <a:xfrm>
              <a:off x="15232380" y="14645640"/>
              <a:ext cx="3814762" cy="522922"/>
            </a:xfrm>
            <a:custGeom>
              <a:avLst/>
              <a:gdLst/>
              <a:ahLst/>
              <a:cxnLst/>
              <a:rect l="l" t="t" r="r" b="b"/>
              <a:pathLst>
                <a:path w="3814762" h="522922">
                  <a:moveTo>
                    <a:pt x="5715" y="522922"/>
                  </a:moveTo>
                  <a:lnTo>
                    <a:pt x="3814762" y="47625"/>
                  </a:lnTo>
                  <a:lnTo>
                    <a:pt x="3809048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E6B8">
                <a:alpha val="168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1" name="streak-20-halo-5"/>
            <p:cNvSpPr/>
            <p:nvPr/>
          </p:nvSpPr>
          <p:spPr>
            <a:xfrm>
              <a:off x="19006185" y="13890308"/>
              <a:ext cx="3884295" cy="1081087"/>
            </a:xfrm>
            <a:custGeom>
              <a:avLst/>
              <a:gdLst/>
              <a:ahLst/>
              <a:cxnLst/>
              <a:rect l="l" t="t" r="r" b="b"/>
              <a:pathLst>
                <a:path w="3884295" h="1081087">
                  <a:moveTo>
                    <a:pt x="75247" y="1081087"/>
                  </a:moveTo>
                  <a:lnTo>
                    <a:pt x="3884295" y="604837"/>
                  </a:lnTo>
                  <a:lnTo>
                    <a:pt x="3809047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8C489">
                <a:alpha val="521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streak-20-mid-5"/>
            <p:cNvSpPr/>
            <p:nvPr/>
          </p:nvSpPr>
          <p:spPr>
            <a:xfrm>
              <a:off x="19028092" y="14066520"/>
              <a:ext cx="3840480" cy="729615"/>
            </a:xfrm>
            <a:custGeom>
              <a:avLst/>
              <a:gdLst/>
              <a:ahLst/>
              <a:cxnLst/>
              <a:rect l="l" t="t" r="r" b="b"/>
              <a:pathLst>
                <a:path w="3840480" h="729615">
                  <a:moveTo>
                    <a:pt x="31433" y="729615"/>
                  </a:moveTo>
                  <a:lnTo>
                    <a:pt x="3840480" y="253365"/>
                  </a:lnTo>
                  <a:lnTo>
                    <a:pt x="3809048" y="0"/>
                  </a:lnTo>
                  <a:lnTo>
                    <a:pt x="0" y="475298"/>
                  </a:lnTo>
                  <a:close/>
                </a:path>
              </a:pathLst>
            </a:custGeom>
            <a:solidFill>
              <a:srgbClr val="E8C489">
                <a:alpha val="876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streak-20-core-5"/>
            <p:cNvSpPr/>
            <p:nvPr/>
          </p:nvSpPr>
          <p:spPr>
            <a:xfrm>
              <a:off x="19041428" y="14169390"/>
              <a:ext cx="3814762" cy="523875"/>
            </a:xfrm>
            <a:custGeom>
              <a:avLst/>
              <a:gdLst/>
              <a:ahLst/>
              <a:cxnLst/>
              <a:rect l="l" t="t" r="r" b="b"/>
              <a:pathLst>
                <a:path w="3814762" h="523875">
                  <a:moveTo>
                    <a:pt x="5714" y="523875"/>
                  </a:moveTo>
                  <a:lnTo>
                    <a:pt x="3814762" y="47625"/>
                  </a:lnTo>
                  <a:lnTo>
                    <a:pt x="3808094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E6B8">
                <a:alpha val="2013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streak-20-halo-6"/>
            <p:cNvSpPr/>
            <p:nvPr/>
          </p:nvSpPr>
          <p:spPr>
            <a:xfrm>
              <a:off x="22815232" y="13415010"/>
              <a:ext cx="3884296" cy="1080135"/>
            </a:xfrm>
            <a:custGeom>
              <a:avLst/>
              <a:gdLst/>
              <a:ahLst/>
              <a:cxnLst/>
              <a:rect l="l" t="t" r="r" b="b"/>
              <a:pathLst>
                <a:path w="3884296" h="1080135">
                  <a:moveTo>
                    <a:pt x="75248" y="1080135"/>
                  </a:moveTo>
                  <a:lnTo>
                    <a:pt x="3884296" y="604838"/>
                  </a:lnTo>
                  <a:lnTo>
                    <a:pt x="3809048" y="0"/>
                  </a:lnTo>
                  <a:lnTo>
                    <a:pt x="0" y="475298"/>
                  </a:lnTo>
                  <a:close/>
                </a:path>
              </a:pathLst>
            </a:custGeom>
            <a:solidFill>
              <a:srgbClr val="E8C489">
                <a:alpha val="60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streak-20-mid-6"/>
            <p:cNvSpPr/>
            <p:nvPr/>
          </p:nvSpPr>
          <p:spPr>
            <a:xfrm>
              <a:off x="22837140" y="13590270"/>
              <a:ext cx="3840480" cy="729615"/>
            </a:xfrm>
            <a:custGeom>
              <a:avLst/>
              <a:gdLst/>
              <a:ahLst/>
              <a:cxnLst/>
              <a:rect l="l" t="t" r="r" b="b"/>
              <a:pathLst>
                <a:path w="3840480" h="729615">
                  <a:moveTo>
                    <a:pt x="31432" y="729615"/>
                  </a:moveTo>
                  <a:lnTo>
                    <a:pt x="3840480" y="253365"/>
                  </a:lnTo>
                  <a:lnTo>
                    <a:pt x="3809048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8C489">
                <a:alpha val="1018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streak-20-core-6"/>
            <p:cNvSpPr/>
            <p:nvPr/>
          </p:nvSpPr>
          <p:spPr>
            <a:xfrm>
              <a:off x="22849522" y="13693140"/>
              <a:ext cx="3814763" cy="523875"/>
            </a:xfrm>
            <a:custGeom>
              <a:avLst/>
              <a:gdLst/>
              <a:ahLst/>
              <a:cxnLst/>
              <a:rect l="l" t="t" r="r" b="b"/>
              <a:pathLst>
                <a:path w="3814763" h="523875">
                  <a:moveTo>
                    <a:pt x="6668" y="523875"/>
                  </a:moveTo>
                  <a:lnTo>
                    <a:pt x="3814763" y="47625"/>
                  </a:lnTo>
                  <a:lnTo>
                    <a:pt x="3809048" y="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E6B8">
                <a:alpha val="233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streak-20-halo-7"/>
            <p:cNvSpPr/>
            <p:nvPr/>
          </p:nvSpPr>
          <p:spPr>
            <a:xfrm>
              <a:off x="26624280" y="13032105"/>
              <a:ext cx="3827145" cy="987743"/>
            </a:xfrm>
            <a:custGeom>
              <a:avLst/>
              <a:gdLst/>
              <a:ahLst/>
              <a:cxnLst/>
              <a:rect l="l" t="t" r="r" b="b"/>
              <a:pathLst>
                <a:path w="3827145" h="987743">
                  <a:moveTo>
                    <a:pt x="75248" y="987743"/>
                  </a:moveTo>
                  <a:lnTo>
                    <a:pt x="76200" y="986790"/>
                  </a:lnTo>
                  <a:lnTo>
                    <a:pt x="2171700" y="777240"/>
                  </a:lnTo>
                  <a:lnTo>
                    <a:pt x="3827145" y="605790"/>
                  </a:lnTo>
                  <a:lnTo>
                    <a:pt x="3815715" y="0"/>
                  </a:lnTo>
                  <a:lnTo>
                    <a:pt x="2110740" y="171450"/>
                  </a:lnTo>
                  <a:lnTo>
                    <a:pt x="15240" y="381000"/>
                  </a:lnTo>
                  <a:lnTo>
                    <a:pt x="0" y="382905"/>
                  </a:lnTo>
                  <a:close/>
                </a:path>
              </a:pathLst>
            </a:custGeom>
            <a:solidFill>
              <a:srgbClr val="E8C489">
                <a:alpha val="669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streak-20-mid-7"/>
            <p:cNvSpPr/>
            <p:nvPr/>
          </p:nvSpPr>
          <p:spPr>
            <a:xfrm>
              <a:off x="26646188" y="13207365"/>
              <a:ext cx="3805237" cy="636270"/>
            </a:xfrm>
            <a:custGeom>
              <a:avLst/>
              <a:gdLst/>
              <a:ahLst/>
              <a:cxnLst/>
              <a:rect l="l" t="t" r="r" b="b"/>
              <a:pathLst>
                <a:path w="3805237" h="636270">
                  <a:moveTo>
                    <a:pt x="31432" y="636270"/>
                  </a:moveTo>
                  <a:lnTo>
                    <a:pt x="36194" y="636270"/>
                  </a:lnTo>
                  <a:lnTo>
                    <a:pt x="2131694" y="426720"/>
                  </a:lnTo>
                  <a:lnTo>
                    <a:pt x="3805237" y="255270"/>
                  </a:lnTo>
                  <a:lnTo>
                    <a:pt x="3805237" y="0"/>
                  </a:lnTo>
                  <a:lnTo>
                    <a:pt x="2106930" y="171450"/>
                  </a:lnTo>
                  <a:lnTo>
                    <a:pt x="11430" y="381000"/>
                  </a:lnTo>
                  <a:lnTo>
                    <a:pt x="0" y="382905"/>
                  </a:lnTo>
                  <a:close/>
                </a:path>
              </a:pathLst>
            </a:custGeom>
            <a:solidFill>
              <a:srgbClr val="E8C489">
                <a:alpha val="1125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streak-20-core-7"/>
            <p:cNvSpPr/>
            <p:nvPr/>
          </p:nvSpPr>
          <p:spPr>
            <a:xfrm>
              <a:off x="26658570" y="13311188"/>
              <a:ext cx="3792855" cy="429577"/>
            </a:xfrm>
            <a:custGeom>
              <a:avLst/>
              <a:gdLst/>
              <a:ahLst/>
              <a:cxnLst/>
              <a:rect l="l" t="t" r="r" b="b"/>
              <a:pathLst>
                <a:path w="3792855" h="429577">
                  <a:moveTo>
                    <a:pt x="5715" y="429577"/>
                  </a:moveTo>
                  <a:lnTo>
                    <a:pt x="13335" y="428624"/>
                  </a:lnTo>
                  <a:lnTo>
                    <a:pt x="2108835" y="219074"/>
                  </a:lnTo>
                  <a:lnTo>
                    <a:pt x="3792855" y="47624"/>
                  </a:lnTo>
                  <a:lnTo>
                    <a:pt x="3792855" y="0"/>
                  </a:lnTo>
                  <a:lnTo>
                    <a:pt x="2105025" y="171450"/>
                  </a:lnTo>
                  <a:lnTo>
                    <a:pt x="9525" y="381000"/>
                  </a:lnTo>
                  <a:lnTo>
                    <a:pt x="0" y="381952"/>
                  </a:lnTo>
                  <a:close/>
                </a:path>
              </a:pathLst>
            </a:custGeom>
            <a:solidFill>
              <a:srgbClr val="FFE6B8">
                <a:alpha val="2584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bokeh-1"/>
            <p:cNvSpPr/>
            <p:nvPr/>
          </p:nvSpPr>
          <p:spPr>
            <a:xfrm>
              <a:off x="18621375" y="12525375"/>
              <a:ext cx="95250" cy="952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bokeh-2"/>
            <p:cNvSpPr/>
            <p:nvPr/>
          </p:nvSpPr>
          <p:spPr>
            <a:xfrm>
              <a:off x="19773900" y="12039600"/>
              <a:ext cx="76200" cy="762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bokeh-3"/>
            <p:cNvSpPr/>
            <p:nvPr/>
          </p:nvSpPr>
          <p:spPr>
            <a:xfrm>
              <a:off x="20707350" y="13354050"/>
              <a:ext cx="114300" cy="1143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bokeh-4"/>
            <p:cNvSpPr/>
            <p:nvPr/>
          </p:nvSpPr>
          <p:spPr>
            <a:xfrm>
              <a:off x="22059900" y="12649200"/>
              <a:ext cx="76200" cy="762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4" name="bokeh-5"/>
            <p:cNvSpPr/>
            <p:nvPr/>
          </p:nvSpPr>
          <p:spPr>
            <a:xfrm>
              <a:off x="23383875" y="13477875"/>
              <a:ext cx="95250" cy="952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bokeh-6"/>
            <p:cNvSpPr/>
            <p:nvPr/>
          </p:nvSpPr>
          <p:spPr>
            <a:xfrm>
              <a:off x="24736425" y="13039725"/>
              <a:ext cx="57150" cy="571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bokeh-7"/>
            <p:cNvSpPr/>
            <p:nvPr/>
          </p:nvSpPr>
          <p:spPr>
            <a:xfrm>
              <a:off x="26050875" y="12239625"/>
              <a:ext cx="95250" cy="952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bokeh-8"/>
            <p:cNvSpPr/>
            <p:nvPr/>
          </p:nvSpPr>
          <p:spPr>
            <a:xfrm>
              <a:off x="27393900" y="13296900"/>
              <a:ext cx="76200" cy="762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" name="bokeh-9"/>
            <p:cNvSpPr/>
            <p:nvPr/>
          </p:nvSpPr>
          <p:spPr>
            <a:xfrm>
              <a:off x="28736925" y="12639675"/>
              <a:ext cx="57150" cy="571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bokeh-10"/>
            <p:cNvSpPr/>
            <p:nvPr/>
          </p:nvSpPr>
          <p:spPr>
            <a:xfrm>
              <a:off x="14439900" y="13963650"/>
              <a:ext cx="76200" cy="762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bokeh-11"/>
            <p:cNvSpPr/>
            <p:nvPr/>
          </p:nvSpPr>
          <p:spPr>
            <a:xfrm>
              <a:off x="15973425" y="14449425"/>
              <a:ext cx="57150" cy="571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1" name="bokeh-12"/>
            <p:cNvSpPr/>
            <p:nvPr/>
          </p:nvSpPr>
          <p:spPr>
            <a:xfrm>
              <a:off x="11201400" y="13487400"/>
              <a:ext cx="76200" cy="762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bokeh-13"/>
            <p:cNvSpPr/>
            <p:nvPr/>
          </p:nvSpPr>
          <p:spPr>
            <a:xfrm>
              <a:off x="8543925" y="12925425"/>
              <a:ext cx="57150" cy="571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3" name="bokeh-14"/>
            <p:cNvSpPr/>
            <p:nvPr/>
          </p:nvSpPr>
          <p:spPr>
            <a:xfrm>
              <a:off x="6067425" y="12353925"/>
              <a:ext cx="57150" cy="571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bokeh-15"/>
            <p:cNvSpPr/>
            <p:nvPr/>
          </p:nvSpPr>
          <p:spPr>
            <a:xfrm>
              <a:off x="21497925" y="11210925"/>
              <a:ext cx="57150" cy="571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bokeh-16"/>
            <p:cNvSpPr/>
            <p:nvPr/>
          </p:nvSpPr>
          <p:spPr>
            <a:xfrm>
              <a:off x="19011900" y="10915650"/>
              <a:ext cx="76200" cy="762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bokeh-17"/>
            <p:cNvSpPr/>
            <p:nvPr/>
          </p:nvSpPr>
          <p:spPr>
            <a:xfrm>
              <a:off x="27593925" y="11401425"/>
              <a:ext cx="57150" cy="571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bokeh-18"/>
            <p:cNvSpPr/>
            <p:nvPr/>
          </p:nvSpPr>
          <p:spPr>
            <a:xfrm>
              <a:off x="29698950" y="11029950"/>
              <a:ext cx="38100" cy="381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bokeh-19"/>
            <p:cNvSpPr/>
            <p:nvPr/>
          </p:nvSpPr>
          <p:spPr>
            <a:xfrm>
              <a:off x="7210425" y="11210925"/>
              <a:ext cx="57150" cy="571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bokeh-20"/>
            <p:cNvSpPr/>
            <p:nvPr/>
          </p:nvSpPr>
          <p:spPr>
            <a:xfrm>
              <a:off x="3981450" y="11601450"/>
              <a:ext cx="38100" cy="381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bokeh-21"/>
            <p:cNvSpPr/>
            <p:nvPr/>
          </p:nvSpPr>
          <p:spPr>
            <a:xfrm>
              <a:off x="22640925" y="10639425"/>
              <a:ext cx="57150" cy="571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bokeh-22"/>
            <p:cNvSpPr/>
            <p:nvPr/>
          </p:nvSpPr>
          <p:spPr>
            <a:xfrm>
              <a:off x="23983950" y="10363200"/>
              <a:ext cx="38100" cy="381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bokeh-23"/>
            <p:cNvSpPr/>
            <p:nvPr/>
          </p:nvSpPr>
          <p:spPr>
            <a:xfrm>
              <a:off x="16078200" y="10267950"/>
              <a:ext cx="38100" cy="381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bokeh-24"/>
            <p:cNvSpPr/>
            <p:nvPr/>
          </p:nvSpPr>
          <p:spPr>
            <a:xfrm>
              <a:off x="12544425" y="10639425"/>
              <a:ext cx="57150" cy="571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bokeh-25"/>
            <p:cNvSpPr/>
            <p:nvPr/>
          </p:nvSpPr>
          <p:spPr>
            <a:xfrm>
              <a:off x="9982200" y="11029950"/>
              <a:ext cx="38100" cy="381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bokeh-26"/>
            <p:cNvSpPr/>
            <p:nvPr/>
          </p:nvSpPr>
          <p:spPr>
            <a:xfrm>
              <a:off x="5314950" y="10267950"/>
              <a:ext cx="38100" cy="381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bokeh-27"/>
            <p:cNvSpPr/>
            <p:nvPr/>
          </p:nvSpPr>
          <p:spPr>
            <a:xfrm>
              <a:off x="29689425" y="13687425"/>
              <a:ext cx="57150" cy="5715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bokeh-28"/>
            <p:cNvSpPr/>
            <p:nvPr/>
          </p:nvSpPr>
          <p:spPr>
            <a:xfrm>
              <a:off x="28174950" y="14268450"/>
              <a:ext cx="38100" cy="38100"/>
            </a:xfrm>
            <a:prstGeom prst="ellipse">
              <a:avLst/>
            </a:prstGeom>
            <a:solidFill>
              <a:srgbClr val="CFF6FF">
                <a:alpha val="3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5" name="title-block"/>
          <p:cNvGrpSpPr/>
          <p:nvPr/>
        </p:nvGrpSpPr>
        <p:grpSpPr>
          <a:xfrm>
            <a:off x="3538347" y="4943475"/>
            <a:ext cx="23536656" cy="3714750"/>
            <a:chOff x="3538347" y="4943475"/>
            <a:chExt cx="23536656" cy="3714750"/>
          </a:xfrm>
        </p:grpSpPr>
        <p:sp>
          <p:nvSpPr>
            <p:cNvPr id="428" name="title-cn"/>
            <p:cNvSpPr txBox="1"/>
            <p:nvPr/>
          </p:nvSpPr>
          <p:spPr>
            <a:xfrm>
              <a:off x="3538347" y="4943475"/>
              <a:ext cx="23536656" cy="2333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4850" b="1" i="0">
                  <a:solidFill>
                    <a:srgbClr val="4155C6"/>
                  </a:solidFill>
                  <a:latin typeface="Microsoft YaHei"/>
                  <a:ea typeface="Microsoft YaHei"/>
                  <a:cs typeface="Microsoft YaHei"/>
                </a:rPr>
                <a:t>智能协同办公平台项目启动</a:t>
              </a:r>
            </a:p>
          </p:txBody>
        </p:sp>
        <p:sp>
          <p:nvSpPr>
            <p:cNvPr id="429" name="subtitle-en"/>
            <p:cNvSpPr txBox="1"/>
            <p:nvPr/>
          </p:nvSpPr>
          <p:spPr>
            <a:xfrm>
              <a:off x="4485513" y="7705725"/>
              <a:ext cx="21451824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60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Intelligent Collaboration Platform Project Launch</a:t>
              </a:r>
            </a:p>
          </p:txBody>
        </p:sp>
      </p:grpSp>
      <p:grpSp>
        <p:nvGrpSpPr>
          <p:cNvPr id="436" name="pill-owner-badge"/>
          <p:cNvGrpSpPr/>
          <p:nvPr/>
        </p:nvGrpSpPr>
        <p:grpSpPr>
          <a:xfrm>
            <a:off x="11839575" y="10239375"/>
            <a:ext cx="6686550" cy="1266825"/>
            <a:chOff x="11839575" y="10239375"/>
            <a:chExt cx="6686550" cy="1266825"/>
          </a:xfrm>
        </p:grpSpPr>
        <p:sp>
          <p:nvSpPr>
            <p:cNvPr id="430" name="pill-border"/>
            <p:cNvSpPr/>
            <p:nvPr/>
          </p:nvSpPr>
          <p:spPr>
            <a:xfrm>
              <a:off x="11839575" y="10277475"/>
              <a:ext cx="6610350" cy="1228725"/>
            </a:xfrm>
            <a:prstGeom prst="roundRect">
              <a:avLst>
                <a:gd name="adj" fmla="val 49612"/>
              </a:avLst>
            </a:prstGeom>
            <a:gradFill rotWithShape="1">
              <a:gsLst>
                <a:gs pos="0">
                  <a:srgbClr val="5C5CE6"/>
                </a:gs>
                <a:gs pos="100000">
                  <a:srgbClr val="F2C33E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pill-owner"/>
            <p:cNvSpPr/>
            <p:nvPr/>
          </p:nvSpPr>
          <p:spPr>
            <a:xfrm>
              <a:off x="11868150" y="10306050"/>
              <a:ext cx="6553200" cy="1171575"/>
            </a:xfrm>
            <a:prstGeom prst="roundRect">
              <a:avLst>
                <a:gd name="adj" fmla="val 49593"/>
              </a:avLst>
            </a:prstGeom>
            <a:solidFill>
              <a:srgbClr val="0A2D3C">
                <a:alpha val="9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pill-owner-text"/>
            <p:cNvSpPr txBox="1"/>
            <p:nvPr/>
          </p:nvSpPr>
          <p:spPr>
            <a:xfrm>
              <a:off x="11915775" y="10239375"/>
              <a:ext cx="6610350" cy="11144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1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项目负责人：大卫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