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470475" cy="17145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30470475" cy="17145000"/>
          </a:xfrm>
          <a:prstGeom prst="rect">
            <a:avLst/>
          </a:prstGeom>
          <a:solidFill>
            <a:srgbClr val="000E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16" name="page-01"/>
          <p:cNvGrpSpPr/>
          <p:nvPr/>
        </p:nvGrpSpPr>
        <p:grpSpPr>
          <a:xfrm>
            <a:off x="0" y="0"/>
            <a:ext cx="30470475" cy="17145000"/>
            <a:chOff x="0" y="0"/>
            <a:chExt cx="30470475" cy="17145000"/>
          </a:xfrm>
        </p:grpSpPr>
        <p:sp>
          <p:nvSpPr>
            <p:cNvPr id="3" name="bg-band-1"/>
            <p:cNvSpPr/>
            <p:nvPr/>
          </p:nvSpPr>
          <p:spPr>
            <a:xfrm>
              <a:off x="0" y="0"/>
              <a:ext cx="30470475" cy="4762500"/>
            </a:xfrm>
            <a:prstGeom prst="rect">
              <a:avLst/>
            </a:prstGeom>
            <a:gradFill rotWithShape="1">
              <a:gsLst>
                <a:gs pos="0">
                  <a:srgbClr val="000D24"/>
                </a:gs>
                <a:gs pos="100000">
                  <a:srgbClr val="001332"/>
                </a:gs>
              </a:gsLst>
              <a:lin scaled="0" ang="540000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bg-band-2"/>
            <p:cNvSpPr/>
            <p:nvPr/>
          </p:nvSpPr>
          <p:spPr>
            <a:xfrm>
              <a:off x="0" y="4762500"/>
              <a:ext cx="30470475" cy="2000250"/>
            </a:xfrm>
            <a:prstGeom prst="rect">
              <a:avLst/>
            </a:prstGeom>
            <a:gradFill rotWithShape="1">
              <a:gsLst>
                <a:gs pos="0">
                  <a:srgbClr val="001332"/>
                </a:gs>
                <a:gs pos="100000">
                  <a:srgbClr val="001A3E"/>
                </a:gs>
              </a:gsLst>
              <a:lin scaled="0" ang="540000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bg-band-3"/>
            <p:cNvSpPr/>
            <p:nvPr/>
          </p:nvSpPr>
          <p:spPr>
            <a:xfrm>
              <a:off x="0" y="6762750"/>
              <a:ext cx="30470475" cy="1143000"/>
            </a:xfrm>
            <a:prstGeom prst="rect">
              <a:avLst/>
            </a:prstGeom>
            <a:gradFill rotWithShape="1">
              <a:gsLst>
                <a:gs pos="0">
                  <a:srgbClr val="001A3E"/>
                </a:gs>
                <a:gs pos="100000">
                  <a:srgbClr val="02224A"/>
                </a:gs>
              </a:gsLst>
              <a:lin scaled="0" ang="540000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bg-band-4"/>
            <p:cNvSpPr/>
            <p:nvPr/>
          </p:nvSpPr>
          <p:spPr>
            <a:xfrm>
              <a:off x="0" y="7905750"/>
              <a:ext cx="30470475" cy="1219200"/>
            </a:xfrm>
            <a:prstGeom prst="rect">
              <a:avLst/>
            </a:prstGeom>
            <a:gradFill rotWithShape="1">
              <a:gsLst>
                <a:gs pos="0">
                  <a:srgbClr val="02224A"/>
                </a:gs>
                <a:gs pos="100000">
                  <a:srgbClr val="042C58"/>
                </a:gs>
              </a:gsLst>
              <a:lin scaled="0" ang="540000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horizon-glow-1"/>
            <p:cNvSpPr/>
            <p:nvPr/>
          </p:nvSpPr>
          <p:spPr>
            <a:xfrm>
              <a:off x="3810000" y="7715250"/>
              <a:ext cx="23241000" cy="4000500"/>
            </a:xfrm>
            <a:prstGeom prst="ellipse">
              <a:avLst/>
            </a:prstGeom>
            <a:solidFill>
              <a:srgbClr val="148094">
                <a:alpha val="7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horizon-glow-2"/>
            <p:cNvSpPr/>
            <p:nvPr/>
          </p:nvSpPr>
          <p:spPr>
            <a:xfrm>
              <a:off x="5810250" y="8020050"/>
              <a:ext cx="19240500" cy="3390900"/>
            </a:xfrm>
            <a:prstGeom prst="ellipse">
              <a:avLst/>
            </a:prstGeom>
            <a:solidFill>
              <a:srgbClr val="148094">
                <a:alpha val="7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horizon-glow-3"/>
            <p:cNvSpPr/>
            <p:nvPr/>
          </p:nvSpPr>
          <p:spPr>
            <a:xfrm>
              <a:off x="7810500" y="8334375"/>
              <a:ext cx="15240000" cy="2762250"/>
            </a:xfrm>
            <a:prstGeom prst="ellipse">
              <a:avLst/>
            </a:prstGeom>
            <a:solidFill>
              <a:srgbClr val="148094">
                <a:alpha val="7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horizon-glow-4"/>
            <p:cNvSpPr/>
            <p:nvPr/>
          </p:nvSpPr>
          <p:spPr>
            <a:xfrm>
              <a:off x="9620250" y="8620125"/>
              <a:ext cx="11620500" cy="2190750"/>
            </a:xfrm>
            <a:prstGeom prst="ellipse">
              <a:avLst/>
            </a:prstGeom>
            <a:solidFill>
              <a:srgbClr val="148094">
                <a:alpha val="7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horizon-glow-5"/>
            <p:cNvSpPr/>
            <p:nvPr/>
          </p:nvSpPr>
          <p:spPr>
            <a:xfrm>
              <a:off x="11239500" y="8877300"/>
              <a:ext cx="8382000" cy="1676400"/>
            </a:xfrm>
            <a:prstGeom prst="ellipse">
              <a:avLst/>
            </a:prstGeom>
            <a:solidFill>
              <a:srgbClr val="148094">
                <a:alpha val="7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12" name="artwork-trails" descr="_photo_artwork_trails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9124950"/>
              <a:ext cx="30470475" cy="8020050"/>
            </a:xfrm>
            <a:prstGeom prst="rect">
              <a:avLst/>
            </a:prstGeom>
            <a:effectLst/>
          </p:spPr>
        </p:pic>
        <p:sp>
          <p:nvSpPr>
            <p:cNvPr id="13" name="top-hairline"/>
            <p:cNvSpPr/>
            <p:nvPr/>
          </p:nvSpPr>
          <p:spPr>
            <a:xfrm>
              <a:off x="0" y="0"/>
              <a:ext cx="30470475" cy="190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itle-THANKS"/>
            <p:cNvSpPr txBox="1"/>
            <p:nvPr/>
          </p:nvSpPr>
          <p:spPr>
            <a:xfrm>
              <a:off x="6257925" y="5372100"/>
              <a:ext cx="18040350" cy="35433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4650" b="1" i="0" spc="-225">
                  <a:solidFill>
                    <a:srgbClr val="5D85FF"/>
                  </a:solidFill>
                  <a:latin typeface="Arial"/>
                  <a:ea typeface="Arial"/>
                  <a:cs typeface="Arial"/>
                </a:rPr>
                <a:t>THANKS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