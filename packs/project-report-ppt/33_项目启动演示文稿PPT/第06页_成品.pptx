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0470475" cy="17145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background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solidFill>
            <a:srgbClr val="EAEA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bg"/>
          <p:cNvSpPr/>
          <p:nvPr/>
        </p:nvSpPr>
        <p:spPr>
          <a:xfrm>
            <a:off x="0" y="0"/>
            <a:ext cx="30470475" cy="17145000"/>
          </a:xfrm>
          <a:prstGeom prst="rect">
            <a:avLst/>
          </a:prstGeom>
          <a:gradFill rotWithShape="1">
            <a:gsLst>
              <a:gs pos="0">
                <a:srgbClr val="EDEDEF"/>
              </a:gs>
              <a:gs pos="50000">
                <a:srgbClr val="E9E9EB"/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pSp>
        <p:nvGrpSpPr>
          <p:cNvPr id="93" name="wave-band"/>
          <p:cNvGrpSpPr/>
          <p:nvPr/>
        </p:nvGrpSpPr>
        <p:grpSpPr>
          <a:xfrm>
            <a:off x="0" y="5934075"/>
            <a:ext cx="30384750" cy="1781175"/>
            <a:chOff x="0" y="5934075"/>
            <a:chExt cx="30384750" cy="1781175"/>
          </a:xfrm>
        </p:grpSpPr>
        <p:sp>
          <p:nvSpPr>
            <p:cNvPr id="4" name="wave-00"/>
            <p:cNvSpPr/>
            <p:nvPr/>
          </p:nvSpPr>
          <p:spPr>
            <a:xfrm>
              <a:off x="0" y="5934075"/>
              <a:ext cx="30384750" cy="771525"/>
            </a:xfrm>
            <a:custGeom>
              <a:avLst/>
              <a:gdLst/>
              <a:ahLst/>
              <a:cxnLst/>
              <a:rect l="l" t="t" r="r" b="b"/>
              <a:pathLst>
                <a:path w="30384750" h="771525">
                  <a:moveTo>
                    <a:pt x="0" y="371475"/>
                  </a:moveTo>
                  <a:lnTo>
                    <a:pt x="285750" y="381000"/>
                  </a:lnTo>
                  <a:lnTo>
                    <a:pt x="571500" y="400050"/>
                  </a:lnTo>
                  <a:lnTo>
                    <a:pt x="857250" y="438150"/>
                  </a:lnTo>
                  <a:lnTo>
                    <a:pt x="1143000" y="476250"/>
                  </a:lnTo>
                  <a:lnTo>
                    <a:pt x="1428750" y="523875"/>
                  </a:lnTo>
                  <a:lnTo>
                    <a:pt x="1714500" y="581025"/>
                  </a:lnTo>
                  <a:lnTo>
                    <a:pt x="2000250" y="628650"/>
                  </a:lnTo>
                  <a:lnTo>
                    <a:pt x="2286000" y="676275"/>
                  </a:lnTo>
                  <a:lnTo>
                    <a:pt x="2571750" y="714375"/>
                  </a:lnTo>
                  <a:lnTo>
                    <a:pt x="2857500" y="752475"/>
                  </a:lnTo>
                  <a:lnTo>
                    <a:pt x="3143250" y="771525"/>
                  </a:lnTo>
                  <a:lnTo>
                    <a:pt x="3429000" y="771525"/>
                  </a:lnTo>
                  <a:lnTo>
                    <a:pt x="3714750" y="771525"/>
                  </a:lnTo>
                  <a:lnTo>
                    <a:pt x="4000500" y="742950"/>
                  </a:lnTo>
                  <a:lnTo>
                    <a:pt x="4286250" y="704850"/>
                  </a:lnTo>
                  <a:lnTo>
                    <a:pt x="4572000" y="657225"/>
                  </a:lnTo>
                  <a:lnTo>
                    <a:pt x="4857750" y="590550"/>
                  </a:lnTo>
                  <a:lnTo>
                    <a:pt x="5143500" y="514350"/>
                  </a:lnTo>
                  <a:lnTo>
                    <a:pt x="5429250" y="428625"/>
                  </a:lnTo>
                  <a:lnTo>
                    <a:pt x="5715000" y="342900"/>
                  </a:lnTo>
                  <a:lnTo>
                    <a:pt x="6000750" y="257175"/>
                  </a:lnTo>
                  <a:lnTo>
                    <a:pt x="6286500" y="190500"/>
                  </a:lnTo>
                  <a:lnTo>
                    <a:pt x="6572250" y="142875"/>
                  </a:lnTo>
                  <a:lnTo>
                    <a:pt x="6858000" y="104775"/>
                  </a:lnTo>
                  <a:lnTo>
                    <a:pt x="7143750" y="85725"/>
                  </a:lnTo>
                  <a:lnTo>
                    <a:pt x="7429500" y="76200"/>
                  </a:lnTo>
                  <a:lnTo>
                    <a:pt x="7715250" y="66675"/>
                  </a:lnTo>
                  <a:lnTo>
                    <a:pt x="8001000" y="66675"/>
                  </a:lnTo>
                  <a:lnTo>
                    <a:pt x="8286750" y="66675"/>
                  </a:lnTo>
                  <a:lnTo>
                    <a:pt x="8572500" y="76200"/>
                  </a:lnTo>
                  <a:lnTo>
                    <a:pt x="8858250" y="85725"/>
                  </a:lnTo>
                  <a:lnTo>
                    <a:pt x="9144000" y="95250"/>
                  </a:lnTo>
                  <a:lnTo>
                    <a:pt x="9429750" y="104775"/>
                  </a:lnTo>
                  <a:lnTo>
                    <a:pt x="9715500" y="114300"/>
                  </a:lnTo>
                  <a:lnTo>
                    <a:pt x="10001250" y="123825"/>
                  </a:lnTo>
                  <a:lnTo>
                    <a:pt x="10287000" y="142875"/>
                  </a:lnTo>
                  <a:lnTo>
                    <a:pt x="10572750" y="171450"/>
                  </a:lnTo>
                  <a:lnTo>
                    <a:pt x="10858500" y="209550"/>
                  </a:lnTo>
                  <a:lnTo>
                    <a:pt x="11144250" y="266700"/>
                  </a:lnTo>
                  <a:lnTo>
                    <a:pt x="11430000" y="323850"/>
                  </a:lnTo>
                  <a:lnTo>
                    <a:pt x="11715750" y="390525"/>
                  </a:lnTo>
                  <a:lnTo>
                    <a:pt x="12001500" y="447675"/>
                  </a:lnTo>
                  <a:lnTo>
                    <a:pt x="12287250" y="495300"/>
                  </a:lnTo>
                  <a:lnTo>
                    <a:pt x="12573000" y="542925"/>
                  </a:lnTo>
                  <a:lnTo>
                    <a:pt x="12858750" y="571500"/>
                  </a:lnTo>
                  <a:lnTo>
                    <a:pt x="13144500" y="590550"/>
                  </a:lnTo>
                  <a:lnTo>
                    <a:pt x="13430250" y="609600"/>
                  </a:lnTo>
                  <a:lnTo>
                    <a:pt x="13716000" y="619125"/>
                  </a:lnTo>
                  <a:lnTo>
                    <a:pt x="14001750" y="609600"/>
                  </a:lnTo>
                  <a:lnTo>
                    <a:pt x="14287500" y="600075"/>
                  </a:lnTo>
                  <a:lnTo>
                    <a:pt x="14573250" y="581025"/>
                  </a:lnTo>
                  <a:lnTo>
                    <a:pt x="14859000" y="552450"/>
                  </a:lnTo>
                  <a:lnTo>
                    <a:pt x="15144750" y="514350"/>
                  </a:lnTo>
                  <a:lnTo>
                    <a:pt x="15430500" y="476250"/>
                  </a:lnTo>
                  <a:lnTo>
                    <a:pt x="15716250" y="419100"/>
                  </a:lnTo>
                  <a:lnTo>
                    <a:pt x="16002000" y="361950"/>
                  </a:lnTo>
                  <a:lnTo>
                    <a:pt x="16287750" y="295275"/>
                  </a:lnTo>
                  <a:lnTo>
                    <a:pt x="16573500" y="228600"/>
                  </a:lnTo>
                  <a:lnTo>
                    <a:pt x="16859250" y="161925"/>
                  </a:lnTo>
                  <a:lnTo>
                    <a:pt x="17145000" y="104775"/>
                  </a:lnTo>
                  <a:lnTo>
                    <a:pt x="17430750" y="66675"/>
                  </a:lnTo>
                  <a:lnTo>
                    <a:pt x="17716500" y="47625"/>
                  </a:lnTo>
                  <a:lnTo>
                    <a:pt x="18002250" y="57150"/>
                  </a:lnTo>
                  <a:lnTo>
                    <a:pt x="18288000" y="104775"/>
                  </a:lnTo>
                  <a:lnTo>
                    <a:pt x="18573750" y="161925"/>
                  </a:lnTo>
                  <a:lnTo>
                    <a:pt x="18859500" y="238125"/>
                  </a:lnTo>
                  <a:lnTo>
                    <a:pt x="19145250" y="304800"/>
                  </a:lnTo>
                  <a:lnTo>
                    <a:pt x="19431000" y="352425"/>
                  </a:lnTo>
                  <a:lnTo>
                    <a:pt x="19716750" y="352425"/>
                  </a:lnTo>
                  <a:lnTo>
                    <a:pt x="20002500" y="323850"/>
                  </a:lnTo>
                  <a:lnTo>
                    <a:pt x="20288250" y="257175"/>
                  </a:lnTo>
                  <a:lnTo>
                    <a:pt x="20574000" y="190500"/>
                  </a:lnTo>
                  <a:lnTo>
                    <a:pt x="20859750" y="123825"/>
                  </a:lnTo>
                  <a:lnTo>
                    <a:pt x="21145500" y="76200"/>
                  </a:lnTo>
                  <a:lnTo>
                    <a:pt x="21431250" y="76200"/>
                  </a:lnTo>
                  <a:lnTo>
                    <a:pt x="21717000" y="104775"/>
                  </a:lnTo>
                  <a:lnTo>
                    <a:pt x="22002750" y="161925"/>
                  </a:lnTo>
                  <a:lnTo>
                    <a:pt x="22288500" y="228600"/>
                  </a:lnTo>
                  <a:lnTo>
                    <a:pt x="22574250" y="314325"/>
                  </a:lnTo>
                  <a:lnTo>
                    <a:pt x="22860000" y="381000"/>
                  </a:lnTo>
                  <a:lnTo>
                    <a:pt x="23145750" y="447675"/>
                  </a:lnTo>
                  <a:lnTo>
                    <a:pt x="23431500" y="514350"/>
                  </a:lnTo>
                  <a:lnTo>
                    <a:pt x="23717250" y="561975"/>
                  </a:lnTo>
                  <a:lnTo>
                    <a:pt x="24003000" y="609600"/>
                  </a:lnTo>
                  <a:lnTo>
                    <a:pt x="24288750" y="647700"/>
                  </a:lnTo>
                  <a:lnTo>
                    <a:pt x="24574500" y="685800"/>
                  </a:lnTo>
                  <a:lnTo>
                    <a:pt x="24860250" y="714375"/>
                  </a:lnTo>
                  <a:lnTo>
                    <a:pt x="25146000" y="733425"/>
                  </a:lnTo>
                  <a:lnTo>
                    <a:pt x="25431750" y="752475"/>
                  </a:lnTo>
                  <a:lnTo>
                    <a:pt x="25717500" y="762000"/>
                  </a:lnTo>
                  <a:lnTo>
                    <a:pt x="26003250" y="762000"/>
                  </a:lnTo>
                  <a:lnTo>
                    <a:pt x="26289000" y="762000"/>
                  </a:lnTo>
                  <a:lnTo>
                    <a:pt x="26574750" y="742950"/>
                  </a:lnTo>
                  <a:lnTo>
                    <a:pt x="26860500" y="723900"/>
                  </a:lnTo>
                  <a:lnTo>
                    <a:pt x="27146250" y="704850"/>
                  </a:lnTo>
                  <a:lnTo>
                    <a:pt x="27432000" y="676275"/>
                  </a:lnTo>
                  <a:lnTo>
                    <a:pt x="27717750" y="638175"/>
                  </a:lnTo>
                  <a:lnTo>
                    <a:pt x="28003500" y="590550"/>
                  </a:lnTo>
                  <a:lnTo>
                    <a:pt x="28289250" y="533400"/>
                  </a:lnTo>
                  <a:lnTo>
                    <a:pt x="28575000" y="466725"/>
                  </a:lnTo>
                  <a:lnTo>
                    <a:pt x="28860750" y="381000"/>
                  </a:lnTo>
                  <a:lnTo>
                    <a:pt x="29146500" y="285750"/>
                  </a:lnTo>
                  <a:lnTo>
                    <a:pt x="29432250" y="180975"/>
                  </a:lnTo>
                  <a:lnTo>
                    <a:pt x="29718000" y="95250"/>
                  </a:lnTo>
                  <a:lnTo>
                    <a:pt x="30003750" y="47625"/>
                  </a:lnTo>
                  <a:lnTo>
                    <a:pt x="30289500" y="9525"/>
                  </a:lnTo>
                  <a:lnTo>
                    <a:pt x="30384750" y="0"/>
                  </a:lnTo>
                </a:path>
              </a:pathLst>
            </a:custGeom>
            <a:noFill/>
            <a:ln w="9525">
              <a:solidFill>
                <a:srgbClr val="C6DA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5" name="wave-01"/>
            <p:cNvSpPr/>
            <p:nvPr/>
          </p:nvSpPr>
          <p:spPr>
            <a:xfrm>
              <a:off x="0" y="6010275"/>
              <a:ext cx="30384750" cy="723900"/>
            </a:xfrm>
            <a:custGeom>
              <a:avLst/>
              <a:gdLst/>
              <a:ahLst/>
              <a:cxnLst/>
              <a:rect l="l" t="t" r="r" b="b"/>
              <a:pathLst>
                <a:path w="30384750" h="723900">
                  <a:moveTo>
                    <a:pt x="0" y="342900"/>
                  </a:moveTo>
                  <a:lnTo>
                    <a:pt x="285750" y="352425"/>
                  </a:lnTo>
                  <a:lnTo>
                    <a:pt x="571500" y="371475"/>
                  </a:lnTo>
                  <a:lnTo>
                    <a:pt x="857250" y="400050"/>
                  </a:lnTo>
                  <a:lnTo>
                    <a:pt x="1143000" y="438150"/>
                  </a:lnTo>
                  <a:lnTo>
                    <a:pt x="1428750" y="485775"/>
                  </a:lnTo>
                  <a:lnTo>
                    <a:pt x="1714500" y="533400"/>
                  </a:lnTo>
                  <a:lnTo>
                    <a:pt x="2000250" y="581025"/>
                  </a:lnTo>
                  <a:lnTo>
                    <a:pt x="2286000" y="628650"/>
                  </a:lnTo>
                  <a:lnTo>
                    <a:pt x="2571750" y="666750"/>
                  </a:lnTo>
                  <a:lnTo>
                    <a:pt x="2857500" y="695325"/>
                  </a:lnTo>
                  <a:lnTo>
                    <a:pt x="3143250" y="714375"/>
                  </a:lnTo>
                  <a:lnTo>
                    <a:pt x="3429000" y="723900"/>
                  </a:lnTo>
                  <a:lnTo>
                    <a:pt x="3714750" y="714375"/>
                  </a:lnTo>
                  <a:lnTo>
                    <a:pt x="4000500" y="695325"/>
                  </a:lnTo>
                  <a:lnTo>
                    <a:pt x="4286250" y="666750"/>
                  </a:lnTo>
                  <a:lnTo>
                    <a:pt x="4572000" y="619125"/>
                  </a:lnTo>
                  <a:lnTo>
                    <a:pt x="4857750" y="552450"/>
                  </a:lnTo>
                  <a:lnTo>
                    <a:pt x="5143500" y="476250"/>
                  </a:lnTo>
                  <a:lnTo>
                    <a:pt x="5429250" y="400050"/>
                  </a:lnTo>
                  <a:lnTo>
                    <a:pt x="5715000" y="323850"/>
                  </a:lnTo>
                  <a:lnTo>
                    <a:pt x="6000750" y="247650"/>
                  </a:lnTo>
                  <a:lnTo>
                    <a:pt x="6286500" y="190500"/>
                  </a:lnTo>
                  <a:lnTo>
                    <a:pt x="6572250" y="133350"/>
                  </a:lnTo>
                  <a:lnTo>
                    <a:pt x="6858000" y="104775"/>
                  </a:lnTo>
                  <a:lnTo>
                    <a:pt x="7143750" y="85725"/>
                  </a:lnTo>
                  <a:lnTo>
                    <a:pt x="7429500" y="76200"/>
                  </a:lnTo>
                  <a:lnTo>
                    <a:pt x="7715250" y="66675"/>
                  </a:lnTo>
                  <a:lnTo>
                    <a:pt x="8001000" y="66675"/>
                  </a:lnTo>
                  <a:lnTo>
                    <a:pt x="8286750" y="76200"/>
                  </a:lnTo>
                  <a:lnTo>
                    <a:pt x="8572500" y="76200"/>
                  </a:lnTo>
                  <a:lnTo>
                    <a:pt x="8858250" y="85725"/>
                  </a:lnTo>
                  <a:lnTo>
                    <a:pt x="9144000" y="95250"/>
                  </a:lnTo>
                  <a:lnTo>
                    <a:pt x="9429750" y="104775"/>
                  </a:lnTo>
                  <a:lnTo>
                    <a:pt x="9715500" y="114300"/>
                  </a:lnTo>
                  <a:lnTo>
                    <a:pt x="10001250" y="133350"/>
                  </a:lnTo>
                  <a:lnTo>
                    <a:pt x="10287000" y="142875"/>
                  </a:lnTo>
                  <a:lnTo>
                    <a:pt x="10572750" y="171450"/>
                  </a:lnTo>
                  <a:lnTo>
                    <a:pt x="10858500" y="209550"/>
                  </a:lnTo>
                  <a:lnTo>
                    <a:pt x="11144250" y="257175"/>
                  </a:lnTo>
                  <a:lnTo>
                    <a:pt x="11430000" y="314325"/>
                  </a:lnTo>
                  <a:lnTo>
                    <a:pt x="11715750" y="361950"/>
                  </a:lnTo>
                  <a:lnTo>
                    <a:pt x="12001500" y="419100"/>
                  </a:lnTo>
                  <a:lnTo>
                    <a:pt x="12287250" y="466725"/>
                  </a:lnTo>
                  <a:lnTo>
                    <a:pt x="12573000" y="495300"/>
                  </a:lnTo>
                  <a:lnTo>
                    <a:pt x="12858750" y="523875"/>
                  </a:lnTo>
                  <a:lnTo>
                    <a:pt x="13144500" y="542925"/>
                  </a:lnTo>
                  <a:lnTo>
                    <a:pt x="13430250" y="552450"/>
                  </a:lnTo>
                  <a:lnTo>
                    <a:pt x="13716000" y="561975"/>
                  </a:lnTo>
                  <a:lnTo>
                    <a:pt x="14001750" y="552450"/>
                  </a:lnTo>
                  <a:lnTo>
                    <a:pt x="14287500" y="542925"/>
                  </a:lnTo>
                  <a:lnTo>
                    <a:pt x="14573250" y="523875"/>
                  </a:lnTo>
                  <a:lnTo>
                    <a:pt x="14859000" y="495300"/>
                  </a:lnTo>
                  <a:lnTo>
                    <a:pt x="15144750" y="457200"/>
                  </a:lnTo>
                  <a:lnTo>
                    <a:pt x="15430500" y="409575"/>
                  </a:lnTo>
                  <a:lnTo>
                    <a:pt x="15716250" y="361950"/>
                  </a:lnTo>
                  <a:lnTo>
                    <a:pt x="16002000" y="304800"/>
                  </a:lnTo>
                  <a:lnTo>
                    <a:pt x="16287750" y="247650"/>
                  </a:lnTo>
                  <a:lnTo>
                    <a:pt x="16573500" y="190500"/>
                  </a:lnTo>
                  <a:lnTo>
                    <a:pt x="16859250" y="123825"/>
                  </a:lnTo>
                  <a:lnTo>
                    <a:pt x="17145000" y="76200"/>
                  </a:lnTo>
                  <a:lnTo>
                    <a:pt x="17430750" y="38100"/>
                  </a:lnTo>
                  <a:lnTo>
                    <a:pt x="17716500" y="19050"/>
                  </a:lnTo>
                  <a:lnTo>
                    <a:pt x="18002250" y="38100"/>
                  </a:lnTo>
                  <a:lnTo>
                    <a:pt x="18288000" y="76200"/>
                  </a:lnTo>
                  <a:lnTo>
                    <a:pt x="18573750" y="142875"/>
                  </a:lnTo>
                  <a:lnTo>
                    <a:pt x="18859500" y="209550"/>
                  </a:lnTo>
                  <a:lnTo>
                    <a:pt x="19145250" y="276225"/>
                  </a:lnTo>
                  <a:lnTo>
                    <a:pt x="19431000" y="314325"/>
                  </a:lnTo>
                  <a:lnTo>
                    <a:pt x="19716750" y="323850"/>
                  </a:lnTo>
                  <a:lnTo>
                    <a:pt x="20002500" y="285750"/>
                  </a:lnTo>
                  <a:lnTo>
                    <a:pt x="20288250" y="219075"/>
                  </a:lnTo>
                  <a:lnTo>
                    <a:pt x="20574000" y="152400"/>
                  </a:lnTo>
                  <a:lnTo>
                    <a:pt x="20859750" y="85725"/>
                  </a:lnTo>
                  <a:lnTo>
                    <a:pt x="21145500" y="38100"/>
                  </a:lnTo>
                  <a:lnTo>
                    <a:pt x="21431250" y="28575"/>
                  </a:lnTo>
                  <a:lnTo>
                    <a:pt x="21717000" y="57150"/>
                  </a:lnTo>
                  <a:lnTo>
                    <a:pt x="22002750" y="114300"/>
                  </a:lnTo>
                  <a:lnTo>
                    <a:pt x="22288500" y="180975"/>
                  </a:lnTo>
                  <a:lnTo>
                    <a:pt x="22574250" y="257175"/>
                  </a:lnTo>
                  <a:lnTo>
                    <a:pt x="22860000" y="323850"/>
                  </a:lnTo>
                  <a:lnTo>
                    <a:pt x="23145750" y="390525"/>
                  </a:lnTo>
                  <a:lnTo>
                    <a:pt x="23431500" y="447675"/>
                  </a:lnTo>
                  <a:lnTo>
                    <a:pt x="23717250" y="495300"/>
                  </a:lnTo>
                  <a:lnTo>
                    <a:pt x="24003000" y="542925"/>
                  </a:lnTo>
                  <a:lnTo>
                    <a:pt x="24288750" y="581025"/>
                  </a:lnTo>
                  <a:lnTo>
                    <a:pt x="24574500" y="619125"/>
                  </a:lnTo>
                  <a:lnTo>
                    <a:pt x="24860250" y="657225"/>
                  </a:lnTo>
                  <a:lnTo>
                    <a:pt x="25146000" y="676275"/>
                  </a:lnTo>
                  <a:lnTo>
                    <a:pt x="25431750" y="695325"/>
                  </a:lnTo>
                  <a:lnTo>
                    <a:pt x="25717500" y="704850"/>
                  </a:lnTo>
                  <a:lnTo>
                    <a:pt x="26003250" y="714375"/>
                  </a:lnTo>
                  <a:lnTo>
                    <a:pt x="26289000" y="704850"/>
                  </a:lnTo>
                  <a:lnTo>
                    <a:pt x="26574750" y="695325"/>
                  </a:lnTo>
                  <a:lnTo>
                    <a:pt x="26860500" y="676275"/>
                  </a:lnTo>
                  <a:lnTo>
                    <a:pt x="27146250" y="657225"/>
                  </a:lnTo>
                  <a:lnTo>
                    <a:pt x="27432000" y="628650"/>
                  </a:lnTo>
                  <a:lnTo>
                    <a:pt x="27717750" y="600075"/>
                  </a:lnTo>
                  <a:lnTo>
                    <a:pt x="28003500" y="552450"/>
                  </a:lnTo>
                  <a:lnTo>
                    <a:pt x="28289250" y="504825"/>
                  </a:lnTo>
                  <a:lnTo>
                    <a:pt x="28575000" y="438150"/>
                  </a:lnTo>
                  <a:lnTo>
                    <a:pt x="28860750" y="361950"/>
                  </a:lnTo>
                  <a:lnTo>
                    <a:pt x="29146500" y="266700"/>
                  </a:lnTo>
                  <a:lnTo>
                    <a:pt x="29432250" y="171450"/>
                  </a:lnTo>
                  <a:lnTo>
                    <a:pt x="29718000" y="95250"/>
                  </a:lnTo>
                  <a:lnTo>
                    <a:pt x="30003750" y="47625"/>
                  </a:lnTo>
                  <a:lnTo>
                    <a:pt x="30289500" y="9525"/>
                  </a:lnTo>
                  <a:lnTo>
                    <a:pt x="30384750" y="0"/>
                  </a:lnTo>
                </a:path>
              </a:pathLst>
            </a:custGeom>
            <a:noFill/>
            <a:ln w="9525">
              <a:solidFill>
                <a:srgbClr val="C2D6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wave-02"/>
            <p:cNvSpPr/>
            <p:nvPr/>
          </p:nvSpPr>
          <p:spPr>
            <a:xfrm>
              <a:off x="0" y="6076950"/>
              <a:ext cx="30384750" cy="676275"/>
            </a:xfrm>
            <a:custGeom>
              <a:avLst/>
              <a:gdLst/>
              <a:ahLst/>
              <a:cxnLst/>
              <a:rect l="l" t="t" r="r" b="b"/>
              <a:pathLst>
                <a:path w="30384750" h="676275">
                  <a:moveTo>
                    <a:pt x="0" y="323850"/>
                  </a:moveTo>
                  <a:lnTo>
                    <a:pt x="285750" y="333375"/>
                  </a:lnTo>
                  <a:lnTo>
                    <a:pt x="571500" y="342900"/>
                  </a:lnTo>
                  <a:lnTo>
                    <a:pt x="857250" y="371475"/>
                  </a:lnTo>
                  <a:lnTo>
                    <a:pt x="1143000" y="409575"/>
                  </a:lnTo>
                  <a:lnTo>
                    <a:pt x="1428750" y="447675"/>
                  </a:lnTo>
                  <a:lnTo>
                    <a:pt x="1714500" y="495300"/>
                  </a:lnTo>
                  <a:lnTo>
                    <a:pt x="2000250" y="542925"/>
                  </a:lnTo>
                  <a:lnTo>
                    <a:pt x="2286000" y="581025"/>
                  </a:lnTo>
                  <a:lnTo>
                    <a:pt x="2571750" y="619125"/>
                  </a:lnTo>
                  <a:lnTo>
                    <a:pt x="2857500" y="647700"/>
                  </a:lnTo>
                  <a:lnTo>
                    <a:pt x="3143250" y="666750"/>
                  </a:lnTo>
                  <a:lnTo>
                    <a:pt x="3429000" y="676275"/>
                  </a:lnTo>
                  <a:lnTo>
                    <a:pt x="3714750" y="676275"/>
                  </a:lnTo>
                  <a:lnTo>
                    <a:pt x="4000500" y="657225"/>
                  </a:lnTo>
                  <a:lnTo>
                    <a:pt x="4286250" y="628650"/>
                  </a:lnTo>
                  <a:lnTo>
                    <a:pt x="4572000" y="581025"/>
                  </a:lnTo>
                  <a:lnTo>
                    <a:pt x="4857750" y="523875"/>
                  </a:lnTo>
                  <a:lnTo>
                    <a:pt x="5143500" y="457200"/>
                  </a:lnTo>
                  <a:lnTo>
                    <a:pt x="5429250" y="390525"/>
                  </a:lnTo>
                  <a:lnTo>
                    <a:pt x="5715000" y="314325"/>
                  </a:lnTo>
                  <a:lnTo>
                    <a:pt x="6000750" y="247650"/>
                  </a:lnTo>
                  <a:lnTo>
                    <a:pt x="6286500" y="190500"/>
                  </a:lnTo>
                  <a:lnTo>
                    <a:pt x="6572250" y="142875"/>
                  </a:lnTo>
                  <a:lnTo>
                    <a:pt x="6858000" y="114300"/>
                  </a:lnTo>
                  <a:lnTo>
                    <a:pt x="7143750" y="95250"/>
                  </a:lnTo>
                  <a:lnTo>
                    <a:pt x="7429500" y="85725"/>
                  </a:lnTo>
                  <a:lnTo>
                    <a:pt x="7715250" y="85725"/>
                  </a:lnTo>
                  <a:lnTo>
                    <a:pt x="8001000" y="85725"/>
                  </a:lnTo>
                  <a:lnTo>
                    <a:pt x="8286750" y="85725"/>
                  </a:lnTo>
                  <a:lnTo>
                    <a:pt x="8572500" y="95250"/>
                  </a:lnTo>
                  <a:lnTo>
                    <a:pt x="8858250" y="95250"/>
                  </a:lnTo>
                  <a:lnTo>
                    <a:pt x="9144000" y="114300"/>
                  </a:lnTo>
                  <a:lnTo>
                    <a:pt x="9429750" y="123825"/>
                  </a:lnTo>
                  <a:lnTo>
                    <a:pt x="9715500" y="133350"/>
                  </a:lnTo>
                  <a:lnTo>
                    <a:pt x="10001250" y="142875"/>
                  </a:lnTo>
                  <a:lnTo>
                    <a:pt x="10287000" y="161925"/>
                  </a:lnTo>
                  <a:lnTo>
                    <a:pt x="10572750" y="180975"/>
                  </a:lnTo>
                  <a:lnTo>
                    <a:pt x="10858500" y="209550"/>
                  </a:lnTo>
                  <a:lnTo>
                    <a:pt x="11144250" y="257175"/>
                  </a:lnTo>
                  <a:lnTo>
                    <a:pt x="11430000" y="304800"/>
                  </a:lnTo>
                  <a:lnTo>
                    <a:pt x="11715750" y="352425"/>
                  </a:lnTo>
                  <a:lnTo>
                    <a:pt x="12001500" y="400050"/>
                  </a:lnTo>
                  <a:lnTo>
                    <a:pt x="12287250" y="438150"/>
                  </a:lnTo>
                  <a:lnTo>
                    <a:pt x="12573000" y="466725"/>
                  </a:lnTo>
                  <a:lnTo>
                    <a:pt x="12858750" y="495300"/>
                  </a:lnTo>
                  <a:lnTo>
                    <a:pt x="13144500" y="504825"/>
                  </a:lnTo>
                  <a:lnTo>
                    <a:pt x="13430250" y="514350"/>
                  </a:lnTo>
                  <a:lnTo>
                    <a:pt x="13716000" y="514350"/>
                  </a:lnTo>
                  <a:lnTo>
                    <a:pt x="14001750" y="504825"/>
                  </a:lnTo>
                  <a:lnTo>
                    <a:pt x="14287500" y="495300"/>
                  </a:lnTo>
                  <a:lnTo>
                    <a:pt x="14573250" y="466725"/>
                  </a:lnTo>
                  <a:lnTo>
                    <a:pt x="14859000" y="438150"/>
                  </a:lnTo>
                  <a:lnTo>
                    <a:pt x="15144750" y="400050"/>
                  </a:lnTo>
                  <a:lnTo>
                    <a:pt x="15430500" y="361950"/>
                  </a:lnTo>
                  <a:lnTo>
                    <a:pt x="15716250" y="314325"/>
                  </a:lnTo>
                  <a:lnTo>
                    <a:pt x="16002000" y="266700"/>
                  </a:lnTo>
                  <a:lnTo>
                    <a:pt x="16287750" y="209550"/>
                  </a:lnTo>
                  <a:lnTo>
                    <a:pt x="16573500" y="152400"/>
                  </a:lnTo>
                  <a:lnTo>
                    <a:pt x="16859250" y="95250"/>
                  </a:lnTo>
                  <a:lnTo>
                    <a:pt x="17145000" y="57150"/>
                  </a:lnTo>
                  <a:lnTo>
                    <a:pt x="17430750" y="19050"/>
                  </a:lnTo>
                  <a:lnTo>
                    <a:pt x="17716500" y="9525"/>
                  </a:lnTo>
                  <a:lnTo>
                    <a:pt x="18002250" y="19050"/>
                  </a:lnTo>
                  <a:lnTo>
                    <a:pt x="18288000" y="66675"/>
                  </a:lnTo>
                  <a:lnTo>
                    <a:pt x="18573750" y="123825"/>
                  </a:lnTo>
                  <a:lnTo>
                    <a:pt x="18859500" y="190500"/>
                  </a:lnTo>
                  <a:lnTo>
                    <a:pt x="19145250" y="257175"/>
                  </a:lnTo>
                  <a:lnTo>
                    <a:pt x="19431000" y="285750"/>
                  </a:lnTo>
                  <a:lnTo>
                    <a:pt x="19716750" y="295275"/>
                  </a:lnTo>
                  <a:lnTo>
                    <a:pt x="20002500" y="257175"/>
                  </a:lnTo>
                  <a:lnTo>
                    <a:pt x="20288250" y="190500"/>
                  </a:lnTo>
                  <a:lnTo>
                    <a:pt x="20574000" y="123825"/>
                  </a:lnTo>
                  <a:lnTo>
                    <a:pt x="20859750" y="57150"/>
                  </a:lnTo>
                  <a:lnTo>
                    <a:pt x="21145500" y="9525"/>
                  </a:lnTo>
                  <a:lnTo>
                    <a:pt x="21431250" y="0"/>
                  </a:lnTo>
                  <a:lnTo>
                    <a:pt x="21717000" y="19050"/>
                  </a:lnTo>
                  <a:lnTo>
                    <a:pt x="22002750" y="66675"/>
                  </a:lnTo>
                  <a:lnTo>
                    <a:pt x="22288500" y="133350"/>
                  </a:lnTo>
                  <a:lnTo>
                    <a:pt x="22574250" y="209550"/>
                  </a:lnTo>
                  <a:lnTo>
                    <a:pt x="22860000" y="276225"/>
                  </a:lnTo>
                  <a:lnTo>
                    <a:pt x="23145750" y="333375"/>
                  </a:lnTo>
                  <a:lnTo>
                    <a:pt x="23431500" y="390525"/>
                  </a:lnTo>
                  <a:lnTo>
                    <a:pt x="23717250" y="447675"/>
                  </a:lnTo>
                  <a:lnTo>
                    <a:pt x="24003000" y="485775"/>
                  </a:lnTo>
                  <a:lnTo>
                    <a:pt x="24288750" y="533400"/>
                  </a:lnTo>
                  <a:lnTo>
                    <a:pt x="24574500" y="571500"/>
                  </a:lnTo>
                  <a:lnTo>
                    <a:pt x="24860250" y="600075"/>
                  </a:lnTo>
                  <a:lnTo>
                    <a:pt x="25146000" y="628650"/>
                  </a:lnTo>
                  <a:lnTo>
                    <a:pt x="25431750" y="647700"/>
                  </a:lnTo>
                  <a:lnTo>
                    <a:pt x="25717500" y="666750"/>
                  </a:lnTo>
                  <a:lnTo>
                    <a:pt x="26003250" y="666750"/>
                  </a:lnTo>
                  <a:lnTo>
                    <a:pt x="26289000" y="666750"/>
                  </a:lnTo>
                  <a:lnTo>
                    <a:pt x="26574750" y="657225"/>
                  </a:lnTo>
                  <a:lnTo>
                    <a:pt x="26860500" y="638175"/>
                  </a:lnTo>
                  <a:lnTo>
                    <a:pt x="27146250" y="619125"/>
                  </a:lnTo>
                  <a:lnTo>
                    <a:pt x="27432000" y="590550"/>
                  </a:lnTo>
                  <a:lnTo>
                    <a:pt x="27717750" y="561975"/>
                  </a:lnTo>
                  <a:lnTo>
                    <a:pt x="28003500" y="533400"/>
                  </a:lnTo>
                  <a:lnTo>
                    <a:pt x="28289250" y="485775"/>
                  </a:lnTo>
                  <a:lnTo>
                    <a:pt x="28575000" y="419100"/>
                  </a:lnTo>
                  <a:lnTo>
                    <a:pt x="28860750" y="352425"/>
                  </a:lnTo>
                  <a:lnTo>
                    <a:pt x="29146500" y="257175"/>
                  </a:lnTo>
                  <a:lnTo>
                    <a:pt x="29432250" y="171450"/>
                  </a:lnTo>
                  <a:lnTo>
                    <a:pt x="29718000" y="95250"/>
                  </a:lnTo>
                  <a:lnTo>
                    <a:pt x="30003750" y="47625"/>
                  </a:lnTo>
                  <a:lnTo>
                    <a:pt x="30289500" y="19050"/>
                  </a:lnTo>
                  <a:lnTo>
                    <a:pt x="30384750" y="9525"/>
                  </a:lnTo>
                </a:path>
              </a:pathLst>
            </a:custGeom>
            <a:noFill/>
            <a:ln w="9525">
              <a:solidFill>
                <a:srgbClr val="BED2DD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wave-03"/>
            <p:cNvSpPr/>
            <p:nvPr/>
          </p:nvSpPr>
          <p:spPr>
            <a:xfrm>
              <a:off x="0" y="6105525"/>
              <a:ext cx="30384750" cy="676275"/>
            </a:xfrm>
            <a:custGeom>
              <a:avLst/>
              <a:gdLst/>
              <a:ahLst/>
              <a:cxnLst/>
              <a:rect l="l" t="t" r="r" b="b"/>
              <a:pathLst>
                <a:path w="30384750" h="676275">
                  <a:moveTo>
                    <a:pt x="0" y="342900"/>
                  </a:moveTo>
                  <a:lnTo>
                    <a:pt x="285750" y="342900"/>
                  </a:lnTo>
                  <a:lnTo>
                    <a:pt x="571500" y="361950"/>
                  </a:lnTo>
                  <a:lnTo>
                    <a:pt x="857250" y="381000"/>
                  </a:lnTo>
                  <a:lnTo>
                    <a:pt x="1143000" y="419100"/>
                  </a:lnTo>
                  <a:lnTo>
                    <a:pt x="1428750" y="457200"/>
                  </a:lnTo>
                  <a:lnTo>
                    <a:pt x="1714500" y="495300"/>
                  </a:lnTo>
                  <a:lnTo>
                    <a:pt x="2000250" y="533400"/>
                  </a:lnTo>
                  <a:lnTo>
                    <a:pt x="2286000" y="581025"/>
                  </a:lnTo>
                  <a:lnTo>
                    <a:pt x="2571750" y="609600"/>
                  </a:lnTo>
                  <a:lnTo>
                    <a:pt x="2857500" y="647700"/>
                  </a:lnTo>
                  <a:lnTo>
                    <a:pt x="3143250" y="666750"/>
                  </a:lnTo>
                  <a:lnTo>
                    <a:pt x="3429000" y="676275"/>
                  </a:lnTo>
                  <a:lnTo>
                    <a:pt x="3714750" y="676275"/>
                  </a:lnTo>
                  <a:lnTo>
                    <a:pt x="4000500" y="657225"/>
                  </a:lnTo>
                  <a:lnTo>
                    <a:pt x="4286250" y="628650"/>
                  </a:lnTo>
                  <a:lnTo>
                    <a:pt x="4572000" y="590550"/>
                  </a:lnTo>
                  <a:lnTo>
                    <a:pt x="4857750" y="542925"/>
                  </a:lnTo>
                  <a:lnTo>
                    <a:pt x="5143500" y="476250"/>
                  </a:lnTo>
                  <a:lnTo>
                    <a:pt x="5429250" y="409575"/>
                  </a:lnTo>
                  <a:lnTo>
                    <a:pt x="5715000" y="342900"/>
                  </a:lnTo>
                  <a:lnTo>
                    <a:pt x="6000750" y="285750"/>
                  </a:lnTo>
                  <a:lnTo>
                    <a:pt x="6286500" y="228600"/>
                  </a:lnTo>
                  <a:lnTo>
                    <a:pt x="6572250" y="190500"/>
                  </a:lnTo>
                  <a:lnTo>
                    <a:pt x="6858000" y="161925"/>
                  </a:lnTo>
                  <a:lnTo>
                    <a:pt x="7143750" y="142875"/>
                  </a:lnTo>
                  <a:lnTo>
                    <a:pt x="7429500" y="133350"/>
                  </a:lnTo>
                  <a:lnTo>
                    <a:pt x="7715250" y="133350"/>
                  </a:lnTo>
                  <a:lnTo>
                    <a:pt x="8001000" y="133350"/>
                  </a:lnTo>
                  <a:lnTo>
                    <a:pt x="8286750" y="133350"/>
                  </a:lnTo>
                  <a:lnTo>
                    <a:pt x="8572500" y="142875"/>
                  </a:lnTo>
                  <a:lnTo>
                    <a:pt x="8858250" y="152400"/>
                  </a:lnTo>
                  <a:lnTo>
                    <a:pt x="9144000" y="161925"/>
                  </a:lnTo>
                  <a:lnTo>
                    <a:pt x="9429750" y="171450"/>
                  </a:lnTo>
                  <a:lnTo>
                    <a:pt x="9715500" y="180975"/>
                  </a:lnTo>
                  <a:lnTo>
                    <a:pt x="10001250" y="190500"/>
                  </a:lnTo>
                  <a:lnTo>
                    <a:pt x="10287000" y="209550"/>
                  </a:lnTo>
                  <a:lnTo>
                    <a:pt x="10572750" y="228600"/>
                  </a:lnTo>
                  <a:lnTo>
                    <a:pt x="10858500" y="257175"/>
                  </a:lnTo>
                  <a:lnTo>
                    <a:pt x="11144250" y="295275"/>
                  </a:lnTo>
                  <a:lnTo>
                    <a:pt x="11430000" y="333375"/>
                  </a:lnTo>
                  <a:lnTo>
                    <a:pt x="11715750" y="381000"/>
                  </a:lnTo>
                  <a:lnTo>
                    <a:pt x="12001500" y="419100"/>
                  </a:lnTo>
                  <a:lnTo>
                    <a:pt x="12287250" y="447675"/>
                  </a:lnTo>
                  <a:lnTo>
                    <a:pt x="12573000" y="476250"/>
                  </a:lnTo>
                  <a:lnTo>
                    <a:pt x="12858750" y="495300"/>
                  </a:lnTo>
                  <a:lnTo>
                    <a:pt x="13144500" y="504825"/>
                  </a:lnTo>
                  <a:lnTo>
                    <a:pt x="13430250" y="504825"/>
                  </a:lnTo>
                  <a:lnTo>
                    <a:pt x="13716000" y="504825"/>
                  </a:lnTo>
                  <a:lnTo>
                    <a:pt x="14001750" y="495300"/>
                  </a:lnTo>
                  <a:lnTo>
                    <a:pt x="14287500" y="476250"/>
                  </a:lnTo>
                  <a:lnTo>
                    <a:pt x="14573250" y="457200"/>
                  </a:lnTo>
                  <a:lnTo>
                    <a:pt x="14859000" y="428625"/>
                  </a:lnTo>
                  <a:lnTo>
                    <a:pt x="15144750" y="390525"/>
                  </a:lnTo>
                  <a:lnTo>
                    <a:pt x="15430500" y="352425"/>
                  </a:lnTo>
                  <a:lnTo>
                    <a:pt x="15716250" y="304800"/>
                  </a:lnTo>
                  <a:lnTo>
                    <a:pt x="16002000" y="257175"/>
                  </a:lnTo>
                  <a:lnTo>
                    <a:pt x="16287750" y="209550"/>
                  </a:lnTo>
                  <a:lnTo>
                    <a:pt x="16573500" y="161925"/>
                  </a:lnTo>
                  <a:lnTo>
                    <a:pt x="16859250" y="104775"/>
                  </a:lnTo>
                  <a:lnTo>
                    <a:pt x="17145000" y="66675"/>
                  </a:lnTo>
                  <a:lnTo>
                    <a:pt x="17430750" y="38100"/>
                  </a:lnTo>
                  <a:lnTo>
                    <a:pt x="17716500" y="28575"/>
                  </a:lnTo>
                  <a:lnTo>
                    <a:pt x="18002250" y="47625"/>
                  </a:lnTo>
                  <a:lnTo>
                    <a:pt x="18288000" y="85725"/>
                  </a:lnTo>
                  <a:lnTo>
                    <a:pt x="18573750" y="142875"/>
                  </a:lnTo>
                  <a:lnTo>
                    <a:pt x="18859500" y="209550"/>
                  </a:lnTo>
                  <a:lnTo>
                    <a:pt x="19145250" y="266700"/>
                  </a:lnTo>
                  <a:lnTo>
                    <a:pt x="19431000" y="304800"/>
                  </a:lnTo>
                  <a:lnTo>
                    <a:pt x="19716750" y="304800"/>
                  </a:lnTo>
                  <a:lnTo>
                    <a:pt x="20002500" y="266700"/>
                  </a:lnTo>
                  <a:lnTo>
                    <a:pt x="20288250" y="200025"/>
                  </a:lnTo>
                  <a:lnTo>
                    <a:pt x="20574000" y="133350"/>
                  </a:lnTo>
                  <a:lnTo>
                    <a:pt x="20859750" y="57150"/>
                  </a:lnTo>
                  <a:lnTo>
                    <a:pt x="21145500" y="19050"/>
                  </a:lnTo>
                  <a:lnTo>
                    <a:pt x="21431250" y="0"/>
                  </a:lnTo>
                  <a:lnTo>
                    <a:pt x="21717000" y="28575"/>
                  </a:lnTo>
                  <a:lnTo>
                    <a:pt x="22002750" y="66675"/>
                  </a:lnTo>
                  <a:lnTo>
                    <a:pt x="22288500" y="133350"/>
                  </a:lnTo>
                  <a:lnTo>
                    <a:pt x="22574250" y="200025"/>
                  </a:lnTo>
                  <a:lnTo>
                    <a:pt x="22860000" y="266700"/>
                  </a:lnTo>
                  <a:lnTo>
                    <a:pt x="23145750" y="323850"/>
                  </a:lnTo>
                  <a:lnTo>
                    <a:pt x="23431500" y="381000"/>
                  </a:lnTo>
                  <a:lnTo>
                    <a:pt x="23717250" y="428625"/>
                  </a:lnTo>
                  <a:lnTo>
                    <a:pt x="24003000" y="466725"/>
                  </a:lnTo>
                  <a:lnTo>
                    <a:pt x="24288750" y="514350"/>
                  </a:lnTo>
                  <a:lnTo>
                    <a:pt x="24574500" y="552450"/>
                  </a:lnTo>
                  <a:lnTo>
                    <a:pt x="24860250" y="590550"/>
                  </a:lnTo>
                  <a:lnTo>
                    <a:pt x="25146000" y="619125"/>
                  </a:lnTo>
                  <a:lnTo>
                    <a:pt x="25431750" y="647700"/>
                  </a:lnTo>
                  <a:lnTo>
                    <a:pt x="25717500" y="657225"/>
                  </a:lnTo>
                  <a:lnTo>
                    <a:pt x="26003250" y="666750"/>
                  </a:lnTo>
                  <a:lnTo>
                    <a:pt x="26289000" y="666750"/>
                  </a:lnTo>
                  <a:lnTo>
                    <a:pt x="26574750" y="657225"/>
                  </a:lnTo>
                  <a:lnTo>
                    <a:pt x="26860500" y="638175"/>
                  </a:lnTo>
                  <a:lnTo>
                    <a:pt x="27146250" y="619125"/>
                  </a:lnTo>
                  <a:lnTo>
                    <a:pt x="27432000" y="600075"/>
                  </a:lnTo>
                  <a:lnTo>
                    <a:pt x="27717750" y="571500"/>
                  </a:lnTo>
                  <a:lnTo>
                    <a:pt x="28003500" y="542925"/>
                  </a:lnTo>
                  <a:lnTo>
                    <a:pt x="28289250" y="495300"/>
                  </a:lnTo>
                  <a:lnTo>
                    <a:pt x="28575000" y="447675"/>
                  </a:lnTo>
                  <a:lnTo>
                    <a:pt x="28860750" y="371475"/>
                  </a:lnTo>
                  <a:lnTo>
                    <a:pt x="29146500" y="295275"/>
                  </a:lnTo>
                  <a:lnTo>
                    <a:pt x="29432250" y="209550"/>
                  </a:lnTo>
                  <a:lnTo>
                    <a:pt x="29718000" y="142875"/>
                  </a:lnTo>
                  <a:lnTo>
                    <a:pt x="30003750" y="95250"/>
                  </a:lnTo>
                  <a:lnTo>
                    <a:pt x="30289500" y="66675"/>
                  </a:lnTo>
                  <a:lnTo>
                    <a:pt x="30384750" y="57150"/>
                  </a:lnTo>
                </a:path>
              </a:pathLst>
            </a:custGeom>
            <a:noFill/>
            <a:ln w="9525">
              <a:solidFill>
                <a:srgbClr val="BACD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wave-04"/>
            <p:cNvSpPr/>
            <p:nvPr/>
          </p:nvSpPr>
          <p:spPr>
            <a:xfrm>
              <a:off x="0" y="6143625"/>
              <a:ext cx="30384750" cy="657225"/>
            </a:xfrm>
            <a:custGeom>
              <a:avLst/>
              <a:gdLst/>
              <a:ahLst/>
              <a:cxnLst/>
              <a:rect l="l" t="t" r="r" b="b"/>
              <a:pathLst>
                <a:path w="30384750" h="657225">
                  <a:moveTo>
                    <a:pt x="0" y="342900"/>
                  </a:moveTo>
                  <a:lnTo>
                    <a:pt x="285750" y="352425"/>
                  </a:lnTo>
                  <a:lnTo>
                    <a:pt x="571500" y="361950"/>
                  </a:lnTo>
                  <a:lnTo>
                    <a:pt x="857250" y="381000"/>
                  </a:lnTo>
                  <a:lnTo>
                    <a:pt x="1143000" y="409575"/>
                  </a:lnTo>
                  <a:lnTo>
                    <a:pt x="1428750" y="447675"/>
                  </a:lnTo>
                  <a:lnTo>
                    <a:pt x="1714500" y="485775"/>
                  </a:lnTo>
                  <a:lnTo>
                    <a:pt x="2000250" y="523875"/>
                  </a:lnTo>
                  <a:lnTo>
                    <a:pt x="2286000" y="561975"/>
                  </a:lnTo>
                  <a:lnTo>
                    <a:pt x="2571750" y="600075"/>
                  </a:lnTo>
                  <a:lnTo>
                    <a:pt x="2857500" y="628650"/>
                  </a:lnTo>
                  <a:lnTo>
                    <a:pt x="3143250" y="647700"/>
                  </a:lnTo>
                  <a:lnTo>
                    <a:pt x="3429000" y="657225"/>
                  </a:lnTo>
                  <a:lnTo>
                    <a:pt x="3714750" y="657225"/>
                  </a:lnTo>
                  <a:lnTo>
                    <a:pt x="4000500" y="647700"/>
                  </a:lnTo>
                  <a:lnTo>
                    <a:pt x="4286250" y="619125"/>
                  </a:lnTo>
                  <a:lnTo>
                    <a:pt x="4572000" y="590550"/>
                  </a:lnTo>
                  <a:lnTo>
                    <a:pt x="4857750" y="542925"/>
                  </a:lnTo>
                  <a:lnTo>
                    <a:pt x="5143500" y="485775"/>
                  </a:lnTo>
                  <a:lnTo>
                    <a:pt x="5429250" y="428625"/>
                  </a:lnTo>
                  <a:lnTo>
                    <a:pt x="5715000" y="371475"/>
                  </a:lnTo>
                  <a:lnTo>
                    <a:pt x="6000750" y="314325"/>
                  </a:lnTo>
                  <a:lnTo>
                    <a:pt x="6286500" y="266700"/>
                  </a:lnTo>
                  <a:lnTo>
                    <a:pt x="6572250" y="228600"/>
                  </a:lnTo>
                  <a:lnTo>
                    <a:pt x="6858000" y="200025"/>
                  </a:lnTo>
                  <a:lnTo>
                    <a:pt x="7143750" y="190500"/>
                  </a:lnTo>
                  <a:lnTo>
                    <a:pt x="7429500" y="180975"/>
                  </a:lnTo>
                  <a:lnTo>
                    <a:pt x="7715250" y="171450"/>
                  </a:lnTo>
                  <a:lnTo>
                    <a:pt x="8001000" y="171450"/>
                  </a:lnTo>
                  <a:lnTo>
                    <a:pt x="8286750" y="180975"/>
                  </a:lnTo>
                  <a:lnTo>
                    <a:pt x="8572500" y="180975"/>
                  </a:lnTo>
                  <a:lnTo>
                    <a:pt x="8858250" y="190500"/>
                  </a:lnTo>
                  <a:lnTo>
                    <a:pt x="9144000" y="200025"/>
                  </a:lnTo>
                  <a:lnTo>
                    <a:pt x="9429750" y="209550"/>
                  </a:lnTo>
                  <a:lnTo>
                    <a:pt x="9715500" y="219075"/>
                  </a:lnTo>
                  <a:lnTo>
                    <a:pt x="10001250" y="238125"/>
                  </a:lnTo>
                  <a:lnTo>
                    <a:pt x="10287000" y="247650"/>
                  </a:lnTo>
                  <a:lnTo>
                    <a:pt x="10572750" y="266700"/>
                  </a:lnTo>
                  <a:lnTo>
                    <a:pt x="10858500" y="285750"/>
                  </a:lnTo>
                  <a:lnTo>
                    <a:pt x="11144250" y="323850"/>
                  </a:lnTo>
                  <a:lnTo>
                    <a:pt x="11430000" y="352425"/>
                  </a:lnTo>
                  <a:lnTo>
                    <a:pt x="11715750" y="390525"/>
                  </a:lnTo>
                  <a:lnTo>
                    <a:pt x="12001500" y="428625"/>
                  </a:lnTo>
                  <a:lnTo>
                    <a:pt x="12287250" y="457200"/>
                  </a:lnTo>
                  <a:lnTo>
                    <a:pt x="12573000" y="476250"/>
                  </a:lnTo>
                  <a:lnTo>
                    <a:pt x="12858750" y="485775"/>
                  </a:lnTo>
                  <a:lnTo>
                    <a:pt x="13144500" y="495300"/>
                  </a:lnTo>
                  <a:lnTo>
                    <a:pt x="13430250" y="495300"/>
                  </a:lnTo>
                  <a:lnTo>
                    <a:pt x="13716000" y="485775"/>
                  </a:lnTo>
                  <a:lnTo>
                    <a:pt x="14001750" y="476250"/>
                  </a:lnTo>
                  <a:lnTo>
                    <a:pt x="14287500" y="457200"/>
                  </a:lnTo>
                  <a:lnTo>
                    <a:pt x="14573250" y="428625"/>
                  </a:lnTo>
                  <a:lnTo>
                    <a:pt x="14859000" y="400050"/>
                  </a:lnTo>
                  <a:lnTo>
                    <a:pt x="15144750" y="371475"/>
                  </a:lnTo>
                  <a:lnTo>
                    <a:pt x="15430500" y="323850"/>
                  </a:lnTo>
                  <a:lnTo>
                    <a:pt x="15716250" y="285750"/>
                  </a:lnTo>
                  <a:lnTo>
                    <a:pt x="16002000" y="238125"/>
                  </a:lnTo>
                  <a:lnTo>
                    <a:pt x="16287750" y="200025"/>
                  </a:lnTo>
                  <a:lnTo>
                    <a:pt x="16573500" y="152400"/>
                  </a:lnTo>
                  <a:lnTo>
                    <a:pt x="16859250" y="104775"/>
                  </a:lnTo>
                  <a:lnTo>
                    <a:pt x="17145000" y="76200"/>
                  </a:lnTo>
                  <a:lnTo>
                    <a:pt x="17430750" y="47625"/>
                  </a:lnTo>
                  <a:lnTo>
                    <a:pt x="17716500" y="47625"/>
                  </a:lnTo>
                  <a:lnTo>
                    <a:pt x="18002250" y="57150"/>
                  </a:lnTo>
                  <a:lnTo>
                    <a:pt x="18288000" y="104775"/>
                  </a:lnTo>
                  <a:lnTo>
                    <a:pt x="18573750" y="161925"/>
                  </a:lnTo>
                  <a:lnTo>
                    <a:pt x="18859500" y="219075"/>
                  </a:lnTo>
                  <a:lnTo>
                    <a:pt x="19145250" y="276225"/>
                  </a:lnTo>
                  <a:lnTo>
                    <a:pt x="19431000" y="304800"/>
                  </a:lnTo>
                  <a:lnTo>
                    <a:pt x="19716750" y="304800"/>
                  </a:lnTo>
                  <a:lnTo>
                    <a:pt x="20002500" y="266700"/>
                  </a:lnTo>
                  <a:lnTo>
                    <a:pt x="20288250" y="200025"/>
                  </a:lnTo>
                  <a:lnTo>
                    <a:pt x="20574000" y="123825"/>
                  </a:lnTo>
                  <a:lnTo>
                    <a:pt x="20859750" y="57150"/>
                  </a:lnTo>
                  <a:lnTo>
                    <a:pt x="21145500" y="19050"/>
                  </a:lnTo>
                  <a:lnTo>
                    <a:pt x="21431250" y="0"/>
                  </a:lnTo>
                  <a:lnTo>
                    <a:pt x="21717000" y="19050"/>
                  </a:lnTo>
                  <a:lnTo>
                    <a:pt x="22002750" y="57150"/>
                  </a:lnTo>
                  <a:lnTo>
                    <a:pt x="22288500" y="114300"/>
                  </a:lnTo>
                  <a:lnTo>
                    <a:pt x="22574250" y="180975"/>
                  </a:lnTo>
                  <a:lnTo>
                    <a:pt x="22860000" y="238125"/>
                  </a:lnTo>
                  <a:lnTo>
                    <a:pt x="23145750" y="295275"/>
                  </a:lnTo>
                  <a:lnTo>
                    <a:pt x="23431500" y="352425"/>
                  </a:lnTo>
                  <a:lnTo>
                    <a:pt x="23717250" y="400050"/>
                  </a:lnTo>
                  <a:lnTo>
                    <a:pt x="24003000" y="447675"/>
                  </a:lnTo>
                  <a:lnTo>
                    <a:pt x="24288750" y="485775"/>
                  </a:lnTo>
                  <a:lnTo>
                    <a:pt x="24574500" y="533400"/>
                  </a:lnTo>
                  <a:lnTo>
                    <a:pt x="24860250" y="571500"/>
                  </a:lnTo>
                  <a:lnTo>
                    <a:pt x="25146000" y="600075"/>
                  </a:lnTo>
                  <a:lnTo>
                    <a:pt x="25431750" y="628650"/>
                  </a:lnTo>
                  <a:lnTo>
                    <a:pt x="25717500" y="638175"/>
                  </a:lnTo>
                  <a:lnTo>
                    <a:pt x="26003250" y="647700"/>
                  </a:lnTo>
                  <a:lnTo>
                    <a:pt x="26289000" y="647700"/>
                  </a:lnTo>
                  <a:lnTo>
                    <a:pt x="26574750" y="638175"/>
                  </a:lnTo>
                  <a:lnTo>
                    <a:pt x="26860500" y="628650"/>
                  </a:lnTo>
                  <a:lnTo>
                    <a:pt x="27146250" y="609600"/>
                  </a:lnTo>
                  <a:lnTo>
                    <a:pt x="27432000" y="590550"/>
                  </a:lnTo>
                  <a:lnTo>
                    <a:pt x="27717750" y="571500"/>
                  </a:lnTo>
                  <a:lnTo>
                    <a:pt x="28003500" y="542925"/>
                  </a:lnTo>
                  <a:lnTo>
                    <a:pt x="28289250" y="504825"/>
                  </a:lnTo>
                  <a:lnTo>
                    <a:pt x="28575000" y="457200"/>
                  </a:lnTo>
                  <a:lnTo>
                    <a:pt x="28860750" y="390525"/>
                  </a:lnTo>
                  <a:lnTo>
                    <a:pt x="29146500" y="314325"/>
                  </a:lnTo>
                  <a:lnTo>
                    <a:pt x="29432250" y="238125"/>
                  </a:lnTo>
                  <a:lnTo>
                    <a:pt x="29718000" y="171450"/>
                  </a:lnTo>
                  <a:lnTo>
                    <a:pt x="30003750" y="123825"/>
                  </a:lnTo>
                  <a:lnTo>
                    <a:pt x="30289500" y="95250"/>
                  </a:lnTo>
                  <a:lnTo>
                    <a:pt x="30384750" y="95250"/>
                  </a:lnTo>
                </a:path>
              </a:pathLst>
            </a:custGeom>
            <a:noFill/>
            <a:ln w="9525">
              <a:solidFill>
                <a:srgbClr val="B6C8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wave-05"/>
            <p:cNvSpPr/>
            <p:nvPr/>
          </p:nvSpPr>
          <p:spPr>
            <a:xfrm>
              <a:off x="0" y="6181725"/>
              <a:ext cx="30384750" cy="647700"/>
            </a:xfrm>
            <a:custGeom>
              <a:avLst/>
              <a:gdLst/>
              <a:ahLst/>
              <a:cxnLst/>
              <a:rect l="l" t="t" r="r" b="b"/>
              <a:pathLst>
                <a:path w="30384750" h="647700">
                  <a:moveTo>
                    <a:pt x="0" y="352425"/>
                  </a:moveTo>
                  <a:lnTo>
                    <a:pt x="285750" y="361950"/>
                  </a:lnTo>
                  <a:lnTo>
                    <a:pt x="571500" y="371475"/>
                  </a:lnTo>
                  <a:lnTo>
                    <a:pt x="857250" y="390525"/>
                  </a:lnTo>
                  <a:lnTo>
                    <a:pt x="1143000" y="409575"/>
                  </a:lnTo>
                  <a:lnTo>
                    <a:pt x="1428750" y="438150"/>
                  </a:lnTo>
                  <a:lnTo>
                    <a:pt x="1714500" y="476250"/>
                  </a:lnTo>
                  <a:lnTo>
                    <a:pt x="2000250" y="514350"/>
                  </a:lnTo>
                  <a:lnTo>
                    <a:pt x="2286000" y="552450"/>
                  </a:lnTo>
                  <a:lnTo>
                    <a:pt x="2571750" y="581025"/>
                  </a:lnTo>
                  <a:lnTo>
                    <a:pt x="2857500" y="609600"/>
                  </a:lnTo>
                  <a:lnTo>
                    <a:pt x="3143250" y="628650"/>
                  </a:lnTo>
                  <a:lnTo>
                    <a:pt x="3429000" y="647700"/>
                  </a:lnTo>
                  <a:lnTo>
                    <a:pt x="3714750" y="647700"/>
                  </a:lnTo>
                  <a:lnTo>
                    <a:pt x="4000500" y="638175"/>
                  </a:lnTo>
                  <a:lnTo>
                    <a:pt x="4286250" y="619125"/>
                  </a:lnTo>
                  <a:lnTo>
                    <a:pt x="4572000" y="581025"/>
                  </a:lnTo>
                  <a:lnTo>
                    <a:pt x="4857750" y="542925"/>
                  </a:lnTo>
                  <a:lnTo>
                    <a:pt x="5143500" y="495300"/>
                  </a:lnTo>
                  <a:lnTo>
                    <a:pt x="5429250" y="447675"/>
                  </a:lnTo>
                  <a:lnTo>
                    <a:pt x="5715000" y="390525"/>
                  </a:lnTo>
                  <a:lnTo>
                    <a:pt x="6000750" y="342900"/>
                  </a:lnTo>
                  <a:lnTo>
                    <a:pt x="6286500" y="295275"/>
                  </a:lnTo>
                  <a:lnTo>
                    <a:pt x="6572250" y="266700"/>
                  </a:lnTo>
                  <a:lnTo>
                    <a:pt x="6858000" y="238125"/>
                  </a:lnTo>
                  <a:lnTo>
                    <a:pt x="7143750" y="228600"/>
                  </a:lnTo>
                  <a:lnTo>
                    <a:pt x="7429500" y="219075"/>
                  </a:lnTo>
                  <a:lnTo>
                    <a:pt x="7715250" y="219075"/>
                  </a:lnTo>
                  <a:lnTo>
                    <a:pt x="8001000" y="219075"/>
                  </a:lnTo>
                  <a:lnTo>
                    <a:pt x="8286750" y="219075"/>
                  </a:lnTo>
                  <a:lnTo>
                    <a:pt x="8572500" y="228600"/>
                  </a:lnTo>
                  <a:lnTo>
                    <a:pt x="8858250" y="228600"/>
                  </a:lnTo>
                  <a:lnTo>
                    <a:pt x="9144000" y="247650"/>
                  </a:lnTo>
                  <a:lnTo>
                    <a:pt x="9429750" y="257175"/>
                  </a:lnTo>
                  <a:lnTo>
                    <a:pt x="9715500" y="266700"/>
                  </a:lnTo>
                  <a:lnTo>
                    <a:pt x="10001250" y="276225"/>
                  </a:lnTo>
                  <a:lnTo>
                    <a:pt x="10287000" y="285750"/>
                  </a:lnTo>
                  <a:lnTo>
                    <a:pt x="10572750" y="295275"/>
                  </a:lnTo>
                  <a:lnTo>
                    <a:pt x="10858500" y="323850"/>
                  </a:lnTo>
                  <a:lnTo>
                    <a:pt x="11144250" y="352425"/>
                  </a:lnTo>
                  <a:lnTo>
                    <a:pt x="11430000" y="381000"/>
                  </a:lnTo>
                  <a:lnTo>
                    <a:pt x="11715750" y="409575"/>
                  </a:lnTo>
                  <a:lnTo>
                    <a:pt x="12001500" y="438150"/>
                  </a:lnTo>
                  <a:lnTo>
                    <a:pt x="12287250" y="457200"/>
                  </a:lnTo>
                  <a:lnTo>
                    <a:pt x="12573000" y="476250"/>
                  </a:lnTo>
                  <a:lnTo>
                    <a:pt x="12858750" y="485775"/>
                  </a:lnTo>
                  <a:lnTo>
                    <a:pt x="13144500" y="485775"/>
                  </a:lnTo>
                  <a:lnTo>
                    <a:pt x="13430250" y="476250"/>
                  </a:lnTo>
                  <a:lnTo>
                    <a:pt x="13716000" y="466725"/>
                  </a:lnTo>
                  <a:lnTo>
                    <a:pt x="14001750" y="457200"/>
                  </a:lnTo>
                  <a:lnTo>
                    <a:pt x="14287500" y="428625"/>
                  </a:lnTo>
                  <a:lnTo>
                    <a:pt x="14573250" y="409575"/>
                  </a:lnTo>
                  <a:lnTo>
                    <a:pt x="14859000" y="381000"/>
                  </a:lnTo>
                  <a:lnTo>
                    <a:pt x="15144750" y="342900"/>
                  </a:lnTo>
                  <a:lnTo>
                    <a:pt x="15430500" y="304800"/>
                  </a:lnTo>
                  <a:lnTo>
                    <a:pt x="15716250" y="266700"/>
                  </a:lnTo>
                  <a:lnTo>
                    <a:pt x="16002000" y="228600"/>
                  </a:lnTo>
                  <a:lnTo>
                    <a:pt x="16287750" y="190500"/>
                  </a:lnTo>
                  <a:lnTo>
                    <a:pt x="16573500" y="142875"/>
                  </a:lnTo>
                  <a:lnTo>
                    <a:pt x="16859250" y="114300"/>
                  </a:lnTo>
                  <a:lnTo>
                    <a:pt x="17145000" y="76200"/>
                  </a:lnTo>
                  <a:lnTo>
                    <a:pt x="17430750" y="57150"/>
                  </a:lnTo>
                  <a:lnTo>
                    <a:pt x="17716500" y="57150"/>
                  </a:lnTo>
                  <a:lnTo>
                    <a:pt x="18002250" y="76200"/>
                  </a:lnTo>
                  <a:lnTo>
                    <a:pt x="18288000" y="114300"/>
                  </a:lnTo>
                  <a:lnTo>
                    <a:pt x="18573750" y="171450"/>
                  </a:lnTo>
                  <a:lnTo>
                    <a:pt x="18859500" y="228600"/>
                  </a:lnTo>
                  <a:lnTo>
                    <a:pt x="19145250" y="276225"/>
                  </a:lnTo>
                  <a:lnTo>
                    <a:pt x="19431000" y="304800"/>
                  </a:lnTo>
                  <a:lnTo>
                    <a:pt x="19716750" y="304800"/>
                  </a:lnTo>
                  <a:lnTo>
                    <a:pt x="20002500" y="266700"/>
                  </a:lnTo>
                  <a:lnTo>
                    <a:pt x="20288250" y="200025"/>
                  </a:lnTo>
                  <a:lnTo>
                    <a:pt x="20574000" y="123825"/>
                  </a:lnTo>
                  <a:lnTo>
                    <a:pt x="20859750" y="57150"/>
                  </a:lnTo>
                  <a:lnTo>
                    <a:pt x="21145500" y="9525"/>
                  </a:lnTo>
                  <a:lnTo>
                    <a:pt x="21431250" y="0"/>
                  </a:lnTo>
                  <a:lnTo>
                    <a:pt x="21717000" y="9525"/>
                  </a:lnTo>
                  <a:lnTo>
                    <a:pt x="22002750" y="47625"/>
                  </a:lnTo>
                  <a:lnTo>
                    <a:pt x="22288500" y="104775"/>
                  </a:lnTo>
                  <a:lnTo>
                    <a:pt x="22574250" y="161925"/>
                  </a:lnTo>
                  <a:lnTo>
                    <a:pt x="22860000" y="219075"/>
                  </a:lnTo>
                  <a:lnTo>
                    <a:pt x="23145750" y="276225"/>
                  </a:lnTo>
                  <a:lnTo>
                    <a:pt x="23431500" y="323850"/>
                  </a:lnTo>
                  <a:lnTo>
                    <a:pt x="23717250" y="371475"/>
                  </a:lnTo>
                  <a:lnTo>
                    <a:pt x="24003000" y="419100"/>
                  </a:lnTo>
                  <a:lnTo>
                    <a:pt x="24288750" y="466725"/>
                  </a:lnTo>
                  <a:lnTo>
                    <a:pt x="24574500" y="504825"/>
                  </a:lnTo>
                  <a:lnTo>
                    <a:pt x="24860250" y="542925"/>
                  </a:lnTo>
                  <a:lnTo>
                    <a:pt x="25146000" y="581025"/>
                  </a:lnTo>
                  <a:lnTo>
                    <a:pt x="25431750" y="609600"/>
                  </a:lnTo>
                  <a:lnTo>
                    <a:pt x="25717500" y="628650"/>
                  </a:lnTo>
                  <a:lnTo>
                    <a:pt x="26003250" y="638175"/>
                  </a:lnTo>
                  <a:lnTo>
                    <a:pt x="26289000" y="638175"/>
                  </a:lnTo>
                  <a:lnTo>
                    <a:pt x="26574750" y="628650"/>
                  </a:lnTo>
                  <a:lnTo>
                    <a:pt x="26860500" y="619125"/>
                  </a:lnTo>
                  <a:lnTo>
                    <a:pt x="27146250" y="600075"/>
                  </a:lnTo>
                  <a:lnTo>
                    <a:pt x="27432000" y="590550"/>
                  </a:lnTo>
                  <a:lnTo>
                    <a:pt x="27717750" y="571500"/>
                  </a:lnTo>
                  <a:lnTo>
                    <a:pt x="28003500" y="542925"/>
                  </a:lnTo>
                  <a:lnTo>
                    <a:pt x="28289250" y="514350"/>
                  </a:lnTo>
                  <a:lnTo>
                    <a:pt x="28575000" y="466725"/>
                  </a:lnTo>
                  <a:lnTo>
                    <a:pt x="28860750" y="409575"/>
                  </a:lnTo>
                  <a:lnTo>
                    <a:pt x="29146500" y="342900"/>
                  </a:lnTo>
                  <a:lnTo>
                    <a:pt x="29432250" y="266700"/>
                  </a:lnTo>
                  <a:lnTo>
                    <a:pt x="29718000" y="200025"/>
                  </a:lnTo>
                  <a:lnTo>
                    <a:pt x="30003750" y="161925"/>
                  </a:lnTo>
                  <a:lnTo>
                    <a:pt x="30289500" y="133350"/>
                  </a:lnTo>
                  <a:lnTo>
                    <a:pt x="30384750" y="123825"/>
                  </a:lnTo>
                </a:path>
              </a:pathLst>
            </a:custGeom>
            <a:noFill/>
            <a:ln w="9525">
              <a:solidFill>
                <a:srgbClr val="B2C3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wave-06"/>
            <p:cNvSpPr/>
            <p:nvPr/>
          </p:nvSpPr>
          <p:spPr>
            <a:xfrm>
              <a:off x="0" y="6210300"/>
              <a:ext cx="30384750" cy="647700"/>
            </a:xfrm>
            <a:custGeom>
              <a:avLst/>
              <a:gdLst/>
              <a:ahLst/>
              <a:cxnLst/>
              <a:rect l="l" t="t" r="r" b="b"/>
              <a:pathLst>
                <a:path w="30384750" h="647700">
                  <a:moveTo>
                    <a:pt x="0" y="371475"/>
                  </a:moveTo>
                  <a:lnTo>
                    <a:pt x="285750" y="381000"/>
                  </a:lnTo>
                  <a:lnTo>
                    <a:pt x="571500" y="381000"/>
                  </a:lnTo>
                  <a:lnTo>
                    <a:pt x="857250" y="400050"/>
                  </a:lnTo>
                  <a:lnTo>
                    <a:pt x="1143000" y="419100"/>
                  </a:lnTo>
                  <a:lnTo>
                    <a:pt x="1428750" y="447675"/>
                  </a:lnTo>
                  <a:lnTo>
                    <a:pt x="1714500" y="476250"/>
                  </a:lnTo>
                  <a:lnTo>
                    <a:pt x="2000250" y="514350"/>
                  </a:lnTo>
                  <a:lnTo>
                    <a:pt x="2286000" y="542925"/>
                  </a:lnTo>
                  <a:lnTo>
                    <a:pt x="2571750" y="581025"/>
                  </a:lnTo>
                  <a:lnTo>
                    <a:pt x="2857500" y="609600"/>
                  </a:lnTo>
                  <a:lnTo>
                    <a:pt x="3143250" y="628650"/>
                  </a:lnTo>
                  <a:lnTo>
                    <a:pt x="3429000" y="638175"/>
                  </a:lnTo>
                  <a:lnTo>
                    <a:pt x="3714750" y="647700"/>
                  </a:lnTo>
                  <a:lnTo>
                    <a:pt x="4000500" y="638175"/>
                  </a:lnTo>
                  <a:lnTo>
                    <a:pt x="4286250" y="619125"/>
                  </a:lnTo>
                  <a:lnTo>
                    <a:pt x="4572000" y="590550"/>
                  </a:lnTo>
                  <a:lnTo>
                    <a:pt x="4857750" y="552450"/>
                  </a:lnTo>
                  <a:lnTo>
                    <a:pt x="5143500" y="514350"/>
                  </a:lnTo>
                  <a:lnTo>
                    <a:pt x="5429250" y="466725"/>
                  </a:lnTo>
                  <a:lnTo>
                    <a:pt x="5715000" y="419100"/>
                  </a:lnTo>
                  <a:lnTo>
                    <a:pt x="6000750" y="381000"/>
                  </a:lnTo>
                  <a:lnTo>
                    <a:pt x="6286500" y="342900"/>
                  </a:lnTo>
                  <a:lnTo>
                    <a:pt x="6572250" y="314325"/>
                  </a:lnTo>
                  <a:lnTo>
                    <a:pt x="6858000" y="295275"/>
                  </a:lnTo>
                  <a:lnTo>
                    <a:pt x="7143750" y="276225"/>
                  </a:lnTo>
                  <a:lnTo>
                    <a:pt x="7429500" y="266700"/>
                  </a:lnTo>
                  <a:lnTo>
                    <a:pt x="7715250" y="266700"/>
                  </a:lnTo>
                  <a:lnTo>
                    <a:pt x="8001000" y="266700"/>
                  </a:lnTo>
                  <a:lnTo>
                    <a:pt x="8286750" y="266700"/>
                  </a:lnTo>
                  <a:lnTo>
                    <a:pt x="8572500" y="276225"/>
                  </a:lnTo>
                  <a:lnTo>
                    <a:pt x="8858250" y="285750"/>
                  </a:lnTo>
                  <a:lnTo>
                    <a:pt x="9144000" y="295275"/>
                  </a:lnTo>
                  <a:lnTo>
                    <a:pt x="9429750" y="304800"/>
                  </a:lnTo>
                  <a:lnTo>
                    <a:pt x="9715500" y="314325"/>
                  </a:lnTo>
                  <a:lnTo>
                    <a:pt x="10001250" y="323850"/>
                  </a:lnTo>
                  <a:lnTo>
                    <a:pt x="10287000" y="333375"/>
                  </a:lnTo>
                  <a:lnTo>
                    <a:pt x="10572750" y="342900"/>
                  </a:lnTo>
                  <a:lnTo>
                    <a:pt x="10858500" y="361950"/>
                  </a:lnTo>
                  <a:lnTo>
                    <a:pt x="11144250" y="381000"/>
                  </a:lnTo>
                  <a:lnTo>
                    <a:pt x="11430000" y="409575"/>
                  </a:lnTo>
                  <a:lnTo>
                    <a:pt x="11715750" y="438150"/>
                  </a:lnTo>
                  <a:lnTo>
                    <a:pt x="12001500" y="457200"/>
                  </a:lnTo>
                  <a:lnTo>
                    <a:pt x="12287250" y="476250"/>
                  </a:lnTo>
                  <a:lnTo>
                    <a:pt x="12573000" y="485775"/>
                  </a:lnTo>
                  <a:lnTo>
                    <a:pt x="12858750" y="485775"/>
                  </a:lnTo>
                  <a:lnTo>
                    <a:pt x="13144500" y="476250"/>
                  </a:lnTo>
                  <a:lnTo>
                    <a:pt x="13430250" y="476250"/>
                  </a:lnTo>
                  <a:lnTo>
                    <a:pt x="13716000" y="457200"/>
                  </a:lnTo>
                  <a:lnTo>
                    <a:pt x="14001750" y="438150"/>
                  </a:lnTo>
                  <a:lnTo>
                    <a:pt x="14287500" y="419100"/>
                  </a:lnTo>
                  <a:lnTo>
                    <a:pt x="14573250" y="390525"/>
                  </a:lnTo>
                  <a:lnTo>
                    <a:pt x="14859000" y="361950"/>
                  </a:lnTo>
                  <a:lnTo>
                    <a:pt x="15144750" y="333375"/>
                  </a:lnTo>
                  <a:lnTo>
                    <a:pt x="15430500" y="295275"/>
                  </a:lnTo>
                  <a:lnTo>
                    <a:pt x="15716250" y="257175"/>
                  </a:lnTo>
                  <a:lnTo>
                    <a:pt x="16002000" y="219075"/>
                  </a:lnTo>
                  <a:lnTo>
                    <a:pt x="16287750" y="190500"/>
                  </a:lnTo>
                  <a:lnTo>
                    <a:pt x="16573500" y="152400"/>
                  </a:lnTo>
                  <a:lnTo>
                    <a:pt x="16859250" y="123825"/>
                  </a:lnTo>
                  <a:lnTo>
                    <a:pt x="17145000" y="95250"/>
                  </a:lnTo>
                  <a:lnTo>
                    <a:pt x="17430750" y="76200"/>
                  </a:lnTo>
                  <a:lnTo>
                    <a:pt x="17716500" y="76200"/>
                  </a:lnTo>
                  <a:lnTo>
                    <a:pt x="18002250" y="95250"/>
                  </a:lnTo>
                  <a:lnTo>
                    <a:pt x="18288000" y="133350"/>
                  </a:lnTo>
                  <a:lnTo>
                    <a:pt x="18573750" y="190500"/>
                  </a:lnTo>
                  <a:lnTo>
                    <a:pt x="18859500" y="247650"/>
                  </a:lnTo>
                  <a:lnTo>
                    <a:pt x="19145250" y="295275"/>
                  </a:lnTo>
                  <a:lnTo>
                    <a:pt x="19431000" y="323850"/>
                  </a:lnTo>
                  <a:lnTo>
                    <a:pt x="19716750" y="314325"/>
                  </a:lnTo>
                  <a:lnTo>
                    <a:pt x="20002500" y="276225"/>
                  </a:lnTo>
                  <a:lnTo>
                    <a:pt x="20288250" y="209550"/>
                  </a:lnTo>
                  <a:lnTo>
                    <a:pt x="20574000" y="133350"/>
                  </a:lnTo>
                  <a:lnTo>
                    <a:pt x="20859750" y="66675"/>
                  </a:lnTo>
                  <a:lnTo>
                    <a:pt x="21145500" y="19050"/>
                  </a:lnTo>
                  <a:lnTo>
                    <a:pt x="21431250" y="0"/>
                  </a:lnTo>
                  <a:lnTo>
                    <a:pt x="21717000" y="19050"/>
                  </a:lnTo>
                  <a:lnTo>
                    <a:pt x="22002750" y="47625"/>
                  </a:lnTo>
                  <a:lnTo>
                    <a:pt x="22288500" y="95250"/>
                  </a:lnTo>
                  <a:lnTo>
                    <a:pt x="22574250" y="152400"/>
                  </a:lnTo>
                  <a:lnTo>
                    <a:pt x="22860000" y="209550"/>
                  </a:lnTo>
                  <a:lnTo>
                    <a:pt x="23145750" y="257175"/>
                  </a:lnTo>
                  <a:lnTo>
                    <a:pt x="23431500" y="304800"/>
                  </a:lnTo>
                  <a:lnTo>
                    <a:pt x="23717250" y="352425"/>
                  </a:lnTo>
                  <a:lnTo>
                    <a:pt x="24003000" y="400050"/>
                  </a:lnTo>
                  <a:lnTo>
                    <a:pt x="24288750" y="447675"/>
                  </a:lnTo>
                  <a:lnTo>
                    <a:pt x="24574500" y="495300"/>
                  </a:lnTo>
                  <a:lnTo>
                    <a:pt x="24860250" y="533400"/>
                  </a:lnTo>
                  <a:lnTo>
                    <a:pt x="25146000" y="571500"/>
                  </a:lnTo>
                  <a:lnTo>
                    <a:pt x="25431750" y="600075"/>
                  </a:lnTo>
                  <a:lnTo>
                    <a:pt x="25717500" y="619125"/>
                  </a:lnTo>
                  <a:lnTo>
                    <a:pt x="26003250" y="628650"/>
                  </a:lnTo>
                  <a:lnTo>
                    <a:pt x="26289000" y="628650"/>
                  </a:lnTo>
                  <a:lnTo>
                    <a:pt x="26574750" y="628650"/>
                  </a:lnTo>
                  <a:lnTo>
                    <a:pt x="26860500" y="619125"/>
                  </a:lnTo>
                  <a:lnTo>
                    <a:pt x="27146250" y="609600"/>
                  </a:lnTo>
                  <a:lnTo>
                    <a:pt x="27432000" y="590550"/>
                  </a:lnTo>
                  <a:lnTo>
                    <a:pt x="27717750" y="571500"/>
                  </a:lnTo>
                  <a:lnTo>
                    <a:pt x="28003500" y="552450"/>
                  </a:lnTo>
                  <a:lnTo>
                    <a:pt x="28289250" y="533400"/>
                  </a:lnTo>
                  <a:lnTo>
                    <a:pt x="28575000" y="495300"/>
                  </a:lnTo>
                  <a:lnTo>
                    <a:pt x="28860750" y="438150"/>
                  </a:lnTo>
                  <a:lnTo>
                    <a:pt x="29146500" y="371475"/>
                  </a:lnTo>
                  <a:lnTo>
                    <a:pt x="29432250" y="304800"/>
                  </a:lnTo>
                  <a:lnTo>
                    <a:pt x="29718000" y="247650"/>
                  </a:lnTo>
                  <a:lnTo>
                    <a:pt x="30003750" y="209550"/>
                  </a:lnTo>
                  <a:lnTo>
                    <a:pt x="30289500" y="180975"/>
                  </a:lnTo>
                  <a:lnTo>
                    <a:pt x="30384750" y="171450"/>
                  </a:lnTo>
                </a:path>
              </a:pathLst>
            </a:custGeom>
            <a:noFill/>
            <a:ln w="9525">
              <a:solidFill>
                <a:srgbClr val="AEBED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wave-07"/>
            <p:cNvSpPr/>
            <p:nvPr/>
          </p:nvSpPr>
          <p:spPr>
            <a:xfrm>
              <a:off x="0" y="6248400"/>
              <a:ext cx="30384750" cy="628650"/>
            </a:xfrm>
            <a:custGeom>
              <a:avLst/>
              <a:gdLst/>
              <a:ahLst/>
              <a:cxnLst/>
              <a:rect l="l" t="t" r="r" b="b"/>
              <a:pathLst>
                <a:path w="30384750" h="628650">
                  <a:moveTo>
                    <a:pt x="0" y="381000"/>
                  </a:moveTo>
                  <a:lnTo>
                    <a:pt x="285750" y="381000"/>
                  </a:lnTo>
                  <a:lnTo>
                    <a:pt x="571500" y="390525"/>
                  </a:lnTo>
                  <a:lnTo>
                    <a:pt x="857250" y="400050"/>
                  </a:lnTo>
                  <a:lnTo>
                    <a:pt x="1143000" y="419100"/>
                  </a:lnTo>
                  <a:lnTo>
                    <a:pt x="1428750" y="438150"/>
                  </a:lnTo>
                  <a:lnTo>
                    <a:pt x="1714500" y="466725"/>
                  </a:lnTo>
                  <a:lnTo>
                    <a:pt x="2000250" y="495300"/>
                  </a:lnTo>
                  <a:lnTo>
                    <a:pt x="2286000" y="533400"/>
                  </a:lnTo>
                  <a:lnTo>
                    <a:pt x="2571750" y="561975"/>
                  </a:lnTo>
                  <a:lnTo>
                    <a:pt x="2857500" y="590550"/>
                  </a:lnTo>
                  <a:lnTo>
                    <a:pt x="3143250" y="609600"/>
                  </a:lnTo>
                  <a:lnTo>
                    <a:pt x="3429000" y="628650"/>
                  </a:lnTo>
                  <a:lnTo>
                    <a:pt x="3714750" y="628650"/>
                  </a:lnTo>
                  <a:lnTo>
                    <a:pt x="4000500" y="628650"/>
                  </a:lnTo>
                  <a:lnTo>
                    <a:pt x="4286250" y="609600"/>
                  </a:lnTo>
                  <a:lnTo>
                    <a:pt x="4572000" y="590550"/>
                  </a:lnTo>
                  <a:lnTo>
                    <a:pt x="4857750" y="561975"/>
                  </a:lnTo>
                  <a:lnTo>
                    <a:pt x="5143500" y="523875"/>
                  </a:lnTo>
                  <a:lnTo>
                    <a:pt x="5429250" y="485775"/>
                  </a:lnTo>
                  <a:lnTo>
                    <a:pt x="5715000" y="438150"/>
                  </a:lnTo>
                  <a:lnTo>
                    <a:pt x="6000750" y="400050"/>
                  </a:lnTo>
                  <a:lnTo>
                    <a:pt x="6286500" y="371475"/>
                  </a:lnTo>
                  <a:lnTo>
                    <a:pt x="6572250" y="352425"/>
                  </a:lnTo>
                  <a:lnTo>
                    <a:pt x="6858000" y="333375"/>
                  </a:lnTo>
                  <a:lnTo>
                    <a:pt x="7143750" y="314325"/>
                  </a:lnTo>
                  <a:lnTo>
                    <a:pt x="7429500" y="314325"/>
                  </a:lnTo>
                  <a:lnTo>
                    <a:pt x="7715250" y="304800"/>
                  </a:lnTo>
                  <a:lnTo>
                    <a:pt x="8001000" y="304800"/>
                  </a:lnTo>
                  <a:lnTo>
                    <a:pt x="8286750" y="314325"/>
                  </a:lnTo>
                  <a:lnTo>
                    <a:pt x="8572500" y="314325"/>
                  </a:lnTo>
                  <a:lnTo>
                    <a:pt x="8858250" y="323850"/>
                  </a:lnTo>
                  <a:lnTo>
                    <a:pt x="9144000" y="333375"/>
                  </a:lnTo>
                  <a:lnTo>
                    <a:pt x="9429750" y="342900"/>
                  </a:lnTo>
                  <a:lnTo>
                    <a:pt x="9715500" y="352425"/>
                  </a:lnTo>
                  <a:lnTo>
                    <a:pt x="10001250" y="361950"/>
                  </a:lnTo>
                  <a:lnTo>
                    <a:pt x="10287000" y="371475"/>
                  </a:lnTo>
                  <a:lnTo>
                    <a:pt x="10572750" y="381000"/>
                  </a:lnTo>
                  <a:lnTo>
                    <a:pt x="10858500" y="400050"/>
                  </a:lnTo>
                  <a:lnTo>
                    <a:pt x="11144250" y="409575"/>
                  </a:lnTo>
                  <a:lnTo>
                    <a:pt x="11430000" y="428625"/>
                  </a:lnTo>
                  <a:lnTo>
                    <a:pt x="11715750" y="447675"/>
                  </a:lnTo>
                  <a:lnTo>
                    <a:pt x="12001500" y="466725"/>
                  </a:lnTo>
                  <a:lnTo>
                    <a:pt x="12287250" y="476250"/>
                  </a:lnTo>
                  <a:lnTo>
                    <a:pt x="12573000" y="476250"/>
                  </a:lnTo>
                  <a:lnTo>
                    <a:pt x="12858750" y="476250"/>
                  </a:lnTo>
                  <a:lnTo>
                    <a:pt x="13144500" y="466725"/>
                  </a:lnTo>
                  <a:lnTo>
                    <a:pt x="13430250" y="457200"/>
                  </a:lnTo>
                  <a:lnTo>
                    <a:pt x="13716000" y="438150"/>
                  </a:lnTo>
                  <a:lnTo>
                    <a:pt x="14001750" y="419100"/>
                  </a:lnTo>
                  <a:lnTo>
                    <a:pt x="14287500" y="400050"/>
                  </a:lnTo>
                  <a:lnTo>
                    <a:pt x="14573250" y="371475"/>
                  </a:lnTo>
                  <a:lnTo>
                    <a:pt x="14859000" y="333375"/>
                  </a:lnTo>
                  <a:lnTo>
                    <a:pt x="15144750" y="304800"/>
                  </a:lnTo>
                  <a:lnTo>
                    <a:pt x="15430500" y="276225"/>
                  </a:lnTo>
                  <a:lnTo>
                    <a:pt x="15716250" y="238125"/>
                  </a:lnTo>
                  <a:lnTo>
                    <a:pt x="16002000" y="209550"/>
                  </a:lnTo>
                  <a:lnTo>
                    <a:pt x="16287750" y="171450"/>
                  </a:lnTo>
                  <a:lnTo>
                    <a:pt x="16573500" y="142875"/>
                  </a:lnTo>
                  <a:lnTo>
                    <a:pt x="16859250" y="123825"/>
                  </a:lnTo>
                  <a:lnTo>
                    <a:pt x="17145000" y="95250"/>
                  </a:lnTo>
                  <a:lnTo>
                    <a:pt x="17430750" y="85725"/>
                  </a:lnTo>
                  <a:lnTo>
                    <a:pt x="17716500" y="95250"/>
                  </a:lnTo>
                  <a:lnTo>
                    <a:pt x="18002250" y="114300"/>
                  </a:lnTo>
                  <a:lnTo>
                    <a:pt x="18288000" y="152400"/>
                  </a:lnTo>
                  <a:lnTo>
                    <a:pt x="18573750" y="200025"/>
                  </a:lnTo>
                  <a:lnTo>
                    <a:pt x="18859500" y="257175"/>
                  </a:lnTo>
                  <a:lnTo>
                    <a:pt x="19145250" y="304800"/>
                  </a:lnTo>
                  <a:lnTo>
                    <a:pt x="19431000" y="323850"/>
                  </a:lnTo>
                  <a:lnTo>
                    <a:pt x="19716750" y="314325"/>
                  </a:lnTo>
                  <a:lnTo>
                    <a:pt x="20002500" y="276225"/>
                  </a:lnTo>
                  <a:lnTo>
                    <a:pt x="20288250" y="209550"/>
                  </a:lnTo>
                  <a:lnTo>
                    <a:pt x="20574000" y="133350"/>
                  </a:lnTo>
                  <a:lnTo>
                    <a:pt x="20859750" y="66675"/>
                  </a:lnTo>
                  <a:lnTo>
                    <a:pt x="21145500" y="19050"/>
                  </a:lnTo>
                  <a:lnTo>
                    <a:pt x="21431250" y="0"/>
                  </a:lnTo>
                  <a:lnTo>
                    <a:pt x="21717000" y="9525"/>
                  </a:lnTo>
                  <a:lnTo>
                    <a:pt x="22002750" y="38100"/>
                  </a:lnTo>
                  <a:lnTo>
                    <a:pt x="22288500" y="85725"/>
                  </a:lnTo>
                  <a:lnTo>
                    <a:pt x="22574250" y="133350"/>
                  </a:lnTo>
                  <a:lnTo>
                    <a:pt x="22860000" y="190500"/>
                  </a:lnTo>
                  <a:lnTo>
                    <a:pt x="23145750" y="238125"/>
                  </a:lnTo>
                  <a:lnTo>
                    <a:pt x="23431500" y="285750"/>
                  </a:lnTo>
                  <a:lnTo>
                    <a:pt x="23717250" y="333375"/>
                  </a:lnTo>
                  <a:lnTo>
                    <a:pt x="24003000" y="371475"/>
                  </a:lnTo>
                  <a:lnTo>
                    <a:pt x="24288750" y="419100"/>
                  </a:lnTo>
                  <a:lnTo>
                    <a:pt x="24574500" y="466725"/>
                  </a:lnTo>
                  <a:lnTo>
                    <a:pt x="24860250" y="514350"/>
                  </a:lnTo>
                  <a:lnTo>
                    <a:pt x="25146000" y="552450"/>
                  </a:lnTo>
                  <a:lnTo>
                    <a:pt x="25431750" y="581025"/>
                  </a:lnTo>
                  <a:lnTo>
                    <a:pt x="25717500" y="600075"/>
                  </a:lnTo>
                  <a:lnTo>
                    <a:pt x="26003250" y="609600"/>
                  </a:lnTo>
                  <a:lnTo>
                    <a:pt x="26289000" y="619125"/>
                  </a:lnTo>
                  <a:lnTo>
                    <a:pt x="26574750" y="619125"/>
                  </a:lnTo>
                  <a:lnTo>
                    <a:pt x="26860500" y="609600"/>
                  </a:lnTo>
                  <a:lnTo>
                    <a:pt x="27146250" y="600075"/>
                  </a:lnTo>
                  <a:lnTo>
                    <a:pt x="27432000" y="581025"/>
                  </a:lnTo>
                  <a:lnTo>
                    <a:pt x="27717750" y="571500"/>
                  </a:lnTo>
                  <a:lnTo>
                    <a:pt x="28003500" y="561975"/>
                  </a:lnTo>
                  <a:lnTo>
                    <a:pt x="28289250" y="533400"/>
                  </a:lnTo>
                  <a:lnTo>
                    <a:pt x="28575000" y="504825"/>
                  </a:lnTo>
                  <a:lnTo>
                    <a:pt x="28860750" y="457200"/>
                  </a:lnTo>
                  <a:lnTo>
                    <a:pt x="29146500" y="400050"/>
                  </a:lnTo>
                  <a:lnTo>
                    <a:pt x="29432250" y="333375"/>
                  </a:lnTo>
                  <a:lnTo>
                    <a:pt x="29718000" y="276225"/>
                  </a:lnTo>
                  <a:lnTo>
                    <a:pt x="30003750" y="238125"/>
                  </a:lnTo>
                  <a:lnTo>
                    <a:pt x="30289500" y="219075"/>
                  </a:lnTo>
                  <a:lnTo>
                    <a:pt x="30384750" y="209550"/>
                  </a:lnTo>
                </a:path>
              </a:pathLst>
            </a:custGeom>
            <a:noFill/>
            <a:ln w="9525">
              <a:solidFill>
                <a:srgbClr val="AAB9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wave-08"/>
            <p:cNvSpPr/>
            <p:nvPr/>
          </p:nvSpPr>
          <p:spPr>
            <a:xfrm>
              <a:off x="0" y="6286500"/>
              <a:ext cx="30384750" cy="619125"/>
            </a:xfrm>
            <a:custGeom>
              <a:avLst/>
              <a:gdLst/>
              <a:ahLst/>
              <a:cxnLst/>
              <a:rect l="l" t="t" r="r" b="b"/>
              <a:pathLst>
                <a:path w="30384750" h="619125">
                  <a:moveTo>
                    <a:pt x="0" y="390525"/>
                  </a:moveTo>
                  <a:lnTo>
                    <a:pt x="285750" y="390525"/>
                  </a:lnTo>
                  <a:lnTo>
                    <a:pt x="571500" y="390525"/>
                  </a:lnTo>
                  <a:lnTo>
                    <a:pt x="857250" y="400050"/>
                  </a:lnTo>
                  <a:lnTo>
                    <a:pt x="1143000" y="419100"/>
                  </a:lnTo>
                  <a:lnTo>
                    <a:pt x="1428750" y="438150"/>
                  </a:lnTo>
                  <a:lnTo>
                    <a:pt x="1714500" y="457200"/>
                  </a:lnTo>
                  <a:lnTo>
                    <a:pt x="2000250" y="485775"/>
                  </a:lnTo>
                  <a:lnTo>
                    <a:pt x="2286000" y="514350"/>
                  </a:lnTo>
                  <a:lnTo>
                    <a:pt x="2571750" y="542925"/>
                  </a:lnTo>
                  <a:lnTo>
                    <a:pt x="2857500" y="571500"/>
                  </a:lnTo>
                  <a:lnTo>
                    <a:pt x="3143250" y="600075"/>
                  </a:lnTo>
                  <a:lnTo>
                    <a:pt x="3429000" y="609600"/>
                  </a:lnTo>
                  <a:lnTo>
                    <a:pt x="3714750" y="619125"/>
                  </a:lnTo>
                  <a:lnTo>
                    <a:pt x="4000500" y="619125"/>
                  </a:lnTo>
                  <a:lnTo>
                    <a:pt x="4286250" y="609600"/>
                  </a:lnTo>
                  <a:lnTo>
                    <a:pt x="4572000" y="590550"/>
                  </a:lnTo>
                  <a:lnTo>
                    <a:pt x="4857750" y="561975"/>
                  </a:lnTo>
                  <a:lnTo>
                    <a:pt x="5143500" y="533400"/>
                  </a:lnTo>
                  <a:lnTo>
                    <a:pt x="5429250" y="495300"/>
                  </a:lnTo>
                  <a:lnTo>
                    <a:pt x="5715000" y="466725"/>
                  </a:lnTo>
                  <a:lnTo>
                    <a:pt x="6000750" y="428625"/>
                  </a:lnTo>
                  <a:lnTo>
                    <a:pt x="6286500" y="409575"/>
                  </a:lnTo>
                  <a:lnTo>
                    <a:pt x="6572250" y="381000"/>
                  </a:lnTo>
                  <a:lnTo>
                    <a:pt x="6858000" y="371475"/>
                  </a:lnTo>
                  <a:lnTo>
                    <a:pt x="7143750" y="361950"/>
                  </a:lnTo>
                  <a:lnTo>
                    <a:pt x="7429500" y="352425"/>
                  </a:lnTo>
                  <a:lnTo>
                    <a:pt x="7715250" y="352425"/>
                  </a:lnTo>
                  <a:lnTo>
                    <a:pt x="8001000" y="352425"/>
                  </a:lnTo>
                  <a:lnTo>
                    <a:pt x="8286750" y="352425"/>
                  </a:lnTo>
                  <a:lnTo>
                    <a:pt x="8572500" y="361950"/>
                  </a:lnTo>
                  <a:lnTo>
                    <a:pt x="8858250" y="361950"/>
                  </a:lnTo>
                  <a:lnTo>
                    <a:pt x="9144000" y="381000"/>
                  </a:lnTo>
                  <a:lnTo>
                    <a:pt x="9429750" y="390525"/>
                  </a:lnTo>
                  <a:lnTo>
                    <a:pt x="9715500" y="400050"/>
                  </a:lnTo>
                  <a:lnTo>
                    <a:pt x="10001250" y="409575"/>
                  </a:lnTo>
                  <a:lnTo>
                    <a:pt x="10287000" y="409575"/>
                  </a:lnTo>
                  <a:lnTo>
                    <a:pt x="10572750" y="419100"/>
                  </a:lnTo>
                  <a:lnTo>
                    <a:pt x="10858500" y="428625"/>
                  </a:lnTo>
                  <a:lnTo>
                    <a:pt x="11144250" y="438150"/>
                  </a:lnTo>
                  <a:lnTo>
                    <a:pt x="11430000" y="457200"/>
                  </a:lnTo>
                  <a:lnTo>
                    <a:pt x="11715750" y="466725"/>
                  </a:lnTo>
                  <a:lnTo>
                    <a:pt x="12001500" y="476250"/>
                  </a:lnTo>
                  <a:lnTo>
                    <a:pt x="12287250" y="476250"/>
                  </a:lnTo>
                  <a:lnTo>
                    <a:pt x="12573000" y="476250"/>
                  </a:lnTo>
                  <a:lnTo>
                    <a:pt x="12858750" y="466725"/>
                  </a:lnTo>
                  <a:lnTo>
                    <a:pt x="13144500" y="457200"/>
                  </a:lnTo>
                  <a:lnTo>
                    <a:pt x="13430250" y="438150"/>
                  </a:lnTo>
                  <a:lnTo>
                    <a:pt x="13716000" y="419100"/>
                  </a:lnTo>
                  <a:lnTo>
                    <a:pt x="14001750" y="400050"/>
                  </a:lnTo>
                  <a:lnTo>
                    <a:pt x="14287500" y="371475"/>
                  </a:lnTo>
                  <a:lnTo>
                    <a:pt x="14573250" y="342900"/>
                  </a:lnTo>
                  <a:lnTo>
                    <a:pt x="14859000" y="314325"/>
                  </a:lnTo>
                  <a:lnTo>
                    <a:pt x="15144750" y="285750"/>
                  </a:lnTo>
                  <a:lnTo>
                    <a:pt x="15430500" y="247650"/>
                  </a:lnTo>
                  <a:lnTo>
                    <a:pt x="15716250" y="219075"/>
                  </a:lnTo>
                  <a:lnTo>
                    <a:pt x="16002000" y="190500"/>
                  </a:lnTo>
                  <a:lnTo>
                    <a:pt x="16287750" y="161925"/>
                  </a:lnTo>
                  <a:lnTo>
                    <a:pt x="16573500" y="142875"/>
                  </a:lnTo>
                  <a:lnTo>
                    <a:pt x="16859250" y="123825"/>
                  </a:lnTo>
                  <a:lnTo>
                    <a:pt x="17145000" y="104775"/>
                  </a:lnTo>
                  <a:lnTo>
                    <a:pt x="17430750" y="95250"/>
                  </a:lnTo>
                  <a:lnTo>
                    <a:pt x="17716500" y="104775"/>
                  </a:lnTo>
                  <a:lnTo>
                    <a:pt x="18002250" y="123825"/>
                  </a:lnTo>
                  <a:lnTo>
                    <a:pt x="18288000" y="161925"/>
                  </a:lnTo>
                  <a:lnTo>
                    <a:pt x="18573750" y="219075"/>
                  </a:lnTo>
                  <a:lnTo>
                    <a:pt x="18859500" y="266700"/>
                  </a:lnTo>
                  <a:lnTo>
                    <a:pt x="19145250" y="304800"/>
                  </a:lnTo>
                  <a:lnTo>
                    <a:pt x="19431000" y="323850"/>
                  </a:lnTo>
                  <a:lnTo>
                    <a:pt x="19716750" y="314325"/>
                  </a:lnTo>
                  <a:lnTo>
                    <a:pt x="20002500" y="276225"/>
                  </a:lnTo>
                  <a:lnTo>
                    <a:pt x="20288250" y="209550"/>
                  </a:lnTo>
                  <a:lnTo>
                    <a:pt x="20574000" y="133350"/>
                  </a:lnTo>
                  <a:lnTo>
                    <a:pt x="20859750" y="66675"/>
                  </a:lnTo>
                  <a:lnTo>
                    <a:pt x="21145500" y="19050"/>
                  </a:lnTo>
                  <a:lnTo>
                    <a:pt x="21431250" y="0"/>
                  </a:lnTo>
                  <a:lnTo>
                    <a:pt x="21717000" y="0"/>
                  </a:lnTo>
                  <a:lnTo>
                    <a:pt x="22002750" y="28575"/>
                  </a:lnTo>
                  <a:lnTo>
                    <a:pt x="22288500" y="66675"/>
                  </a:lnTo>
                  <a:lnTo>
                    <a:pt x="22574250" y="114300"/>
                  </a:lnTo>
                  <a:lnTo>
                    <a:pt x="22860000" y="161925"/>
                  </a:lnTo>
                  <a:lnTo>
                    <a:pt x="23145750" y="209550"/>
                  </a:lnTo>
                  <a:lnTo>
                    <a:pt x="23431500" y="257175"/>
                  </a:lnTo>
                  <a:lnTo>
                    <a:pt x="23717250" y="304800"/>
                  </a:lnTo>
                  <a:lnTo>
                    <a:pt x="24003000" y="352425"/>
                  </a:lnTo>
                  <a:lnTo>
                    <a:pt x="24288750" y="400050"/>
                  </a:lnTo>
                  <a:lnTo>
                    <a:pt x="24574500" y="447675"/>
                  </a:lnTo>
                  <a:lnTo>
                    <a:pt x="24860250" y="495300"/>
                  </a:lnTo>
                  <a:lnTo>
                    <a:pt x="25146000" y="533400"/>
                  </a:lnTo>
                  <a:lnTo>
                    <a:pt x="25431750" y="561975"/>
                  </a:lnTo>
                  <a:lnTo>
                    <a:pt x="25717500" y="590550"/>
                  </a:lnTo>
                  <a:lnTo>
                    <a:pt x="26003250" y="600075"/>
                  </a:lnTo>
                  <a:lnTo>
                    <a:pt x="26289000" y="600075"/>
                  </a:lnTo>
                  <a:lnTo>
                    <a:pt x="26574750" y="600075"/>
                  </a:lnTo>
                  <a:lnTo>
                    <a:pt x="26860500" y="600075"/>
                  </a:lnTo>
                  <a:lnTo>
                    <a:pt x="27146250" y="590550"/>
                  </a:lnTo>
                  <a:lnTo>
                    <a:pt x="27432000" y="581025"/>
                  </a:lnTo>
                  <a:lnTo>
                    <a:pt x="27717750" y="571500"/>
                  </a:lnTo>
                  <a:lnTo>
                    <a:pt x="28003500" y="561975"/>
                  </a:lnTo>
                  <a:lnTo>
                    <a:pt x="28289250" y="542925"/>
                  </a:lnTo>
                  <a:lnTo>
                    <a:pt x="28575000" y="514350"/>
                  </a:lnTo>
                  <a:lnTo>
                    <a:pt x="28860750" y="476250"/>
                  </a:lnTo>
                  <a:lnTo>
                    <a:pt x="29146500" y="419100"/>
                  </a:lnTo>
                  <a:lnTo>
                    <a:pt x="29432250" y="361950"/>
                  </a:lnTo>
                  <a:lnTo>
                    <a:pt x="29718000" y="304800"/>
                  </a:lnTo>
                  <a:lnTo>
                    <a:pt x="30003750" y="276225"/>
                  </a:lnTo>
                  <a:lnTo>
                    <a:pt x="30289500" y="247650"/>
                  </a:lnTo>
                  <a:lnTo>
                    <a:pt x="30384750" y="247650"/>
                  </a:lnTo>
                </a:path>
              </a:pathLst>
            </a:custGeom>
            <a:noFill/>
            <a:ln w="9525">
              <a:solidFill>
                <a:srgbClr val="A6B4D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3" name="wave-09"/>
            <p:cNvSpPr/>
            <p:nvPr/>
          </p:nvSpPr>
          <p:spPr>
            <a:xfrm>
              <a:off x="0" y="6315075"/>
              <a:ext cx="30384750" cy="619125"/>
            </a:xfrm>
            <a:custGeom>
              <a:avLst/>
              <a:gdLst/>
              <a:ahLst/>
              <a:cxnLst/>
              <a:rect l="l" t="t" r="r" b="b"/>
              <a:pathLst>
                <a:path w="30384750" h="619125">
                  <a:moveTo>
                    <a:pt x="0" y="409575"/>
                  </a:moveTo>
                  <a:lnTo>
                    <a:pt x="285750" y="409575"/>
                  </a:lnTo>
                  <a:lnTo>
                    <a:pt x="571500" y="409575"/>
                  </a:lnTo>
                  <a:lnTo>
                    <a:pt x="857250" y="419100"/>
                  </a:lnTo>
                  <a:lnTo>
                    <a:pt x="1143000" y="428625"/>
                  </a:lnTo>
                  <a:lnTo>
                    <a:pt x="1428750" y="438150"/>
                  </a:lnTo>
                  <a:lnTo>
                    <a:pt x="1714500" y="457200"/>
                  </a:lnTo>
                  <a:lnTo>
                    <a:pt x="2000250" y="485775"/>
                  </a:lnTo>
                  <a:lnTo>
                    <a:pt x="2286000" y="514350"/>
                  </a:lnTo>
                  <a:lnTo>
                    <a:pt x="2571750" y="542925"/>
                  </a:lnTo>
                  <a:lnTo>
                    <a:pt x="2857500" y="571500"/>
                  </a:lnTo>
                  <a:lnTo>
                    <a:pt x="3143250" y="590550"/>
                  </a:lnTo>
                  <a:lnTo>
                    <a:pt x="3429000" y="609600"/>
                  </a:lnTo>
                  <a:lnTo>
                    <a:pt x="3714750" y="609600"/>
                  </a:lnTo>
                  <a:lnTo>
                    <a:pt x="4000500" y="619125"/>
                  </a:lnTo>
                  <a:lnTo>
                    <a:pt x="4286250" y="609600"/>
                  </a:lnTo>
                  <a:lnTo>
                    <a:pt x="4572000" y="590550"/>
                  </a:lnTo>
                  <a:lnTo>
                    <a:pt x="4857750" y="571500"/>
                  </a:lnTo>
                  <a:lnTo>
                    <a:pt x="5143500" y="552450"/>
                  </a:lnTo>
                  <a:lnTo>
                    <a:pt x="5429250" y="523875"/>
                  </a:lnTo>
                  <a:lnTo>
                    <a:pt x="5715000" y="495300"/>
                  </a:lnTo>
                  <a:lnTo>
                    <a:pt x="6000750" y="466725"/>
                  </a:lnTo>
                  <a:lnTo>
                    <a:pt x="6286500" y="447675"/>
                  </a:lnTo>
                  <a:lnTo>
                    <a:pt x="6572250" y="428625"/>
                  </a:lnTo>
                  <a:lnTo>
                    <a:pt x="6858000" y="419100"/>
                  </a:lnTo>
                  <a:lnTo>
                    <a:pt x="7143750" y="409575"/>
                  </a:lnTo>
                  <a:lnTo>
                    <a:pt x="7429500" y="400050"/>
                  </a:lnTo>
                  <a:lnTo>
                    <a:pt x="7715250" y="400050"/>
                  </a:lnTo>
                  <a:lnTo>
                    <a:pt x="8001000" y="400050"/>
                  </a:lnTo>
                  <a:lnTo>
                    <a:pt x="8286750" y="400050"/>
                  </a:lnTo>
                  <a:lnTo>
                    <a:pt x="8572500" y="409575"/>
                  </a:lnTo>
                  <a:lnTo>
                    <a:pt x="8858250" y="419100"/>
                  </a:lnTo>
                  <a:lnTo>
                    <a:pt x="9144000" y="428625"/>
                  </a:lnTo>
                  <a:lnTo>
                    <a:pt x="9429750" y="438150"/>
                  </a:lnTo>
                  <a:lnTo>
                    <a:pt x="9715500" y="447675"/>
                  </a:lnTo>
                  <a:lnTo>
                    <a:pt x="10001250" y="457200"/>
                  </a:lnTo>
                  <a:lnTo>
                    <a:pt x="10287000" y="457200"/>
                  </a:lnTo>
                  <a:lnTo>
                    <a:pt x="10572750" y="466725"/>
                  </a:lnTo>
                  <a:lnTo>
                    <a:pt x="10858500" y="476250"/>
                  </a:lnTo>
                  <a:lnTo>
                    <a:pt x="11144250" y="476250"/>
                  </a:lnTo>
                  <a:lnTo>
                    <a:pt x="11430000" y="485775"/>
                  </a:lnTo>
                  <a:lnTo>
                    <a:pt x="11715750" y="495300"/>
                  </a:lnTo>
                  <a:lnTo>
                    <a:pt x="12001500" y="495300"/>
                  </a:lnTo>
                  <a:lnTo>
                    <a:pt x="12287250" y="495300"/>
                  </a:lnTo>
                  <a:lnTo>
                    <a:pt x="12573000" y="485775"/>
                  </a:lnTo>
                  <a:lnTo>
                    <a:pt x="12858750" y="476250"/>
                  </a:lnTo>
                  <a:lnTo>
                    <a:pt x="13144500" y="457200"/>
                  </a:lnTo>
                  <a:lnTo>
                    <a:pt x="13430250" y="438150"/>
                  </a:lnTo>
                  <a:lnTo>
                    <a:pt x="13716000" y="419100"/>
                  </a:lnTo>
                  <a:lnTo>
                    <a:pt x="14001750" y="390525"/>
                  </a:lnTo>
                  <a:lnTo>
                    <a:pt x="14287500" y="361950"/>
                  </a:lnTo>
                  <a:lnTo>
                    <a:pt x="14573250" y="333375"/>
                  </a:lnTo>
                  <a:lnTo>
                    <a:pt x="14859000" y="295275"/>
                  </a:lnTo>
                  <a:lnTo>
                    <a:pt x="15144750" y="266700"/>
                  </a:lnTo>
                  <a:lnTo>
                    <a:pt x="15430500" y="238125"/>
                  </a:lnTo>
                  <a:lnTo>
                    <a:pt x="15716250" y="209550"/>
                  </a:lnTo>
                  <a:lnTo>
                    <a:pt x="16002000" y="190500"/>
                  </a:lnTo>
                  <a:lnTo>
                    <a:pt x="16287750" y="161925"/>
                  </a:lnTo>
                  <a:lnTo>
                    <a:pt x="16573500" y="142875"/>
                  </a:lnTo>
                  <a:lnTo>
                    <a:pt x="16859250" y="133350"/>
                  </a:lnTo>
                  <a:lnTo>
                    <a:pt x="17145000" y="123825"/>
                  </a:lnTo>
                  <a:lnTo>
                    <a:pt x="17430750" y="114300"/>
                  </a:lnTo>
                  <a:lnTo>
                    <a:pt x="17716500" y="123825"/>
                  </a:lnTo>
                  <a:lnTo>
                    <a:pt x="18002250" y="152400"/>
                  </a:lnTo>
                  <a:lnTo>
                    <a:pt x="18288000" y="190500"/>
                  </a:lnTo>
                  <a:lnTo>
                    <a:pt x="18573750" y="238125"/>
                  </a:lnTo>
                  <a:lnTo>
                    <a:pt x="18859500" y="285750"/>
                  </a:lnTo>
                  <a:lnTo>
                    <a:pt x="19145250" y="323850"/>
                  </a:lnTo>
                  <a:lnTo>
                    <a:pt x="19431000" y="333375"/>
                  </a:lnTo>
                  <a:lnTo>
                    <a:pt x="19716750" y="323850"/>
                  </a:lnTo>
                  <a:lnTo>
                    <a:pt x="20002500" y="285750"/>
                  </a:lnTo>
                  <a:lnTo>
                    <a:pt x="20288250" y="219075"/>
                  </a:lnTo>
                  <a:lnTo>
                    <a:pt x="20574000" y="142875"/>
                  </a:lnTo>
                  <a:lnTo>
                    <a:pt x="20859750" y="76200"/>
                  </a:lnTo>
                  <a:lnTo>
                    <a:pt x="21145500" y="28575"/>
                  </a:lnTo>
                  <a:lnTo>
                    <a:pt x="21431250" y="0"/>
                  </a:lnTo>
                  <a:lnTo>
                    <a:pt x="21717000" y="0"/>
                  </a:lnTo>
                  <a:lnTo>
                    <a:pt x="22002750" y="28575"/>
                  </a:lnTo>
                  <a:lnTo>
                    <a:pt x="22288500" y="66675"/>
                  </a:lnTo>
                  <a:lnTo>
                    <a:pt x="22574250" y="104775"/>
                  </a:lnTo>
                  <a:lnTo>
                    <a:pt x="22860000" y="152400"/>
                  </a:lnTo>
                  <a:lnTo>
                    <a:pt x="23145750" y="200025"/>
                  </a:lnTo>
                  <a:lnTo>
                    <a:pt x="23431500" y="238125"/>
                  </a:lnTo>
                  <a:lnTo>
                    <a:pt x="23717250" y="285750"/>
                  </a:lnTo>
                  <a:lnTo>
                    <a:pt x="24003000" y="333375"/>
                  </a:lnTo>
                  <a:lnTo>
                    <a:pt x="24288750" y="381000"/>
                  </a:lnTo>
                  <a:lnTo>
                    <a:pt x="24574500" y="428625"/>
                  </a:lnTo>
                  <a:lnTo>
                    <a:pt x="24860250" y="476250"/>
                  </a:lnTo>
                  <a:lnTo>
                    <a:pt x="25146000" y="523875"/>
                  </a:lnTo>
                  <a:lnTo>
                    <a:pt x="25431750" y="552450"/>
                  </a:lnTo>
                  <a:lnTo>
                    <a:pt x="25717500" y="581025"/>
                  </a:lnTo>
                  <a:lnTo>
                    <a:pt x="26003250" y="590550"/>
                  </a:lnTo>
                  <a:lnTo>
                    <a:pt x="26289000" y="600075"/>
                  </a:lnTo>
                  <a:lnTo>
                    <a:pt x="26574750" y="600075"/>
                  </a:lnTo>
                  <a:lnTo>
                    <a:pt x="26860500" y="600075"/>
                  </a:lnTo>
                  <a:lnTo>
                    <a:pt x="27146250" y="590550"/>
                  </a:lnTo>
                  <a:lnTo>
                    <a:pt x="27432000" y="581025"/>
                  </a:lnTo>
                  <a:lnTo>
                    <a:pt x="27717750" y="581025"/>
                  </a:lnTo>
                  <a:lnTo>
                    <a:pt x="28003500" y="571500"/>
                  </a:lnTo>
                  <a:lnTo>
                    <a:pt x="28289250" y="561975"/>
                  </a:lnTo>
                  <a:lnTo>
                    <a:pt x="28575000" y="533400"/>
                  </a:lnTo>
                  <a:lnTo>
                    <a:pt x="28860750" y="504825"/>
                  </a:lnTo>
                  <a:lnTo>
                    <a:pt x="29146500" y="457200"/>
                  </a:lnTo>
                  <a:lnTo>
                    <a:pt x="29432250" y="400050"/>
                  </a:lnTo>
                  <a:lnTo>
                    <a:pt x="29718000" y="352425"/>
                  </a:lnTo>
                  <a:lnTo>
                    <a:pt x="30003750" y="314325"/>
                  </a:lnTo>
                  <a:lnTo>
                    <a:pt x="30289500" y="295275"/>
                  </a:lnTo>
                  <a:lnTo>
                    <a:pt x="30384750" y="285750"/>
                  </a:lnTo>
                </a:path>
              </a:pathLst>
            </a:custGeom>
            <a:noFill/>
            <a:ln w="9525">
              <a:solidFill>
                <a:srgbClr val="A2AFD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wave-10"/>
            <p:cNvSpPr/>
            <p:nvPr/>
          </p:nvSpPr>
          <p:spPr>
            <a:xfrm>
              <a:off x="0" y="6353175"/>
              <a:ext cx="30384750" cy="600075"/>
            </a:xfrm>
            <a:custGeom>
              <a:avLst/>
              <a:gdLst/>
              <a:ahLst/>
              <a:cxnLst/>
              <a:rect l="l" t="t" r="r" b="b"/>
              <a:pathLst>
                <a:path w="30384750" h="600075">
                  <a:moveTo>
                    <a:pt x="0" y="419100"/>
                  </a:moveTo>
                  <a:lnTo>
                    <a:pt x="285750" y="419100"/>
                  </a:lnTo>
                  <a:lnTo>
                    <a:pt x="571500" y="419100"/>
                  </a:lnTo>
                  <a:lnTo>
                    <a:pt x="857250" y="419100"/>
                  </a:lnTo>
                  <a:lnTo>
                    <a:pt x="1143000" y="419100"/>
                  </a:lnTo>
                  <a:lnTo>
                    <a:pt x="1428750" y="438150"/>
                  </a:lnTo>
                  <a:lnTo>
                    <a:pt x="1714500" y="447675"/>
                  </a:lnTo>
                  <a:lnTo>
                    <a:pt x="2000250" y="476250"/>
                  </a:lnTo>
                  <a:lnTo>
                    <a:pt x="2286000" y="495300"/>
                  </a:lnTo>
                  <a:lnTo>
                    <a:pt x="2571750" y="523875"/>
                  </a:lnTo>
                  <a:lnTo>
                    <a:pt x="2857500" y="552450"/>
                  </a:lnTo>
                  <a:lnTo>
                    <a:pt x="3143250" y="571500"/>
                  </a:lnTo>
                  <a:lnTo>
                    <a:pt x="3429000" y="590550"/>
                  </a:lnTo>
                  <a:lnTo>
                    <a:pt x="3714750" y="600075"/>
                  </a:lnTo>
                  <a:lnTo>
                    <a:pt x="4000500" y="600075"/>
                  </a:lnTo>
                  <a:lnTo>
                    <a:pt x="4286250" y="600075"/>
                  </a:lnTo>
                  <a:lnTo>
                    <a:pt x="4572000" y="590550"/>
                  </a:lnTo>
                  <a:lnTo>
                    <a:pt x="4857750" y="581025"/>
                  </a:lnTo>
                  <a:lnTo>
                    <a:pt x="5143500" y="561975"/>
                  </a:lnTo>
                  <a:lnTo>
                    <a:pt x="5429250" y="533400"/>
                  </a:lnTo>
                  <a:lnTo>
                    <a:pt x="5715000" y="514350"/>
                  </a:lnTo>
                  <a:lnTo>
                    <a:pt x="6000750" y="495300"/>
                  </a:lnTo>
                  <a:lnTo>
                    <a:pt x="6286500" y="476250"/>
                  </a:lnTo>
                  <a:lnTo>
                    <a:pt x="6572250" y="466725"/>
                  </a:lnTo>
                  <a:lnTo>
                    <a:pt x="6858000" y="457200"/>
                  </a:lnTo>
                  <a:lnTo>
                    <a:pt x="7143750" y="447675"/>
                  </a:lnTo>
                  <a:lnTo>
                    <a:pt x="7429500" y="447675"/>
                  </a:lnTo>
                  <a:lnTo>
                    <a:pt x="7715250" y="438150"/>
                  </a:lnTo>
                  <a:lnTo>
                    <a:pt x="8001000" y="438150"/>
                  </a:lnTo>
                  <a:lnTo>
                    <a:pt x="8286750" y="447675"/>
                  </a:lnTo>
                  <a:lnTo>
                    <a:pt x="8572500" y="447675"/>
                  </a:lnTo>
                  <a:lnTo>
                    <a:pt x="8858250" y="457200"/>
                  </a:lnTo>
                  <a:lnTo>
                    <a:pt x="9144000" y="466725"/>
                  </a:lnTo>
                  <a:lnTo>
                    <a:pt x="9429750" y="476250"/>
                  </a:lnTo>
                  <a:lnTo>
                    <a:pt x="9715500" y="485775"/>
                  </a:lnTo>
                  <a:lnTo>
                    <a:pt x="10001250" y="495300"/>
                  </a:lnTo>
                  <a:lnTo>
                    <a:pt x="10287000" y="504825"/>
                  </a:lnTo>
                  <a:lnTo>
                    <a:pt x="10572750" y="504825"/>
                  </a:lnTo>
                  <a:lnTo>
                    <a:pt x="10858500" y="504825"/>
                  </a:lnTo>
                  <a:lnTo>
                    <a:pt x="11144250" y="504825"/>
                  </a:lnTo>
                  <a:lnTo>
                    <a:pt x="11430000" y="504825"/>
                  </a:lnTo>
                  <a:lnTo>
                    <a:pt x="11715750" y="504825"/>
                  </a:lnTo>
                  <a:lnTo>
                    <a:pt x="12001500" y="504825"/>
                  </a:lnTo>
                  <a:lnTo>
                    <a:pt x="12287250" y="495300"/>
                  </a:lnTo>
                  <a:lnTo>
                    <a:pt x="12573000" y="485775"/>
                  </a:lnTo>
                  <a:lnTo>
                    <a:pt x="12858750" y="466725"/>
                  </a:lnTo>
                  <a:lnTo>
                    <a:pt x="13144500" y="447675"/>
                  </a:lnTo>
                  <a:lnTo>
                    <a:pt x="13430250" y="419100"/>
                  </a:lnTo>
                  <a:lnTo>
                    <a:pt x="13716000" y="400050"/>
                  </a:lnTo>
                  <a:lnTo>
                    <a:pt x="14001750" y="371475"/>
                  </a:lnTo>
                  <a:lnTo>
                    <a:pt x="14287500" y="333375"/>
                  </a:lnTo>
                  <a:lnTo>
                    <a:pt x="14573250" y="304800"/>
                  </a:lnTo>
                  <a:lnTo>
                    <a:pt x="14859000" y="276225"/>
                  </a:lnTo>
                  <a:lnTo>
                    <a:pt x="15144750" y="247650"/>
                  </a:lnTo>
                  <a:lnTo>
                    <a:pt x="15430500" y="219075"/>
                  </a:lnTo>
                  <a:lnTo>
                    <a:pt x="15716250" y="190500"/>
                  </a:lnTo>
                  <a:lnTo>
                    <a:pt x="16002000" y="171450"/>
                  </a:lnTo>
                  <a:lnTo>
                    <a:pt x="16287750" y="152400"/>
                  </a:lnTo>
                  <a:lnTo>
                    <a:pt x="16573500" y="142875"/>
                  </a:lnTo>
                  <a:lnTo>
                    <a:pt x="16859250" y="133350"/>
                  </a:lnTo>
                  <a:lnTo>
                    <a:pt x="17145000" y="123825"/>
                  </a:lnTo>
                  <a:lnTo>
                    <a:pt x="17430750" y="123825"/>
                  </a:lnTo>
                  <a:lnTo>
                    <a:pt x="17716500" y="142875"/>
                  </a:lnTo>
                  <a:lnTo>
                    <a:pt x="18002250" y="161925"/>
                  </a:lnTo>
                  <a:lnTo>
                    <a:pt x="18288000" y="200025"/>
                  </a:lnTo>
                  <a:lnTo>
                    <a:pt x="18573750" y="247650"/>
                  </a:lnTo>
                  <a:lnTo>
                    <a:pt x="18859500" y="295275"/>
                  </a:lnTo>
                  <a:lnTo>
                    <a:pt x="19145250" y="323850"/>
                  </a:lnTo>
                  <a:lnTo>
                    <a:pt x="19431000" y="342900"/>
                  </a:lnTo>
                  <a:lnTo>
                    <a:pt x="19716750" y="323850"/>
                  </a:lnTo>
                  <a:lnTo>
                    <a:pt x="20002500" y="285750"/>
                  </a:lnTo>
                  <a:lnTo>
                    <a:pt x="20288250" y="219075"/>
                  </a:lnTo>
                  <a:lnTo>
                    <a:pt x="20574000" y="142875"/>
                  </a:lnTo>
                  <a:lnTo>
                    <a:pt x="20859750" y="76200"/>
                  </a:lnTo>
                  <a:lnTo>
                    <a:pt x="21145500" y="28575"/>
                  </a:lnTo>
                  <a:lnTo>
                    <a:pt x="21431250" y="0"/>
                  </a:lnTo>
                  <a:lnTo>
                    <a:pt x="21717000" y="0"/>
                  </a:lnTo>
                  <a:lnTo>
                    <a:pt x="22002750" y="19050"/>
                  </a:lnTo>
                  <a:lnTo>
                    <a:pt x="22288500" y="47625"/>
                  </a:lnTo>
                  <a:lnTo>
                    <a:pt x="22574250" y="85725"/>
                  </a:lnTo>
                  <a:lnTo>
                    <a:pt x="22860000" y="133350"/>
                  </a:lnTo>
                  <a:lnTo>
                    <a:pt x="23145750" y="171450"/>
                  </a:lnTo>
                  <a:lnTo>
                    <a:pt x="23431500" y="219075"/>
                  </a:lnTo>
                  <a:lnTo>
                    <a:pt x="23717250" y="257175"/>
                  </a:lnTo>
                  <a:lnTo>
                    <a:pt x="24003000" y="304800"/>
                  </a:lnTo>
                  <a:lnTo>
                    <a:pt x="24288750" y="352425"/>
                  </a:lnTo>
                  <a:lnTo>
                    <a:pt x="24574500" y="409575"/>
                  </a:lnTo>
                  <a:lnTo>
                    <a:pt x="24860250" y="457200"/>
                  </a:lnTo>
                  <a:lnTo>
                    <a:pt x="25146000" y="504825"/>
                  </a:lnTo>
                  <a:lnTo>
                    <a:pt x="25431750" y="533400"/>
                  </a:lnTo>
                  <a:lnTo>
                    <a:pt x="25717500" y="561975"/>
                  </a:lnTo>
                  <a:lnTo>
                    <a:pt x="26003250" y="581025"/>
                  </a:lnTo>
                  <a:lnTo>
                    <a:pt x="26289000" y="590550"/>
                  </a:lnTo>
                  <a:lnTo>
                    <a:pt x="26574750" y="590550"/>
                  </a:lnTo>
                  <a:lnTo>
                    <a:pt x="26860500" y="581025"/>
                  </a:lnTo>
                  <a:lnTo>
                    <a:pt x="27146250" y="581025"/>
                  </a:lnTo>
                  <a:lnTo>
                    <a:pt x="27432000" y="581025"/>
                  </a:lnTo>
                  <a:lnTo>
                    <a:pt x="27717750" y="571500"/>
                  </a:lnTo>
                  <a:lnTo>
                    <a:pt x="28003500" y="571500"/>
                  </a:lnTo>
                  <a:lnTo>
                    <a:pt x="28289250" y="561975"/>
                  </a:lnTo>
                  <a:lnTo>
                    <a:pt x="28575000" y="552450"/>
                  </a:lnTo>
                  <a:lnTo>
                    <a:pt x="28860750" y="514350"/>
                  </a:lnTo>
                  <a:lnTo>
                    <a:pt x="29146500" y="476250"/>
                  </a:lnTo>
                  <a:lnTo>
                    <a:pt x="29432250" y="428625"/>
                  </a:lnTo>
                  <a:lnTo>
                    <a:pt x="29718000" y="381000"/>
                  </a:lnTo>
                  <a:lnTo>
                    <a:pt x="30003750" y="352425"/>
                  </a:lnTo>
                  <a:lnTo>
                    <a:pt x="30289500" y="333375"/>
                  </a:lnTo>
                  <a:lnTo>
                    <a:pt x="30384750" y="323850"/>
                  </a:lnTo>
                </a:path>
              </a:pathLst>
            </a:custGeom>
            <a:noFill/>
            <a:ln w="9525">
              <a:solidFill>
                <a:srgbClr val="9EAAD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wave-11"/>
            <p:cNvSpPr/>
            <p:nvPr/>
          </p:nvSpPr>
          <p:spPr>
            <a:xfrm>
              <a:off x="0" y="6381750"/>
              <a:ext cx="30384750" cy="600075"/>
            </a:xfrm>
            <a:custGeom>
              <a:avLst/>
              <a:gdLst/>
              <a:ahLst/>
              <a:cxnLst/>
              <a:rect l="l" t="t" r="r" b="b"/>
              <a:pathLst>
                <a:path w="30384750" h="600075">
                  <a:moveTo>
                    <a:pt x="0" y="428625"/>
                  </a:moveTo>
                  <a:lnTo>
                    <a:pt x="285750" y="428625"/>
                  </a:lnTo>
                  <a:lnTo>
                    <a:pt x="571500" y="428625"/>
                  </a:lnTo>
                  <a:lnTo>
                    <a:pt x="857250" y="428625"/>
                  </a:lnTo>
                  <a:lnTo>
                    <a:pt x="1143000" y="428625"/>
                  </a:lnTo>
                  <a:lnTo>
                    <a:pt x="1428750" y="438150"/>
                  </a:lnTo>
                  <a:lnTo>
                    <a:pt x="1714500" y="457200"/>
                  </a:lnTo>
                  <a:lnTo>
                    <a:pt x="2000250" y="466725"/>
                  </a:lnTo>
                  <a:lnTo>
                    <a:pt x="2286000" y="495300"/>
                  </a:lnTo>
                  <a:lnTo>
                    <a:pt x="2571750" y="523875"/>
                  </a:lnTo>
                  <a:lnTo>
                    <a:pt x="2857500" y="542925"/>
                  </a:lnTo>
                  <a:lnTo>
                    <a:pt x="3143250" y="571500"/>
                  </a:lnTo>
                  <a:lnTo>
                    <a:pt x="3429000" y="581025"/>
                  </a:lnTo>
                  <a:lnTo>
                    <a:pt x="3714750" y="600075"/>
                  </a:lnTo>
                  <a:lnTo>
                    <a:pt x="4000500" y="600075"/>
                  </a:lnTo>
                  <a:lnTo>
                    <a:pt x="4286250" y="600075"/>
                  </a:lnTo>
                  <a:lnTo>
                    <a:pt x="4572000" y="600075"/>
                  </a:lnTo>
                  <a:lnTo>
                    <a:pt x="4857750" y="590550"/>
                  </a:lnTo>
                  <a:lnTo>
                    <a:pt x="5143500" y="581025"/>
                  </a:lnTo>
                  <a:lnTo>
                    <a:pt x="5429250" y="561975"/>
                  </a:lnTo>
                  <a:lnTo>
                    <a:pt x="5715000" y="552450"/>
                  </a:lnTo>
                  <a:lnTo>
                    <a:pt x="6000750" y="533400"/>
                  </a:lnTo>
                  <a:lnTo>
                    <a:pt x="6286500" y="523875"/>
                  </a:lnTo>
                  <a:lnTo>
                    <a:pt x="6572250" y="514350"/>
                  </a:lnTo>
                  <a:lnTo>
                    <a:pt x="6858000" y="504825"/>
                  </a:lnTo>
                  <a:lnTo>
                    <a:pt x="7143750" y="504825"/>
                  </a:lnTo>
                  <a:lnTo>
                    <a:pt x="7429500" y="495300"/>
                  </a:lnTo>
                  <a:lnTo>
                    <a:pt x="7715250" y="495300"/>
                  </a:lnTo>
                  <a:lnTo>
                    <a:pt x="8001000" y="495300"/>
                  </a:lnTo>
                  <a:lnTo>
                    <a:pt x="8286750" y="495300"/>
                  </a:lnTo>
                  <a:lnTo>
                    <a:pt x="8572500" y="504825"/>
                  </a:lnTo>
                  <a:lnTo>
                    <a:pt x="8858250" y="504825"/>
                  </a:lnTo>
                  <a:lnTo>
                    <a:pt x="9144000" y="523875"/>
                  </a:lnTo>
                  <a:lnTo>
                    <a:pt x="9429750" y="533400"/>
                  </a:lnTo>
                  <a:lnTo>
                    <a:pt x="9715500" y="542925"/>
                  </a:lnTo>
                  <a:lnTo>
                    <a:pt x="10001250" y="542925"/>
                  </a:lnTo>
                  <a:lnTo>
                    <a:pt x="10287000" y="552450"/>
                  </a:lnTo>
                  <a:lnTo>
                    <a:pt x="10572750" y="552450"/>
                  </a:lnTo>
                  <a:lnTo>
                    <a:pt x="10858500" y="542925"/>
                  </a:lnTo>
                  <a:lnTo>
                    <a:pt x="11144250" y="542925"/>
                  </a:lnTo>
                  <a:lnTo>
                    <a:pt x="11430000" y="542925"/>
                  </a:lnTo>
                  <a:lnTo>
                    <a:pt x="11715750" y="533400"/>
                  </a:lnTo>
                  <a:lnTo>
                    <a:pt x="12001500" y="523875"/>
                  </a:lnTo>
                  <a:lnTo>
                    <a:pt x="12287250" y="514350"/>
                  </a:lnTo>
                  <a:lnTo>
                    <a:pt x="12573000" y="495300"/>
                  </a:lnTo>
                  <a:lnTo>
                    <a:pt x="12858750" y="466725"/>
                  </a:lnTo>
                  <a:lnTo>
                    <a:pt x="13144500" y="447675"/>
                  </a:lnTo>
                  <a:lnTo>
                    <a:pt x="13430250" y="419100"/>
                  </a:lnTo>
                  <a:lnTo>
                    <a:pt x="13716000" y="390525"/>
                  </a:lnTo>
                  <a:lnTo>
                    <a:pt x="14001750" y="361950"/>
                  </a:lnTo>
                  <a:lnTo>
                    <a:pt x="14287500" y="323850"/>
                  </a:lnTo>
                  <a:lnTo>
                    <a:pt x="14573250" y="295275"/>
                  </a:lnTo>
                  <a:lnTo>
                    <a:pt x="14859000" y="257175"/>
                  </a:lnTo>
                  <a:lnTo>
                    <a:pt x="15144750" y="228600"/>
                  </a:lnTo>
                  <a:lnTo>
                    <a:pt x="15430500" y="200025"/>
                  </a:lnTo>
                  <a:lnTo>
                    <a:pt x="15716250" y="180975"/>
                  </a:lnTo>
                  <a:lnTo>
                    <a:pt x="16002000" y="161925"/>
                  </a:lnTo>
                  <a:lnTo>
                    <a:pt x="16287750" y="152400"/>
                  </a:lnTo>
                  <a:lnTo>
                    <a:pt x="16573500" y="142875"/>
                  </a:lnTo>
                  <a:lnTo>
                    <a:pt x="16859250" y="142875"/>
                  </a:lnTo>
                  <a:lnTo>
                    <a:pt x="17145000" y="142875"/>
                  </a:lnTo>
                  <a:lnTo>
                    <a:pt x="17430750" y="142875"/>
                  </a:lnTo>
                  <a:lnTo>
                    <a:pt x="17716500" y="161925"/>
                  </a:lnTo>
                  <a:lnTo>
                    <a:pt x="18002250" y="190500"/>
                  </a:lnTo>
                  <a:lnTo>
                    <a:pt x="18288000" y="228600"/>
                  </a:lnTo>
                  <a:lnTo>
                    <a:pt x="18573750" y="266700"/>
                  </a:lnTo>
                  <a:lnTo>
                    <a:pt x="18859500" y="314325"/>
                  </a:lnTo>
                  <a:lnTo>
                    <a:pt x="19145250" y="342900"/>
                  </a:lnTo>
                  <a:lnTo>
                    <a:pt x="19431000" y="352425"/>
                  </a:lnTo>
                  <a:lnTo>
                    <a:pt x="19716750" y="333375"/>
                  </a:lnTo>
                  <a:lnTo>
                    <a:pt x="20002500" y="295275"/>
                  </a:lnTo>
                  <a:lnTo>
                    <a:pt x="20288250" y="228600"/>
                  </a:lnTo>
                  <a:lnTo>
                    <a:pt x="20574000" y="152400"/>
                  </a:lnTo>
                  <a:lnTo>
                    <a:pt x="20859750" y="85725"/>
                  </a:lnTo>
                  <a:lnTo>
                    <a:pt x="21145500" y="38100"/>
                  </a:lnTo>
                  <a:lnTo>
                    <a:pt x="21431250" y="9525"/>
                  </a:lnTo>
                  <a:lnTo>
                    <a:pt x="21717000" y="0"/>
                  </a:lnTo>
                  <a:lnTo>
                    <a:pt x="22002750" y="19050"/>
                  </a:lnTo>
                  <a:lnTo>
                    <a:pt x="22288500" y="47625"/>
                  </a:lnTo>
                  <a:lnTo>
                    <a:pt x="22574250" y="76200"/>
                  </a:lnTo>
                  <a:lnTo>
                    <a:pt x="22860000" y="114300"/>
                  </a:lnTo>
                  <a:lnTo>
                    <a:pt x="23145750" y="161925"/>
                  </a:lnTo>
                  <a:lnTo>
                    <a:pt x="23431500" y="200025"/>
                  </a:lnTo>
                  <a:lnTo>
                    <a:pt x="23717250" y="247650"/>
                  </a:lnTo>
                  <a:lnTo>
                    <a:pt x="24003000" y="285750"/>
                  </a:lnTo>
                  <a:lnTo>
                    <a:pt x="24288750" y="342900"/>
                  </a:lnTo>
                  <a:lnTo>
                    <a:pt x="24574500" y="390525"/>
                  </a:lnTo>
                  <a:lnTo>
                    <a:pt x="24860250" y="447675"/>
                  </a:lnTo>
                  <a:lnTo>
                    <a:pt x="25146000" y="495300"/>
                  </a:lnTo>
                  <a:lnTo>
                    <a:pt x="25431750" y="533400"/>
                  </a:lnTo>
                  <a:lnTo>
                    <a:pt x="25717500" y="552450"/>
                  </a:lnTo>
                  <a:lnTo>
                    <a:pt x="26003250" y="571500"/>
                  </a:lnTo>
                  <a:lnTo>
                    <a:pt x="26289000" y="581025"/>
                  </a:lnTo>
                  <a:lnTo>
                    <a:pt x="26574750" y="581025"/>
                  </a:lnTo>
                  <a:lnTo>
                    <a:pt x="26860500" y="581025"/>
                  </a:lnTo>
                  <a:lnTo>
                    <a:pt x="27146250" y="581025"/>
                  </a:lnTo>
                  <a:lnTo>
                    <a:pt x="27432000" y="581025"/>
                  </a:lnTo>
                  <a:lnTo>
                    <a:pt x="27717750" y="581025"/>
                  </a:lnTo>
                  <a:lnTo>
                    <a:pt x="28003500" y="581025"/>
                  </a:lnTo>
                  <a:lnTo>
                    <a:pt x="28289250" y="581025"/>
                  </a:lnTo>
                  <a:lnTo>
                    <a:pt x="28575000" y="571500"/>
                  </a:lnTo>
                  <a:lnTo>
                    <a:pt x="28860750" y="542925"/>
                  </a:lnTo>
                  <a:lnTo>
                    <a:pt x="29146500" y="514350"/>
                  </a:lnTo>
                  <a:lnTo>
                    <a:pt x="29432250" y="466725"/>
                  </a:lnTo>
                  <a:lnTo>
                    <a:pt x="29718000" y="419100"/>
                  </a:lnTo>
                  <a:lnTo>
                    <a:pt x="30003750" y="400050"/>
                  </a:lnTo>
                  <a:lnTo>
                    <a:pt x="30289500" y="381000"/>
                  </a:lnTo>
                  <a:lnTo>
                    <a:pt x="30384750" y="371475"/>
                  </a:lnTo>
                </a:path>
              </a:pathLst>
            </a:custGeom>
            <a:noFill/>
            <a:ln w="9525">
              <a:solidFill>
                <a:srgbClr val="9AA5D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wave-12"/>
            <p:cNvSpPr/>
            <p:nvPr/>
          </p:nvSpPr>
          <p:spPr>
            <a:xfrm>
              <a:off x="0" y="6410325"/>
              <a:ext cx="30384750" cy="609600"/>
            </a:xfrm>
            <a:custGeom>
              <a:avLst/>
              <a:gdLst/>
              <a:ahLst/>
              <a:cxnLst/>
              <a:rect l="l" t="t" r="r" b="b"/>
              <a:pathLst>
                <a:path w="30384750" h="609600">
                  <a:moveTo>
                    <a:pt x="0" y="447675"/>
                  </a:moveTo>
                  <a:lnTo>
                    <a:pt x="285750" y="447675"/>
                  </a:lnTo>
                  <a:lnTo>
                    <a:pt x="571500" y="447675"/>
                  </a:lnTo>
                  <a:lnTo>
                    <a:pt x="857250" y="438150"/>
                  </a:lnTo>
                  <a:lnTo>
                    <a:pt x="1143000" y="438150"/>
                  </a:lnTo>
                  <a:lnTo>
                    <a:pt x="1428750" y="447675"/>
                  </a:lnTo>
                  <a:lnTo>
                    <a:pt x="1714500" y="457200"/>
                  </a:lnTo>
                  <a:lnTo>
                    <a:pt x="2000250" y="466725"/>
                  </a:lnTo>
                  <a:lnTo>
                    <a:pt x="2286000" y="485775"/>
                  </a:lnTo>
                  <a:lnTo>
                    <a:pt x="2571750" y="514350"/>
                  </a:lnTo>
                  <a:lnTo>
                    <a:pt x="2857500" y="542925"/>
                  </a:lnTo>
                  <a:lnTo>
                    <a:pt x="3143250" y="561975"/>
                  </a:lnTo>
                  <a:lnTo>
                    <a:pt x="3429000" y="581025"/>
                  </a:lnTo>
                  <a:lnTo>
                    <a:pt x="3714750" y="590550"/>
                  </a:lnTo>
                  <a:lnTo>
                    <a:pt x="4000500" y="600075"/>
                  </a:lnTo>
                  <a:lnTo>
                    <a:pt x="4286250" y="609600"/>
                  </a:lnTo>
                  <a:lnTo>
                    <a:pt x="4572000" y="609600"/>
                  </a:lnTo>
                  <a:lnTo>
                    <a:pt x="4857750" y="600075"/>
                  </a:lnTo>
                  <a:lnTo>
                    <a:pt x="5143500" y="590550"/>
                  </a:lnTo>
                  <a:lnTo>
                    <a:pt x="5429250" y="590550"/>
                  </a:lnTo>
                  <a:lnTo>
                    <a:pt x="5715000" y="581025"/>
                  </a:lnTo>
                  <a:lnTo>
                    <a:pt x="6000750" y="571500"/>
                  </a:lnTo>
                  <a:lnTo>
                    <a:pt x="6286500" y="561975"/>
                  </a:lnTo>
                  <a:lnTo>
                    <a:pt x="6572250" y="561975"/>
                  </a:lnTo>
                  <a:lnTo>
                    <a:pt x="6858000" y="552450"/>
                  </a:lnTo>
                  <a:lnTo>
                    <a:pt x="7143750" y="552450"/>
                  </a:lnTo>
                  <a:lnTo>
                    <a:pt x="7429500" y="542925"/>
                  </a:lnTo>
                  <a:lnTo>
                    <a:pt x="7715250" y="542925"/>
                  </a:lnTo>
                  <a:lnTo>
                    <a:pt x="8001000" y="542925"/>
                  </a:lnTo>
                  <a:lnTo>
                    <a:pt x="8286750" y="542925"/>
                  </a:lnTo>
                  <a:lnTo>
                    <a:pt x="8572500" y="552450"/>
                  </a:lnTo>
                  <a:lnTo>
                    <a:pt x="8858250" y="561975"/>
                  </a:lnTo>
                  <a:lnTo>
                    <a:pt x="9144000" y="571500"/>
                  </a:lnTo>
                  <a:lnTo>
                    <a:pt x="9429750" y="581025"/>
                  </a:lnTo>
                  <a:lnTo>
                    <a:pt x="9715500" y="590550"/>
                  </a:lnTo>
                  <a:lnTo>
                    <a:pt x="10001250" y="600075"/>
                  </a:lnTo>
                  <a:lnTo>
                    <a:pt x="10287000" y="600075"/>
                  </a:lnTo>
                  <a:lnTo>
                    <a:pt x="10572750" y="600075"/>
                  </a:lnTo>
                  <a:lnTo>
                    <a:pt x="10858500" y="590550"/>
                  </a:lnTo>
                  <a:lnTo>
                    <a:pt x="11144250" y="581025"/>
                  </a:lnTo>
                  <a:lnTo>
                    <a:pt x="11430000" y="571500"/>
                  </a:lnTo>
                  <a:lnTo>
                    <a:pt x="11715750" y="561975"/>
                  </a:lnTo>
                  <a:lnTo>
                    <a:pt x="12001500" y="542925"/>
                  </a:lnTo>
                  <a:lnTo>
                    <a:pt x="12287250" y="523875"/>
                  </a:lnTo>
                  <a:lnTo>
                    <a:pt x="12573000" y="495300"/>
                  </a:lnTo>
                  <a:lnTo>
                    <a:pt x="12858750" y="476250"/>
                  </a:lnTo>
                  <a:lnTo>
                    <a:pt x="13144500" y="438150"/>
                  </a:lnTo>
                  <a:lnTo>
                    <a:pt x="13430250" y="409575"/>
                  </a:lnTo>
                  <a:lnTo>
                    <a:pt x="13716000" y="381000"/>
                  </a:lnTo>
                  <a:lnTo>
                    <a:pt x="14001750" y="342900"/>
                  </a:lnTo>
                  <a:lnTo>
                    <a:pt x="14287500" y="314325"/>
                  </a:lnTo>
                  <a:lnTo>
                    <a:pt x="14573250" y="276225"/>
                  </a:lnTo>
                  <a:lnTo>
                    <a:pt x="14859000" y="247650"/>
                  </a:lnTo>
                  <a:lnTo>
                    <a:pt x="15144750" y="219075"/>
                  </a:lnTo>
                  <a:lnTo>
                    <a:pt x="15430500" y="190500"/>
                  </a:lnTo>
                  <a:lnTo>
                    <a:pt x="15716250" y="171450"/>
                  </a:lnTo>
                  <a:lnTo>
                    <a:pt x="16002000" y="161925"/>
                  </a:lnTo>
                  <a:lnTo>
                    <a:pt x="16287750" y="152400"/>
                  </a:lnTo>
                  <a:lnTo>
                    <a:pt x="16573500" y="152400"/>
                  </a:lnTo>
                  <a:lnTo>
                    <a:pt x="16859250" y="152400"/>
                  </a:lnTo>
                  <a:lnTo>
                    <a:pt x="17145000" y="152400"/>
                  </a:lnTo>
                  <a:lnTo>
                    <a:pt x="17430750" y="161925"/>
                  </a:lnTo>
                  <a:lnTo>
                    <a:pt x="17716500" y="190500"/>
                  </a:lnTo>
                  <a:lnTo>
                    <a:pt x="18002250" y="209550"/>
                  </a:lnTo>
                  <a:lnTo>
                    <a:pt x="18288000" y="247650"/>
                  </a:lnTo>
                  <a:lnTo>
                    <a:pt x="18573750" y="295275"/>
                  </a:lnTo>
                  <a:lnTo>
                    <a:pt x="18859500" y="333375"/>
                  </a:lnTo>
                  <a:lnTo>
                    <a:pt x="19145250" y="361950"/>
                  </a:lnTo>
                  <a:lnTo>
                    <a:pt x="19431000" y="361950"/>
                  </a:lnTo>
                  <a:lnTo>
                    <a:pt x="19716750" y="342900"/>
                  </a:lnTo>
                  <a:lnTo>
                    <a:pt x="20002500" y="295275"/>
                  </a:lnTo>
                  <a:lnTo>
                    <a:pt x="20288250" y="238125"/>
                  </a:lnTo>
                  <a:lnTo>
                    <a:pt x="20574000" y="161925"/>
                  </a:lnTo>
                  <a:lnTo>
                    <a:pt x="20859750" y="95250"/>
                  </a:lnTo>
                  <a:lnTo>
                    <a:pt x="21145500" y="47625"/>
                  </a:lnTo>
                  <a:lnTo>
                    <a:pt x="21431250" y="9525"/>
                  </a:lnTo>
                  <a:lnTo>
                    <a:pt x="21717000" y="0"/>
                  </a:lnTo>
                  <a:lnTo>
                    <a:pt x="22002750" y="9525"/>
                  </a:lnTo>
                  <a:lnTo>
                    <a:pt x="22288500" y="38100"/>
                  </a:lnTo>
                  <a:lnTo>
                    <a:pt x="22574250" y="66675"/>
                  </a:lnTo>
                  <a:lnTo>
                    <a:pt x="22860000" y="104775"/>
                  </a:lnTo>
                  <a:lnTo>
                    <a:pt x="23145750" y="142875"/>
                  </a:lnTo>
                  <a:lnTo>
                    <a:pt x="23431500" y="180975"/>
                  </a:lnTo>
                  <a:lnTo>
                    <a:pt x="23717250" y="228600"/>
                  </a:lnTo>
                  <a:lnTo>
                    <a:pt x="24003000" y="276225"/>
                  </a:lnTo>
                  <a:lnTo>
                    <a:pt x="24288750" y="323850"/>
                  </a:lnTo>
                  <a:lnTo>
                    <a:pt x="24574500" y="381000"/>
                  </a:lnTo>
                  <a:lnTo>
                    <a:pt x="24860250" y="428625"/>
                  </a:lnTo>
                  <a:lnTo>
                    <a:pt x="25146000" y="485775"/>
                  </a:lnTo>
                  <a:lnTo>
                    <a:pt x="25431750" y="523875"/>
                  </a:lnTo>
                  <a:lnTo>
                    <a:pt x="25717500" y="552450"/>
                  </a:lnTo>
                  <a:lnTo>
                    <a:pt x="26003250" y="571500"/>
                  </a:lnTo>
                  <a:lnTo>
                    <a:pt x="26289000" y="581025"/>
                  </a:lnTo>
                  <a:lnTo>
                    <a:pt x="26574750" y="581025"/>
                  </a:lnTo>
                  <a:lnTo>
                    <a:pt x="26860500" y="581025"/>
                  </a:lnTo>
                  <a:lnTo>
                    <a:pt x="27146250" y="581025"/>
                  </a:lnTo>
                  <a:lnTo>
                    <a:pt x="27432000" y="581025"/>
                  </a:lnTo>
                  <a:lnTo>
                    <a:pt x="27717750" y="590550"/>
                  </a:lnTo>
                  <a:lnTo>
                    <a:pt x="28003500" y="590550"/>
                  </a:lnTo>
                  <a:lnTo>
                    <a:pt x="28289250" y="600075"/>
                  </a:lnTo>
                  <a:lnTo>
                    <a:pt x="28575000" y="590550"/>
                  </a:lnTo>
                  <a:lnTo>
                    <a:pt x="28860750" y="571500"/>
                  </a:lnTo>
                  <a:lnTo>
                    <a:pt x="29146500" y="542925"/>
                  </a:lnTo>
                  <a:lnTo>
                    <a:pt x="29432250" y="504825"/>
                  </a:lnTo>
                  <a:lnTo>
                    <a:pt x="29718000" y="466725"/>
                  </a:lnTo>
                  <a:lnTo>
                    <a:pt x="30003750" y="438150"/>
                  </a:lnTo>
                  <a:lnTo>
                    <a:pt x="30289500" y="419100"/>
                  </a:lnTo>
                  <a:lnTo>
                    <a:pt x="30384750" y="419100"/>
                  </a:lnTo>
                </a:path>
              </a:pathLst>
            </a:custGeom>
            <a:noFill/>
            <a:ln w="9525">
              <a:solidFill>
                <a:srgbClr val="96A0D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wave-13"/>
            <p:cNvSpPr/>
            <p:nvPr/>
          </p:nvSpPr>
          <p:spPr>
            <a:xfrm>
              <a:off x="0" y="6448425"/>
              <a:ext cx="30384750" cy="638175"/>
            </a:xfrm>
            <a:custGeom>
              <a:avLst/>
              <a:gdLst/>
              <a:ahLst/>
              <a:cxnLst/>
              <a:rect l="l" t="t" r="r" b="b"/>
              <a:pathLst>
                <a:path w="30384750" h="638175">
                  <a:moveTo>
                    <a:pt x="0" y="457200"/>
                  </a:moveTo>
                  <a:lnTo>
                    <a:pt x="285750" y="457200"/>
                  </a:lnTo>
                  <a:lnTo>
                    <a:pt x="571500" y="447675"/>
                  </a:lnTo>
                  <a:lnTo>
                    <a:pt x="857250" y="438150"/>
                  </a:lnTo>
                  <a:lnTo>
                    <a:pt x="1143000" y="438150"/>
                  </a:lnTo>
                  <a:lnTo>
                    <a:pt x="1428750" y="438150"/>
                  </a:lnTo>
                  <a:lnTo>
                    <a:pt x="1714500" y="447675"/>
                  </a:lnTo>
                  <a:lnTo>
                    <a:pt x="2000250" y="457200"/>
                  </a:lnTo>
                  <a:lnTo>
                    <a:pt x="2286000" y="476250"/>
                  </a:lnTo>
                  <a:lnTo>
                    <a:pt x="2571750" y="495300"/>
                  </a:lnTo>
                  <a:lnTo>
                    <a:pt x="2857500" y="523875"/>
                  </a:lnTo>
                  <a:lnTo>
                    <a:pt x="3143250" y="542925"/>
                  </a:lnTo>
                  <a:lnTo>
                    <a:pt x="3429000" y="561975"/>
                  </a:lnTo>
                  <a:lnTo>
                    <a:pt x="3714750" y="581025"/>
                  </a:lnTo>
                  <a:lnTo>
                    <a:pt x="4000500" y="590550"/>
                  </a:lnTo>
                  <a:lnTo>
                    <a:pt x="4286250" y="600075"/>
                  </a:lnTo>
                  <a:lnTo>
                    <a:pt x="4572000" y="600075"/>
                  </a:lnTo>
                  <a:lnTo>
                    <a:pt x="4857750" y="600075"/>
                  </a:lnTo>
                  <a:lnTo>
                    <a:pt x="5143500" y="600075"/>
                  </a:lnTo>
                  <a:lnTo>
                    <a:pt x="5429250" y="600075"/>
                  </a:lnTo>
                  <a:lnTo>
                    <a:pt x="5715000" y="600075"/>
                  </a:lnTo>
                  <a:lnTo>
                    <a:pt x="6000750" y="600075"/>
                  </a:lnTo>
                  <a:lnTo>
                    <a:pt x="6286500" y="600075"/>
                  </a:lnTo>
                  <a:lnTo>
                    <a:pt x="6572250" y="600075"/>
                  </a:lnTo>
                  <a:lnTo>
                    <a:pt x="6858000" y="590550"/>
                  </a:lnTo>
                  <a:lnTo>
                    <a:pt x="7143750" y="590550"/>
                  </a:lnTo>
                  <a:lnTo>
                    <a:pt x="7429500" y="590550"/>
                  </a:lnTo>
                  <a:lnTo>
                    <a:pt x="7715250" y="581025"/>
                  </a:lnTo>
                  <a:lnTo>
                    <a:pt x="8001000" y="581025"/>
                  </a:lnTo>
                  <a:lnTo>
                    <a:pt x="8286750" y="590550"/>
                  </a:lnTo>
                  <a:lnTo>
                    <a:pt x="8572500" y="590550"/>
                  </a:lnTo>
                  <a:lnTo>
                    <a:pt x="8858250" y="600075"/>
                  </a:lnTo>
                  <a:lnTo>
                    <a:pt x="9144000" y="609600"/>
                  </a:lnTo>
                  <a:lnTo>
                    <a:pt x="9429750" y="619125"/>
                  </a:lnTo>
                  <a:lnTo>
                    <a:pt x="9715500" y="628650"/>
                  </a:lnTo>
                  <a:lnTo>
                    <a:pt x="10001250" y="638175"/>
                  </a:lnTo>
                  <a:lnTo>
                    <a:pt x="10287000" y="638175"/>
                  </a:lnTo>
                  <a:lnTo>
                    <a:pt x="10572750" y="628650"/>
                  </a:lnTo>
                  <a:lnTo>
                    <a:pt x="10858500" y="619125"/>
                  </a:lnTo>
                  <a:lnTo>
                    <a:pt x="11144250" y="609600"/>
                  </a:lnTo>
                  <a:lnTo>
                    <a:pt x="11430000" y="590550"/>
                  </a:lnTo>
                  <a:lnTo>
                    <a:pt x="11715750" y="571500"/>
                  </a:lnTo>
                  <a:lnTo>
                    <a:pt x="12001500" y="552450"/>
                  </a:lnTo>
                  <a:lnTo>
                    <a:pt x="12287250" y="523875"/>
                  </a:lnTo>
                  <a:lnTo>
                    <a:pt x="12573000" y="495300"/>
                  </a:lnTo>
                  <a:lnTo>
                    <a:pt x="12858750" y="466725"/>
                  </a:lnTo>
                  <a:lnTo>
                    <a:pt x="13144500" y="428625"/>
                  </a:lnTo>
                  <a:lnTo>
                    <a:pt x="13430250" y="400050"/>
                  </a:lnTo>
                  <a:lnTo>
                    <a:pt x="13716000" y="361950"/>
                  </a:lnTo>
                  <a:lnTo>
                    <a:pt x="14001750" y="323850"/>
                  </a:lnTo>
                  <a:lnTo>
                    <a:pt x="14287500" y="285750"/>
                  </a:lnTo>
                  <a:lnTo>
                    <a:pt x="14573250" y="257175"/>
                  </a:lnTo>
                  <a:lnTo>
                    <a:pt x="14859000" y="219075"/>
                  </a:lnTo>
                  <a:lnTo>
                    <a:pt x="15144750" y="190500"/>
                  </a:lnTo>
                  <a:lnTo>
                    <a:pt x="15430500" y="171450"/>
                  </a:lnTo>
                  <a:lnTo>
                    <a:pt x="15716250" y="152400"/>
                  </a:lnTo>
                  <a:lnTo>
                    <a:pt x="16002000" y="142875"/>
                  </a:lnTo>
                  <a:lnTo>
                    <a:pt x="16287750" y="142875"/>
                  </a:lnTo>
                  <a:lnTo>
                    <a:pt x="16573500" y="142875"/>
                  </a:lnTo>
                  <a:lnTo>
                    <a:pt x="16859250" y="152400"/>
                  </a:lnTo>
                  <a:lnTo>
                    <a:pt x="17145000" y="161925"/>
                  </a:lnTo>
                  <a:lnTo>
                    <a:pt x="17430750" y="171450"/>
                  </a:lnTo>
                  <a:lnTo>
                    <a:pt x="17716500" y="200025"/>
                  </a:lnTo>
                  <a:lnTo>
                    <a:pt x="18002250" y="228600"/>
                  </a:lnTo>
                  <a:lnTo>
                    <a:pt x="18288000" y="266700"/>
                  </a:lnTo>
                  <a:lnTo>
                    <a:pt x="18573750" y="304800"/>
                  </a:lnTo>
                  <a:lnTo>
                    <a:pt x="18859500" y="342900"/>
                  </a:lnTo>
                  <a:lnTo>
                    <a:pt x="19145250" y="361950"/>
                  </a:lnTo>
                  <a:lnTo>
                    <a:pt x="19431000" y="361950"/>
                  </a:lnTo>
                  <a:lnTo>
                    <a:pt x="19716750" y="342900"/>
                  </a:lnTo>
                  <a:lnTo>
                    <a:pt x="20002500" y="295275"/>
                  </a:lnTo>
                  <a:lnTo>
                    <a:pt x="20288250" y="238125"/>
                  </a:lnTo>
                  <a:lnTo>
                    <a:pt x="20574000" y="161925"/>
                  </a:lnTo>
                  <a:lnTo>
                    <a:pt x="20859750" y="95250"/>
                  </a:lnTo>
                  <a:lnTo>
                    <a:pt x="21145500" y="38100"/>
                  </a:lnTo>
                  <a:lnTo>
                    <a:pt x="21431250" y="9525"/>
                  </a:lnTo>
                  <a:lnTo>
                    <a:pt x="21717000" y="0"/>
                  </a:lnTo>
                  <a:lnTo>
                    <a:pt x="22002750" y="0"/>
                  </a:lnTo>
                  <a:lnTo>
                    <a:pt x="22288500" y="19050"/>
                  </a:lnTo>
                  <a:lnTo>
                    <a:pt x="22574250" y="47625"/>
                  </a:lnTo>
                  <a:lnTo>
                    <a:pt x="22860000" y="85725"/>
                  </a:lnTo>
                  <a:lnTo>
                    <a:pt x="23145750" y="123825"/>
                  </a:lnTo>
                  <a:lnTo>
                    <a:pt x="23431500" y="161925"/>
                  </a:lnTo>
                  <a:lnTo>
                    <a:pt x="23717250" y="200025"/>
                  </a:lnTo>
                  <a:lnTo>
                    <a:pt x="24003000" y="247650"/>
                  </a:lnTo>
                  <a:lnTo>
                    <a:pt x="24288750" y="295275"/>
                  </a:lnTo>
                  <a:lnTo>
                    <a:pt x="24574500" y="352425"/>
                  </a:lnTo>
                  <a:lnTo>
                    <a:pt x="24860250" y="409575"/>
                  </a:lnTo>
                  <a:lnTo>
                    <a:pt x="25146000" y="466725"/>
                  </a:lnTo>
                  <a:lnTo>
                    <a:pt x="25431750" y="504825"/>
                  </a:lnTo>
                  <a:lnTo>
                    <a:pt x="25717500" y="533400"/>
                  </a:lnTo>
                  <a:lnTo>
                    <a:pt x="26003250" y="552450"/>
                  </a:lnTo>
                  <a:lnTo>
                    <a:pt x="26289000" y="561975"/>
                  </a:lnTo>
                  <a:lnTo>
                    <a:pt x="26574750" y="571500"/>
                  </a:lnTo>
                  <a:lnTo>
                    <a:pt x="26860500" y="571500"/>
                  </a:lnTo>
                  <a:lnTo>
                    <a:pt x="27146250" y="571500"/>
                  </a:lnTo>
                  <a:lnTo>
                    <a:pt x="27432000" y="581025"/>
                  </a:lnTo>
                  <a:lnTo>
                    <a:pt x="27717750" y="590550"/>
                  </a:lnTo>
                  <a:lnTo>
                    <a:pt x="28003500" y="600075"/>
                  </a:lnTo>
                  <a:lnTo>
                    <a:pt x="28289250" y="600075"/>
                  </a:lnTo>
                  <a:lnTo>
                    <a:pt x="28575000" y="600075"/>
                  </a:lnTo>
                  <a:lnTo>
                    <a:pt x="28860750" y="590550"/>
                  </a:lnTo>
                  <a:lnTo>
                    <a:pt x="29146500" y="561975"/>
                  </a:lnTo>
                  <a:lnTo>
                    <a:pt x="29432250" y="533400"/>
                  </a:lnTo>
                  <a:lnTo>
                    <a:pt x="29718000" y="495300"/>
                  </a:lnTo>
                  <a:lnTo>
                    <a:pt x="30003750" y="476250"/>
                  </a:lnTo>
                  <a:lnTo>
                    <a:pt x="30289500" y="457200"/>
                  </a:lnTo>
                  <a:lnTo>
                    <a:pt x="30384750" y="447675"/>
                  </a:lnTo>
                </a:path>
              </a:pathLst>
            </a:custGeom>
            <a:noFill/>
            <a:ln w="9525">
              <a:solidFill>
                <a:srgbClr val="929BD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8" name="wave-14"/>
            <p:cNvSpPr/>
            <p:nvPr/>
          </p:nvSpPr>
          <p:spPr>
            <a:xfrm>
              <a:off x="0" y="6477000"/>
              <a:ext cx="30384750" cy="685800"/>
            </a:xfrm>
            <a:custGeom>
              <a:avLst/>
              <a:gdLst/>
              <a:ahLst/>
              <a:cxnLst/>
              <a:rect l="l" t="t" r="r" b="b"/>
              <a:pathLst>
                <a:path w="30384750" h="685800">
                  <a:moveTo>
                    <a:pt x="0" y="476250"/>
                  </a:moveTo>
                  <a:lnTo>
                    <a:pt x="285750" y="466725"/>
                  </a:lnTo>
                  <a:lnTo>
                    <a:pt x="571500" y="466725"/>
                  </a:lnTo>
                  <a:lnTo>
                    <a:pt x="857250" y="457200"/>
                  </a:lnTo>
                  <a:lnTo>
                    <a:pt x="1143000" y="447675"/>
                  </a:lnTo>
                  <a:lnTo>
                    <a:pt x="1428750" y="438150"/>
                  </a:lnTo>
                  <a:lnTo>
                    <a:pt x="1714500" y="447675"/>
                  </a:lnTo>
                  <a:lnTo>
                    <a:pt x="2000250" y="457200"/>
                  </a:lnTo>
                  <a:lnTo>
                    <a:pt x="2286000" y="476250"/>
                  </a:lnTo>
                  <a:lnTo>
                    <a:pt x="2571750" y="495300"/>
                  </a:lnTo>
                  <a:lnTo>
                    <a:pt x="2857500" y="514350"/>
                  </a:lnTo>
                  <a:lnTo>
                    <a:pt x="3143250" y="542925"/>
                  </a:lnTo>
                  <a:lnTo>
                    <a:pt x="3429000" y="561975"/>
                  </a:lnTo>
                  <a:lnTo>
                    <a:pt x="3714750" y="581025"/>
                  </a:lnTo>
                  <a:lnTo>
                    <a:pt x="4000500" y="590550"/>
                  </a:lnTo>
                  <a:lnTo>
                    <a:pt x="4286250" y="600075"/>
                  </a:lnTo>
                  <a:lnTo>
                    <a:pt x="4572000" y="609600"/>
                  </a:lnTo>
                  <a:lnTo>
                    <a:pt x="4857750" y="619125"/>
                  </a:lnTo>
                  <a:lnTo>
                    <a:pt x="5143500" y="619125"/>
                  </a:lnTo>
                  <a:lnTo>
                    <a:pt x="5429250" y="628650"/>
                  </a:lnTo>
                  <a:lnTo>
                    <a:pt x="5715000" y="628650"/>
                  </a:lnTo>
                  <a:lnTo>
                    <a:pt x="6000750" y="638175"/>
                  </a:lnTo>
                  <a:lnTo>
                    <a:pt x="6286500" y="638175"/>
                  </a:lnTo>
                  <a:lnTo>
                    <a:pt x="6572250" y="638175"/>
                  </a:lnTo>
                  <a:lnTo>
                    <a:pt x="6858000" y="638175"/>
                  </a:lnTo>
                  <a:lnTo>
                    <a:pt x="7143750" y="638175"/>
                  </a:lnTo>
                  <a:lnTo>
                    <a:pt x="7429500" y="638175"/>
                  </a:lnTo>
                  <a:lnTo>
                    <a:pt x="7715250" y="638175"/>
                  </a:lnTo>
                  <a:lnTo>
                    <a:pt x="8001000" y="638175"/>
                  </a:lnTo>
                  <a:lnTo>
                    <a:pt x="8286750" y="638175"/>
                  </a:lnTo>
                  <a:lnTo>
                    <a:pt x="8572500" y="647700"/>
                  </a:lnTo>
                  <a:lnTo>
                    <a:pt x="8858250" y="647700"/>
                  </a:lnTo>
                  <a:lnTo>
                    <a:pt x="9144000" y="666750"/>
                  </a:lnTo>
                  <a:lnTo>
                    <a:pt x="9429750" y="676275"/>
                  </a:lnTo>
                  <a:lnTo>
                    <a:pt x="9715500" y="685800"/>
                  </a:lnTo>
                  <a:lnTo>
                    <a:pt x="10001250" y="685800"/>
                  </a:lnTo>
                  <a:lnTo>
                    <a:pt x="10287000" y="685800"/>
                  </a:lnTo>
                  <a:lnTo>
                    <a:pt x="10572750" y="676275"/>
                  </a:lnTo>
                  <a:lnTo>
                    <a:pt x="10858500" y="666750"/>
                  </a:lnTo>
                  <a:lnTo>
                    <a:pt x="11144250" y="647700"/>
                  </a:lnTo>
                  <a:lnTo>
                    <a:pt x="11430000" y="628650"/>
                  </a:lnTo>
                  <a:lnTo>
                    <a:pt x="11715750" y="600075"/>
                  </a:lnTo>
                  <a:lnTo>
                    <a:pt x="12001500" y="571500"/>
                  </a:lnTo>
                  <a:lnTo>
                    <a:pt x="12287250" y="542925"/>
                  </a:lnTo>
                  <a:lnTo>
                    <a:pt x="12573000" y="504825"/>
                  </a:lnTo>
                  <a:lnTo>
                    <a:pt x="12858750" y="466725"/>
                  </a:lnTo>
                  <a:lnTo>
                    <a:pt x="13144500" y="428625"/>
                  </a:lnTo>
                  <a:lnTo>
                    <a:pt x="13430250" y="390525"/>
                  </a:lnTo>
                  <a:lnTo>
                    <a:pt x="13716000" y="352425"/>
                  </a:lnTo>
                  <a:lnTo>
                    <a:pt x="14001750" y="314325"/>
                  </a:lnTo>
                  <a:lnTo>
                    <a:pt x="14287500" y="276225"/>
                  </a:lnTo>
                  <a:lnTo>
                    <a:pt x="14573250" y="238125"/>
                  </a:lnTo>
                  <a:lnTo>
                    <a:pt x="14859000" y="209550"/>
                  </a:lnTo>
                  <a:lnTo>
                    <a:pt x="15144750" y="180975"/>
                  </a:lnTo>
                  <a:lnTo>
                    <a:pt x="15430500" y="161925"/>
                  </a:lnTo>
                  <a:lnTo>
                    <a:pt x="15716250" y="142875"/>
                  </a:lnTo>
                  <a:lnTo>
                    <a:pt x="16002000" y="142875"/>
                  </a:lnTo>
                  <a:lnTo>
                    <a:pt x="16287750" y="142875"/>
                  </a:lnTo>
                  <a:lnTo>
                    <a:pt x="16573500" y="152400"/>
                  </a:lnTo>
                  <a:lnTo>
                    <a:pt x="16859250" y="161925"/>
                  </a:lnTo>
                  <a:lnTo>
                    <a:pt x="17145000" y="171450"/>
                  </a:lnTo>
                  <a:lnTo>
                    <a:pt x="17430750" y="200025"/>
                  </a:lnTo>
                  <a:lnTo>
                    <a:pt x="17716500" y="219075"/>
                  </a:lnTo>
                  <a:lnTo>
                    <a:pt x="18002250" y="257175"/>
                  </a:lnTo>
                  <a:lnTo>
                    <a:pt x="18288000" y="285750"/>
                  </a:lnTo>
                  <a:lnTo>
                    <a:pt x="18573750" y="323850"/>
                  </a:lnTo>
                  <a:lnTo>
                    <a:pt x="18859500" y="361950"/>
                  </a:lnTo>
                  <a:lnTo>
                    <a:pt x="19145250" y="381000"/>
                  </a:lnTo>
                  <a:lnTo>
                    <a:pt x="19431000" y="381000"/>
                  </a:lnTo>
                  <a:lnTo>
                    <a:pt x="19716750" y="352425"/>
                  </a:lnTo>
                  <a:lnTo>
                    <a:pt x="20002500" y="304800"/>
                  </a:lnTo>
                  <a:lnTo>
                    <a:pt x="20288250" y="247650"/>
                  </a:lnTo>
                  <a:lnTo>
                    <a:pt x="20574000" y="171450"/>
                  </a:lnTo>
                  <a:lnTo>
                    <a:pt x="20859750" y="104775"/>
                  </a:lnTo>
                  <a:lnTo>
                    <a:pt x="21145500" y="47625"/>
                  </a:lnTo>
                  <a:lnTo>
                    <a:pt x="21431250" y="9525"/>
                  </a:lnTo>
                  <a:lnTo>
                    <a:pt x="21717000" y="0"/>
                  </a:lnTo>
                  <a:lnTo>
                    <a:pt x="22002750" y="0"/>
                  </a:lnTo>
                  <a:lnTo>
                    <a:pt x="22288500" y="19050"/>
                  </a:lnTo>
                  <a:lnTo>
                    <a:pt x="22574250" y="47625"/>
                  </a:lnTo>
                  <a:lnTo>
                    <a:pt x="22860000" y="76200"/>
                  </a:lnTo>
                  <a:lnTo>
                    <a:pt x="23145750" y="104775"/>
                  </a:lnTo>
                  <a:lnTo>
                    <a:pt x="23431500" y="142875"/>
                  </a:lnTo>
                  <a:lnTo>
                    <a:pt x="23717250" y="180975"/>
                  </a:lnTo>
                  <a:lnTo>
                    <a:pt x="24003000" y="228600"/>
                  </a:lnTo>
                  <a:lnTo>
                    <a:pt x="24288750" y="285750"/>
                  </a:lnTo>
                  <a:lnTo>
                    <a:pt x="24574500" y="342900"/>
                  </a:lnTo>
                  <a:lnTo>
                    <a:pt x="24860250" y="400050"/>
                  </a:lnTo>
                  <a:lnTo>
                    <a:pt x="25146000" y="447675"/>
                  </a:lnTo>
                  <a:lnTo>
                    <a:pt x="25431750" y="495300"/>
                  </a:lnTo>
                  <a:lnTo>
                    <a:pt x="25717500" y="523875"/>
                  </a:lnTo>
                  <a:lnTo>
                    <a:pt x="26003250" y="552450"/>
                  </a:lnTo>
                  <a:lnTo>
                    <a:pt x="26289000" y="561975"/>
                  </a:lnTo>
                  <a:lnTo>
                    <a:pt x="26574750" y="571500"/>
                  </a:lnTo>
                  <a:lnTo>
                    <a:pt x="26860500" y="571500"/>
                  </a:lnTo>
                  <a:lnTo>
                    <a:pt x="27146250" y="571500"/>
                  </a:lnTo>
                  <a:lnTo>
                    <a:pt x="27432000" y="581025"/>
                  </a:lnTo>
                  <a:lnTo>
                    <a:pt x="27717750" y="590550"/>
                  </a:lnTo>
                  <a:lnTo>
                    <a:pt x="28003500" y="609600"/>
                  </a:lnTo>
                  <a:lnTo>
                    <a:pt x="28289250" y="619125"/>
                  </a:lnTo>
                  <a:lnTo>
                    <a:pt x="28575000" y="628650"/>
                  </a:lnTo>
                  <a:lnTo>
                    <a:pt x="28860750" y="619125"/>
                  </a:lnTo>
                  <a:lnTo>
                    <a:pt x="29146500" y="600075"/>
                  </a:lnTo>
                  <a:lnTo>
                    <a:pt x="29432250" y="571500"/>
                  </a:lnTo>
                  <a:lnTo>
                    <a:pt x="29718000" y="542925"/>
                  </a:lnTo>
                  <a:lnTo>
                    <a:pt x="30003750" y="514350"/>
                  </a:lnTo>
                  <a:lnTo>
                    <a:pt x="30289500" y="504825"/>
                  </a:lnTo>
                  <a:lnTo>
                    <a:pt x="30384750" y="495300"/>
                  </a:lnTo>
                </a:path>
              </a:pathLst>
            </a:custGeom>
            <a:noFill/>
            <a:ln w="9525">
              <a:solidFill>
                <a:srgbClr val="8E96C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wave-15"/>
            <p:cNvSpPr/>
            <p:nvPr/>
          </p:nvSpPr>
          <p:spPr>
            <a:xfrm>
              <a:off x="0" y="6505575"/>
              <a:ext cx="30384750" cy="733425"/>
            </a:xfrm>
            <a:custGeom>
              <a:avLst/>
              <a:gdLst/>
              <a:ahLst/>
              <a:cxnLst/>
              <a:rect l="l" t="t" r="r" b="b"/>
              <a:pathLst>
                <a:path w="30384750" h="733425">
                  <a:moveTo>
                    <a:pt x="0" y="495300"/>
                  </a:moveTo>
                  <a:lnTo>
                    <a:pt x="285750" y="485775"/>
                  </a:lnTo>
                  <a:lnTo>
                    <a:pt x="571500" y="476250"/>
                  </a:lnTo>
                  <a:lnTo>
                    <a:pt x="857250" y="466725"/>
                  </a:lnTo>
                  <a:lnTo>
                    <a:pt x="1143000" y="457200"/>
                  </a:lnTo>
                  <a:lnTo>
                    <a:pt x="1428750" y="447675"/>
                  </a:lnTo>
                  <a:lnTo>
                    <a:pt x="1714500" y="447675"/>
                  </a:lnTo>
                  <a:lnTo>
                    <a:pt x="2000250" y="447675"/>
                  </a:lnTo>
                  <a:lnTo>
                    <a:pt x="2286000" y="466725"/>
                  </a:lnTo>
                  <a:lnTo>
                    <a:pt x="2571750" y="485775"/>
                  </a:lnTo>
                  <a:lnTo>
                    <a:pt x="2857500" y="514350"/>
                  </a:lnTo>
                  <a:lnTo>
                    <a:pt x="3143250" y="533400"/>
                  </a:lnTo>
                  <a:lnTo>
                    <a:pt x="3429000" y="552450"/>
                  </a:lnTo>
                  <a:lnTo>
                    <a:pt x="3714750" y="571500"/>
                  </a:lnTo>
                  <a:lnTo>
                    <a:pt x="4000500" y="590550"/>
                  </a:lnTo>
                  <a:lnTo>
                    <a:pt x="4286250" y="600075"/>
                  </a:lnTo>
                  <a:lnTo>
                    <a:pt x="4572000" y="619125"/>
                  </a:lnTo>
                  <a:lnTo>
                    <a:pt x="4857750" y="628650"/>
                  </a:lnTo>
                  <a:lnTo>
                    <a:pt x="5143500" y="638175"/>
                  </a:lnTo>
                  <a:lnTo>
                    <a:pt x="5429250" y="647700"/>
                  </a:lnTo>
                  <a:lnTo>
                    <a:pt x="5715000" y="666750"/>
                  </a:lnTo>
                  <a:lnTo>
                    <a:pt x="6000750" y="676275"/>
                  </a:lnTo>
                  <a:lnTo>
                    <a:pt x="6286500" y="685800"/>
                  </a:lnTo>
                  <a:lnTo>
                    <a:pt x="6572250" y="685800"/>
                  </a:lnTo>
                  <a:lnTo>
                    <a:pt x="6858000" y="695325"/>
                  </a:lnTo>
                  <a:lnTo>
                    <a:pt x="7143750" y="695325"/>
                  </a:lnTo>
                  <a:lnTo>
                    <a:pt x="7429500" y="685800"/>
                  </a:lnTo>
                  <a:lnTo>
                    <a:pt x="7715250" y="685800"/>
                  </a:lnTo>
                  <a:lnTo>
                    <a:pt x="8001000" y="685800"/>
                  </a:lnTo>
                  <a:lnTo>
                    <a:pt x="8286750" y="685800"/>
                  </a:lnTo>
                  <a:lnTo>
                    <a:pt x="8572500" y="695325"/>
                  </a:lnTo>
                  <a:lnTo>
                    <a:pt x="8858250" y="704850"/>
                  </a:lnTo>
                  <a:lnTo>
                    <a:pt x="9144000" y="714375"/>
                  </a:lnTo>
                  <a:lnTo>
                    <a:pt x="9429750" y="723900"/>
                  </a:lnTo>
                  <a:lnTo>
                    <a:pt x="9715500" y="733425"/>
                  </a:lnTo>
                  <a:lnTo>
                    <a:pt x="10001250" y="733425"/>
                  </a:lnTo>
                  <a:lnTo>
                    <a:pt x="10287000" y="733425"/>
                  </a:lnTo>
                  <a:lnTo>
                    <a:pt x="10572750" y="723900"/>
                  </a:lnTo>
                  <a:lnTo>
                    <a:pt x="10858500" y="704850"/>
                  </a:lnTo>
                  <a:lnTo>
                    <a:pt x="11144250" y="685800"/>
                  </a:lnTo>
                  <a:lnTo>
                    <a:pt x="11430000" y="657225"/>
                  </a:lnTo>
                  <a:lnTo>
                    <a:pt x="11715750" y="628650"/>
                  </a:lnTo>
                  <a:lnTo>
                    <a:pt x="12001500" y="590550"/>
                  </a:lnTo>
                  <a:lnTo>
                    <a:pt x="12287250" y="552450"/>
                  </a:lnTo>
                  <a:lnTo>
                    <a:pt x="12573000" y="514350"/>
                  </a:lnTo>
                  <a:lnTo>
                    <a:pt x="12858750" y="466725"/>
                  </a:lnTo>
                  <a:lnTo>
                    <a:pt x="13144500" y="428625"/>
                  </a:lnTo>
                  <a:lnTo>
                    <a:pt x="13430250" y="390525"/>
                  </a:lnTo>
                  <a:lnTo>
                    <a:pt x="13716000" y="342900"/>
                  </a:lnTo>
                  <a:lnTo>
                    <a:pt x="14001750" y="304800"/>
                  </a:lnTo>
                  <a:lnTo>
                    <a:pt x="14287500" y="266700"/>
                  </a:lnTo>
                  <a:lnTo>
                    <a:pt x="14573250" y="228600"/>
                  </a:lnTo>
                  <a:lnTo>
                    <a:pt x="14859000" y="190500"/>
                  </a:lnTo>
                  <a:lnTo>
                    <a:pt x="15144750" y="161925"/>
                  </a:lnTo>
                  <a:lnTo>
                    <a:pt x="15430500" y="142875"/>
                  </a:lnTo>
                  <a:lnTo>
                    <a:pt x="15716250" y="133350"/>
                  </a:lnTo>
                  <a:lnTo>
                    <a:pt x="16002000" y="133350"/>
                  </a:lnTo>
                  <a:lnTo>
                    <a:pt x="16287750" y="142875"/>
                  </a:lnTo>
                  <a:lnTo>
                    <a:pt x="16573500" y="152400"/>
                  </a:lnTo>
                  <a:lnTo>
                    <a:pt x="16859250" y="171450"/>
                  </a:lnTo>
                  <a:lnTo>
                    <a:pt x="17145000" y="190500"/>
                  </a:lnTo>
                  <a:lnTo>
                    <a:pt x="17430750" y="219075"/>
                  </a:lnTo>
                  <a:lnTo>
                    <a:pt x="17716500" y="247650"/>
                  </a:lnTo>
                  <a:lnTo>
                    <a:pt x="18002250" y="276225"/>
                  </a:lnTo>
                  <a:lnTo>
                    <a:pt x="18288000" y="314325"/>
                  </a:lnTo>
                  <a:lnTo>
                    <a:pt x="18573750" y="352425"/>
                  </a:lnTo>
                  <a:lnTo>
                    <a:pt x="18859500" y="381000"/>
                  </a:lnTo>
                  <a:lnTo>
                    <a:pt x="19145250" y="390525"/>
                  </a:lnTo>
                  <a:lnTo>
                    <a:pt x="19431000" y="390525"/>
                  </a:lnTo>
                  <a:lnTo>
                    <a:pt x="19716750" y="361950"/>
                  </a:lnTo>
                  <a:lnTo>
                    <a:pt x="20002500" y="314325"/>
                  </a:lnTo>
                  <a:lnTo>
                    <a:pt x="20288250" y="257175"/>
                  </a:lnTo>
                  <a:lnTo>
                    <a:pt x="20574000" y="180975"/>
                  </a:lnTo>
                  <a:lnTo>
                    <a:pt x="20859750" y="114300"/>
                  </a:lnTo>
                  <a:lnTo>
                    <a:pt x="21145500" y="57150"/>
                  </a:lnTo>
                  <a:lnTo>
                    <a:pt x="21431250" y="19050"/>
                  </a:lnTo>
                  <a:lnTo>
                    <a:pt x="21717000" y="0"/>
                  </a:lnTo>
                  <a:lnTo>
                    <a:pt x="22002750" y="0"/>
                  </a:lnTo>
                  <a:lnTo>
                    <a:pt x="22288500" y="9525"/>
                  </a:lnTo>
                  <a:lnTo>
                    <a:pt x="22574250" y="38100"/>
                  </a:lnTo>
                  <a:lnTo>
                    <a:pt x="22860000" y="57150"/>
                  </a:lnTo>
                  <a:lnTo>
                    <a:pt x="23145750" y="85725"/>
                  </a:lnTo>
                  <a:lnTo>
                    <a:pt x="23431500" y="123825"/>
                  </a:lnTo>
                  <a:lnTo>
                    <a:pt x="23717250" y="161925"/>
                  </a:lnTo>
                  <a:lnTo>
                    <a:pt x="24003000" y="209550"/>
                  </a:lnTo>
                  <a:lnTo>
                    <a:pt x="24288750" y="266700"/>
                  </a:lnTo>
                  <a:lnTo>
                    <a:pt x="24574500" y="323850"/>
                  </a:lnTo>
                  <a:lnTo>
                    <a:pt x="24860250" y="390525"/>
                  </a:lnTo>
                  <a:lnTo>
                    <a:pt x="25146000" y="438150"/>
                  </a:lnTo>
                  <a:lnTo>
                    <a:pt x="25431750" y="485775"/>
                  </a:lnTo>
                  <a:lnTo>
                    <a:pt x="25717500" y="523875"/>
                  </a:lnTo>
                  <a:lnTo>
                    <a:pt x="26003250" y="542925"/>
                  </a:lnTo>
                  <a:lnTo>
                    <a:pt x="26289000" y="552450"/>
                  </a:lnTo>
                  <a:lnTo>
                    <a:pt x="26574750" y="561975"/>
                  </a:lnTo>
                  <a:lnTo>
                    <a:pt x="26860500" y="571500"/>
                  </a:lnTo>
                  <a:lnTo>
                    <a:pt x="27146250" y="581025"/>
                  </a:lnTo>
                  <a:lnTo>
                    <a:pt x="27432000" y="590550"/>
                  </a:lnTo>
                  <a:lnTo>
                    <a:pt x="27717750" y="600075"/>
                  </a:lnTo>
                  <a:lnTo>
                    <a:pt x="28003500" y="619125"/>
                  </a:lnTo>
                  <a:lnTo>
                    <a:pt x="28289250" y="638175"/>
                  </a:lnTo>
                  <a:lnTo>
                    <a:pt x="28575000" y="647700"/>
                  </a:lnTo>
                  <a:lnTo>
                    <a:pt x="28860750" y="647700"/>
                  </a:lnTo>
                  <a:lnTo>
                    <a:pt x="29146500" y="628650"/>
                  </a:lnTo>
                  <a:lnTo>
                    <a:pt x="29432250" y="609600"/>
                  </a:lnTo>
                  <a:lnTo>
                    <a:pt x="29718000" y="581025"/>
                  </a:lnTo>
                  <a:lnTo>
                    <a:pt x="30003750" y="561975"/>
                  </a:lnTo>
                  <a:lnTo>
                    <a:pt x="30289500" y="542925"/>
                  </a:lnTo>
                  <a:lnTo>
                    <a:pt x="30384750" y="542925"/>
                  </a:lnTo>
                </a:path>
              </a:pathLst>
            </a:custGeom>
            <a:noFill/>
            <a:ln w="9525">
              <a:solidFill>
                <a:srgbClr val="8A91C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wave-16"/>
            <p:cNvSpPr/>
            <p:nvPr/>
          </p:nvSpPr>
          <p:spPr>
            <a:xfrm>
              <a:off x="0" y="6534150"/>
              <a:ext cx="30384750" cy="790575"/>
            </a:xfrm>
            <a:custGeom>
              <a:avLst/>
              <a:gdLst/>
              <a:ahLst/>
              <a:cxnLst/>
              <a:rect l="l" t="t" r="r" b="b"/>
              <a:pathLst>
                <a:path w="30384750" h="790575">
                  <a:moveTo>
                    <a:pt x="0" y="514350"/>
                  </a:moveTo>
                  <a:lnTo>
                    <a:pt x="285750" y="504825"/>
                  </a:lnTo>
                  <a:lnTo>
                    <a:pt x="571500" y="495300"/>
                  </a:lnTo>
                  <a:lnTo>
                    <a:pt x="857250" y="476250"/>
                  </a:lnTo>
                  <a:lnTo>
                    <a:pt x="1143000" y="466725"/>
                  </a:lnTo>
                  <a:lnTo>
                    <a:pt x="1428750" y="447675"/>
                  </a:lnTo>
                  <a:lnTo>
                    <a:pt x="1714500" y="447675"/>
                  </a:lnTo>
                  <a:lnTo>
                    <a:pt x="2000250" y="447675"/>
                  </a:lnTo>
                  <a:lnTo>
                    <a:pt x="2286000" y="466725"/>
                  </a:lnTo>
                  <a:lnTo>
                    <a:pt x="2571750" y="485775"/>
                  </a:lnTo>
                  <a:lnTo>
                    <a:pt x="2857500" y="504825"/>
                  </a:lnTo>
                  <a:lnTo>
                    <a:pt x="3143250" y="523875"/>
                  </a:lnTo>
                  <a:lnTo>
                    <a:pt x="3429000" y="552450"/>
                  </a:lnTo>
                  <a:lnTo>
                    <a:pt x="3714750" y="571500"/>
                  </a:lnTo>
                  <a:lnTo>
                    <a:pt x="4000500" y="590550"/>
                  </a:lnTo>
                  <a:lnTo>
                    <a:pt x="4286250" y="609600"/>
                  </a:lnTo>
                  <a:lnTo>
                    <a:pt x="4572000" y="619125"/>
                  </a:lnTo>
                  <a:lnTo>
                    <a:pt x="4857750" y="638175"/>
                  </a:lnTo>
                  <a:lnTo>
                    <a:pt x="5143500" y="657225"/>
                  </a:lnTo>
                  <a:lnTo>
                    <a:pt x="5429250" y="676275"/>
                  </a:lnTo>
                  <a:lnTo>
                    <a:pt x="5715000" y="695325"/>
                  </a:lnTo>
                  <a:lnTo>
                    <a:pt x="6000750" y="714375"/>
                  </a:lnTo>
                  <a:lnTo>
                    <a:pt x="6286500" y="723900"/>
                  </a:lnTo>
                  <a:lnTo>
                    <a:pt x="6572250" y="733425"/>
                  </a:lnTo>
                  <a:lnTo>
                    <a:pt x="6858000" y="742950"/>
                  </a:lnTo>
                  <a:lnTo>
                    <a:pt x="7143750" y="742950"/>
                  </a:lnTo>
                  <a:lnTo>
                    <a:pt x="7429500" y="742950"/>
                  </a:lnTo>
                  <a:lnTo>
                    <a:pt x="7715250" y="733425"/>
                  </a:lnTo>
                  <a:lnTo>
                    <a:pt x="8001000" y="733425"/>
                  </a:lnTo>
                  <a:lnTo>
                    <a:pt x="8286750" y="742950"/>
                  </a:lnTo>
                  <a:lnTo>
                    <a:pt x="8572500" y="742950"/>
                  </a:lnTo>
                  <a:lnTo>
                    <a:pt x="8858250" y="752475"/>
                  </a:lnTo>
                  <a:lnTo>
                    <a:pt x="9144000" y="762000"/>
                  </a:lnTo>
                  <a:lnTo>
                    <a:pt x="9429750" y="771525"/>
                  </a:lnTo>
                  <a:lnTo>
                    <a:pt x="9715500" y="781050"/>
                  </a:lnTo>
                  <a:lnTo>
                    <a:pt x="10001250" y="790575"/>
                  </a:lnTo>
                  <a:lnTo>
                    <a:pt x="10287000" y="781050"/>
                  </a:lnTo>
                  <a:lnTo>
                    <a:pt x="10572750" y="771525"/>
                  </a:lnTo>
                  <a:lnTo>
                    <a:pt x="10858500" y="752475"/>
                  </a:lnTo>
                  <a:lnTo>
                    <a:pt x="11144250" y="723900"/>
                  </a:lnTo>
                  <a:lnTo>
                    <a:pt x="11430000" y="685800"/>
                  </a:lnTo>
                  <a:lnTo>
                    <a:pt x="11715750" y="647700"/>
                  </a:lnTo>
                  <a:lnTo>
                    <a:pt x="12001500" y="609600"/>
                  </a:lnTo>
                  <a:lnTo>
                    <a:pt x="12287250" y="571500"/>
                  </a:lnTo>
                  <a:lnTo>
                    <a:pt x="12573000" y="523875"/>
                  </a:lnTo>
                  <a:lnTo>
                    <a:pt x="12858750" y="476250"/>
                  </a:lnTo>
                  <a:lnTo>
                    <a:pt x="13144500" y="428625"/>
                  </a:lnTo>
                  <a:lnTo>
                    <a:pt x="13430250" y="381000"/>
                  </a:lnTo>
                  <a:lnTo>
                    <a:pt x="13716000" y="333375"/>
                  </a:lnTo>
                  <a:lnTo>
                    <a:pt x="14001750" y="295275"/>
                  </a:lnTo>
                  <a:lnTo>
                    <a:pt x="14287500" y="247650"/>
                  </a:lnTo>
                  <a:lnTo>
                    <a:pt x="14573250" y="209550"/>
                  </a:lnTo>
                  <a:lnTo>
                    <a:pt x="14859000" y="180975"/>
                  </a:lnTo>
                  <a:lnTo>
                    <a:pt x="15144750" y="152400"/>
                  </a:lnTo>
                  <a:lnTo>
                    <a:pt x="15430500" y="133350"/>
                  </a:lnTo>
                  <a:lnTo>
                    <a:pt x="15716250" y="123825"/>
                  </a:lnTo>
                  <a:lnTo>
                    <a:pt x="16002000" y="133350"/>
                  </a:lnTo>
                  <a:lnTo>
                    <a:pt x="16287750" y="142875"/>
                  </a:lnTo>
                  <a:lnTo>
                    <a:pt x="16573500" y="152400"/>
                  </a:lnTo>
                  <a:lnTo>
                    <a:pt x="16859250" y="180975"/>
                  </a:lnTo>
                  <a:lnTo>
                    <a:pt x="17145000" y="200025"/>
                  </a:lnTo>
                  <a:lnTo>
                    <a:pt x="17430750" y="238125"/>
                  </a:lnTo>
                  <a:lnTo>
                    <a:pt x="17716500" y="266700"/>
                  </a:lnTo>
                  <a:lnTo>
                    <a:pt x="18002250" y="304800"/>
                  </a:lnTo>
                  <a:lnTo>
                    <a:pt x="18288000" y="333375"/>
                  </a:lnTo>
                  <a:lnTo>
                    <a:pt x="18573750" y="371475"/>
                  </a:lnTo>
                  <a:lnTo>
                    <a:pt x="18859500" y="400050"/>
                  </a:lnTo>
                  <a:lnTo>
                    <a:pt x="19145250" y="409575"/>
                  </a:lnTo>
                  <a:lnTo>
                    <a:pt x="19431000" y="400050"/>
                  </a:lnTo>
                  <a:lnTo>
                    <a:pt x="19716750" y="371475"/>
                  </a:lnTo>
                  <a:lnTo>
                    <a:pt x="20002500" y="323850"/>
                  </a:lnTo>
                  <a:lnTo>
                    <a:pt x="20288250" y="266700"/>
                  </a:lnTo>
                  <a:lnTo>
                    <a:pt x="20574000" y="190500"/>
                  </a:lnTo>
                  <a:lnTo>
                    <a:pt x="20859750" y="123825"/>
                  </a:lnTo>
                  <a:lnTo>
                    <a:pt x="21145500" y="66675"/>
                  </a:lnTo>
                  <a:lnTo>
                    <a:pt x="21431250" y="28575"/>
                  </a:lnTo>
                  <a:lnTo>
                    <a:pt x="21717000" y="9525"/>
                  </a:lnTo>
                  <a:lnTo>
                    <a:pt x="22002750" y="0"/>
                  </a:lnTo>
                  <a:lnTo>
                    <a:pt x="22288500" y="9525"/>
                  </a:lnTo>
                  <a:lnTo>
                    <a:pt x="22574250" y="28575"/>
                  </a:lnTo>
                  <a:lnTo>
                    <a:pt x="22860000" y="47625"/>
                  </a:lnTo>
                  <a:lnTo>
                    <a:pt x="23145750" y="76200"/>
                  </a:lnTo>
                  <a:lnTo>
                    <a:pt x="23431500" y="104775"/>
                  </a:lnTo>
                  <a:lnTo>
                    <a:pt x="23717250" y="152400"/>
                  </a:lnTo>
                  <a:lnTo>
                    <a:pt x="24003000" y="200025"/>
                  </a:lnTo>
                  <a:lnTo>
                    <a:pt x="24288750" y="257175"/>
                  </a:lnTo>
                  <a:lnTo>
                    <a:pt x="24574500" y="314325"/>
                  </a:lnTo>
                  <a:lnTo>
                    <a:pt x="24860250" y="371475"/>
                  </a:lnTo>
                  <a:lnTo>
                    <a:pt x="25146000" y="428625"/>
                  </a:lnTo>
                  <a:lnTo>
                    <a:pt x="25431750" y="476250"/>
                  </a:lnTo>
                  <a:lnTo>
                    <a:pt x="25717500" y="514350"/>
                  </a:lnTo>
                  <a:lnTo>
                    <a:pt x="26003250" y="533400"/>
                  </a:lnTo>
                  <a:lnTo>
                    <a:pt x="26289000" y="552450"/>
                  </a:lnTo>
                  <a:lnTo>
                    <a:pt x="26574750" y="561975"/>
                  </a:lnTo>
                  <a:lnTo>
                    <a:pt x="26860500" y="571500"/>
                  </a:lnTo>
                  <a:lnTo>
                    <a:pt x="27146250" y="581025"/>
                  </a:lnTo>
                  <a:lnTo>
                    <a:pt x="27432000" y="590550"/>
                  </a:lnTo>
                  <a:lnTo>
                    <a:pt x="27717750" y="609600"/>
                  </a:lnTo>
                  <a:lnTo>
                    <a:pt x="28003500" y="628650"/>
                  </a:lnTo>
                  <a:lnTo>
                    <a:pt x="28289250" y="647700"/>
                  </a:lnTo>
                  <a:lnTo>
                    <a:pt x="28575000" y="666750"/>
                  </a:lnTo>
                  <a:lnTo>
                    <a:pt x="28860750" y="676275"/>
                  </a:lnTo>
                  <a:lnTo>
                    <a:pt x="29146500" y="666750"/>
                  </a:lnTo>
                  <a:lnTo>
                    <a:pt x="29432250" y="647700"/>
                  </a:lnTo>
                  <a:lnTo>
                    <a:pt x="29718000" y="619125"/>
                  </a:lnTo>
                  <a:lnTo>
                    <a:pt x="30003750" y="609600"/>
                  </a:lnTo>
                  <a:lnTo>
                    <a:pt x="30289500" y="590550"/>
                  </a:lnTo>
                  <a:lnTo>
                    <a:pt x="30384750" y="590550"/>
                  </a:lnTo>
                </a:path>
              </a:pathLst>
            </a:custGeom>
            <a:noFill/>
            <a:ln w="9525">
              <a:solidFill>
                <a:srgbClr val="868CCA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wave-17"/>
            <p:cNvSpPr/>
            <p:nvPr/>
          </p:nvSpPr>
          <p:spPr>
            <a:xfrm>
              <a:off x="0" y="6562725"/>
              <a:ext cx="30384750" cy="838200"/>
            </a:xfrm>
            <a:custGeom>
              <a:avLst/>
              <a:gdLst/>
              <a:ahLst/>
              <a:cxnLst/>
              <a:rect l="l" t="t" r="r" b="b"/>
              <a:pathLst>
                <a:path w="30384750" h="838200">
                  <a:moveTo>
                    <a:pt x="0" y="523875"/>
                  </a:moveTo>
                  <a:lnTo>
                    <a:pt x="285750" y="523875"/>
                  </a:lnTo>
                  <a:lnTo>
                    <a:pt x="571500" y="504825"/>
                  </a:lnTo>
                  <a:lnTo>
                    <a:pt x="857250" y="485775"/>
                  </a:lnTo>
                  <a:lnTo>
                    <a:pt x="1143000" y="466725"/>
                  </a:lnTo>
                  <a:lnTo>
                    <a:pt x="1428750" y="457200"/>
                  </a:lnTo>
                  <a:lnTo>
                    <a:pt x="1714500" y="447675"/>
                  </a:lnTo>
                  <a:lnTo>
                    <a:pt x="2000250" y="447675"/>
                  </a:lnTo>
                  <a:lnTo>
                    <a:pt x="2286000" y="457200"/>
                  </a:lnTo>
                  <a:lnTo>
                    <a:pt x="2571750" y="476250"/>
                  </a:lnTo>
                  <a:lnTo>
                    <a:pt x="2857500" y="495300"/>
                  </a:lnTo>
                  <a:lnTo>
                    <a:pt x="3143250" y="523875"/>
                  </a:lnTo>
                  <a:lnTo>
                    <a:pt x="3429000" y="542925"/>
                  </a:lnTo>
                  <a:lnTo>
                    <a:pt x="3714750" y="571500"/>
                  </a:lnTo>
                  <a:lnTo>
                    <a:pt x="4000500" y="590550"/>
                  </a:lnTo>
                  <a:lnTo>
                    <a:pt x="4286250" y="609600"/>
                  </a:lnTo>
                  <a:lnTo>
                    <a:pt x="4572000" y="628650"/>
                  </a:lnTo>
                  <a:lnTo>
                    <a:pt x="4857750" y="657225"/>
                  </a:lnTo>
                  <a:lnTo>
                    <a:pt x="5143500" y="676275"/>
                  </a:lnTo>
                  <a:lnTo>
                    <a:pt x="5429250" y="704850"/>
                  </a:lnTo>
                  <a:lnTo>
                    <a:pt x="5715000" y="723900"/>
                  </a:lnTo>
                  <a:lnTo>
                    <a:pt x="6000750" y="742950"/>
                  </a:lnTo>
                  <a:lnTo>
                    <a:pt x="6286500" y="771525"/>
                  </a:lnTo>
                  <a:lnTo>
                    <a:pt x="6572250" y="781050"/>
                  </a:lnTo>
                  <a:lnTo>
                    <a:pt x="6858000" y="790575"/>
                  </a:lnTo>
                  <a:lnTo>
                    <a:pt x="7143750" y="790575"/>
                  </a:lnTo>
                  <a:lnTo>
                    <a:pt x="7429500" y="790575"/>
                  </a:lnTo>
                  <a:lnTo>
                    <a:pt x="7715250" y="790575"/>
                  </a:lnTo>
                  <a:lnTo>
                    <a:pt x="8001000" y="790575"/>
                  </a:lnTo>
                  <a:lnTo>
                    <a:pt x="8286750" y="790575"/>
                  </a:lnTo>
                  <a:lnTo>
                    <a:pt x="8572500" y="800100"/>
                  </a:lnTo>
                  <a:lnTo>
                    <a:pt x="8858250" y="800100"/>
                  </a:lnTo>
                  <a:lnTo>
                    <a:pt x="9144000" y="819150"/>
                  </a:lnTo>
                  <a:lnTo>
                    <a:pt x="9429750" y="828675"/>
                  </a:lnTo>
                  <a:lnTo>
                    <a:pt x="9715500" y="838200"/>
                  </a:lnTo>
                  <a:lnTo>
                    <a:pt x="10001250" y="838200"/>
                  </a:lnTo>
                  <a:lnTo>
                    <a:pt x="10287000" y="828675"/>
                  </a:lnTo>
                  <a:lnTo>
                    <a:pt x="10572750" y="819150"/>
                  </a:lnTo>
                  <a:lnTo>
                    <a:pt x="10858500" y="790575"/>
                  </a:lnTo>
                  <a:lnTo>
                    <a:pt x="11144250" y="762000"/>
                  </a:lnTo>
                  <a:lnTo>
                    <a:pt x="11430000" y="723900"/>
                  </a:lnTo>
                  <a:lnTo>
                    <a:pt x="11715750" y="676275"/>
                  </a:lnTo>
                  <a:lnTo>
                    <a:pt x="12001500" y="628650"/>
                  </a:lnTo>
                  <a:lnTo>
                    <a:pt x="12287250" y="581025"/>
                  </a:lnTo>
                  <a:lnTo>
                    <a:pt x="12573000" y="533400"/>
                  </a:lnTo>
                  <a:lnTo>
                    <a:pt x="12858750" y="476250"/>
                  </a:lnTo>
                  <a:lnTo>
                    <a:pt x="13144500" y="428625"/>
                  </a:lnTo>
                  <a:lnTo>
                    <a:pt x="13430250" y="371475"/>
                  </a:lnTo>
                  <a:lnTo>
                    <a:pt x="13716000" y="323850"/>
                  </a:lnTo>
                  <a:lnTo>
                    <a:pt x="14001750" y="276225"/>
                  </a:lnTo>
                  <a:lnTo>
                    <a:pt x="14287500" y="238125"/>
                  </a:lnTo>
                  <a:lnTo>
                    <a:pt x="14573250" y="200025"/>
                  </a:lnTo>
                  <a:lnTo>
                    <a:pt x="14859000" y="161925"/>
                  </a:lnTo>
                  <a:lnTo>
                    <a:pt x="15144750" y="133350"/>
                  </a:lnTo>
                  <a:lnTo>
                    <a:pt x="15430500" y="123825"/>
                  </a:lnTo>
                  <a:lnTo>
                    <a:pt x="15716250" y="114300"/>
                  </a:lnTo>
                  <a:lnTo>
                    <a:pt x="16002000" y="123825"/>
                  </a:lnTo>
                  <a:lnTo>
                    <a:pt x="16287750" y="142875"/>
                  </a:lnTo>
                  <a:lnTo>
                    <a:pt x="16573500" y="161925"/>
                  </a:lnTo>
                  <a:lnTo>
                    <a:pt x="16859250" y="190500"/>
                  </a:lnTo>
                  <a:lnTo>
                    <a:pt x="17145000" y="219075"/>
                  </a:lnTo>
                  <a:lnTo>
                    <a:pt x="17430750" y="257175"/>
                  </a:lnTo>
                  <a:lnTo>
                    <a:pt x="17716500" y="285750"/>
                  </a:lnTo>
                  <a:lnTo>
                    <a:pt x="18002250" y="323850"/>
                  </a:lnTo>
                  <a:lnTo>
                    <a:pt x="18288000" y="361950"/>
                  </a:lnTo>
                  <a:lnTo>
                    <a:pt x="18573750" y="390525"/>
                  </a:lnTo>
                  <a:lnTo>
                    <a:pt x="18859500" y="409575"/>
                  </a:lnTo>
                  <a:lnTo>
                    <a:pt x="19145250" y="428625"/>
                  </a:lnTo>
                  <a:lnTo>
                    <a:pt x="19431000" y="419100"/>
                  </a:lnTo>
                  <a:lnTo>
                    <a:pt x="19716750" y="381000"/>
                  </a:lnTo>
                  <a:lnTo>
                    <a:pt x="20002500" y="333375"/>
                  </a:lnTo>
                  <a:lnTo>
                    <a:pt x="20288250" y="276225"/>
                  </a:lnTo>
                  <a:lnTo>
                    <a:pt x="20574000" y="200025"/>
                  </a:lnTo>
                  <a:lnTo>
                    <a:pt x="20859750" y="133350"/>
                  </a:lnTo>
                  <a:lnTo>
                    <a:pt x="21145500" y="76200"/>
                  </a:lnTo>
                  <a:lnTo>
                    <a:pt x="21431250" y="28575"/>
                  </a:lnTo>
                  <a:lnTo>
                    <a:pt x="21717000" y="9525"/>
                  </a:lnTo>
                  <a:lnTo>
                    <a:pt x="22002750" y="0"/>
                  </a:lnTo>
                  <a:lnTo>
                    <a:pt x="22288500" y="0"/>
                  </a:lnTo>
                  <a:lnTo>
                    <a:pt x="22574250" y="19050"/>
                  </a:lnTo>
                  <a:lnTo>
                    <a:pt x="22860000" y="38100"/>
                  </a:lnTo>
                  <a:lnTo>
                    <a:pt x="23145750" y="57150"/>
                  </a:lnTo>
                  <a:lnTo>
                    <a:pt x="23431500" y="95250"/>
                  </a:lnTo>
                  <a:lnTo>
                    <a:pt x="23717250" y="133350"/>
                  </a:lnTo>
                  <a:lnTo>
                    <a:pt x="24003000" y="180975"/>
                  </a:lnTo>
                  <a:lnTo>
                    <a:pt x="24288750" y="238125"/>
                  </a:lnTo>
                  <a:lnTo>
                    <a:pt x="24574500" y="295275"/>
                  </a:lnTo>
                  <a:lnTo>
                    <a:pt x="24860250" y="361950"/>
                  </a:lnTo>
                  <a:lnTo>
                    <a:pt x="25146000" y="419100"/>
                  </a:lnTo>
                  <a:lnTo>
                    <a:pt x="25431750" y="466725"/>
                  </a:lnTo>
                  <a:lnTo>
                    <a:pt x="25717500" y="504825"/>
                  </a:lnTo>
                  <a:lnTo>
                    <a:pt x="26003250" y="533400"/>
                  </a:lnTo>
                  <a:lnTo>
                    <a:pt x="26289000" y="552450"/>
                  </a:lnTo>
                  <a:lnTo>
                    <a:pt x="26574750" y="561975"/>
                  </a:lnTo>
                  <a:lnTo>
                    <a:pt x="26860500" y="571500"/>
                  </a:lnTo>
                  <a:lnTo>
                    <a:pt x="27146250" y="581025"/>
                  </a:lnTo>
                  <a:lnTo>
                    <a:pt x="27432000" y="590550"/>
                  </a:lnTo>
                  <a:lnTo>
                    <a:pt x="27717750" y="619125"/>
                  </a:lnTo>
                  <a:lnTo>
                    <a:pt x="28003500" y="638175"/>
                  </a:lnTo>
                  <a:lnTo>
                    <a:pt x="28289250" y="666750"/>
                  </a:lnTo>
                  <a:lnTo>
                    <a:pt x="28575000" y="685800"/>
                  </a:lnTo>
                  <a:lnTo>
                    <a:pt x="28860750" y="695325"/>
                  </a:lnTo>
                  <a:lnTo>
                    <a:pt x="29146500" y="695325"/>
                  </a:lnTo>
                  <a:lnTo>
                    <a:pt x="29432250" y="685800"/>
                  </a:lnTo>
                  <a:lnTo>
                    <a:pt x="29718000" y="666750"/>
                  </a:lnTo>
                  <a:lnTo>
                    <a:pt x="30003750" y="647700"/>
                  </a:lnTo>
                  <a:lnTo>
                    <a:pt x="30289500" y="638175"/>
                  </a:lnTo>
                  <a:lnTo>
                    <a:pt x="30384750" y="638175"/>
                  </a:lnTo>
                </a:path>
              </a:pathLst>
            </a:custGeom>
            <a:noFill/>
            <a:ln w="9525">
              <a:solidFill>
                <a:srgbClr val="8287C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wave-18"/>
            <p:cNvSpPr/>
            <p:nvPr/>
          </p:nvSpPr>
          <p:spPr>
            <a:xfrm>
              <a:off x="0" y="6591300"/>
              <a:ext cx="30384750" cy="885825"/>
            </a:xfrm>
            <a:custGeom>
              <a:avLst/>
              <a:gdLst/>
              <a:ahLst/>
              <a:cxnLst/>
              <a:rect l="l" t="t" r="r" b="b"/>
              <a:pathLst>
                <a:path w="30384750" h="885825">
                  <a:moveTo>
                    <a:pt x="0" y="542925"/>
                  </a:moveTo>
                  <a:lnTo>
                    <a:pt x="285750" y="533400"/>
                  </a:lnTo>
                  <a:lnTo>
                    <a:pt x="571500" y="523875"/>
                  </a:lnTo>
                  <a:lnTo>
                    <a:pt x="857250" y="504825"/>
                  </a:lnTo>
                  <a:lnTo>
                    <a:pt x="1143000" y="476250"/>
                  </a:lnTo>
                  <a:lnTo>
                    <a:pt x="1428750" y="457200"/>
                  </a:lnTo>
                  <a:lnTo>
                    <a:pt x="1714500" y="447675"/>
                  </a:lnTo>
                  <a:lnTo>
                    <a:pt x="2000250" y="447675"/>
                  </a:lnTo>
                  <a:lnTo>
                    <a:pt x="2286000" y="457200"/>
                  </a:lnTo>
                  <a:lnTo>
                    <a:pt x="2571750" y="466725"/>
                  </a:lnTo>
                  <a:lnTo>
                    <a:pt x="2857500" y="495300"/>
                  </a:lnTo>
                  <a:lnTo>
                    <a:pt x="3143250" y="514350"/>
                  </a:lnTo>
                  <a:lnTo>
                    <a:pt x="3429000" y="542925"/>
                  </a:lnTo>
                  <a:lnTo>
                    <a:pt x="3714750" y="561975"/>
                  </a:lnTo>
                  <a:lnTo>
                    <a:pt x="4000500" y="590550"/>
                  </a:lnTo>
                  <a:lnTo>
                    <a:pt x="4286250" y="609600"/>
                  </a:lnTo>
                  <a:lnTo>
                    <a:pt x="4572000" y="638175"/>
                  </a:lnTo>
                  <a:lnTo>
                    <a:pt x="4857750" y="666750"/>
                  </a:lnTo>
                  <a:lnTo>
                    <a:pt x="5143500" y="695325"/>
                  </a:lnTo>
                  <a:lnTo>
                    <a:pt x="5429250" y="723900"/>
                  </a:lnTo>
                  <a:lnTo>
                    <a:pt x="5715000" y="752475"/>
                  </a:lnTo>
                  <a:lnTo>
                    <a:pt x="6000750" y="781050"/>
                  </a:lnTo>
                  <a:lnTo>
                    <a:pt x="6286500" y="809625"/>
                  </a:lnTo>
                  <a:lnTo>
                    <a:pt x="6572250" y="828675"/>
                  </a:lnTo>
                  <a:lnTo>
                    <a:pt x="6858000" y="838200"/>
                  </a:lnTo>
                  <a:lnTo>
                    <a:pt x="7143750" y="838200"/>
                  </a:lnTo>
                  <a:lnTo>
                    <a:pt x="7429500" y="838200"/>
                  </a:lnTo>
                  <a:lnTo>
                    <a:pt x="7715250" y="838200"/>
                  </a:lnTo>
                  <a:lnTo>
                    <a:pt x="8001000" y="838200"/>
                  </a:lnTo>
                  <a:lnTo>
                    <a:pt x="8286750" y="838200"/>
                  </a:lnTo>
                  <a:lnTo>
                    <a:pt x="8572500" y="847725"/>
                  </a:lnTo>
                  <a:lnTo>
                    <a:pt x="8858250" y="857250"/>
                  </a:lnTo>
                  <a:lnTo>
                    <a:pt x="9144000" y="866775"/>
                  </a:lnTo>
                  <a:lnTo>
                    <a:pt x="9429750" y="876300"/>
                  </a:lnTo>
                  <a:lnTo>
                    <a:pt x="9715500" y="885825"/>
                  </a:lnTo>
                  <a:lnTo>
                    <a:pt x="10001250" y="885825"/>
                  </a:lnTo>
                  <a:lnTo>
                    <a:pt x="10287000" y="885825"/>
                  </a:lnTo>
                  <a:lnTo>
                    <a:pt x="10572750" y="866775"/>
                  </a:lnTo>
                  <a:lnTo>
                    <a:pt x="10858500" y="838200"/>
                  </a:lnTo>
                  <a:lnTo>
                    <a:pt x="11144250" y="800100"/>
                  </a:lnTo>
                  <a:lnTo>
                    <a:pt x="11430000" y="752475"/>
                  </a:lnTo>
                  <a:lnTo>
                    <a:pt x="11715750" y="704850"/>
                  </a:lnTo>
                  <a:lnTo>
                    <a:pt x="12001500" y="647700"/>
                  </a:lnTo>
                  <a:lnTo>
                    <a:pt x="12287250" y="590550"/>
                  </a:lnTo>
                  <a:lnTo>
                    <a:pt x="12573000" y="533400"/>
                  </a:lnTo>
                  <a:lnTo>
                    <a:pt x="12858750" y="476250"/>
                  </a:lnTo>
                  <a:lnTo>
                    <a:pt x="13144500" y="419100"/>
                  </a:lnTo>
                  <a:lnTo>
                    <a:pt x="13430250" y="371475"/>
                  </a:lnTo>
                  <a:lnTo>
                    <a:pt x="13716000" y="314325"/>
                  </a:lnTo>
                  <a:lnTo>
                    <a:pt x="14001750" y="266700"/>
                  </a:lnTo>
                  <a:lnTo>
                    <a:pt x="14287500" y="219075"/>
                  </a:lnTo>
                  <a:lnTo>
                    <a:pt x="14573250" y="180975"/>
                  </a:lnTo>
                  <a:lnTo>
                    <a:pt x="14859000" y="142875"/>
                  </a:lnTo>
                  <a:lnTo>
                    <a:pt x="15144750" y="123825"/>
                  </a:lnTo>
                  <a:lnTo>
                    <a:pt x="15430500" y="104775"/>
                  </a:lnTo>
                  <a:lnTo>
                    <a:pt x="15716250" y="104775"/>
                  </a:lnTo>
                  <a:lnTo>
                    <a:pt x="16002000" y="114300"/>
                  </a:lnTo>
                  <a:lnTo>
                    <a:pt x="16287750" y="133350"/>
                  </a:lnTo>
                  <a:lnTo>
                    <a:pt x="16573500" y="161925"/>
                  </a:lnTo>
                  <a:lnTo>
                    <a:pt x="16859250" y="200025"/>
                  </a:lnTo>
                  <a:lnTo>
                    <a:pt x="17145000" y="238125"/>
                  </a:lnTo>
                  <a:lnTo>
                    <a:pt x="17430750" y="276225"/>
                  </a:lnTo>
                  <a:lnTo>
                    <a:pt x="17716500" y="314325"/>
                  </a:lnTo>
                  <a:lnTo>
                    <a:pt x="18002250" y="352425"/>
                  </a:lnTo>
                  <a:lnTo>
                    <a:pt x="18288000" y="381000"/>
                  </a:lnTo>
                  <a:lnTo>
                    <a:pt x="18573750" y="409575"/>
                  </a:lnTo>
                  <a:lnTo>
                    <a:pt x="18859500" y="428625"/>
                  </a:lnTo>
                  <a:lnTo>
                    <a:pt x="19145250" y="438150"/>
                  </a:lnTo>
                  <a:lnTo>
                    <a:pt x="19431000" y="428625"/>
                  </a:lnTo>
                  <a:lnTo>
                    <a:pt x="19716750" y="400050"/>
                  </a:lnTo>
                  <a:lnTo>
                    <a:pt x="20002500" y="342900"/>
                  </a:lnTo>
                  <a:lnTo>
                    <a:pt x="20288250" y="276225"/>
                  </a:lnTo>
                  <a:lnTo>
                    <a:pt x="20574000" y="209550"/>
                  </a:lnTo>
                  <a:lnTo>
                    <a:pt x="20859750" y="142875"/>
                  </a:lnTo>
                  <a:lnTo>
                    <a:pt x="21145500" y="85725"/>
                  </a:lnTo>
                  <a:lnTo>
                    <a:pt x="21431250" y="38100"/>
                  </a:lnTo>
                  <a:lnTo>
                    <a:pt x="21717000" y="9525"/>
                  </a:lnTo>
                  <a:lnTo>
                    <a:pt x="22002750" y="0"/>
                  </a:lnTo>
                  <a:lnTo>
                    <a:pt x="22288500" y="0"/>
                  </a:lnTo>
                  <a:lnTo>
                    <a:pt x="22574250" y="9525"/>
                  </a:lnTo>
                  <a:lnTo>
                    <a:pt x="22860000" y="19050"/>
                  </a:lnTo>
                  <a:lnTo>
                    <a:pt x="23145750" y="47625"/>
                  </a:lnTo>
                  <a:lnTo>
                    <a:pt x="23431500" y="76200"/>
                  </a:lnTo>
                  <a:lnTo>
                    <a:pt x="23717250" y="114300"/>
                  </a:lnTo>
                  <a:lnTo>
                    <a:pt x="24003000" y="161925"/>
                  </a:lnTo>
                  <a:lnTo>
                    <a:pt x="24288750" y="219075"/>
                  </a:lnTo>
                  <a:lnTo>
                    <a:pt x="24574500" y="285750"/>
                  </a:lnTo>
                  <a:lnTo>
                    <a:pt x="24860250" y="352425"/>
                  </a:lnTo>
                  <a:lnTo>
                    <a:pt x="25146000" y="409575"/>
                  </a:lnTo>
                  <a:lnTo>
                    <a:pt x="25431750" y="466725"/>
                  </a:lnTo>
                  <a:lnTo>
                    <a:pt x="25717500" y="504825"/>
                  </a:lnTo>
                  <a:lnTo>
                    <a:pt x="26003250" y="523875"/>
                  </a:lnTo>
                  <a:lnTo>
                    <a:pt x="26289000" y="542925"/>
                  </a:lnTo>
                  <a:lnTo>
                    <a:pt x="26574750" y="552450"/>
                  </a:lnTo>
                  <a:lnTo>
                    <a:pt x="26860500" y="571500"/>
                  </a:lnTo>
                  <a:lnTo>
                    <a:pt x="27146250" y="581025"/>
                  </a:lnTo>
                  <a:lnTo>
                    <a:pt x="27432000" y="600075"/>
                  </a:lnTo>
                  <a:lnTo>
                    <a:pt x="27717750" y="619125"/>
                  </a:lnTo>
                  <a:lnTo>
                    <a:pt x="28003500" y="657225"/>
                  </a:lnTo>
                  <a:lnTo>
                    <a:pt x="28289250" y="685800"/>
                  </a:lnTo>
                  <a:lnTo>
                    <a:pt x="28575000" y="714375"/>
                  </a:lnTo>
                  <a:lnTo>
                    <a:pt x="28860750" y="723900"/>
                  </a:lnTo>
                  <a:lnTo>
                    <a:pt x="29146500" y="733425"/>
                  </a:lnTo>
                  <a:lnTo>
                    <a:pt x="29432250" y="723900"/>
                  </a:lnTo>
                  <a:lnTo>
                    <a:pt x="29718000" y="704850"/>
                  </a:lnTo>
                  <a:lnTo>
                    <a:pt x="30003750" y="695325"/>
                  </a:lnTo>
                  <a:lnTo>
                    <a:pt x="30289500" y="685800"/>
                  </a:lnTo>
                  <a:lnTo>
                    <a:pt x="30384750" y="676275"/>
                  </a:lnTo>
                </a:path>
              </a:pathLst>
            </a:custGeom>
            <a:noFill/>
            <a:ln w="9525">
              <a:solidFill>
                <a:srgbClr val="7E82C6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3" name="wave-19"/>
            <p:cNvSpPr/>
            <p:nvPr/>
          </p:nvSpPr>
          <p:spPr>
            <a:xfrm>
              <a:off x="0" y="6610350"/>
              <a:ext cx="30384750" cy="952500"/>
            </a:xfrm>
            <a:custGeom>
              <a:avLst/>
              <a:gdLst/>
              <a:ahLst/>
              <a:cxnLst/>
              <a:rect l="l" t="t" r="r" b="b"/>
              <a:pathLst>
                <a:path w="30384750" h="952500">
                  <a:moveTo>
                    <a:pt x="0" y="571500"/>
                  </a:moveTo>
                  <a:lnTo>
                    <a:pt x="285750" y="561975"/>
                  </a:lnTo>
                  <a:lnTo>
                    <a:pt x="571500" y="552450"/>
                  </a:lnTo>
                  <a:lnTo>
                    <a:pt x="857250" y="523875"/>
                  </a:lnTo>
                  <a:lnTo>
                    <a:pt x="1143000" y="495300"/>
                  </a:lnTo>
                  <a:lnTo>
                    <a:pt x="1428750" y="476250"/>
                  </a:lnTo>
                  <a:lnTo>
                    <a:pt x="1714500" y="457200"/>
                  </a:lnTo>
                  <a:lnTo>
                    <a:pt x="2000250" y="457200"/>
                  </a:lnTo>
                  <a:lnTo>
                    <a:pt x="2286000" y="457200"/>
                  </a:lnTo>
                  <a:lnTo>
                    <a:pt x="2571750" y="476250"/>
                  </a:lnTo>
                  <a:lnTo>
                    <a:pt x="2857500" y="495300"/>
                  </a:lnTo>
                  <a:lnTo>
                    <a:pt x="3143250" y="523875"/>
                  </a:lnTo>
                  <a:lnTo>
                    <a:pt x="3429000" y="542925"/>
                  </a:lnTo>
                  <a:lnTo>
                    <a:pt x="3714750" y="571500"/>
                  </a:lnTo>
                  <a:lnTo>
                    <a:pt x="4000500" y="600075"/>
                  </a:lnTo>
                  <a:lnTo>
                    <a:pt x="4286250" y="628650"/>
                  </a:lnTo>
                  <a:lnTo>
                    <a:pt x="4572000" y="657225"/>
                  </a:lnTo>
                  <a:lnTo>
                    <a:pt x="4857750" y="685800"/>
                  </a:lnTo>
                  <a:lnTo>
                    <a:pt x="5143500" y="723900"/>
                  </a:lnTo>
                  <a:lnTo>
                    <a:pt x="5429250" y="762000"/>
                  </a:lnTo>
                  <a:lnTo>
                    <a:pt x="5715000" y="800100"/>
                  </a:lnTo>
                  <a:lnTo>
                    <a:pt x="6000750" y="828675"/>
                  </a:lnTo>
                  <a:lnTo>
                    <a:pt x="6286500" y="857250"/>
                  </a:lnTo>
                  <a:lnTo>
                    <a:pt x="6572250" y="885825"/>
                  </a:lnTo>
                  <a:lnTo>
                    <a:pt x="6858000" y="895350"/>
                  </a:lnTo>
                  <a:lnTo>
                    <a:pt x="7143750" y="904875"/>
                  </a:lnTo>
                  <a:lnTo>
                    <a:pt x="7429500" y="904875"/>
                  </a:lnTo>
                  <a:lnTo>
                    <a:pt x="7715250" y="895350"/>
                  </a:lnTo>
                  <a:lnTo>
                    <a:pt x="8001000" y="895350"/>
                  </a:lnTo>
                  <a:lnTo>
                    <a:pt x="8286750" y="904875"/>
                  </a:lnTo>
                  <a:lnTo>
                    <a:pt x="8572500" y="904875"/>
                  </a:lnTo>
                  <a:lnTo>
                    <a:pt x="8858250" y="914400"/>
                  </a:lnTo>
                  <a:lnTo>
                    <a:pt x="9144000" y="923925"/>
                  </a:lnTo>
                  <a:lnTo>
                    <a:pt x="9429750" y="933450"/>
                  </a:lnTo>
                  <a:lnTo>
                    <a:pt x="9715500" y="942975"/>
                  </a:lnTo>
                  <a:lnTo>
                    <a:pt x="10001250" y="952500"/>
                  </a:lnTo>
                  <a:lnTo>
                    <a:pt x="10287000" y="942975"/>
                  </a:lnTo>
                  <a:lnTo>
                    <a:pt x="10572750" y="923925"/>
                  </a:lnTo>
                  <a:lnTo>
                    <a:pt x="10858500" y="885825"/>
                  </a:lnTo>
                  <a:lnTo>
                    <a:pt x="11144250" y="847725"/>
                  </a:lnTo>
                  <a:lnTo>
                    <a:pt x="11430000" y="790575"/>
                  </a:lnTo>
                  <a:lnTo>
                    <a:pt x="11715750" y="733425"/>
                  </a:lnTo>
                  <a:lnTo>
                    <a:pt x="12001500" y="676275"/>
                  </a:lnTo>
                  <a:lnTo>
                    <a:pt x="12287250" y="619125"/>
                  </a:lnTo>
                  <a:lnTo>
                    <a:pt x="12573000" y="552450"/>
                  </a:lnTo>
                  <a:lnTo>
                    <a:pt x="12858750" y="495300"/>
                  </a:lnTo>
                  <a:lnTo>
                    <a:pt x="13144500" y="428625"/>
                  </a:lnTo>
                  <a:lnTo>
                    <a:pt x="13430250" y="371475"/>
                  </a:lnTo>
                  <a:lnTo>
                    <a:pt x="13716000" y="323850"/>
                  </a:lnTo>
                  <a:lnTo>
                    <a:pt x="14001750" y="266700"/>
                  </a:lnTo>
                  <a:lnTo>
                    <a:pt x="14287500" y="219075"/>
                  </a:lnTo>
                  <a:lnTo>
                    <a:pt x="14573250" y="171450"/>
                  </a:lnTo>
                  <a:lnTo>
                    <a:pt x="14859000" y="142875"/>
                  </a:lnTo>
                  <a:lnTo>
                    <a:pt x="15144750" y="114300"/>
                  </a:lnTo>
                  <a:lnTo>
                    <a:pt x="15430500" y="104775"/>
                  </a:lnTo>
                  <a:lnTo>
                    <a:pt x="15716250" y="104775"/>
                  </a:lnTo>
                  <a:lnTo>
                    <a:pt x="16002000" y="123825"/>
                  </a:lnTo>
                  <a:lnTo>
                    <a:pt x="16287750" y="142875"/>
                  </a:lnTo>
                  <a:lnTo>
                    <a:pt x="16573500" y="180975"/>
                  </a:lnTo>
                  <a:lnTo>
                    <a:pt x="16859250" y="219075"/>
                  </a:lnTo>
                  <a:lnTo>
                    <a:pt x="17145000" y="257175"/>
                  </a:lnTo>
                  <a:lnTo>
                    <a:pt x="17430750" y="304800"/>
                  </a:lnTo>
                  <a:lnTo>
                    <a:pt x="17716500" y="342900"/>
                  </a:lnTo>
                  <a:lnTo>
                    <a:pt x="18002250" y="381000"/>
                  </a:lnTo>
                  <a:lnTo>
                    <a:pt x="18288000" y="419100"/>
                  </a:lnTo>
                  <a:lnTo>
                    <a:pt x="18573750" y="447675"/>
                  </a:lnTo>
                  <a:lnTo>
                    <a:pt x="18859500" y="457200"/>
                  </a:lnTo>
                  <a:lnTo>
                    <a:pt x="19145250" y="466725"/>
                  </a:lnTo>
                  <a:lnTo>
                    <a:pt x="19431000" y="447675"/>
                  </a:lnTo>
                  <a:lnTo>
                    <a:pt x="19716750" y="419100"/>
                  </a:lnTo>
                  <a:lnTo>
                    <a:pt x="20002500" y="361950"/>
                  </a:lnTo>
                  <a:lnTo>
                    <a:pt x="20288250" y="295275"/>
                  </a:lnTo>
                  <a:lnTo>
                    <a:pt x="20574000" y="228600"/>
                  </a:lnTo>
                  <a:lnTo>
                    <a:pt x="20859750" y="161925"/>
                  </a:lnTo>
                  <a:lnTo>
                    <a:pt x="21145500" y="104775"/>
                  </a:lnTo>
                  <a:lnTo>
                    <a:pt x="21431250" y="57150"/>
                  </a:lnTo>
                  <a:lnTo>
                    <a:pt x="21717000" y="19050"/>
                  </a:lnTo>
                  <a:lnTo>
                    <a:pt x="22002750" y="9525"/>
                  </a:lnTo>
                  <a:lnTo>
                    <a:pt x="22288500" y="0"/>
                  </a:lnTo>
                  <a:lnTo>
                    <a:pt x="22574250" y="9525"/>
                  </a:lnTo>
                  <a:lnTo>
                    <a:pt x="22860000" y="19050"/>
                  </a:lnTo>
                  <a:lnTo>
                    <a:pt x="23145750" y="38100"/>
                  </a:lnTo>
                  <a:lnTo>
                    <a:pt x="23431500" y="66675"/>
                  </a:lnTo>
                  <a:lnTo>
                    <a:pt x="23717250" y="104775"/>
                  </a:lnTo>
                  <a:lnTo>
                    <a:pt x="24003000" y="152400"/>
                  </a:lnTo>
                  <a:lnTo>
                    <a:pt x="24288750" y="219075"/>
                  </a:lnTo>
                  <a:lnTo>
                    <a:pt x="24574500" y="276225"/>
                  </a:lnTo>
                  <a:lnTo>
                    <a:pt x="24860250" y="352425"/>
                  </a:lnTo>
                  <a:lnTo>
                    <a:pt x="25146000" y="409575"/>
                  </a:lnTo>
                  <a:lnTo>
                    <a:pt x="25431750" y="466725"/>
                  </a:lnTo>
                  <a:lnTo>
                    <a:pt x="25717500" y="504825"/>
                  </a:lnTo>
                  <a:lnTo>
                    <a:pt x="26003250" y="533400"/>
                  </a:lnTo>
                  <a:lnTo>
                    <a:pt x="26289000" y="552450"/>
                  </a:lnTo>
                  <a:lnTo>
                    <a:pt x="26574750" y="561975"/>
                  </a:lnTo>
                  <a:lnTo>
                    <a:pt x="26860500" y="571500"/>
                  </a:lnTo>
                  <a:lnTo>
                    <a:pt x="27146250" y="590550"/>
                  </a:lnTo>
                  <a:lnTo>
                    <a:pt x="27432000" y="609600"/>
                  </a:lnTo>
                  <a:lnTo>
                    <a:pt x="27717750" y="638175"/>
                  </a:lnTo>
                  <a:lnTo>
                    <a:pt x="28003500" y="676275"/>
                  </a:lnTo>
                  <a:lnTo>
                    <a:pt x="28289250" y="714375"/>
                  </a:lnTo>
                  <a:lnTo>
                    <a:pt x="28575000" y="742950"/>
                  </a:lnTo>
                  <a:lnTo>
                    <a:pt x="28860750" y="762000"/>
                  </a:lnTo>
                  <a:lnTo>
                    <a:pt x="29146500" y="771525"/>
                  </a:lnTo>
                  <a:lnTo>
                    <a:pt x="29432250" y="771525"/>
                  </a:lnTo>
                  <a:lnTo>
                    <a:pt x="29718000" y="752475"/>
                  </a:lnTo>
                  <a:lnTo>
                    <a:pt x="30003750" y="742950"/>
                  </a:lnTo>
                  <a:lnTo>
                    <a:pt x="30289500" y="733425"/>
                  </a:lnTo>
                  <a:lnTo>
                    <a:pt x="30384750" y="733425"/>
                  </a:lnTo>
                </a:path>
              </a:pathLst>
            </a:custGeom>
            <a:noFill/>
            <a:ln w="9525">
              <a:solidFill>
                <a:srgbClr val="7A7DC4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wave-20"/>
            <p:cNvSpPr/>
            <p:nvPr/>
          </p:nvSpPr>
          <p:spPr>
            <a:xfrm>
              <a:off x="0" y="6638925"/>
              <a:ext cx="30384750" cy="1000125"/>
            </a:xfrm>
            <a:custGeom>
              <a:avLst/>
              <a:gdLst/>
              <a:ahLst/>
              <a:cxnLst/>
              <a:rect l="l" t="t" r="r" b="b"/>
              <a:pathLst>
                <a:path w="30384750" h="1000125">
                  <a:moveTo>
                    <a:pt x="0" y="590550"/>
                  </a:moveTo>
                  <a:lnTo>
                    <a:pt x="285750" y="581025"/>
                  </a:lnTo>
                  <a:lnTo>
                    <a:pt x="571500" y="561975"/>
                  </a:lnTo>
                  <a:lnTo>
                    <a:pt x="857250" y="533400"/>
                  </a:lnTo>
                  <a:lnTo>
                    <a:pt x="1143000" y="504825"/>
                  </a:lnTo>
                  <a:lnTo>
                    <a:pt x="1428750" y="476250"/>
                  </a:lnTo>
                  <a:lnTo>
                    <a:pt x="1714500" y="457200"/>
                  </a:lnTo>
                  <a:lnTo>
                    <a:pt x="2000250" y="447675"/>
                  </a:lnTo>
                  <a:lnTo>
                    <a:pt x="2286000" y="457200"/>
                  </a:lnTo>
                  <a:lnTo>
                    <a:pt x="2571750" y="466725"/>
                  </a:lnTo>
                  <a:lnTo>
                    <a:pt x="2857500" y="485775"/>
                  </a:lnTo>
                  <a:lnTo>
                    <a:pt x="3143250" y="514350"/>
                  </a:lnTo>
                  <a:lnTo>
                    <a:pt x="3429000" y="542925"/>
                  </a:lnTo>
                  <a:lnTo>
                    <a:pt x="3714750" y="571500"/>
                  </a:lnTo>
                  <a:lnTo>
                    <a:pt x="4000500" y="600075"/>
                  </a:lnTo>
                  <a:lnTo>
                    <a:pt x="4286250" y="628650"/>
                  </a:lnTo>
                  <a:lnTo>
                    <a:pt x="4572000" y="657225"/>
                  </a:lnTo>
                  <a:lnTo>
                    <a:pt x="4857750" y="695325"/>
                  </a:lnTo>
                  <a:lnTo>
                    <a:pt x="5143500" y="742950"/>
                  </a:lnTo>
                  <a:lnTo>
                    <a:pt x="5429250" y="781050"/>
                  </a:lnTo>
                  <a:lnTo>
                    <a:pt x="5715000" y="828675"/>
                  </a:lnTo>
                  <a:lnTo>
                    <a:pt x="6000750" y="866775"/>
                  </a:lnTo>
                  <a:lnTo>
                    <a:pt x="6286500" y="904875"/>
                  </a:lnTo>
                  <a:lnTo>
                    <a:pt x="6572250" y="933450"/>
                  </a:lnTo>
                  <a:lnTo>
                    <a:pt x="6858000" y="942975"/>
                  </a:lnTo>
                  <a:lnTo>
                    <a:pt x="7143750" y="952500"/>
                  </a:lnTo>
                  <a:lnTo>
                    <a:pt x="7429500" y="952500"/>
                  </a:lnTo>
                  <a:lnTo>
                    <a:pt x="7715250" y="952500"/>
                  </a:lnTo>
                  <a:lnTo>
                    <a:pt x="8001000" y="952500"/>
                  </a:lnTo>
                  <a:lnTo>
                    <a:pt x="8286750" y="952500"/>
                  </a:lnTo>
                  <a:lnTo>
                    <a:pt x="8572500" y="962025"/>
                  </a:lnTo>
                  <a:lnTo>
                    <a:pt x="8858250" y="962025"/>
                  </a:lnTo>
                  <a:lnTo>
                    <a:pt x="9144000" y="981075"/>
                  </a:lnTo>
                  <a:lnTo>
                    <a:pt x="9429750" y="990600"/>
                  </a:lnTo>
                  <a:lnTo>
                    <a:pt x="9715500" y="1000125"/>
                  </a:lnTo>
                  <a:lnTo>
                    <a:pt x="10001250" y="1000125"/>
                  </a:lnTo>
                  <a:lnTo>
                    <a:pt x="10287000" y="990600"/>
                  </a:lnTo>
                  <a:lnTo>
                    <a:pt x="10572750" y="971550"/>
                  </a:lnTo>
                  <a:lnTo>
                    <a:pt x="10858500" y="933450"/>
                  </a:lnTo>
                  <a:lnTo>
                    <a:pt x="11144250" y="876300"/>
                  </a:lnTo>
                  <a:lnTo>
                    <a:pt x="11430000" y="819150"/>
                  </a:lnTo>
                  <a:lnTo>
                    <a:pt x="11715750" y="762000"/>
                  </a:lnTo>
                  <a:lnTo>
                    <a:pt x="12001500" y="695325"/>
                  </a:lnTo>
                  <a:lnTo>
                    <a:pt x="12287250" y="628650"/>
                  </a:lnTo>
                  <a:lnTo>
                    <a:pt x="12573000" y="561975"/>
                  </a:lnTo>
                  <a:lnTo>
                    <a:pt x="12858750" y="495300"/>
                  </a:lnTo>
                  <a:lnTo>
                    <a:pt x="13144500" y="428625"/>
                  </a:lnTo>
                  <a:lnTo>
                    <a:pt x="13430250" y="371475"/>
                  </a:lnTo>
                  <a:lnTo>
                    <a:pt x="13716000" y="314325"/>
                  </a:lnTo>
                  <a:lnTo>
                    <a:pt x="14001750" y="257175"/>
                  </a:lnTo>
                  <a:lnTo>
                    <a:pt x="14287500" y="209550"/>
                  </a:lnTo>
                  <a:lnTo>
                    <a:pt x="14573250" y="161925"/>
                  </a:lnTo>
                  <a:lnTo>
                    <a:pt x="14859000" y="123825"/>
                  </a:lnTo>
                  <a:lnTo>
                    <a:pt x="15144750" y="104775"/>
                  </a:lnTo>
                  <a:lnTo>
                    <a:pt x="15430500" y="95250"/>
                  </a:lnTo>
                  <a:lnTo>
                    <a:pt x="15716250" y="95250"/>
                  </a:lnTo>
                  <a:lnTo>
                    <a:pt x="16002000" y="114300"/>
                  </a:lnTo>
                  <a:lnTo>
                    <a:pt x="16287750" y="142875"/>
                  </a:lnTo>
                  <a:lnTo>
                    <a:pt x="16573500" y="180975"/>
                  </a:lnTo>
                  <a:lnTo>
                    <a:pt x="16859250" y="228600"/>
                  </a:lnTo>
                  <a:lnTo>
                    <a:pt x="17145000" y="276225"/>
                  </a:lnTo>
                  <a:lnTo>
                    <a:pt x="17430750" y="323850"/>
                  </a:lnTo>
                  <a:lnTo>
                    <a:pt x="17716500" y="361950"/>
                  </a:lnTo>
                  <a:lnTo>
                    <a:pt x="18002250" y="409575"/>
                  </a:lnTo>
                  <a:lnTo>
                    <a:pt x="18288000" y="438150"/>
                  </a:lnTo>
                  <a:lnTo>
                    <a:pt x="18573750" y="466725"/>
                  </a:lnTo>
                  <a:lnTo>
                    <a:pt x="18859500" y="476250"/>
                  </a:lnTo>
                  <a:lnTo>
                    <a:pt x="19145250" y="476250"/>
                  </a:lnTo>
                  <a:lnTo>
                    <a:pt x="19431000" y="457200"/>
                  </a:lnTo>
                  <a:lnTo>
                    <a:pt x="19716750" y="428625"/>
                  </a:lnTo>
                  <a:lnTo>
                    <a:pt x="20002500" y="371475"/>
                  </a:lnTo>
                  <a:lnTo>
                    <a:pt x="20288250" y="304800"/>
                  </a:lnTo>
                  <a:lnTo>
                    <a:pt x="20574000" y="238125"/>
                  </a:lnTo>
                  <a:lnTo>
                    <a:pt x="20859750" y="171450"/>
                  </a:lnTo>
                  <a:lnTo>
                    <a:pt x="21145500" y="104775"/>
                  </a:lnTo>
                  <a:lnTo>
                    <a:pt x="21431250" y="57150"/>
                  </a:lnTo>
                  <a:lnTo>
                    <a:pt x="21717000" y="28575"/>
                  </a:lnTo>
                  <a:lnTo>
                    <a:pt x="22002750" y="9525"/>
                  </a:lnTo>
                  <a:lnTo>
                    <a:pt x="22288500" y="0"/>
                  </a:lnTo>
                  <a:lnTo>
                    <a:pt x="22574250" y="0"/>
                  </a:lnTo>
                  <a:lnTo>
                    <a:pt x="22860000" y="9525"/>
                  </a:lnTo>
                  <a:lnTo>
                    <a:pt x="23145750" y="28575"/>
                  </a:lnTo>
                  <a:lnTo>
                    <a:pt x="23431500" y="57150"/>
                  </a:lnTo>
                  <a:lnTo>
                    <a:pt x="23717250" y="95250"/>
                  </a:lnTo>
                  <a:lnTo>
                    <a:pt x="24003000" y="142875"/>
                  </a:lnTo>
                  <a:lnTo>
                    <a:pt x="24288750" y="200025"/>
                  </a:lnTo>
                  <a:lnTo>
                    <a:pt x="24574500" y="266700"/>
                  </a:lnTo>
                  <a:lnTo>
                    <a:pt x="24860250" y="333375"/>
                  </a:lnTo>
                  <a:lnTo>
                    <a:pt x="25146000" y="400050"/>
                  </a:lnTo>
                  <a:lnTo>
                    <a:pt x="25431750" y="457200"/>
                  </a:lnTo>
                  <a:lnTo>
                    <a:pt x="25717500" y="495300"/>
                  </a:lnTo>
                  <a:lnTo>
                    <a:pt x="26003250" y="523875"/>
                  </a:lnTo>
                  <a:lnTo>
                    <a:pt x="26289000" y="542925"/>
                  </a:lnTo>
                  <a:lnTo>
                    <a:pt x="26574750" y="561975"/>
                  </a:lnTo>
                  <a:lnTo>
                    <a:pt x="26860500" y="571500"/>
                  </a:lnTo>
                  <a:lnTo>
                    <a:pt x="27146250" y="590550"/>
                  </a:lnTo>
                  <a:lnTo>
                    <a:pt x="27432000" y="619125"/>
                  </a:lnTo>
                  <a:lnTo>
                    <a:pt x="27717750" y="647700"/>
                  </a:lnTo>
                  <a:lnTo>
                    <a:pt x="28003500" y="685800"/>
                  </a:lnTo>
                  <a:lnTo>
                    <a:pt x="28289250" y="723900"/>
                  </a:lnTo>
                  <a:lnTo>
                    <a:pt x="28575000" y="762000"/>
                  </a:lnTo>
                  <a:lnTo>
                    <a:pt x="28860750" y="790575"/>
                  </a:lnTo>
                  <a:lnTo>
                    <a:pt x="29146500" y="809625"/>
                  </a:lnTo>
                  <a:lnTo>
                    <a:pt x="29432250" y="809625"/>
                  </a:lnTo>
                  <a:lnTo>
                    <a:pt x="29718000" y="800100"/>
                  </a:lnTo>
                  <a:lnTo>
                    <a:pt x="30003750" y="790575"/>
                  </a:lnTo>
                  <a:lnTo>
                    <a:pt x="30289500" y="781050"/>
                  </a:lnTo>
                  <a:lnTo>
                    <a:pt x="30384750" y="781050"/>
                  </a:lnTo>
                </a:path>
              </a:pathLst>
            </a:custGeom>
            <a:noFill/>
            <a:ln w="9525">
              <a:solidFill>
                <a:srgbClr val="7678C2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wave-21"/>
            <p:cNvSpPr/>
            <p:nvPr/>
          </p:nvSpPr>
          <p:spPr>
            <a:xfrm>
              <a:off x="0" y="6657975"/>
              <a:ext cx="30384750" cy="1057275"/>
            </a:xfrm>
            <a:custGeom>
              <a:avLst/>
              <a:gdLst/>
              <a:ahLst/>
              <a:cxnLst/>
              <a:rect l="l" t="t" r="r" b="b"/>
              <a:pathLst>
                <a:path w="30384750" h="1057275">
                  <a:moveTo>
                    <a:pt x="0" y="619125"/>
                  </a:moveTo>
                  <a:lnTo>
                    <a:pt x="285750" y="600075"/>
                  </a:lnTo>
                  <a:lnTo>
                    <a:pt x="571500" y="590550"/>
                  </a:lnTo>
                  <a:lnTo>
                    <a:pt x="857250" y="552450"/>
                  </a:lnTo>
                  <a:lnTo>
                    <a:pt x="1143000" y="523875"/>
                  </a:lnTo>
                  <a:lnTo>
                    <a:pt x="1428750" y="485775"/>
                  </a:lnTo>
                  <a:lnTo>
                    <a:pt x="1714500" y="466725"/>
                  </a:lnTo>
                  <a:lnTo>
                    <a:pt x="2000250" y="457200"/>
                  </a:lnTo>
                  <a:lnTo>
                    <a:pt x="2286000" y="457200"/>
                  </a:lnTo>
                  <a:lnTo>
                    <a:pt x="2571750" y="476250"/>
                  </a:lnTo>
                  <a:lnTo>
                    <a:pt x="2857500" y="495300"/>
                  </a:lnTo>
                  <a:lnTo>
                    <a:pt x="3143250" y="514350"/>
                  </a:lnTo>
                  <a:lnTo>
                    <a:pt x="3429000" y="542925"/>
                  </a:lnTo>
                  <a:lnTo>
                    <a:pt x="3714750" y="571500"/>
                  </a:lnTo>
                  <a:lnTo>
                    <a:pt x="4000500" y="600075"/>
                  </a:lnTo>
                  <a:lnTo>
                    <a:pt x="4286250" y="638175"/>
                  </a:lnTo>
                  <a:lnTo>
                    <a:pt x="4572000" y="676275"/>
                  </a:lnTo>
                  <a:lnTo>
                    <a:pt x="4857750" y="723900"/>
                  </a:lnTo>
                  <a:lnTo>
                    <a:pt x="5143500" y="771525"/>
                  </a:lnTo>
                  <a:lnTo>
                    <a:pt x="5429250" y="819150"/>
                  </a:lnTo>
                  <a:lnTo>
                    <a:pt x="5715000" y="866775"/>
                  </a:lnTo>
                  <a:lnTo>
                    <a:pt x="6000750" y="914400"/>
                  </a:lnTo>
                  <a:lnTo>
                    <a:pt x="6286500" y="952500"/>
                  </a:lnTo>
                  <a:lnTo>
                    <a:pt x="6572250" y="981075"/>
                  </a:lnTo>
                  <a:lnTo>
                    <a:pt x="6858000" y="1000125"/>
                  </a:lnTo>
                  <a:lnTo>
                    <a:pt x="7143750" y="1009650"/>
                  </a:lnTo>
                  <a:lnTo>
                    <a:pt x="7429500" y="1009650"/>
                  </a:lnTo>
                  <a:lnTo>
                    <a:pt x="7715250" y="1009650"/>
                  </a:lnTo>
                  <a:lnTo>
                    <a:pt x="8001000" y="1009650"/>
                  </a:lnTo>
                  <a:lnTo>
                    <a:pt x="8286750" y="1009650"/>
                  </a:lnTo>
                  <a:lnTo>
                    <a:pt x="8572500" y="1019175"/>
                  </a:lnTo>
                  <a:lnTo>
                    <a:pt x="8858250" y="1028700"/>
                  </a:lnTo>
                  <a:lnTo>
                    <a:pt x="9144000" y="1038225"/>
                  </a:lnTo>
                  <a:lnTo>
                    <a:pt x="9429750" y="1047750"/>
                  </a:lnTo>
                  <a:lnTo>
                    <a:pt x="9715500" y="1057275"/>
                  </a:lnTo>
                  <a:lnTo>
                    <a:pt x="10001250" y="1057275"/>
                  </a:lnTo>
                  <a:lnTo>
                    <a:pt x="10287000" y="1047750"/>
                  </a:lnTo>
                  <a:lnTo>
                    <a:pt x="10572750" y="1019175"/>
                  </a:lnTo>
                  <a:lnTo>
                    <a:pt x="10858500" y="981075"/>
                  </a:lnTo>
                  <a:lnTo>
                    <a:pt x="11144250" y="923925"/>
                  </a:lnTo>
                  <a:lnTo>
                    <a:pt x="11430000" y="866775"/>
                  </a:lnTo>
                  <a:lnTo>
                    <a:pt x="11715750" y="800100"/>
                  </a:lnTo>
                  <a:lnTo>
                    <a:pt x="12001500" y="723900"/>
                  </a:lnTo>
                  <a:lnTo>
                    <a:pt x="12287250" y="657225"/>
                  </a:lnTo>
                  <a:lnTo>
                    <a:pt x="12573000" y="581025"/>
                  </a:lnTo>
                  <a:lnTo>
                    <a:pt x="12858750" y="504825"/>
                  </a:lnTo>
                  <a:lnTo>
                    <a:pt x="13144500" y="438150"/>
                  </a:lnTo>
                  <a:lnTo>
                    <a:pt x="13430250" y="371475"/>
                  </a:lnTo>
                  <a:lnTo>
                    <a:pt x="13716000" y="314325"/>
                  </a:lnTo>
                  <a:lnTo>
                    <a:pt x="14001750" y="257175"/>
                  </a:lnTo>
                  <a:lnTo>
                    <a:pt x="14287500" y="200025"/>
                  </a:lnTo>
                  <a:lnTo>
                    <a:pt x="14573250" y="152400"/>
                  </a:lnTo>
                  <a:lnTo>
                    <a:pt x="14859000" y="123825"/>
                  </a:lnTo>
                  <a:lnTo>
                    <a:pt x="15144750" y="95250"/>
                  </a:lnTo>
                  <a:lnTo>
                    <a:pt x="15430500" y="95250"/>
                  </a:lnTo>
                  <a:lnTo>
                    <a:pt x="15716250" y="95250"/>
                  </a:lnTo>
                  <a:lnTo>
                    <a:pt x="16002000" y="123825"/>
                  </a:lnTo>
                  <a:lnTo>
                    <a:pt x="16287750" y="152400"/>
                  </a:lnTo>
                  <a:lnTo>
                    <a:pt x="16573500" y="200025"/>
                  </a:lnTo>
                  <a:lnTo>
                    <a:pt x="16859250" y="247650"/>
                  </a:lnTo>
                  <a:lnTo>
                    <a:pt x="17145000" y="295275"/>
                  </a:lnTo>
                  <a:lnTo>
                    <a:pt x="17430750" y="352425"/>
                  </a:lnTo>
                  <a:lnTo>
                    <a:pt x="17716500" y="400050"/>
                  </a:lnTo>
                  <a:lnTo>
                    <a:pt x="18002250" y="438150"/>
                  </a:lnTo>
                  <a:lnTo>
                    <a:pt x="18288000" y="476250"/>
                  </a:lnTo>
                  <a:lnTo>
                    <a:pt x="18573750" y="495300"/>
                  </a:lnTo>
                  <a:lnTo>
                    <a:pt x="18859500" y="504825"/>
                  </a:lnTo>
                  <a:lnTo>
                    <a:pt x="19145250" y="504825"/>
                  </a:lnTo>
                  <a:lnTo>
                    <a:pt x="19431000" y="485775"/>
                  </a:lnTo>
                  <a:lnTo>
                    <a:pt x="19716750" y="447675"/>
                  </a:lnTo>
                  <a:lnTo>
                    <a:pt x="20002500" y="390525"/>
                  </a:lnTo>
                  <a:lnTo>
                    <a:pt x="20288250" y="323850"/>
                  </a:lnTo>
                  <a:lnTo>
                    <a:pt x="20574000" y="257175"/>
                  </a:lnTo>
                  <a:lnTo>
                    <a:pt x="20859750" y="190500"/>
                  </a:lnTo>
                  <a:lnTo>
                    <a:pt x="21145500" y="123825"/>
                  </a:lnTo>
                  <a:lnTo>
                    <a:pt x="21431250" y="76200"/>
                  </a:lnTo>
                  <a:lnTo>
                    <a:pt x="21717000" y="38100"/>
                  </a:lnTo>
                  <a:lnTo>
                    <a:pt x="22002750" y="9525"/>
                  </a:lnTo>
                  <a:lnTo>
                    <a:pt x="22288500" y="0"/>
                  </a:lnTo>
                  <a:lnTo>
                    <a:pt x="22574250" y="0"/>
                  </a:lnTo>
                  <a:lnTo>
                    <a:pt x="22860000" y="9525"/>
                  </a:lnTo>
                  <a:lnTo>
                    <a:pt x="23145750" y="19050"/>
                  </a:lnTo>
                  <a:lnTo>
                    <a:pt x="23431500" y="47625"/>
                  </a:lnTo>
                  <a:lnTo>
                    <a:pt x="23717250" y="85725"/>
                  </a:lnTo>
                  <a:lnTo>
                    <a:pt x="24003000" y="133350"/>
                  </a:lnTo>
                  <a:lnTo>
                    <a:pt x="24288750" y="190500"/>
                  </a:lnTo>
                  <a:lnTo>
                    <a:pt x="24574500" y="257175"/>
                  </a:lnTo>
                  <a:lnTo>
                    <a:pt x="24860250" y="333375"/>
                  </a:lnTo>
                  <a:lnTo>
                    <a:pt x="25146000" y="400050"/>
                  </a:lnTo>
                  <a:lnTo>
                    <a:pt x="25431750" y="457200"/>
                  </a:lnTo>
                  <a:lnTo>
                    <a:pt x="25717500" y="495300"/>
                  </a:lnTo>
                  <a:lnTo>
                    <a:pt x="26003250" y="533400"/>
                  </a:lnTo>
                  <a:lnTo>
                    <a:pt x="26289000" y="552450"/>
                  </a:lnTo>
                  <a:lnTo>
                    <a:pt x="26574750" y="571500"/>
                  </a:lnTo>
                  <a:lnTo>
                    <a:pt x="26860500" y="581025"/>
                  </a:lnTo>
                  <a:lnTo>
                    <a:pt x="27146250" y="600075"/>
                  </a:lnTo>
                  <a:lnTo>
                    <a:pt x="27432000" y="628650"/>
                  </a:lnTo>
                  <a:lnTo>
                    <a:pt x="27717750" y="666750"/>
                  </a:lnTo>
                  <a:lnTo>
                    <a:pt x="28003500" y="704850"/>
                  </a:lnTo>
                  <a:lnTo>
                    <a:pt x="28289250" y="752475"/>
                  </a:lnTo>
                  <a:lnTo>
                    <a:pt x="28575000" y="790575"/>
                  </a:lnTo>
                  <a:lnTo>
                    <a:pt x="28860750" y="828675"/>
                  </a:lnTo>
                  <a:lnTo>
                    <a:pt x="29146500" y="847725"/>
                  </a:lnTo>
                  <a:lnTo>
                    <a:pt x="29432250" y="857250"/>
                  </a:lnTo>
                  <a:lnTo>
                    <a:pt x="29718000" y="847725"/>
                  </a:lnTo>
                  <a:lnTo>
                    <a:pt x="30003750" y="847725"/>
                  </a:lnTo>
                  <a:lnTo>
                    <a:pt x="30289500" y="838200"/>
                  </a:lnTo>
                  <a:lnTo>
                    <a:pt x="30384750" y="838200"/>
                  </a:lnTo>
                </a:path>
              </a:pathLst>
            </a:custGeom>
            <a:noFill/>
            <a:ln w="9525">
              <a:solidFill>
                <a:srgbClr val="7273C0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89" name="nodes"/>
          <p:cNvGrpSpPr/>
          <p:nvPr/>
        </p:nvGrpSpPr>
        <p:grpSpPr>
          <a:xfrm>
            <a:off x="2762250" y="6276975"/>
            <a:ext cx="22669500" cy="2009775"/>
            <a:chOff x="2762250" y="6276975"/>
            <a:chExt cx="22669500" cy="2009775"/>
          </a:xfrm>
        </p:grpSpPr>
        <p:sp>
          <p:nvSpPr>
            <p:cNvPr id="26" name="node-1-rim"/>
            <p:cNvSpPr/>
            <p:nvPr/>
          </p:nvSpPr>
          <p:spPr>
            <a:xfrm>
              <a:off x="2762250" y="6524625"/>
              <a:ext cx="742950" cy="742950"/>
            </a:xfrm>
            <a:prstGeom prst="ellipse">
              <a:avLst/>
            </a:prstGeom>
            <a:gradFill rotWithShape="1">
              <a:gsLst>
                <a:gs pos="0">
                  <a:srgbClr val="5B7BDF"/>
                </a:gs>
                <a:gs pos="100000">
                  <a:srgbClr val="3CC8D2"/>
                </a:gs>
              </a:gsLst>
              <a:lin scaled="0" ang="16200000"/>
            </a:gradFill>
            <a:ln w="9525">
              <a:solidFill>
                <a:srgbClr val="5B7B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node-1-halo"/>
            <p:cNvSpPr/>
            <p:nvPr/>
          </p:nvSpPr>
          <p:spPr>
            <a:xfrm>
              <a:off x="2828925" y="6591300"/>
              <a:ext cx="609600" cy="609600"/>
            </a:xfrm>
            <a:prstGeom prst="ellipse">
              <a:avLst/>
            </a:prstGeom>
            <a:solidFill>
              <a:srgbClr val="E6EB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8" name="node-1-white"/>
            <p:cNvSpPr/>
            <p:nvPr/>
          </p:nvSpPr>
          <p:spPr>
            <a:xfrm>
              <a:off x="2857500" y="6619875"/>
              <a:ext cx="552450" cy="552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9" name="node-1-core"/>
            <p:cNvSpPr/>
            <p:nvPr/>
          </p:nvSpPr>
          <p:spPr>
            <a:xfrm>
              <a:off x="2943225" y="6705600"/>
              <a:ext cx="381000" cy="381000"/>
            </a:xfrm>
            <a:prstGeom prst="ellipse">
              <a:avLst/>
            </a:prstGeom>
            <a:solidFill>
              <a:srgbClr val="2FB8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0" name="node-2-rim"/>
            <p:cNvSpPr/>
            <p:nvPr/>
          </p:nvSpPr>
          <p:spPr>
            <a:xfrm>
              <a:off x="8248650" y="7543800"/>
              <a:ext cx="742950" cy="742950"/>
            </a:xfrm>
            <a:prstGeom prst="ellipse">
              <a:avLst/>
            </a:prstGeom>
            <a:gradFill rotWithShape="1">
              <a:gsLst>
                <a:gs pos="0">
                  <a:srgbClr val="5B7BDF"/>
                </a:gs>
                <a:gs pos="100000">
                  <a:srgbClr val="3CC8D2"/>
                </a:gs>
              </a:gsLst>
              <a:lin scaled="0" ang="16200000"/>
            </a:gradFill>
            <a:ln w="9525">
              <a:solidFill>
                <a:srgbClr val="5B7B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1" name="node-2-halo"/>
            <p:cNvSpPr/>
            <p:nvPr/>
          </p:nvSpPr>
          <p:spPr>
            <a:xfrm>
              <a:off x="8315325" y="7610475"/>
              <a:ext cx="609600" cy="609600"/>
            </a:xfrm>
            <a:prstGeom prst="ellipse">
              <a:avLst/>
            </a:prstGeom>
            <a:solidFill>
              <a:srgbClr val="E6EB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node-2-white"/>
            <p:cNvSpPr/>
            <p:nvPr/>
          </p:nvSpPr>
          <p:spPr>
            <a:xfrm>
              <a:off x="8343900" y="7639050"/>
              <a:ext cx="552450" cy="552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3" name="node-2-core"/>
            <p:cNvSpPr/>
            <p:nvPr/>
          </p:nvSpPr>
          <p:spPr>
            <a:xfrm>
              <a:off x="8429625" y="7724775"/>
              <a:ext cx="381000" cy="381000"/>
            </a:xfrm>
            <a:prstGeom prst="ellipse">
              <a:avLst/>
            </a:prstGeom>
            <a:solidFill>
              <a:srgbClr val="2FB8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4" name="node-3-rim"/>
            <p:cNvSpPr/>
            <p:nvPr/>
          </p:nvSpPr>
          <p:spPr>
            <a:xfrm>
              <a:off x="13725525" y="6276975"/>
              <a:ext cx="742950" cy="742950"/>
            </a:xfrm>
            <a:prstGeom prst="ellipse">
              <a:avLst/>
            </a:prstGeom>
            <a:gradFill rotWithShape="1">
              <a:gsLst>
                <a:gs pos="0">
                  <a:srgbClr val="5B7BDF"/>
                </a:gs>
                <a:gs pos="100000">
                  <a:srgbClr val="3CC8D2"/>
                </a:gs>
              </a:gsLst>
              <a:lin scaled="0" ang="16200000"/>
            </a:gradFill>
            <a:ln w="9525">
              <a:solidFill>
                <a:srgbClr val="5B7B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5" name="node-3-halo"/>
            <p:cNvSpPr/>
            <p:nvPr/>
          </p:nvSpPr>
          <p:spPr>
            <a:xfrm>
              <a:off x="13792200" y="6343650"/>
              <a:ext cx="609600" cy="609600"/>
            </a:xfrm>
            <a:prstGeom prst="ellipse">
              <a:avLst/>
            </a:prstGeom>
            <a:solidFill>
              <a:srgbClr val="E6EB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6" name="node-3-white"/>
            <p:cNvSpPr/>
            <p:nvPr/>
          </p:nvSpPr>
          <p:spPr>
            <a:xfrm>
              <a:off x="13820775" y="6372225"/>
              <a:ext cx="552450" cy="552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7" name="node-3-core"/>
            <p:cNvSpPr/>
            <p:nvPr/>
          </p:nvSpPr>
          <p:spPr>
            <a:xfrm>
              <a:off x="13906500" y="6457950"/>
              <a:ext cx="381000" cy="381000"/>
            </a:xfrm>
            <a:prstGeom prst="ellipse">
              <a:avLst/>
            </a:prstGeom>
            <a:solidFill>
              <a:srgbClr val="2FB8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8" name="node-4-rim"/>
            <p:cNvSpPr/>
            <p:nvPr/>
          </p:nvSpPr>
          <p:spPr>
            <a:xfrm>
              <a:off x="19211925" y="6715125"/>
              <a:ext cx="742950" cy="742950"/>
            </a:xfrm>
            <a:prstGeom prst="ellipse">
              <a:avLst/>
            </a:prstGeom>
            <a:gradFill rotWithShape="1">
              <a:gsLst>
                <a:gs pos="0">
                  <a:srgbClr val="5B7BDF"/>
                </a:gs>
                <a:gs pos="100000">
                  <a:srgbClr val="3CC8D2"/>
                </a:gs>
              </a:gsLst>
              <a:lin scaled="0" ang="16200000"/>
            </a:gradFill>
            <a:ln w="9525">
              <a:solidFill>
                <a:srgbClr val="5B7B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9" name="node-4-halo"/>
            <p:cNvSpPr/>
            <p:nvPr/>
          </p:nvSpPr>
          <p:spPr>
            <a:xfrm>
              <a:off x="19278600" y="6781800"/>
              <a:ext cx="609600" cy="609600"/>
            </a:xfrm>
            <a:prstGeom prst="ellipse">
              <a:avLst/>
            </a:prstGeom>
            <a:solidFill>
              <a:srgbClr val="E6EB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0" name="node-4-white"/>
            <p:cNvSpPr/>
            <p:nvPr/>
          </p:nvSpPr>
          <p:spPr>
            <a:xfrm>
              <a:off x="19307175" y="6810375"/>
              <a:ext cx="552450" cy="552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1" name="node-4-core"/>
            <p:cNvSpPr/>
            <p:nvPr/>
          </p:nvSpPr>
          <p:spPr>
            <a:xfrm>
              <a:off x="19392900" y="6896100"/>
              <a:ext cx="381000" cy="381000"/>
            </a:xfrm>
            <a:prstGeom prst="ellipse">
              <a:avLst/>
            </a:prstGeom>
            <a:solidFill>
              <a:srgbClr val="2FB8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2" name="node-5-rim"/>
            <p:cNvSpPr/>
            <p:nvPr/>
          </p:nvSpPr>
          <p:spPr>
            <a:xfrm>
              <a:off x="24688800" y="6534150"/>
              <a:ext cx="742950" cy="742950"/>
            </a:xfrm>
            <a:prstGeom prst="ellipse">
              <a:avLst/>
            </a:prstGeom>
            <a:gradFill rotWithShape="1">
              <a:gsLst>
                <a:gs pos="0">
                  <a:srgbClr val="5B7BDF"/>
                </a:gs>
                <a:gs pos="100000">
                  <a:srgbClr val="3CC8D2"/>
                </a:gs>
              </a:gsLst>
              <a:lin scaled="0" ang="16200000"/>
            </a:gradFill>
            <a:ln w="9525">
              <a:solidFill>
                <a:srgbClr val="5B7BDF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3" name="node-5-halo"/>
            <p:cNvSpPr/>
            <p:nvPr/>
          </p:nvSpPr>
          <p:spPr>
            <a:xfrm>
              <a:off x="24755475" y="6600825"/>
              <a:ext cx="609600" cy="609600"/>
            </a:xfrm>
            <a:prstGeom prst="ellipse">
              <a:avLst/>
            </a:prstGeom>
            <a:solidFill>
              <a:srgbClr val="E6EBF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4" name="node-5-white"/>
            <p:cNvSpPr/>
            <p:nvPr/>
          </p:nvSpPr>
          <p:spPr>
            <a:xfrm>
              <a:off x="24784050" y="6629400"/>
              <a:ext cx="552450" cy="552450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5" name="node-5-core"/>
            <p:cNvSpPr/>
            <p:nvPr/>
          </p:nvSpPr>
          <p:spPr>
            <a:xfrm>
              <a:off x="24869775" y="6715125"/>
              <a:ext cx="381000" cy="381000"/>
            </a:xfrm>
            <a:prstGeom prst="ellipse">
              <a:avLst/>
            </a:prstGeom>
            <a:solidFill>
              <a:srgbClr val="2FB8F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97" name="header"/>
          <p:cNvGrpSpPr/>
          <p:nvPr/>
        </p:nvGrpSpPr>
        <p:grpSpPr>
          <a:xfrm>
            <a:off x="1219200" y="1323975"/>
            <a:ext cx="11287125" cy="1047750"/>
            <a:chOff x="1219200" y="1323975"/>
            <a:chExt cx="11287125" cy="1047750"/>
          </a:xfrm>
        </p:grpSpPr>
        <p:sp>
          <p:nvSpPr>
            <p:cNvPr id="46" name="hdr-bar-1"/>
            <p:cNvSpPr/>
            <p:nvPr/>
          </p:nvSpPr>
          <p:spPr>
            <a:xfrm>
              <a:off x="1219200" y="1409700"/>
              <a:ext cx="123825" cy="914400"/>
            </a:xfrm>
            <a:prstGeom prst="roundRect">
              <a:avLst>
                <a:gd name="adj" fmla="val 15384"/>
              </a:avLst>
            </a:prstGeom>
            <a:solidFill>
              <a:srgbClr val="5D85FF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7" name="hdr-bar-2"/>
            <p:cNvSpPr/>
            <p:nvPr/>
          </p:nvSpPr>
          <p:spPr>
            <a:xfrm>
              <a:off x="1457325" y="1409700"/>
              <a:ext cx="57150" cy="914400"/>
            </a:xfrm>
            <a:prstGeom prst="roundRect">
              <a:avLst>
                <a:gd name="adj" fmla="val 33333"/>
              </a:avLst>
            </a:prstGeom>
            <a:solidFill>
              <a:srgbClr val="37D3D3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48" name="hdr-title"/>
            <p:cNvSpPr txBox="1"/>
            <p:nvPr/>
          </p:nvSpPr>
          <p:spPr>
            <a:xfrm>
              <a:off x="1838325" y="1323975"/>
              <a:ext cx="10668000" cy="104775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6900" b="1" i="0">
                  <a:solidFill>
                    <a:srgbClr val="5D85FF"/>
                  </a:solidFill>
                  <a:latin typeface="Microsoft YaHei"/>
                  <a:ea typeface="Microsoft YaHei"/>
                  <a:cs typeface="Microsoft YaHei"/>
                </a:rPr>
                <a:t>项目管理与执行标准流程</a:t>
              </a:r>
            </a:p>
          </p:txBody>
        </p:sp>
      </p:grpSp>
      <p:grpSp>
        <p:nvGrpSpPr>
          <p:cNvPr id="90" name="step-1"/>
          <p:cNvGrpSpPr/>
          <p:nvPr/>
        </p:nvGrpSpPr>
        <p:grpSpPr>
          <a:xfrm>
            <a:off x="2143125" y="4991100"/>
            <a:ext cx="3810000" cy="7038975"/>
            <a:chOff x="2143125" y="4991100"/>
            <a:chExt cx="3810000" cy="7038975"/>
          </a:xfrm>
        </p:grpSpPr>
        <p:sp>
          <p:nvSpPr>
            <p:cNvPr id="49" name="step1-number"/>
            <p:cNvSpPr txBox="1"/>
            <p:nvPr/>
          </p:nvSpPr>
          <p:spPr>
            <a:xfrm>
              <a:off x="2314575" y="4991100"/>
              <a:ext cx="1809750" cy="1181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450" b="1" i="0" spc="600">
                  <a:solidFill>
                    <a:srgbClr val="5D85FF"/>
                  </a:solidFill>
                  <a:latin typeface="Microsoft YaHei"/>
                  <a:ea typeface="Microsoft YaHei"/>
                  <a:cs typeface="Microsoft YaHei"/>
                </a:rPr>
                <a:t>01</a:t>
              </a:r>
            </a:p>
          </p:txBody>
        </p:sp>
        <p:sp>
          <p:nvSpPr>
            <p:cNvPr id="50" name="step1-title"/>
            <p:cNvSpPr txBox="1"/>
            <p:nvPr/>
          </p:nvSpPr>
          <p:spPr>
            <a:xfrm>
              <a:off x="2143125" y="8039100"/>
              <a:ext cx="381000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5D85FF"/>
                  </a:solidFill>
                  <a:latin typeface="Microsoft YaHei"/>
                  <a:ea typeface="Microsoft YaHei"/>
                  <a:cs typeface="Microsoft YaHei"/>
                </a:rPr>
                <a:t>需求深度调研</a:t>
              </a:r>
            </a:p>
          </p:txBody>
        </p:sp>
        <p:sp>
          <p:nvSpPr>
            <p:cNvPr id="51" name="step1-desc-1"/>
            <p:cNvSpPr txBox="1"/>
            <p:nvPr/>
          </p:nvSpPr>
          <p:spPr>
            <a:xfrm>
              <a:off x="2162175" y="8839200"/>
              <a:ext cx="363093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0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业务顾问驻场访</a:t>
              </a:r>
            </a:p>
          </p:txBody>
        </p:sp>
        <p:sp>
          <p:nvSpPr>
            <p:cNvPr id="52" name="step1-desc-2"/>
            <p:cNvSpPr txBox="1"/>
            <p:nvPr/>
          </p:nvSpPr>
          <p:spPr>
            <a:xfrm>
              <a:off x="2162175" y="9629775"/>
              <a:ext cx="363093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0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谈，梳理端到端</a:t>
              </a:r>
            </a:p>
          </p:txBody>
        </p:sp>
        <p:sp>
          <p:nvSpPr>
            <p:cNvPr id="53" name="step1-desc-3"/>
            <p:cNvSpPr txBox="1"/>
            <p:nvPr/>
          </p:nvSpPr>
          <p:spPr>
            <a:xfrm>
              <a:off x="2162175" y="10429875"/>
              <a:ext cx="363093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0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流程，形成需求</a:t>
              </a:r>
            </a:p>
          </p:txBody>
        </p:sp>
        <p:sp>
          <p:nvSpPr>
            <p:cNvPr id="54" name="step1-desc-4"/>
            <p:cNvSpPr txBox="1"/>
            <p:nvPr/>
          </p:nvSpPr>
          <p:spPr>
            <a:xfrm>
              <a:off x="2162175" y="11239500"/>
              <a:ext cx="260985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0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规格说明书</a:t>
              </a:r>
            </a:p>
          </p:txBody>
        </p:sp>
      </p:grpSp>
      <p:grpSp>
        <p:nvGrpSpPr>
          <p:cNvPr id="96" name="step-2"/>
          <p:cNvGrpSpPr/>
          <p:nvPr/>
        </p:nvGrpSpPr>
        <p:grpSpPr>
          <a:xfrm>
            <a:off x="7629525" y="6019800"/>
            <a:ext cx="3810000" cy="6800850"/>
            <a:chOff x="7629525" y="6019800"/>
            <a:chExt cx="3810000" cy="6800850"/>
          </a:xfrm>
        </p:grpSpPr>
        <p:sp>
          <p:nvSpPr>
            <p:cNvPr id="55" name="step2-number"/>
            <p:cNvSpPr txBox="1"/>
            <p:nvPr/>
          </p:nvSpPr>
          <p:spPr>
            <a:xfrm>
              <a:off x="7800975" y="6019800"/>
              <a:ext cx="1809750" cy="1181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450" b="1" i="0" spc="600">
                  <a:solidFill>
                    <a:srgbClr val="5D85FF"/>
                  </a:solidFill>
                  <a:latin typeface="Microsoft YaHei"/>
                  <a:ea typeface="Microsoft YaHei"/>
                  <a:cs typeface="Microsoft YaHei"/>
                </a:rPr>
                <a:t>02</a:t>
              </a:r>
            </a:p>
          </p:txBody>
        </p:sp>
        <p:sp>
          <p:nvSpPr>
            <p:cNvPr id="56" name="step2-title"/>
            <p:cNvSpPr txBox="1"/>
            <p:nvPr/>
          </p:nvSpPr>
          <p:spPr>
            <a:xfrm>
              <a:off x="7629525" y="8829675"/>
              <a:ext cx="381000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5D85FF"/>
                  </a:solidFill>
                  <a:latin typeface="Microsoft YaHei"/>
                  <a:ea typeface="Microsoft YaHei"/>
                  <a:cs typeface="Microsoft YaHei"/>
                </a:rPr>
                <a:t>方案评审确认</a:t>
              </a:r>
            </a:p>
          </p:txBody>
        </p:sp>
        <p:sp>
          <p:nvSpPr>
            <p:cNvPr id="57" name="step2-desc-1"/>
            <p:cNvSpPr txBox="1"/>
            <p:nvPr/>
          </p:nvSpPr>
          <p:spPr>
            <a:xfrm>
              <a:off x="7648575" y="9629775"/>
              <a:ext cx="363093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0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组织内外部专家</a:t>
              </a:r>
            </a:p>
          </p:txBody>
        </p:sp>
        <p:sp>
          <p:nvSpPr>
            <p:cNvPr id="58" name="step2-desc-2"/>
            <p:cNvSpPr txBox="1"/>
            <p:nvPr/>
          </p:nvSpPr>
          <p:spPr>
            <a:xfrm>
              <a:off x="7648575" y="10429875"/>
              <a:ext cx="363093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0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对技术方案进行</a:t>
              </a:r>
            </a:p>
          </p:txBody>
        </p:sp>
        <p:sp>
          <p:nvSpPr>
            <p:cNvPr id="59" name="step2-desc-3"/>
            <p:cNvSpPr txBox="1"/>
            <p:nvPr/>
          </p:nvSpPr>
          <p:spPr>
            <a:xfrm>
              <a:off x="7648575" y="11229975"/>
              <a:ext cx="363093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0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评审，冻结需求</a:t>
              </a:r>
            </a:p>
          </p:txBody>
        </p:sp>
        <p:sp>
          <p:nvSpPr>
            <p:cNvPr id="60" name="step2-desc-4"/>
            <p:cNvSpPr txBox="1"/>
            <p:nvPr/>
          </p:nvSpPr>
          <p:spPr>
            <a:xfrm>
              <a:off x="7648575" y="12030075"/>
              <a:ext cx="363093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0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基线，控制变更</a:t>
              </a:r>
            </a:p>
          </p:txBody>
        </p:sp>
      </p:grpSp>
      <p:grpSp>
        <p:nvGrpSpPr>
          <p:cNvPr id="91" name="step-3"/>
          <p:cNvGrpSpPr/>
          <p:nvPr/>
        </p:nvGrpSpPr>
        <p:grpSpPr>
          <a:xfrm>
            <a:off x="13115925" y="4752975"/>
            <a:ext cx="3810000" cy="7791450"/>
            <a:chOff x="13115925" y="4752975"/>
            <a:chExt cx="3810000" cy="7791450"/>
          </a:xfrm>
        </p:grpSpPr>
        <p:sp>
          <p:nvSpPr>
            <p:cNvPr id="61" name="step3-number"/>
            <p:cNvSpPr txBox="1"/>
            <p:nvPr/>
          </p:nvSpPr>
          <p:spPr>
            <a:xfrm>
              <a:off x="13287375" y="4752975"/>
              <a:ext cx="1809750" cy="1181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450" b="1" i="0" spc="600">
                  <a:solidFill>
                    <a:srgbClr val="5D85FF"/>
                  </a:solidFill>
                  <a:latin typeface="Microsoft YaHei"/>
                  <a:ea typeface="Microsoft YaHei"/>
                  <a:cs typeface="Microsoft YaHei"/>
                </a:rPr>
                <a:t>03</a:t>
              </a:r>
            </a:p>
          </p:txBody>
        </p:sp>
        <p:sp>
          <p:nvSpPr>
            <p:cNvPr id="62" name="step3-title"/>
            <p:cNvSpPr txBox="1"/>
            <p:nvPr/>
          </p:nvSpPr>
          <p:spPr>
            <a:xfrm>
              <a:off x="13115925" y="7753350"/>
              <a:ext cx="381000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5D85FF"/>
                  </a:solidFill>
                  <a:latin typeface="Microsoft YaHei"/>
                  <a:ea typeface="Microsoft YaHei"/>
                  <a:cs typeface="Microsoft YaHei"/>
                </a:rPr>
                <a:t>敏捷迭代开发</a:t>
              </a:r>
            </a:p>
          </p:txBody>
        </p:sp>
        <p:sp>
          <p:nvSpPr>
            <p:cNvPr id="63" name="step3-desc-1"/>
            <p:cNvSpPr txBox="1"/>
            <p:nvPr/>
          </p:nvSpPr>
          <p:spPr>
            <a:xfrm>
              <a:off x="13134975" y="8562975"/>
              <a:ext cx="363093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0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采用双周冲刺模</a:t>
              </a:r>
            </a:p>
          </p:txBody>
        </p:sp>
        <p:sp>
          <p:nvSpPr>
            <p:cNvPr id="64" name="step3-desc-2"/>
            <p:cNvSpPr txBox="1"/>
            <p:nvPr/>
          </p:nvSpPr>
          <p:spPr>
            <a:xfrm>
              <a:off x="13134975" y="9353550"/>
              <a:ext cx="363093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0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式，每两周进行</a:t>
              </a:r>
            </a:p>
          </p:txBody>
        </p:sp>
        <p:sp>
          <p:nvSpPr>
            <p:cNvPr id="65" name="step3-desc-3"/>
            <p:cNvSpPr txBox="1"/>
            <p:nvPr/>
          </p:nvSpPr>
          <p:spPr>
            <a:xfrm>
              <a:off x="13134975" y="10153650"/>
              <a:ext cx="363093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0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一次功能演示，</a:t>
              </a:r>
            </a:p>
          </p:txBody>
        </p:sp>
        <p:sp>
          <p:nvSpPr>
            <p:cNvPr id="66" name="step3-desc-4"/>
            <p:cNvSpPr txBox="1"/>
            <p:nvPr/>
          </p:nvSpPr>
          <p:spPr>
            <a:xfrm>
              <a:off x="13134975" y="10963275"/>
              <a:ext cx="363093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0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确保开发方向正</a:t>
              </a:r>
            </a:p>
          </p:txBody>
        </p:sp>
        <p:sp>
          <p:nvSpPr>
            <p:cNvPr id="67" name="step3-desc-5"/>
            <p:cNvSpPr txBox="1"/>
            <p:nvPr/>
          </p:nvSpPr>
          <p:spPr>
            <a:xfrm>
              <a:off x="13134975" y="11753850"/>
              <a:ext cx="56769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0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确</a:t>
              </a:r>
            </a:p>
          </p:txBody>
        </p:sp>
      </p:grpSp>
      <p:grpSp>
        <p:nvGrpSpPr>
          <p:cNvPr id="95" name="step-4"/>
          <p:cNvGrpSpPr/>
          <p:nvPr/>
        </p:nvGrpSpPr>
        <p:grpSpPr>
          <a:xfrm>
            <a:off x="18592800" y="5181600"/>
            <a:ext cx="4160520" cy="7743825"/>
            <a:chOff x="18592800" y="5181600"/>
            <a:chExt cx="4160520" cy="7743825"/>
          </a:xfrm>
        </p:grpSpPr>
        <p:sp>
          <p:nvSpPr>
            <p:cNvPr id="68" name="step4-number"/>
            <p:cNvSpPr txBox="1"/>
            <p:nvPr/>
          </p:nvSpPr>
          <p:spPr>
            <a:xfrm>
              <a:off x="18764250" y="5181600"/>
              <a:ext cx="1809750" cy="1181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450" b="1" i="0" spc="600">
                  <a:solidFill>
                    <a:srgbClr val="5D85FF"/>
                  </a:solidFill>
                  <a:latin typeface="Microsoft YaHei"/>
                  <a:ea typeface="Microsoft YaHei"/>
                  <a:cs typeface="Microsoft YaHei"/>
                </a:rPr>
                <a:t>04</a:t>
              </a:r>
            </a:p>
          </p:txBody>
        </p:sp>
        <p:sp>
          <p:nvSpPr>
            <p:cNvPr id="69" name="step4-title"/>
            <p:cNvSpPr txBox="1"/>
            <p:nvPr/>
          </p:nvSpPr>
          <p:spPr>
            <a:xfrm>
              <a:off x="18592800" y="8134350"/>
              <a:ext cx="381000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5D85FF"/>
                  </a:solidFill>
                  <a:latin typeface="Microsoft YaHei"/>
                  <a:ea typeface="Microsoft YaHei"/>
                  <a:cs typeface="Microsoft YaHei"/>
                </a:rPr>
                <a:t>多轮测试验证</a:t>
              </a:r>
            </a:p>
          </p:txBody>
        </p:sp>
        <p:sp>
          <p:nvSpPr>
            <p:cNvPr id="70" name="step4-desc-1"/>
            <p:cNvSpPr txBox="1"/>
            <p:nvPr/>
          </p:nvSpPr>
          <p:spPr>
            <a:xfrm>
              <a:off x="18611850" y="8934450"/>
              <a:ext cx="312039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0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执行单元、集</a:t>
              </a:r>
            </a:p>
          </p:txBody>
        </p:sp>
        <p:sp>
          <p:nvSpPr>
            <p:cNvPr id="71" name="step4-desc-2"/>
            <p:cNvSpPr txBox="1"/>
            <p:nvPr/>
          </p:nvSpPr>
          <p:spPr>
            <a:xfrm>
              <a:off x="18611850" y="9734550"/>
              <a:ext cx="414147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0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成、压力、UAT</a:t>
              </a:r>
            </a:p>
          </p:txBody>
        </p:sp>
        <p:sp>
          <p:nvSpPr>
            <p:cNvPr id="72" name="step4-desc-3"/>
            <p:cNvSpPr txBox="1"/>
            <p:nvPr/>
          </p:nvSpPr>
          <p:spPr>
            <a:xfrm>
              <a:off x="18611850" y="10534650"/>
              <a:ext cx="363093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0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四重测试，确保</a:t>
              </a:r>
            </a:p>
          </p:txBody>
        </p:sp>
        <p:sp>
          <p:nvSpPr>
            <p:cNvPr id="73" name="step4-desc-4"/>
            <p:cNvSpPr txBox="1"/>
            <p:nvPr/>
          </p:nvSpPr>
          <p:spPr>
            <a:xfrm>
              <a:off x="18611850" y="11325225"/>
              <a:ext cx="363093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0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系统稳定性与安</a:t>
              </a:r>
            </a:p>
          </p:txBody>
        </p:sp>
        <p:sp>
          <p:nvSpPr>
            <p:cNvPr id="74" name="step4-desc-5"/>
            <p:cNvSpPr txBox="1"/>
            <p:nvPr/>
          </p:nvSpPr>
          <p:spPr>
            <a:xfrm>
              <a:off x="18611850" y="12134850"/>
              <a:ext cx="107823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0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全性</a:t>
              </a:r>
            </a:p>
          </p:txBody>
        </p:sp>
      </p:grpSp>
      <p:grpSp>
        <p:nvGrpSpPr>
          <p:cNvPr id="94" name="step-5"/>
          <p:cNvGrpSpPr/>
          <p:nvPr/>
        </p:nvGrpSpPr>
        <p:grpSpPr>
          <a:xfrm>
            <a:off x="24079200" y="5019675"/>
            <a:ext cx="3810000" cy="8086725"/>
            <a:chOff x="24079200" y="5019675"/>
            <a:chExt cx="3810000" cy="8086725"/>
          </a:xfrm>
        </p:grpSpPr>
        <p:sp>
          <p:nvSpPr>
            <p:cNvPr id="75" name="step5-number"/>
            <p:cNvSpPr txBox="1"/>
            <p:nvPr/>
          </p:nvSpPr>
          <p:spPr>
            <a:xfrm>
              <a:off x="24250650" y="5019675"/>
              <a:ext cx="1809750" cy="1181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9450" b="1" i="0" spc="600">
                  <a:solidFill>
                    <a:srgbClr val="5D85FF"/>
                  </a:solidFill>
                  <a:latin typeface="Microsoft YaHei"/>
                  <a:ea typeface="Microsoft YaHei"/>
                  <a:cs typeface="Microsoft YaHei"/>
                </a:rPr>
                <a:t>05</a:t>
              </a:r>
            </a:p>
          </p:txBody>
        </p:sp>
        <p:sp>
          <p:nvSpPr>
            <p:cNvPr id="76" name="step5-title"/>
            <p:cNvSpPr txBox="1"/>
            <p:nvPr/>
          </p:nvSpPr>
          <p:spPr>
            <a:xfrm>
              <a:off x="24079200" y="8315325"/>
              <a:ext cx="3810000" cy="800100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4500" b="1" i="0">
                  <a:solidFill>
                    <a:srgbClr val="5D85FF"/>
                  </a:solidFill>
                  <a:latin typeface="Microsoft YaHei"/>
                  <a:ea typeface="Microsoft YaHei"/>
                  <a:cs typeface="Microsoft YaHei"/>
                </a:rPr>
                <a:t>灰度上线发布</a:t>
              </a:r>
            </a:p>
          </p:txBody>
        </p:sp>
        <p:sp>
          <p:nvSpPr>
            <p:cNvPr id="77" name="step5-desc-1"/>
            <p:cNvSpPr txBox="1"/>
            <p:nvPr/>
          </p:nvSpPr>
          <p:spPr>
            <a:xfrm>
              <a:off x="24098250" y="9105900"/>
              <a:ext cx="363093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0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选取部分业务线</a:t>
              </a:r>
            </a:p>
          </p:txBody>
        </p:sp>
        <p:sp>
          <p:nvSpPr>
            <p:cNvPr id="78" name="step5-desc-2"/>
            <p:cNvSpPr txBox="1"/>
            <p:nvPr/>
          </p:nvSpPr>
          <p:spPr>
            <a:xfrm>
              <a:off x="24098250" y="9915525"/>
              <a:ext cx="363093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0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先行试点，验证</a:t>
              </a:r>
            </a:p>
          </p:txBody>
        </p:sp>
        <p:sp>
          <p:nvSpPr>
            <p:cNvPr id="79" name="step5-desc-3"/>
            <p:cNvSpPr txBox="1"/>
            <p:nvPr/>
          </p:nvSpPr>
          <p:spPr>
            <a:xfrm>
              <a:off x="24098250" y="10715625"/>
              <a:ext cx="312039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0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无误后全量推</a:t>
              </a:r>
            </a:p>
          </p:txBody>
        </p:sp>
        <p:sp>
          <p:nvSpPr>
            <p:cNvPr id="80" name="step5-desc-4"/>
            <p:cNvSpPr txBox="1"/>
            <p:nvPr/>
          </p:nvSpPr>
          <p:spPr>
            <a:xfrm>
              <a:off x="24098250" y="11506200"/>
              <a:ext cx="363093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0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广，降低切换风</a:t>
              </a:r>
            </a:p>
          </p:txBody>
        </p:sp>
        <p:sp>
          <p:nvSpPr>
            <p:cNvPr id="81" name="step5-desc-5"/>
            <p:cNvSpPr txBox="1"/>
            <p:nvPr/>
          </p:nvSpPr>
          <p:spPr>
            <a:xfrm>
              <a:off x="24098250" y="12315825"/>
              <a:ext cx="567690" cy="790575"/>
            </a:xfrm>
            <a:prstGeom prst="rect">
              <a:avLst/>
            </a:prstGeom>
            <a:noFill/>
            <a:effectLst/>
          </p:spPr>
          <p:txBody>
            <a:bodyPr wrap="none" lIns="0" rIns="0" tIns="0" bIns="0" anchor="ctr">
              <a:noAutofit/>
            </a:bodyPr>
            <a:lstStyle/>
            <a:p>
              <a:pPr algn="l">
                <a:lnSpc>
                  <a:spcPct val="100000"/>
                </a:lnSpc>
              </a:pPr>
              <a:r>
                <a:rPr sz="3975" b="0" i="0">
                  <a:solidFill>
                    <a:srgbClr val="303030"/>
                  </a:solidFill>
                  <a:latin typeface="Microsoft YaHei"/>
                  <a:ea typeface="Microsoft YaHei"/>
                  <a:cs typeface="Microsoft YaHei"/>
                </a:rPr>
                <a:t>险</a:t>
              </a:r>
            </a:p>
          </p:txBody>
        </p:sp>
      </p:grpSp>
      <p:grpSp>
        <p:nvGrpSpPr>
          <p:cNvPr id="92" name="deco-corner"/>
          <p:cNvGrpSpPr/>
          <p:nvPr/>
        </p:nvGrpSpPr>
        <p:grpSpPr>
          <a:xfrm>
            <a:off x="23660100" y="14935200"/>
            <a:ext cx="6810375" cy="2209800"/>
            <a:chOff x="23660100" y="14935200"/>
            <a:chExt cx="6810375" cy="2209800"/>
          </a:xfrm>
        </p:grpSpPr>
        <p:sp>
          <p:nvSpPr>
            <p:cNvPr id="82" name="deco-block-a"/>
            <p:cNvSpPr/>
            <p:nvPr/>
          </p:nvSpPr>
          <p:spPr>
            <a:xfrm>
              <a:off x="24326850" y="14935200"/>
              <a:ext cx="1781175" cy="1038225"/>
            </a:xfrm>
            <a:prstGeom prst="rect">
              <a:avLst/>
            </a:prstGeom>
            <a:solidFill>
              <a:srgbClr val="4F7D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3" name="deco-arm"/>
            <p:cNvSpPr/>
            <p:nvPr/>
          </p:nvSpPr>
          <p:spPr>
            <a:xfrm>
              <a:off x="27793950" y="15382875"/>
              <a:ext cx="2676525" cy="114300"/>
            </a:xfrm>
            <a:prstGeom prst="rect">
              <a:avLst/>
            </a:prstGeom>
            <a:solidFill>
              <a:srgbClr val="4F7D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4" name="deco-block-b"/>
            <p:cNvSpPr/>
            <p:nvPr/>
          </p:nvSpPr>
          <p:spPr>
            <a:xfrm>
              <a:off x="26631900" y="15382875"/>
              <a:ext cx="1171575" cy="923925"/>
            </a:xfrm>
            <a:prstGeom prst="rect">
              <a:avLst/>
            </a:prstGeom>
            <a:solidFill>
              <a:srgbClr val="4F7D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5" name="deco-block-c"/>
            <p:cNvSpPr/>
            <p:nvPr/>
          </p:nvSpPr>
          <p:spPr>
            <a:xfrm>
              <a:off x="25050750" y="16325850"/>
              <a:ext cx="1533525" cy="819150"/>
            </a:xfrm>
            <a:prstGeom prst="rect">
              <a:avLst/>
            </a:prstGeom>
            <a:solidFill>
              <a:srgbClr val="4F7D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6" name="deco-corner-h"/>
            <p:cNvSpPr/>
            <p:nvPr/>
          </p:nvSpPr>
          <p:spPr>
            <a:xfrm>
              <a:off x="23945850" y="16325850"/>
              <a:ext cx="866775" cy="85725"/>
            </a:xfrm>
            <a:prstGeom prst="rect">
              <a:avLst/>
            </a:prstGeom>
            <a:solidFill>
              <a:srgbClr val="4F7D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7" name="deco-corner-v"/>
            <p:cNvSpPr/>
            <p:nvPr/>
          </p:nvSpPr>
          <p:spPr>
            <a:xfrm>
              <a:off x="23660100" y="16325850"/>
              <a:ext cx="161925" cy="819150"/>
            </a:xfrm>
            <a:prstGeom prst="rect">
              <a:avLst/>
            </a:prstGeom>
            <a:solidFill>
              <a:srgbClr val="4F7DA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