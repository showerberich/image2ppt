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E8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E8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grid-v0"/>
          <p:cNvCxnSpPr/>
          <p:nvPr/>
        </p:nvCxnSpPr>
        <p:spPr>
          <a:xfrm>
            <a:off x="4000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5" name="grid-v1"/>
          <p:cNvCxnSpPr/>
          <p:nvPr/>
        </p:nvCxnSpPr>
        <p:spPr>
          <a:xfrm>
            <a:off x="16192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6" name="grid-v2"/>
          <p:cNvCxnSpPr/>
          <p:nvPr/>
        </p:nvCxnSpPr>
        <p:spPr>
          <a:xfrm>
            <a:off x="28384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7" name="grid-v3"/>
          <p:cNvCxnSpPr/>
          <p:nvPr/>
        </p:nvCxnSpPr>
        <p:spPr>
          <a:xfrm>
            <a:off x="40576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8" name="grid-v4"/>
          <p:cNvCxnSpPr/>
          <p:nvPr/>
        </p:nvCxnSpPr>
        <p:spPr>
          <a:xfrm>
            <a:off x="52768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9" name="grid-v5"/>
          <p:cNvCxnSpPr/>
          <p:nvPr/>
        </p:nvCxnSpPr>
        <p:spPr>
          <a:xfrm>
            <a:off x="64960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10" name="grid-v6"/>
          <p:cNvCxnSpPr/>
          <p:nvPr/>
        </p:nvCxnSpPr>
        <p:spPr>
          <a:xfrm>
            <a:off x="77152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11" name="grid-v7"/>
          <p:cNvCxnSpPr/>
          <p:nvPr/>
        </p:nvCxnSpPr>
        <p:spPr>
          <a:xfrm>
            <a:off x="89344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12" name="grid-v8"/>
          <p:cNvCxnSpPr/>
          <p:nvPr/>
        </p:nvCxnSpPr>
        <p:spPr>
          <a:xfrm>
            <a:off x="101536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13" name="grid-v9"/>
          <p:cNvCxnSpPr/>
          <p:nvPr/>
        </p:nvCxnSpPr>
        <p:spPr>
          <a:xfrm>
            <a:off x="113728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14" name="grid-v10"/>
          <p:cNvCxnSpPr/>
          <p:nvPr/>
        </p:nvCxnSpPr>
        <p:spPr>
          <a:xfrm>
            <a:off x="125920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15" name="grid-v11"/>
          <p:cNvCxnSpPr/>
          <p:nvPr/>
        </p:nvCxnSpPr>
        <p:spPr>
          <a:xfrm>
            <a:off x="138112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16" name="grid-v12"/>
          <p:cNvCxnSpPr/>
          <p:nvPr/>
        </p:nvCxnSpPr>
        <p:spPr>
          <a:xfrm>
            <a:off x="150304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17" name="grid-v13"/>
          <p:cNvCxnSpPr/>
          <p:nvPr/>
        </p:nvCxnSpPr>
        <p:spPr>
          <a:xfrm>
            <a:off x="162496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18" name="grid-v14"/>
          <p:cNvCxnSpPr/>
          <p:nvPr/>
        </p:nvCxnSpPr>
        <p:spPr>
          <a:xfrm>
            <a:off x="174688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19" name="grid-v15"/>
          <p:cNvCxnSpPr/>
          <p:nvPr/>
        </p:nvCxnSpPr>
        <p:spPr>
          <a:xfrm>
            <a:off x="186880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20" name="grid-v16"/>
          <p:cNvCxnSpPr/>
          <p:nvPr/>
        </p:nvCxnSpPr>
        <p:spPr>
          <a:xfrm>
            <a:off x="199072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21" name="grid-v17"/>
          <p:cNvCxnSpPr/>
          <p:nvPr/>
        </p:nvCxnSpPr>
        <p:spPr>
          <a:xfrm>
            <a:off x="211264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22" name="grid-v18"/>
          <p:cNvCxnSpPr/>
          <p:nvPr/>
        </p:nvCxnSpPr>
        <p:spPr>
          <a:xfrm>
            <a:off x="223456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23" name="grid-v19"/>
          <p:cNvCxnSpPr/>
          <p:nvPr/>
        </p:nvCxnSpPr>
        <p:spPr>
          <a:xfrm>
            <a:off x="235648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24" name="grid-v20"/>
          <p:cNvCxnSpPr/>
          <p:nvPr/>
        </p:nvCxnSpPr>
        <p:spPr>
          <a:xfrm>
            <a:off x="247840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25" name="grid-v21"/>
          <p:cNvCxnSpPr/>
          <p:nvPr/>
        </p:nvCxnSpPr>
        <p:spPr>
          <a:xfrm>
            <a:off x="260032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26" name="grid-v22"/>
          <p:cNvCxnSpPr/>
          <p:nvPr/>
        </p:nvCxnSpPr>
        <p:spPr>
          <a:xfrm>
            <a:off x="272224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27" name="grid-v23"/>
          <p:cNvCxnSpPr/>
          <p:nvPr/>
        </p:nvCxnSpPr>
        <p:spPr>
          <a:xfrm>
            <a:off x="284416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28" name="grid-v24"/>
          <p:cNvCxnSpPr/>
          <p:nvPr/>
        </p:nvCxnSpPr>
        <p:spPr>
          <a:xfrm>
            <a:off x="29660850" y="0"/>
            <a:ext cx="0" cy="1714500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29" name="grid-h25"/>
          <p:cNvCxnSpPr/>
          <p:nvPr/>
        </p:nvCxnSpPr>
        <p:spPr>
          <a:xfrm>
            <a:off x="0" y="3619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30" name="grid-h26"/>
          <p:cNvCxnSpPr/>
          <p:nvPr/>
        </p:nvCxnSpPr>
        <p:spPr>
          <a:xfrm>
            <a:off x="0" y="15811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31" name="grid-h27"/>
          <p:cNvCxnSpPr/>
          <p:nvPr/>
        </p:nvCxnSpPr>
        <p:spPr>
          <a:xfrm>
            <a:off x="0" y="28003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32" name="grid-h28"/>
          <p:cNvCxnSpPr/>
          <p:nvPr/>
        </p:nvCxnSpPr>
        <p:spPr>
          <a:xfrm>
            <a:off x="0" y="40195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33" name="grid-h29"/>
          <p:cNvCxnSpPr/>
          <p:nvPr/>
        </p:nvCxnSpPr>
        <p:spPr>
          <a:xfrm>
            <a:off x="0" y="52387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34" name="grid-h30"/>
          <p:cNvCxnSpPr/>
          <p:nvPr/>
        </p:nvCxnSpPr>
        <p:spPr>
          <a:xfrm>
            <a:off x="0" y="64579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35" name="grid-h31"/>
          <p:cNvCxnSpPr/>
          <p:nvPr/>
        </p:nvCxnSpPr>
        <p:spPr>
          <a:xfrm>
            <a:off x="0" y="76771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36" name="grid-h32"/>
          <p:cNvCxnSpPr/>
          <p:nvPr/>
        </p:nvCxnSpPr>
        <p:spPr>
          <a:xfrm>
            <a:off x="0" y="88963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37" name="grid-h33"/>
          <p:cNvCxnSpPr/>
          <p:nvPr/>
        </p:nvCxnSpPr>
        <p:spPr>
          <a:xfrm>
            <a:off x="0" y="101155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38" name="grid-h34"/>
          <p:cNvCxnSpPr/>
          <p:nvPr/>
        </p:nvCxnSpPr>
        <p:spPr>
          <a:xfrm>
            <a:off x="0" y="113347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39" name="grid-h35"/>
          <p:cNvCxnSpPr/>
          <p:nvPr/>
        </p:nvCxnSpPr>
        <p:spPr>
          <a:xfrm>
            <a:off x="0" y="125539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40" name="grid-h36"/>
          <p:cNvCxnSpPr/>
          <p:nvPr/>
        </p:nvCxnSpPr>
        <p:spPr>
          <a:xfrm>
            <a:off x="0" y="137731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41" name="grid-h37"/>
          <p:cNvCxnSpPr/>
          <p:nvPr/>
        </p:nvCxnSpPr>
        <p:spPr>
          <a:xfrm>
            <a:off x="0" y="149923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cxnSp>
        <p:nvCxnSpPr>
          <p:cNvPr id="42" name="grid-h38"/>
          <p:cNvCxnSpPr/>
          <p:nvPr/>
        </p:nvCxnSpPr>
        <p:spPr>
          <a:xfrm>
            <a:off x="0" y="16211550"/>
            <a:ext cx="30470475" cy="0"/>
          </a:xfrm>
          <a:prstGeom prst="line">
            <a:avLst/>
          </a:prstGeom>
          <a:ln w="9525">
            <a:solidFill>
              <a:srgbClr val="DDDEE1"/>
            </a:solidFill>
          </a:ln>
          <a:effectLst/>
        </p:spPr>
      </p:cxnSp>
      <p:sp>
        <p:nvSpPr>
          <p:cNvPr id="43" name="road-1"/>
          <p:cNvSpPr/>
          <p:nvPr/>
        </p:nvSpPr>
        <p:spPr>
          <a:xfrm>
            <a:off x="0" y="12163425"/>
            <a:ext cx="14287500" cy="3219450"/>
          </a:xfrm>
          <a:custGeom>
            <a:avLst/>
            <a:gdLst/>
            <a:ahLst/>
            <a:cxnLst/>
            <a:rect l="l" t="t" r="r" b="b"/>
            <a:pathLst>
              <a:path w="14287500" h="3219450">
                <a:moveTo>
                  <a:pt x="0" y="2419350"/>
                </a:moveTo>
                <a:lnTo>
                  <a:pt x="246944" y="2236964"/>
                </a:lnTo>
                <a:lnTo>
                  <a:pt x="599722" y="1978378"/>
                </a:lnTo>
                <a:lnTo>
                  <a:pt x="952500" y="1733550"/>
                </a:lnTo>
                <a:lnTo>
                  <a:pt x="1270000" y="1528233"/>
                </a:lnTo>
                <a:lnTo>
                  <a:pt x="1587500" y="1336675"/>
                </a:lnTo>
                <a:lnTo>
                  <a:pt x="1905000" y="1171575"/>
                </a:lnTo>
                <a:lnTo>
                  <a:pt x="2187222" y="1058686"/>
                </a:lnTo>
                <a:lnTo>
                  <a:pt x="2469444" y="972256"/>
                </a:lnTo>
                <a:lnTo>
                  <a:pt x="2857500" y="847725"/>
                </a:lnTo>
                <a:lnTo>
                  <a:pt x="3087988" y="765721"/>
                </a:lnTo>
                <a:lnTo>
                  <a:pt x="3360131" y="666389"/>
                </a:lnTo>
                <a:lnTo>
                  <a:pt x="3657267" y="557476"/>
                </a:lnTo>
                <a:lnTo>
                  <a:pt x="3962733" y="446731"/>
                </a:lnTo>
                <a:lnTo>
                  <a:pt x="4259869" y="341900"/>
                </a:lnTo>
                <a:lnTo>
                  <a:pt x="4532012" y="250732"/>
                </a:lnTo>
                <a:lnTo>
                  <a:pt x="4762500" y="180975"/>
                </a:lnTo>
                <a:lnTo>
                  <a:pt x="5150556" y="97014"/>
                </a:lnTo>
                <a:lnTo>
                  <a:pt x="5432778" y="73378"/>
                </a:lnTo>
                <a:lnTo>
                  <a:pt x="5715000" y="57150"/>
                </a:lnTo>
                <a:lnTo>
                  <a:pt x="6032500" y="30339"/>
                </a:lnTo>
                <a:lnTo>
                  <a:pt x="6350000" y="10936"/>
                </a:lnTo>
                <a:lnTo>
                  <a:pt x="6667500" y="0"/>
                </a:lnTo>
                <a:lnTo>
                  <a:pt x="6985000" y="0"/>
                </a:lnTo>
                <a:lnTo>
                  <a:pt x="7302500" y="8467"/>
                </a:lnTo>
                <a:lnTo>
                  <a:pt x="7620000" y="19050"/>
                </a:lnTo>
                <a:lnTo>
                  <a:pt x="7937500" y="28575"/>
                </a:lnTo>
                <a:lnTo>
                  <a:pt x="8255000" y="40217"/>
                </a:lnTo>
                <a:lnTo>
                  <a:pt x="8572500" y="57150"/>
                </a:lnTo>
                <a:lnTo>
                  <a:pt x="8890000" y="82550"/>
                </a:lnTo>
                <a:lnTo>
                  <a:pt x="9207500" y="113242"/>
                </a:lnTo>
                <a:lnTo>
                  <a:pt x="9525000" y="142875"/>
                </a:lnTo>
                <a:lnTo>
                  <a:pt x="9842500" y="169333"/>
                </a:lnTo>
                <a:lnTo>
                  <a:pt x="10160000" y="194733"/>
                </a:lnTo>
                <a:lnTo>
                  <a:pt x="10477500" y="219075"/>
                </a:lnTo>
                <a:lnTo>
                  <a:pt x="10795000" y="243769"/>
                </a:lnTo>
                <a:lnTo>
                  <a:pt x="11112500" y="267406"/>
                </a:lnTo>
                <a:lnTo>
                  <a:pt x="11430000" y="285750"/>
                </a:lnTo>
                <a:lnTo>
                  <a:pt x="11747500" y="298097"/>
                </a:lnTo>
                <a:lnTo>
                  <a:pt x="12065000" y="305153"/>
                </a:lnTo>
                <a:lnTo>
                  <a:pt x="12382500" y="304800"/>
                </a:lnTo>
                <a:lnTo>
                  <a:pt x="12700000" y="296333"/>
                </a:lnTo>
                <a:lnTo>
                  <a:pt x="13017500" y="280458"/>
                </a:lnTo>
                <a:lnTo>
                  <a:pt x="13335000" y="257175"/>
                </a:lnTo>
                <a:lnTo>
                  <a:pt x="13652500" y="228953"/>
                </a:lnTo>
                <a:lnTo>
                  <a:pt x="13970000" y="193322"/>
                </a:lnTo>
                <a:lnTo>
                  <a:pt x="14287500" y="142875"/>
                </a:lnTo>
                <a:lnTo>
                  <a:pt x="14287500" y="752475"/>
                </a:lnTo>
                <a:lnTo>
                  <a:pt x="13970000" y="802217"/>
                </a:lnTo>
                <a:lnTo>
                  <a:pt x="13652500" y="839258"/>
                </a:lnTo>
                <a:lnTo>
                  <a:pt x="13335000" y="866775"/>
                </a:lnTo>
                <a:lnTo>
                  <a:pt x="13017500" y="884414"/>
                </a:lnTo>
                <a:lnTo>
                  <a:pt x="12700000" y="892528"/>
                </a:lnTo>
                <a:lnTo>
                  <a:pt x="12382500" y="895350"/>
                </a:lnTo>
                <a:lnTo>
                  <a:pt x="12065000" y="894292"/>
                </a:lnTo>
                <a:lnTo>
                  <a:pt x="11747500" y="887942"/>
                </a:lnTo>
                <a:lnTo>
                  <a:pt x="11430000" y="876300"/>
                </a:lnTo>
                <a:lnTo>
                  <a:pt x="11112500" y="857956"/>
                </a:lnTo>
                <a:lnTo>
                  <a:pt x="10795000" y="834319"/>
                </a:lnTo>
                <a:lnTo>
                  <a:pt x="10477500" y="809625"/>
                </a:lnTo>
                <a:lnTo>
                  <a:pt x="10160000" y="785283"/>
                </a:lnTo>
                <a:lnTo>
                  <a:pt x="9842500" y="759883"/>
                </a:lnTo>
                <a:lnTo>
                  <a:pt x="9525000" y="733425"/>
                </a:lnTo>
                <a:lnTo>
                  <a:pt x="9207500" y="703792"/>
                </a:lnTo>
                <a:lnTo>
                  <a:pt x="8890000" y="673100"/>
                </a:lnTo>
                <a:lnTo>
                  <a:pt x="8572500" y="647700"/>
                </a:lnTo>
                <a:lnTo>
                  <a:pt x="8255000" y="630767"/>
                </a:lnTo>
                <a:lnTo>
                  <a:pt x="7937500" y="619125"/>
                </a:lnTo>
                <a:lnTo>
                  <a:pt x="7620000" y="609600"/>
                </a:lnTo>
                <a:lnTo>
                  <a:pt x="7302500" y="599017"/>
                </a:lnTo>
                <a:lnTo>
                  <a:pt x="6985000" y="590550"/>
                </a:lnTo>
                <a:lnTo>
                  <a:pt x="6667500" y="590550"/>
                </a:lnTo>
                <a:lnTo>
                  <a:pt x="6350000" y="600781"/>
                </a:lnTo>
                <a:lnTo>
                  <a:pt x="6032500" y="619478"/>
                </a:lnTo>
                <a:lnTo>
                  <a:pt x="5715000" y="647700"/>
                </a:lnTo>
                <a:lnTo>
                  <a:pt x="5432778" y="668161"/>
                </a:lnTo>
                <a:lnTo>
                  <a:pt x="5150556" y="698147"/>
                </a:lnTo>
                <a:lnTo>
                  <a:pt x="4762500" y="790575"/>
                </a:lnTo>
                <a:lnTo>
                  <a:pt x="4532012" y="864776"/>
                </a:lnTo>
                <a:lnTo>
                  <a:pt x="4259869" y="960998"/>
                </a:lnTo>
                <a:lnTo>
                  <a:pt x="3962733" y="1071326"/>
                </a:lnTo>
                <a:lnTo>
                  <a:pt x="3657267" y="1187848"/>
                </a:lnTo>
                <a:lnTo>
                  <a:pt x="3360131" y="1302648"/>
                </a:lnTo>
                <a:lnTo>
                  <a:pt x="3087988" y="1407812"/>
                </a:lnTo>
                <a:lnTo>
                  <a:pt x="2857500" y="1495425"/>
                </a:lnTo>
                <a:lnTo>
                  <a:pt x="2469444" y="1632656"/>
                </a:lnTo>
                <a:lnTo>
                  <a:pt x="2187222" y="1731786"/>
                </a:lnTo>
                <a:lnTo>
                  <a:pt x="1905000" y="1857375"/>
                </a:lnTo>
                <a:lnTo>
                  <a:pt x="1587500" y="2033764"/>
                </a:lnTo>
                <a:lnTo>
                  <a:pt x="1270000" y="2236611"/>
                </a:lnTo>
                <a:lnTo>
                  <a:pt x="952500" y="2457450"/>
                </a:lnTo>
                <a:lnTo>
                  <a:pt x="599722" y="2727678"/>
                </a:lnTo>
                <a:lnTo>
                  <a:pt x="246944" y="3015897"/>
                </a:lnTo>
                <a:lnTo>
                  <a:pt x="0" y="3219450"/>
                </a:lnTo>
                <a:close/>
              </a:path>
            </a:pathLst>
          </a:custGeom>
          <a:gradFill rotWithShape="1">
            <a:gsLst>
              <a:gs pos="0">
                <a:srgbClr val="33D3E3"/>
              </a:gs>
              <a:gs pos="100000">
                <a:srgbClr val="43BEE7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ad-2"/>
          <p:cNvSpPr/>
          <p:nvPr/>
        </p:nvSpPr>
        <p:spPr>
          <a:xfrm>
            <a:off x="14287500" y="6305550"/>
            <a:ext cx="8572500" cy="6610350"/>
          </a:xfrm>
          <a:custGeom>
            <a:avLst/>
            <a:gdLst/>
            <a:ahLst/>
            <a:cxnLst/>
            <a:rect l="l" t="t" r="r" b="b"/>
            <a:pathLst>
              <a:path w="8572500" h="6610350">
                <a:moveTo>
                  <a:pt x="0" y="6000750"/>
                </a:moveTo>
                <a:lnTo>
                  <a:pt x="317500" y="5934781"/>
                </a:lnTo>
                <a:lnTo>
                  <a:pt x="635000" y="5853994"/>
                </a:lnTo>
                <a:lnTo>
                  <a:pt x="952500" y="5753100"/>
                </a:lnTo>
                <a:lnTo>
                  <a:pt x="1270000" y="5629275"/>
                </a:lnTo>
                <a:lnTo>
                  <a:pt x="1587500" y="5485342"/>
                </a:lnTo>
                <a:lnTo>
                  <a:pt x="1905000" y="5324475"/>
                </a:lnTo>
                <a:lnTo>
                  <a:pt x="2222500" y="5144206"/>
                </a:lnTo>
                <a:lnTo>
                  <a:pt x="2540000" y="4947003"/>
                </a:lnTo>
                <a:lnTo>
                  <a:pt x="2857500" y="4743450"/>
                </a:lnTo>
                <a:lnTo>
                  <a:pt x="3175000" y="4543778"/>
                </a:lnTo>
                <a:lnTo>
                  <a:pt x="3492500" y="4337756"/>
                </a:lnTo>
                <a:lnTo>
                  <a:pt x="3810000" y="4105275"/>
                </a:lnTo>
                <a:lnTo>
                  <a:pt x="4127500" y="3830461"/>
                </a:lnTo>
                <a:lnTo>
                  <a:pt x="4445000" y="3529189"/>
                </a:lnTo>
                <a:lnTo>
                  <a:pt x="4762500" y="3228975"/>
                </a:lnTo>
                <a:lnTo>
                  <a:pt x="5080000" y="2940403"/>
                </a:lnTo>
                <a:lnTo>
                  <a:pt x="5397500" y="2652889"/>
                </a:lnTo>
                <a:lnTo>
                  <a:pt x="5715000" y="2362200"/>
                </a:lnTo>
                <a:lnTo>
                  <a:pt x="6032500" y="2064103"/>
                </a:lnTo>
                <a:lnTo>
                  <a:pt x="6350000" y="1762831"/>
                </a:lnTo>
                <a:lnTo>
                  <a:pt x="6667500" y="1466850"/>
                </a:lnTo>
                <a:lnTo>
                  <a:pt x="6985000" y="1172281"/>
                </a:lnTo>
                <a:lnTo>
                  <a:pt x="7302500" y="883003"/>
                </a:lnTo>
                <a:lnTo>
                  <a:pt x="7620000" y="619125"/>
                </a:lnTo>
                <a:lnTo>
                  <a:pt x="7937500" y="391583"/>
                </a:lnTo>
                <a:lnTo>
                  <a:pt x="8255000" y="189442"/>
                </a:lnTo>
                <a:lnTo>
                  <a:pt x="8572500" y="0"/>
                </a:lnTo>
                <a:lnTo>
                  <a:pt x="8572500" y="723900"/>
                </a:lnTo>
                <a:lnTo>
                  <a:pt x="8255000" y="933803"/>
                </a:lnTo>
                <a:lnTo>
                  <a:pt x="7937500" y="1156406"/>
                </a:lnTo>
                <a:lnTo>
                  <a:pt x="7620000" y="1400175"/>
                </a:lnTo>
                <a:lnTo>
                  <a:pt x="7302500" y="1673931"/>
                </a:lnTo>
                <a:lnTo>
                  <a:pt x="6985000" y="1968853"/>
                </a:lnTo>
                <a:lnTo>
                  <a:pt x="6667500" y="2266950"/>
                </a:lnTo>
                <a:lnTo>
                  <a:pt x="6350000" y="2565047"/>
                </a:lnTo>
                <a:lnTo>
                  <a:pt x="6032500" y="2866319"/>
                </a:lnTo>
                <a:lnTo>
                  <a:pt x="5715000" y="3162300"/>
                </a:lnTo>
                <a:lnTo>
                  <a:pt x="5397500" y="3448756"/>
                </a:lnTo>
                <a:lnTo>
                  <a:pt x="5080000" y="3729919"/>
                </a:lnTo>
                <a:lnTo>
                  <a:pt x="4762500" y="4010025"/>
                </a:lnTo>
                <a:lnTo>
                  <a:pt x="4445000" y="4298950"/>
                </a:lnTo>
                <a:lnTo>
                  <a:pt x="4127500" y="4586817"/>
                </a:lnTo>
                <a:lnTo>
                  <a:pt x="3810000" y="4848225"/>
                </a:lnTo>
                <a:lnTo>
                  <a:pt x="3492500" y="5068006"/>
                </a:lnTo>
                <a:lnTo>
                  <a:pt x="3175000" y="5261328"/>
                </a:lnTo>
                <a:lnTo>
                  <a:pt x="2857500" y="5448300"/>
                </a:lnTo>
                <a:lnTo>
                  <a:pt x="2540000" y="5639153"/>
                </a:lnTo>
                <a:lnTo>
                  <a:pt x="2222500" y="5823656"/>
                </a:lnTo>
                <a:lnTo>
                  <a:pt x="1905000" y="5991225"/>
                </a:lnTo>
                <a:lnTo>
                  <a:pt x="1587500" y="6138686"/>
                </a:lnTo>
                <a:lnTo>
                  <a:pt x="1270000" y="6269214"/>
                </a:lnTo>
                <a:lnTo>
                  <a:pt x="952500" y="6381750"/>
                </a:lnTo>
                <a:lnTo>
                  <a:pt x="635000" y="6474178"/>
                </a:lnTo>
                <a:lnTo>
                  <a:pt x="317500" y="6548614"/>
                </a:lnTo>
                <a:lnTo>
                  <a:pt x="0" y="6610350"/>
                </a:lnTo>
                <a:close/>
              </a:path>
            </a:pathLst>
          </a:custGeom>
          <a:gradFill rotWithShape="1">
            <a:gsLst>
              <a:gs pos="0">
                <a:srgbClr val="43BEE7"/>
              </a:gs>
              <a:gs pos="100000">
                <a:srgbClr val="5D85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oad-3"/>
          <p:cNvSpPr/>
          <p:nvPr/>
        </p:nvSpPr>
        <p:spPr>
          <a:xfrm>
            <a:off x="22860000" y="4791075"/>
            <a:ext cx="7610475" cy="2238375"/>
          </a:xfrm>
          <a:custGeom>
            <a:avLst/>
            <a:gdLst/>
            <a:ahLst/>
            <a:cxnLst/>
            <a:rect l="l" t="t" r="r" b="b"/>
            <a:pathLst>
              <a:path w="7610475" h="2238375">
                <a:moveTo>
                  <a:pt x="0" y="1514475"/>
                </a:moveTo>
                <a:lnTo>
                  <a:pt x="317500" y="1331736"/>
                </a:lnTo>
                <a:lnTo>
                  <a:pt x="635000" y="1161697"/>
                </a:lnTo>
                <a:lnTo>
                  <a:pt x="952500" y="1009650"/>
                </a:lnTo>
                <a:lnTo>
                  <a:pt x="1270000" y="878064"/>
                </a:lnTo>
                <a:lnTo>
                  <a:pt x="1587500" y="764469"/>
                </a:lnTo>
                <a:lnTo>
                  <a:pt x="1905000" y="666750"/>
                </a:lnTo>
                <a:lnTo>
                  <a:pt x="2222500" y="587022"/>
                </a:lnTo>
                <a:lnTo>
                  <a:pt x="2540000" y="523169"/>
                </a:lnTo>
                <a:lnTo>
                  <a:pt x="2857500" y="466725"/>
                </a:lnTo>
                <a:lnTo>
                  <a:pt x="3175000" y="416278"/>
                </a:lnTo>
                <a:lnTo>
                  <a:pt x="3492500" y="373239"/>
                </a:lnTo>
                <a:lnTo>
                  <a:pt x="3810000" y="333375"/>
                </a:lnTo>
                <a:lnTo>
                  <a:pt x="4127500" y="294569"/>
                </a:lnTo>
                <a:lnTo>
                  <a:pt x="4445000" y="258939"/>
                </a:lnTo>
                <a:lnTo>
                  <a:pt x="4762500" y="228600"/>
                </a:lnTo>
                <a:lnTo>
                  <a:pt x="5080000" y="207433"/>
                </a:lnTo>
                <a:lnTo>
                  <a:pt x="5397500" y="191558"/>
                </a:lnTo>
                <a:lnTo>
                  <a:pt x="5715000" y="171450"/>
                </a:lnTo>
                <a:lnTo>
                  <a:pt x="6032853" y="141817"/>
                </a:lnTo>
                <a:lnTo>
                  <a:pt x="6350706" y="107950"/>
                </a:lnTo>
                <a:lnTo>
                  <a:pt x="6667500" y="76200"/>
                </a:lnTo>
                <a:lnTo>
                  <a:pt x="7017456" y="46567"/>
                </a:lnTo>
                <a:lnTo>
                  <a:pt x="7366353" y="19050"/>
                </a:lnTo>
                <a:lnTo>
                  <a:pt x="7610475" y="0"/>
                </a:lnTo>
                <a:lnTo>
                  <a:pt x="7610475" y="514350"/>
                </a:lnTo>
                <a:lnTo>
                  <a:pt x="7366353" y="538339"/>
                </a:lnTo>
                <a:lnTo>
                  <a:pt x="7017456" y="572911"/>
                </a:lnTo>
                <a:lnTo>
                  <a:pt x="6667500" y="609600"/>
                </a:lnTo>
                <a:lnTo>
                  <a:pt x="6350706" y="648406"/>
                </a:lnTo>
                <a:lnTo>
                  <a:pt x="6032853" y="689328"/>
                </a:lnTo>
                <a:lnTo>
                  <a:pt x="5715000" y="723900"/>
                </a:lnTo>
                <a:lnTo>
                  <a:pt x="5397500" y="744714"/>
                </a:lnTo>
                <a:lnTo>
                  <a:pt x="5080000" y="759178"/>
                </a:lnTo>
                <a:lnTo>
                  <a:pt x="4762500" y="781050"/>
                </a:lnTo>
                <a:lnTo>
                  <a:pt x="4445000" y="816328"/>
                </a:lnTo>
                <a:lnTo>
                  <a:pt x="4127500" y="859014"/>
                </a:lnTo>
                <a:lnTo>
                  <a:pt x="3810000" y="904875"/>
                </a:lnTo>
                <a:lnTo>
                  <a:pt x="3492500" y="950383"/>
                </a:lnTo>
                <a:lnTo>
                  <a:pt x="3175000" y="999067"/>
                </a:lnTo>
                <a:lnTo>
                  <a:pt x="2857500" y="1057275"/>
                </a:lnTo>
                <a:lnTo>
                  <a:pt x="2540000" y="1125008"/>
                </a:lnTo>
                <a:lnTo>
                  <a:pt x="2222500" y="1202267"/>
                </a:lnTo>
                <a:lnTo>
                  <a:pt x="1905000" y="1295400"/>
                </a:lnTo>
                <a:lnTo>
                  <a:pt x="1587500" y="1405114"/>
                </a:lnTo>
                <a:lnTo>
                  <a:pt x="1270000" y="1530703"/>
                </a:lnTo>
                <a:lnTo>
                  <a:pt x="952500" y="1676400"/>
                </a:lnTo>
                <a:lnTo>
                  <a:pt x="635000" y="1846086"/>
                </a:lnTo>
                <a:lnTo>
                  <a:pt x="317500" y="2035881"/>
                </a:lnTo>
                <a:lnTo>
                  <a:pt x="0" y="2238375"/>
                </a:lnTo>
                <a:close/>
              </a:path>
            </a:pathLst>
          </a:custGeom>
          <a:gradFill rotWithShape="1">
            <a:gsLst>
              <a:gs pos="0">
                <a:srgbClr val="5D85FF"/>
              </a:gs>
              <a:gs pos="100000">
                <a:srgbClr val="5D85FF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ad-dash"/>
          <p:cNvSpPr/>
          <p:nvPr/>
        </p:nvSpPr>
        <p:spPr>
          <a:xfrm>
            <a:off x="0" y="5048250"/>
            <a:ext cx="30470475" cy="9934575"/>
          </a:xfrm>
          <a:custGeom>
            <a:avLst/>
            <a:gdLst/>
            <a:ahLst/>
            <a:cxnLst/>
            <a:rect l="l" t="t" r="r" b="b"/>
            <a:pathLst>
              <a:path w="30470475" h="9934575">
                <a:moveTo>
                  <a:pt x="0" y="9934575"/>
                </a:moveTo>
                <a:lnTo>
                  <a:pt x="246944" y="9741606"/>
                </a:lnTo>
                <a:lnTo>
                  <a:pt x="599722" y="9468203"/>
                </a:lnTo>
                <a:lnTo>
                  <a:pt x="952500" y="9210675"/>
                </a:lnTo>
                <a:lnTo>
                  <a:pt x="1270000" y="8997597"/>
                </a:lnTo>
                <a:lnTo>
                  <a:pt x="1587500" y="8800394"/>
                </a:lnTo>
                <a:lnTo>
                  <a:pt x="1905000" y="8629650"/>
                </a:lnTo>
                <a:lnTo>
                  <a:pt x="2187222" y="8510411"/>
                </a:lnTo>
                <a:lnTo>
                  <a:pt x="2469444" y="8417631"/>
                </a:lnTo>
                <a:lnTo>
                  <a:pt x="2857500" y="8286750"/>
                </a:lnTo>
                <a:lnTo>
                  <a:pt x="3087988" y="8201941"/>
                </a:lnTo>
                <a:lnTo>
                  <a:pt x="3360131" y="8099693"/>
                </a:lnTo>
                <a:lnTo>
                  <a:pt x="3657267" y="7987837"/>
                </a:lnTo>
                <a:lnTo>
                  <a:pt x="3962733" y="7874204"/>
                </a:lnTo>
                <a:lnTo>
                  <a:pt x="4259869" y="7766624"/>
                </a:lnTo>
                <a:lnTo>
                  <a:pt x="4532012" y="7672929"/>
                </a:lnTo>
                <a:lnTo>
                  <a:pt x="4762500" y="7600950"/>
                </a:lnTo>
                <a:lnTo>
                  <a:pt x="5150556" y="7512756"/>
                </a:lnTo>
                <a:lnTo>
                  <a:pt x="5432778" y="7485944"/>
                </a:lnTo>
                <a:lnTo>
                  <a:pt x="5715000" y="7467600"/>
                </a:lnTo>
                <a:lnTo>
                  <a:pt x="6032500" y="7440083"/>
                </a:lnTo>
                <a:lnTo>
                  <a:pt x="6350000" y="7421033"/>
                </a:lnTo>
                <a:lnTo>
                  <a:pt x="6667500" y="7410450"/>
                </a:lnTo>
                <a:lnTo>
                  <a:pt x="6985000" y="7410450"/>
                </a:lnTo>
                <a:lnTo>
                  <a:pt x="7302500" y="7418917"/>
                </a:lnTo>
                <a:lnTo>
                  <a:pt x="7620000" y="7429500"/>
                </a:lnTo>
                <a:lnTo>
                  <a:pt x="7937500" y="7439025"/>
                </a:lnTo>
                <a:lnTo>
                  <a:pt x="8255000" y="7450667"/>
                </a:lnTo>
                <a:lnTo>
                  <a:pt x="8572500" y="7467600"/>
                </a:lnTo>
                <a:lnTo>
                  <a:pt x="8890000" y="7493000"/>
                </a:lnTo>
                <a:lnTo>
                  <a:pt x="9207500" y="7523692"/>
                </a:lnTo>
                <a:lnTo>
                  <a:pt x="9525000" y="7553325"/>
                </a:lnTo>
                <a:lnTo>
                  <a:pt x="9842500" y="7579783"/>
                </a:lnTo>
                <a:lnTo>
                  <a:pt x="10160000" y="7605183"/>
                </a:lnTo>
                <a:lnTo>
                  <a:pt x="10477500" y="7629525"/>
                </a:lnTo>
                <a:lnTo>
                  <a:pt x="10795000" y="7654219"/>
                </a:lnTo>
                <a:lnTo>
                  <a:pt x="11112500" y="7677856"/>
                </a:lnTo>
                <a:lnTo>
                  <a:pt x="11430000" y="7696200"/>
                </a:lnTo>
                <a:lnTo>
                  <a:pt x="11747500" y="7708194"/>
                </a:lnTo>
                <a:lnTo>
                  <a:pt x="12065000" y="7714897"/>
                </a:lnTo>
                <a:lnTo>
                  <a:pt x="12382500" y="7715250"/>
                </a:lnTo>
                <a:lnTo>
                  <a:pt x="12700000" y="7709606"/>
                </a:lnTo>
                <a:lnTo>
                  <a:pt x="13017500" y="7697611"/>
                </a:lnTo>
                <a:lnTo>
                  <a:pt x="13335000" y="7677150"/>
                </a:lnTo>
                <a:lnTo>
                  <a:pt x="13652500" y="7649281"/>
                </a:lnTo>
                <a:lnTo>
                  <a:pt x="13970000" y="7612944"/>
                </a:lnTo>
                <a:lnTo>
                  <a:pt x="14287500" y="7562850"/>
                </a:lnTo>
                <a:lnTo>
                  <a:pt x="14605000" y="7498997"/>
                </a:lnTo>
                <a:lnTo>
                  <a:pt x="14922500" y="7421386"/>
                </a:lnTo>
                <a:lnTo>
                  <a:pt x="15240000" y="7324725"/>
                </a:lnTo>
                <a:lnTo>
                  <a:pt x="15557500" y="7206544"/>
                </a:lnTo>
                <a:lnTo>
                  <a:pt x="15875000" y="7069314"/>
                </a:lnTo>
                <a:lnTo>
                  <a:pt x="16192500" y="6915150"/>
                </a:lnTo>
                <a:lnTo>
                  <a:pt x="16510000" y="6741231"/>
                </a:lnTo>
                <a:lnTo>
                  <a:pt x="16827500" y="6550378"/>
                </a:lnTo>
                <a:lnTo>
                  <a:pt x="17145000" y="6353175"/>
                </a:lnTo>
                <a:lnTo>
                  <a:pt x="17462500" y="6159853"/>
                </a:lnTo>
                <a:lnTo>
                  <a:pt x="17780000" y="5960181"/>
                </a:lnTo>
                <a:lnTo>
                  <a:pt x="18097500" y="5734050"/>
                </a:lnTo>
                <a:lnTo>
                  <a:pt x="18415000" y="5465939"/>
                </a:lnTo>
                <a:lnTo>
                  <a:pt x="18732500" y="5171369"/>
                </a:lnTo>
                <a:lnTo>
                  <a:pt x="19050000" y="4876800"/>
                </a:lnTo>
                <a:lnTo>
                  <a:pt x="19367500" y="4592461"/>
                </a:lnTo>
                <a:lnTo>
                  <a:pt x="19685000" y="4308122"/>
                </a:lnTo>
                <a:lnTo>
                  <a:pt x="20002500" y="4019550"/>
                </a:lnTo>
                <a:lnTo>
                  <a:pt x="20320000" y="3722511"/>
                </a:lnTo>
                <a:lnTo>
                  <a:pt x="20637500" y="3421239"/>
                </a:lnTo>
                <a:lnTo>
                  <a:pt x="20955000" y="3124200"/>
                </a:lnTo>
                <a:lnTo>
                  <a:pt x="21272500" y="2827867"/>
                </a:lnTo>
                <a:lnTo>
                  <a:pt x="21590000" y="2535767"/>
                </a:lnTo>
                <a:lnTo>
                  <a:pt x="21907500" y="2266950"/>
                </a:lnTo>
                <a:lnTo>
                  <a:pt x="22225000" y="2031294"/>
                </a:lnTo>
                <a:lnTo>
                  <a:pt x="22542500" y="1818922"/>
                </a:lnTo>
                <a:lnTo>
                  <a:pt x="22860000" y="1619250"/>
                </a:lnTo>
                <a:lnTo>
                  <a:pt x="23177500" y="1426633"/>
                </a:lnTo>
                <a:lnTo>
                  <a:pt x="23495000" y="1246717"/>
                </a:lnTo>
                <a:lnTo>
                  <a:pt x="23812500" y="1085850"/>
                </a:lnTo>
                <a:lnTo>
                  <a:pt x="24130000" y="947208"/>
                </a:lnTo>
                <a:lnTo>
                  <a:pt x="24447500" y="827617"/>
                </a:lnTo>
                <a:lnTo>
                  <a:pt x="24765000" y="723900"/>
                </a:lnTo>
                <a:lnTo>
                  <a:pt x="25082500" y="637469"/>
                </a:lnTo>
                <a:lnTo>
                  <a:pt x="25400000" y="566914"/>
                </a:lnTo>
                <a:lnTo>
                  <a:pt x="25717500" y="504825"/>
                </a:lnTo>
                <a:lnTo>
                  <a:pt x="26035000" y="450497"/>
                </a:lnTo>
                <a:lnTo>
                  <a:pt x="26352500" y="404636"/>
                </a:lnTo>
                <a:lnTo>
                  <a:pt x="26670000" y="361950"/>
                </a:lnTo>
                <a:lnTo>
                  <a:pt x="26987500" y="319617"/>
                </a:lnTo>
                <a:lnTo>
                  <a:pt x="27305000" y="280458"/>
                </a:lnTo>
                <a:lnTo>
                  <a:pt x="27622500" y="247650"/>
                </a:lnTo>
                <a:lnTo>
                  <a:pt x="27940000" y="226131"/>
                </a:lnTo>
                <a:lnTo>
                  <a:pt x="28257500" y="210961"/>
                </a:lnTo>
                <a:lnTo>
                  <a:pt x="28575000" y="190500"/>
                </a:lnTo>
                <a:lnTo>
                  <a:pt x="28892853" y="158397"/>
                </a:lnTo>
                <a:lnTo>
                  <a:pt x="29210706" y="121003"/>
                </a:lnTo>
                <a:lnTo>
                  <a:pt x="29527500" y="85725"/>
                </a:lnTo>
                <a:lnTo>
                  <a:pt x="29877456" y="52564"/>
                </a:lnTo>
                <a:lnTo>
                  <a:pt x="30226353" y="21519"/>
                </a:lnTo>
                <a:lnTo>
                  <a:pt x="30470475" y="0"/>
                </a:lnTo>
              </a:path>
            </a:pathLst>
          </a:custGeom>
          <a:noFill/>
          <a:ln w="52387">
            <a:solidFill>
              <a:srgbClr val="FFFFFF"/>
            </a:solidFill>
            <a:custDash>
              <a:ds d="330000" sp="43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in1"/>
          <p:cNvSpPr/>
          <p:nvPr/>
        </p:nvSpPr>
        <p:spPr>
          <a:xfrm>
            <a:off x="2334576" y="11296650"/>
            <a:ext cx="1122048" cy="1771650"/>
          </a:xfrm>
          <a:custGeom>
            <a:avLst/>
            <a:gdLst/>
            <a:ahLst/>
            <a:cxnLst/>
            <a:rect l="l" t="t" r="r" b="b"/>
            <a:pathLst>
              <a:path w="1122048" h="1771650">
                <a:moveTo>
                  <a:pt x="887802" y="1019175"/>
                </a:moveTo>
                <a:lnTo>
                  <a:pt x="942688" y="974465"/>
                </a:lnTo>
                <a:lnTo>
                  <a:pt x="991518" y="923210"/>
                </a:lnTo>
                <a:lnTo>
                  <a:pt x="1033516" y="866223"/>
                </a:lnTo>
                <a:lnTo>
                  <a:pt x="1068017" y="804408"/>
                </a:lnTo>
                <a:lnTo>
                  <a:pt x="1094473" y="738746"/>
                </a:lnTo>
                <a:lnTo>
                  <a:pt x="1112464" y="670279"/>
                </a:lnTo>
                <a:lnTo>
                  <a:pt x="1121705" y="600094"/>
                </a:lnTo>
                <a:lnTo>
                  <a:pt x="1122048" y="529303"/>
                </a:lnTo>
                <a:lnTo>
                  <a:pt x="1113490" y="459031"/>
                </a:lnTo>
                <a:lnTo>
                  <a:pt x="1096165" y="390393"/>
                </a:lnTo>
                <a:lnTo>
                  <a:pt x="1070348" y="324477"/>
                </a:lnTo>
                <a:lnTo>
                  <a:pt x="1036449" y="262330"/>
                </a:lnTo>
                <a:lnTo>
                  <a:pt x="995006" y="204937"/>
                </a:lnTo>
                <a:lnTo>
                  <a:pt x="946676" y="153211"/>
                </a:lnTo>
                <a:lnTo>
                  <a:pt x="892227" y="107970"/>
                </a:lnTo>
                <a:lnTo>
                  <a:pt x="832522" y="69934"/>
                </a:lnTo>
                <a:lnTo>
                  <a:pt x="768510" y="39705"/>
                </a:lnTo>
                <a:lnTo>
                  <a:pt x="701204" y="17764"/>
                </a:lnTo>
                <a:lnTo>
                  <a:pt x="631675" y="4459"/>
                </a:lnTo>
                <a:lnTo>
                  <a:pt x="561024" y="0"/>
                </a:lnTo>
                <a:lnTo>
                  <a:pt x="490373" y="4459"/>
                </a:lnTo>
                <a:lnTo>
                  <a:pt x="420844" y="17764"/>
                </a:lnTo>
                <a:lnTo>
                  <a:pt x="353538" y="39705"/>
                </a:lnTo>
                <a:lnTo>
                  <a:pt x="289526" y="69934"/>
                </a:lnTo>
                <a:lnTo>
                  <a:pt x="229821" y="107970"/>
                </a:lnTo>
                <a:lnTo>
                  <a:pt x="175372" y="153211"/>
                </a:lnTo>
                <a:lnTo>
                  <a:pt x="127042" y="204937"/>
                </a:lnTo>
                <a:lnTo>
                  <a:pt x="85599" y="262330"/>
                </a:lnTo>
                <a:lnTo>
                  <a:pt x="51700" y="324477"/>
                </a:lnTo>
                <a:lnTo>
                  <a:pt x="25883" y="390393"/>
                </a:lnTo>
                <a:lnTo>
                  <a:pt x="8558" y="459031"/>
                </a:lnTo>
                <a:lnTo>
                  <a:pt x="0" y="529303"/>
                </a:lnTo>
                <a:lnTo>
                  <a:pt x="343" y="600094"/>
                </a:lnTo>
                <a:lnTo>
                  <a:pt x="9584" y="670279"/>
                </a:lnTo>
                <a:lnTo>
                  <a:pt x="27575" y="738746"/>
                </a:lnTo>
                <a:lnTo>
                  <a:pt x="54031" y="804408"/>
                </a:lnTo>
                <a:lnTo>
                  <a:pt x="88532" y="866223"/>
                </a:lnTo>
                <a:lnTo>
                  <a:pt x="130530" y="923210"/>
                </a:lnTo>
                <a:lnTo>
                  <a:pt x="179360" y="974465"/>
                </a:lnTo>
                <a:lnTo>
                  <a:pt x="234246" y="1019175"/>
                </a:lnTo>
                <a:lnTo>
                  <a:pt x="561024" y="1771650"/>
                </a:lnTo>
                <a:close/>
              </a:path>
            </a:pathLst>
          </a:custGeom>
          <a:gradFill rotWithShape="1">
            <a:gsLst>
              <a:gs pos="0">
                <a:srgbClr val="2E7CF8"/>
              </a:gs>
              <a:gs pos="100000">
                <a:srgbClr val="33CBD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in1-hole"/>
          <p:cNvSpPr/>
          <p:nvPr/>
        </p:nvSpPr>
        <p:spPr>
          <a:xfrm>
            <a:off x="2647950" y="11610975"/>
            <a:ext cx="495300" cy="495300"/>
          </a:xfrm>
          <a:prstGeom prst="ellipse">
            <a:avLst/>
          </a:prstGeom>
          <a:solidFill>
            <a:srgbClr val="E8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in2"/>
          <p:cNvSpPr/>
          <p:nvPr/>
        </p:nvSpPr>
        <p:spPr>
          <a:xfrm>
            <a:off x="7306626" y="10725150"/>
            <a:ext cx="1122048" cy="1771650"/>
          </a:xfrm>
          <a:custGeom>
            <a:avLst/>
            <a:gdLst/>
            <a:ahLst/>
            <a:cxnLst/>
            <a:rect l="l" t="t" r="r" b="b"/>
            <a:pathLst>
              <a:path w="1122048" h="1771650">
                <a:moveTo>
                  <a:pt x="887802" y="1019175"/>
                </a:moveTo>
                <a:lnTo>
                  <a:pt x="942688" y="974465"/>
                </a:lnTo>
                <a:lnTo>
                  <a:pt x="991518" y="923210"/>
                </a:lnTo>
                <a:lnTo>
                  <a:pt x="1033516" y="866223"/>
                </a:lnTo>
                <a:lnTo>
                  <a:pt x="1068017" y="804408"/>
                </a:lnTo>
                <a:lnTo>
                  <a:pt x="1094473" y="738746"/>
                </a:lnTo>
                <a:lnTo>
                  <a:pt x="1112464" y="670279"/>
                </a:lnTo>
                <a:lnTo>
                  <a:pt x="1121705" y="600094"/>
                </a:lnTo>
                <a:lnTo>
                  <a:pt x="1122048" y="529303"/>
                </a:lnTo>
                <a:lnTo>
                  <a:pt x="1113490" y="459031"/>
                </a:lnTo>
                <a:lnTo>
                  <a:pt x="1096165" y="390393"/>
                </a:lnTo>
                <a:lnTo>
                  <a:pt x="1070348" y="324477"/>
                </a:lnTo>
                <a:lnTo>
                  <a:pt x="1036449" y="262330"/>
                </a:lnTo>
                <a:lnTo>
                  <a:pt x="995006" y="204937"/>
                </a:lnTo>
                <a:lnTo>
                  <a:pt x="946676" y="153211"/>
                </a:lnTo>
                <a:lnTo>
                  <a:pt x="892227" y="107970"/>
                </a:lnTo>
                <a:lnTo>
                  <a:pt x="832522" y="69934"/>
                </a:lnTo>
                <a:lnTo>
                  <a:pt x="768510" y="39705"/>
                </a:lnTo>
                <a:lnTo>
                  <a:pt x="701204" y="17764"/>
                </a:lnTo>
                <a:lnTo>
                  <a:pt x="631675" y="4459"/>
                </a:lnTo>
                <a:lnTo>
                  <a:pt x="561024" y="0"/>
                </a:lnTo>
                <a:lnTo>
                  <a:pt x="490373" y="4459"/>
                </a:lnTo>
                <a:lnTo>
                  <a:pt x="420844" y="17764"/>
                </a:lnTo>
                <a:lnTo>
                  <a:pt x="353538" y="39705"/>
                </a:lnTo>
                <a:lnTo>
                  <a:pt x="289526" y="69934"/>
                </a:lnTo>
                <a:lnTo>
                  <a:pt x="229821" y="107970"/>
                </a:lnTo>
                <a:lnTo>
                  <a:pt x="175372" y="153211"/>
                </a:lnTo>
                <a:lnTo>
                  <a:pt x="127042" y="204937"/>
                </a:lnTo>
                <a:lnTo>
                  <a:pt x="85599" y="262330"/>
                </a:lnTo>
                <a:lnTo>
                  <a:pt x="51700" y="324477"/>
                </a:lnTo>
                <a:lnTo>
                  <a:pt x="25883" y="390393"/>
                </a:lnTo>
                <a:lnTo>
                  <a:pt x="8558" y="459031"/>
                </a:lnTo>
                <a:lnTo>
                  <a:pt x="0" y="529303"/>
                </a:lnTo>
                <a:lnTo>
                  <a:pt x="343" y="600094"/>
                </a:lnTo>
                <a:lnTo>
                  <a:pt x="9584" y="670279"/>
                </a:lnTo>
                <a:lnTo>
                  <a:pt x="27575" y="738746"/>
                </a:lnTo>
                <a:lnTo>
                  <a:pt x="54031" y="804408"/>
                </a:lnTo>
                <a:lnTo>
                  <a:pt x="88532" y="866223"/>
                </a:lnTo>
                <a:lnTo>
                  <a:pt x="130530" y="923210"/>
                </a:lnTo>
                <a:lnTo>
                  <a:pt x="179360" y="974465"/>
                </a:lnTo>
                <a:lnTo>
                  <a:pt x="234246" y="1019175"/>
                </a:lnTo>
                <a:lnTo>
                  <a:pt x="561024" y="1771650"/>
                </a:lnTo>
                <a:close/>
              </a:path>
            </a:pathLst>
          </a:custGeom>
          <a:gradFill rotWithShape="1">
            <a:gsLst>
              <a:gs pos="0">
                <a:srgbClr val="2E7CF8"/>
              </a:gs>
              <a:gs pos="100000">
                <a:srgbClr val="33CBD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in2-hole"/>
          <p:cNvSpPr/>
          <p:nvPr/>
        </p:nvSpPr>
        <p:spPr>
          <a:xfrm>
            <a:off x="7620000" y="11039475"/>
            <a:ext cx="495300" cy="495300"/>
          </a:xfrm>
          <a:prstGeom prst="ellipse">
            <a:avLst/>
          </a:prstGeom>
          <a:solidFill>
            <a:srgbClr val="E8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in3"/>
          <p:cNvSpPr/>
          <p:nvPr/>
        </p:nvSpPr>
        <p:spPr>
          <a:xfrm>
            <a:off x="12307251" y="11010900"/>
            <a:ext cx="1122048" cy="1771650"/>
          </a:xfrm>
          <a:custGeom>
            <a:avLst/>
            <a:gdLst/>
            <a:ahLst/>
            <a:cxnLst/>
            <a:rect l="l" t="t" r="r" b="b"/>
            <a:pathLst>
              <a:path w="1122048" h="1771650">
                <a:moveTo>
                  <a:pt x="887802" y="1019175"/>
                </a:moveTo>
                <a:lnTo>
                  <a:pt x="942688" y="974465"/>
                </a:lnTo>
                <a:lnTo>
                  <a:pt x="991518" y="923210"/>
                </a:lnTo>
                <a:lnTo>
                  <a:pt x="1033516" y="866223"/>
                </a:lnTo>
                <a:lnTo>
                  <a:pt x="1068017" y="804408"/>
                </a:lnTo>
                <a:lnTo>
                  <a:pt x="1094473" y="738746"/>
                </a:lnTo>
                <a:lnTo>
                  <a:pt x="1112464" y="670279"/>
                </a:lnTo>
                <a:lnTo>
                  <a:pt x="1121705" y="600094"/>
                </a:lnTo>
                <a:lnTo>
                  <a:pt x="1122048" y="529303"/>
                </a:lnTo>
                <a:lnTo>
                  <a:pt x="1113490" y="459031"/>
                </a:lnTo>
                <a:lnTo>
                  <a:pt x="1096165" y="390393"/>
                </a:lnTo>
                <a:lnTo>
                  <a:pt x="1070348" y="324477"/>
                </a:lnTo>
                <a:lnTo>
                  <a:pt x="1036449" y="262330"/>
                </a:lnTo>
                <a:lnTo>
                  <a:pt x="995006" y="204937"/>
                </a:lnTo>
                <a:lnTo>
                  <a:pt x="946676" y="153211"/>
                </a:lnTo>
                <a:lnTo>
                  <a:pt x="892227" y="107970"/>
                </a:lnTo>
                <a:lnTo>
                  <a:pt x="832522" y="69934"/>
                </a:lnTo>
                <a:lnTo>
                  <a:pt x="768510" y="39705"/>
                </a:lnTo>
                <a:lnTo>
                  <a:pt x="701204" y="17764"/>
                </a:lnTo>
                <a:lnTo>
                  <a:pt x="631675" y="4459"/>
                </a:lnTo>
                <a:lnTo>
                  <a:pt x="561024" y="0"/>
                </a:lnTo>
                <a:lnTo>
                  <a:pt x="490373" y="4459"/>
                </a:lnTo>
                <a:lnTo>
                  <a:pt x="420844" y="17764"/>
                </a:lnTo>
                <a:lnTo>
                  <a:pt x="353538" y="39705"/>
                </a:lnTo>
                <a:lnTo>
                  <a:pt x="289526" y="69934"/>
                </a:lnTo>
                <a:lnTo>
                  <a:pt x="229821" y="107970"/>
                </a:lnTo>
                <a:lnTo>
                  <a:pt x="175372" y="153211"/>
                </a:lnTo>
                <a:lnTo>
                  <a:pt x="127042" y="204937"/>
                </a:lnTo>
                <a:lnTo>
                  <a:pt x="85599" y="262330"/>
                </a:lnTo>
                <a:lnTo>
                  <a:pt x="51700" y="324477"/>
                </a:lnTo>
                <a:lnTo>
                  <a:pt x="25883" y="390393"/>
                </a:lnTo>
                <a:lnTo>
                  <a:pt x="8558" y="459031"/>
                </a:lnTo>
                <a:lnTo>
                  <a:pt x="0" y="529303"/>
                </a:lnTo>
                <a:lnTo>
                  <a:pt x="343" y="600094"/>
                </a:lnTo>
                <a:lnTo>
                  <a:pt x="9584" y="670279"/>
                </a:lnTo>
                <a:lnTo>
                  <a:pt x="27575" y="738746"/>
                </a:lnTo>
                <a:lnTo>
                  <a:pt x="54031" y="804408"/>
                </a:lnTo>
                <a:lnTo>
                  <a:pt x="88532" y="866223"/>
                </a:lnTo>
                <a:lnTo>
                  <a:pt x="130530" y="923210"/>
                </a:lnTo>
                <a:lnTo>
                  <a:pt x="179360" y="974465"/>
                </a:lnTo>
                <a:lnTo>
                  <a:pt x="234246" y="1019175"/>
                </a:lnTo>
                <a:lnTo>
                  <a:pt x="561024" y="1771650"/>
                </a:lnTo>
                <a:close/>
              </a:path>
            </a:pathLst>
          </a:custGeom>
          <a:gradFill rotWithShape="1">
            <a:gsLst>
              <a:gs pos="0">
                <a:srgbClr val="2E7CF8"/>
              </a:gs>
              <a:gs pos="100000">
                <a:srgbClr val="33CBD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in3-hole"/>
          <p:cNvSpPr/>
          <p:nvPr/>
        </p:nvSpPr>
        <p:spPr>
          <a:xfrm>
            <a:off x="12620625" y="11325225"/>
            <a:ext cx="495300" cy="495300"/>
          </a:xfrm>
          <a:prstGeom prst="ellipse">
            <a:avLst/>
          </a:prstGeom>
          <a:solidFill>
            <a:srgbClr val="E8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in4"/>
          <p:cNvSpPr/>
          <p:nvPr/>
        </p:nvSpPr>
        <p:spPr>
          <a:xfrm>
            <a:off x="17260251" y="9010650"/>
            <a:ext cx="1122048" cy="1771650"/>
          </a:xfrm>
          <a:custGeom>
            <a:avLst/>
            <a:gdLst/>
            <a:ahLst/>
            <a:cxnLst/>
            <a:rect l="l" t="t" r="r" b="b"/>
            <a:pathLst>
              <a:path w="1122048" h="1771650">
                <a:moveTo>
                  <a:pt x="887802" y="1019175"/>
                </a:moveTo>
                <a:lnTo>
                  <a:pt x="942688" y="974465"/>
                </a:lnTo>
                <a:lnTo>
                  <a:pt x="991518" y="923210"/>
                </a:lnTo>
                <a:lnTo>
                  <a:pt x="1033516" y="866223"/>
                </a:lnTo>
                <a:lnTo>
                  <a:pt x="1068017" y="804408"/>
                </a:lnTo>
                <a:lnTo>
                  <a:pt x="1094473" y="738746"/>
                </a:lnTo>
                <a:lnTo>
                  <a:pt x="1112464" y="670279"/>
                </a:lnTo>
                <a:lnTo>
                  <a:pt x="1121705" y="600094"/>
                </a:lnTo>
                <a:lnTo>
                  <a:pt x="1122048" y="529303"/>
                </a:lnTo>
                <a:lnTo>
                  <a:pt x="1113490" y="459031"/>
                </a:lnTo>
                <a:lnTo>
                  <a:pt x="1096165" y="390393"/>
                </a:lnTo>
                <a:lnTo>
                  <a:pt x="1070348" y="324477"/>
                </a:lnTo>
                <a:lnTo>
                  <a:pt x="1036449" y="262330"/>
                </a:lnTo>
                <a:lnTo>
                  <a:pt x="995006" y="204937"/>
                </a:lnTo>
                <a:lnTo>
                  <a:pt x="946676" y="153211"/>
                </a:lnTo>
                <a:lnTo>
                  <a:pt x="892227" y="107970"/>
                </a:lnTo>
                <a:lnTo>
                  <a:pt x="832522" y="69934"/>
                </a:lnTo>
                <a:lnTo>
                  <a:pt x="768510" y="39705"/>
                </a:lnTo>
                <a:lnTo>
                  <a:pt x="701204" y="17764"/>
                </a:lnTo>
                <a:lnTo>
                  <a:pt x="631675" y="4459"/>
                </a:lnTo>
                <a:lnTo>
                  <a:pt x="561024" y="0"/>
                </a:lnTo>
                <a:lnTo>
                  <a:pt x="490373" y="4459"/>
                </a:lnTo>
                <a:lnTo>
                  <a:pt x="420844" y="17764"/>
                </a:lnTo>
                <a:lnTo>
                  <a:pt x="353538" y="39705"/>
                </a:lnTo>
                <a:lnTo>
                  <a:pt x="289526" y="69934"/>
                </a:lnTo>
                <a:lnTo>
                  <a:pt x="229821" y="107970"/>
                </a:lnTo>
                <a:lnTo>
                  <a:pt x="175372" y="153211"/>
                </a:lnTo>
                <a:lnTo>
                  <a:pt x="127042" y="204937"/>
                </a:lnTo>
                <a:lnTo>
                  <a:pt x="85599" y="262330"/>
                </a:lnTo>
                <a:lnTo>
                  <a:pt x="51700" y="324477"/>
                </a:lnTo>
                <a:lnTo>
                  <a:pt x="25883" y="390393"/>
                </a:lnTo>
                <a:lnTo>
                  <a:pt x="8558" y="459031"/>
                </a:lnTo>
                <a:lnTo>
                  <a:pt x="0" y="529303"/>
                </a:lnTo>
                <a:lnTo>
                  <a:pt x="343" y="600094"/>
                </a:lnTo>
                <a:lnTo>
                  <a:pt x="9584" y="670279"/>
                </a:lnTo>
                <a:lnTo>
                  <a:pt x="27575" y="738746"/>
                </a:lnTo>
                <a:lnTo>
                  <a:pt x="54031" y="804408"/>
                </a:lnTo>
                <a:lnTo>
                  <a:pt x="88532" y="866223"/>
                </a:lnTo>
                <a:lnTo>
                  <a:pt x="130530" y="923210"/>
                </a:lnTo>
                <a:lnTo>
                  <a:pt x="179360" y="974465"/>
                </a:lnTo>
                <a:lnTo>
                  <a:pt x="234246" y="1019175"/>
                </a:lnTo>
                <a:lnTo>
                  <a:pt x="561024" y="1771650"/>
                </a:lnTo>
                <a:close/>
              </a:path>
            </a:pathLst>
          </a:custGeom>
          <a:gradFill rotWithShape="1">
            <a:gsLst>
              <a:gs pos="0">
                <a:srgbClr val="2E7CF8"/>
              </a:gs>
              <a:gs pos="100000">
                <a:srgbClr val="33CBD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in4-hole"/>
          <p:cNvSpPr/>
          <p:nvPr/>
        </p:nvSpPr>
        <p:spPr>
          <a:xfrm>
            <a:off x="17573625" y="9324975"/>
            <a:ext cx="495300" cy="495300"/>
          </a:xfrm>
          <a:prstGeom prst="ellipse">
            <a:avLst/>
          </a:prstGeom>
          <a:solidFill>
            <a:srgbClr val="E8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in5"/>
          <p:cNvSpPr/>
          <p:nvPr/>
        </p:nvSpPr>
        <p:spPr>
          <a:xfrm>
            <a:off x="22241826" y="4772025"/>
            <a:ext cx="1122048" cy="1771650"/>
          </a:xfrm>
          <a:custGeom>
            <a:avLst/>
            <a:gdLst/>
            <a:ahLst/>
            <a:cxnLst/>
            <a:rect l="l" t="t" r="r" b="b"/>
            <a:pathLst>
              <a:path w="1122048" h="1771650">
                <a:moveTo>
                  <a:pt x="887802" y="1019175"/>
                </a:moveTo>
                <a:lnTo>
                  <a:pt x="942688" y="974465"/>
                </a:lnTo>
                <a:lnTo>
                  <a:pt x="991518" y="923210"/>
                </a:lnTo>
                <a:lnTo>
                  <a:pt x="1033516" y="866223"/>
                </a:lnTo>
                <a:lnTo>
                  <a:pt x="1068017" y="804408"/>
                </a:lnTo>
                <a:lnTo>
                  <a:pt x="1094473" y="738746"/>
                </a:lnTo>
                <a:lnTo>
                  <a:pt x="1112464" y="670279"/>
                </a:lnTo>
                <a:lnTo>
                  <a:pt x="1121705" y="600094"/>
                </a:lnTo>
                <a:lnTo>
                  <a:pt x="1122048" y="529303"/>
                </a:lnTo>
                <a:lnTo>
                  <a:pt x="1113490" y="459031"/>
                </a:lnTo>
                <a:lnTo>
                  <a:pt x="1096165" y="390393"/>
                </a:lnTo>
                <a:lnTo>
                  <a:pt x="1070348" y="324477"/>
                </a:lnTo>
                <a:lnTo>
                  <a:pt x="1036449" y="262330"/>
                </a:lnTo>
                <a:lnTo>
                  <a:pt x="995006" y="204937"/>
                </a:lnTo>
                <a:lnTo>
                  <a:pt x="946676" y="153211"/>
                </a:lnTo>
                <a:lnTo>
                  <a:pt x="892227" y="107970"/>
                </a:lnTo>
                <a:lnTo>
                  <a:pt x="832522" y="69934"/>
                </a:lnTo>
                <a:lnTo>
                  <a:pt x="768510" y="39705"/>
                </a:lnTo>
                <a:lnTo>
                  <a:pt x="701204" y="17764"/>
                </a:lnTo>
                <a:lnTo>
                  <a:pt x="631675" y="4459"/>
                </a:lnTo>
                <a:lnTo>
                  <a:pt x="561024" y="0"/>
                </a:lnTo>
                <a:lnTo>
                  <a:pt x="490373" y="4459"/>
                </a:lnTo>
                <a:lnTo>
                  <a:pt x="420844" y="17764"/>
                </a:lnTo>
                <a:lnTo>
                  <a:pt x="353538" y="39705"/>
                </a:lnTo>
                <a:lnTo>
                  <a:pt x="289526" y="69934"/>
                </a:lnTo>
                <a:lnTo>
                  <a:pt x="229821" y="107970"/>
                </a:lnTo>
                <a:lnTo>
                  <a:pt x="175372" y="153211"/>
                </a:lnTo>
                <a:lnTo>
                  <a:pt x="127042" y="204937"/>
                </a:lnTo>
                <a:lnTo>
                  <a:pt x="85599" y="262330"/>
                </a:lnTo>
                <a:lnTo>
                  <a:pt x="51700" y="324477"/>
                </a:lnTo>
                <a:lnTo>
                  <a:pt x="25883" y="390393"/>
                </a:lnTo>
                <a:lnTo>
                  <a:pt x="8558" y="459031"/>
                </a:lnTo>
                <a:lnTo>
                  <a:pt x="0" y="529303"/>
                </a:lnTo>
                <a:lnTo>
                  <a:pt x="343" y="600094"/>
                </a:lnTo>
                <a:lnTo>
                  <a:pt x="9584" y="670279"/>
                </a:lnTo>
                <a:lnTo>
                  <a:pt x="27575" y="738746"/>
                </a:lnTo>
                <a:lnTo>
                  <a:pt x="54031" y="804408"/>
                </a:lnTo>
                <a:lnTo>
                  <a:pt x="88532" y="866223"/>
                </a:lnTo>
                <a:lnTo>
                  <a:pt x="130530" y="923210"/>
                </a:lnTo>
                <a:lnTo>
                  <a:pt x="179360" y="974465"/>
                </a:lnTo>
                <a:lnTo>
                  <a:pt x="234246" y="1019175"/>
                </a:lnTo>
                <a:lnTo>
                  <a:pt x="561024" y="1771650"/>
                </a:lnTo>
                <a:close/>
              </a:path>
            </a:pathLst>
          </a:custGeom>
          <a:gradFill rotWithShape="1">
            <a:gsLst>
              <a:gs pos="0">
                <a:srgbClr val="2E7CF8"/>
              </a:gs>
              <a:gs pos="100000">
                <a:srgbClr val="33CBD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in5-hole"/>
          <p:cNvSpPr/>
          <p:nvPr/>
        </p:nvSpPr>
        <p:spPr>
          <a:xfrm>
            <a:off x="22555200" y="5086350"/>
            <a:ext cx="495300" cy="495300"/>
          </a:xfrm>
          <a:prstGeom prst="ellipse">
            <a:avLst/>
          </a:prstGeom>
          <a:solidFill>
            <a:srgbClr val="E8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" name="car" descr="_photo_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1700" y="4133850"/>
            <a:ext cx="4000500" cy="1390650"/>
          </a:xfrm>
          <a:prstGeom prst="rect">
            <a:avLst/>
          </a:prstGeom>
          <a:effectLst/>
        </p:spPr>
      </p:pic>
      <p:sp>
        <p:nvSpPr>
          <p:cNvPr id="58" name="deco-1"/>
          <p:cNvSpPr/>
          <p:nvPr/>
        </p:nvSpPr>
        <p:spPr>
          <a:xfrm>
            <a:off x="24317325" y="14925675"/>
            <a:ext cx="1809750" cy="1066800"/>
          </a:xfrm>
          <a:prstGeom prst="rect">
            <a:avLst/>
          </a:prstGeom>
          <a:solidFill>
            <a:srgbClr val="628D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deco-2"/>
          <p:cNvSpPr/>
          <p:nvPr/>
        </p:nvSpPr>
        <p:spPr>
          <a:xfrm>
            <a:off x="26631900" y="15373350"/>
            <a:ext cx="1181100" cy="942975"/>
          </a:xfrm>
          <a:prstGeom prst="rect">
            <a:avLst/>
          </a:prstGeom>
          <a:solidFill>
            <a:srgbClr val="628D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deco-3"/>
          <p:cNvSpPr/>
          <p:nvPr/>
        </p:nvSpPr>
        <p:spPr>
          <a:xfrm>
            <a:off x="27813000" y="15373350"/>
            <a:ext cx="2657475" cy="123825"/>
          </a:xfrm>
          <a:prstGeom prst="rect">
            <a:avLst/>
          </a:prstGeom>
          <a:solidFill>
            <a:srgbClr val="628D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deco-4"/>
          <p:cNvSpPr/>
          <p:nvPr/>
        </p:nvSpPr>
        <p:spPr>
          <a:xfrm>
            <a:off x="25041225" y="16316325"/>
            <a:ext cx="1543050" cy="828675"/>
          </a:xfrm>
          <a:prstGeom prst="rect">
            <a:avLst/>
          </a:prstGeom>
          <a:solidFill>
            <a:srgbClr val="628D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deco-5"/>
          <p:cNvSpPr/>
          <p:nvPr/>
        </p:nvSpPr>
        <p:spPr>
          <a:xfrm>
            <a:off x="23955375" y="16306800"/>
            <a:ext cx="857250" cy="123825"/>
          </a:xfrm>
          <a:prstGeom prst="rect">
            <a:avLst/>
          </a:prstGeom>
          <a:solidFill>
            <a:srgbClr val="628D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deco-6"/>
          <p:cNvSpPr/>
          <p:nvPr/>
        </p:nvSpPr>
        <p:spPr>
          <a:xfrm>
            <a:off x="23660100" y="16335375"/>
            <a:ext cx="114300" cy="809625"/>
          </a:xfrm>
          <a:prstGeom prst="rect">
            <a:avLst/>
          </a:prstGeom>
          <a:solidFill>
            <a:srgbClr val="628D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itle"/>
          <p:cNvSpPr txBox="1"/>
          <p:nvPr/>
        </p:nvSpPr>
        <p:spPr>
          <a:xfrm>
            <a:off x="1219200" y="1257300"/>
            <a:ext cx="12001500" cy="11334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350" b="1" i="0">
                <a:solidFill>
                  <a:srgbClr val="5D85FF"/>
                </a:solidFill>
                <a:latin typeface="Microsoft YaHei"/>
                <a:ea typeface="Microsoft YaHei"/>
                <a:cs typeface="Microsoft YaHei"/>
              </a:rPr>
              <a:t>项目全生命周期进度规划</a:t>
            </a:r>
          </a:p>
        </p:txBody>
      </p:sp>
      <p:sp>
        <p:nvSpPr>
          <p:cNvPr id="65" name="s1-title"/>
          <p:cNvSpPr txBox="1"/>
          <p:nvPr/>
        </p:nvSpPr>
        <p:spPr>
          <a:xfrm>
            <a:off x="2476500" y="6029325"/>
            <a:ext cx="2857500" cy="7048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75" b="1" i="0">
                <a:solidFill>
                  <a:srgbClr val="5D85FF"/>
                </a:solidFill>
                <a:latin typeface="Microsoft YaHei"/>
                <a:ea typeface="Microsoft YaHei"/>
                <a:cs typeface="Microsoft YaHei"/>
              </a:rPr>
              <a:t>筹备启动</a:t>
            </a:r>
          </a:p>
        </p:txBody>
      </p:sp>
      <p:sp>
        <p:nvSpPr>
          <p:cNvPr id="66" name="s1-l1"/>
          <p:cNvSpPr txBox="1"/>
          <p:nvPr/>
        </p:nvSpPr>
        <p:spPr>
          <a:xfrm>
            <a:off x="2476500" y="6896100"/>
            <a:ext cx="441960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完成招标选型，</a:t>
            </a:r>
          </a:p>
        </p:txBody>
      </p:sp>
      <p:sp>
        <p:nvSpPr>
          <p:cNvPr id="67" name="s1-l2"/>
          <p:cNvSpPr txBox="1"/>
          <p:nvPr/>
        </p:nvSpPr>
        <p:spPr>
          <a:xfrm>
            <a:off x="2476500" y="7696200"/>
            <a:ext cx="4676775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组建项目组，明</a:t>
            </a:r>
          </a:p>
        </p:txBody>
      </p:sp>
      <p:sp>
        <p:nvSpPr>
          <p:cNvPr id="68" name="s1-l3"/>
          <p:cNvSpPr txBox="1"/>
          <p:nvPr/>
        </p:nvSpPr>
        <p:spPr>
          <a:xfrm>
            <a:off x="2476500" y="8496300"/>
            <a:ext cx="468630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确各方职责与沟</a:t>
            </a:r>
          </a:p>
        </p:txBody>
      </p:sp>
      <p:sp>
        <p:nvSpPr>
          <p:cNvPr id="69" name="s1-l4"/>
          <p:cNvSpPr txBox="1"/>
          <p:nvPr/>
        </p:nvSpPr>
        <p:spPr>
          <a:xfrm>
            <a:off x="2476500" y="9296400"/>
            <a:ext cx="2047875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通机制</a:t>
            </a:r>
          </a:p>
        </p:txBody>
      </p:sp>
      <p:sp>
        <p:nvSpPr>
          <p:cNvPr id="70" name="s2-title"/>
          <p:cNvSpPr txBox="1"/>
          <p:nvPr/>
        </p:nvSpPr>
        <p:spPr>
          <a:xfrm>
            <a:off x="7419975" y="5438775"/>
            <a:ext cx="2857500" cy="7048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75" b="1" i="0">
                <a:solidFill>
                  <a:srgbClr val="5D85FF"/>
                </a:solidFill>
                <a:latin typeface="Microsoft YaHei"/>
                <a:ea typeface="Microsoft YaHei"/>
                <a:cs typeface="Microsoft YaHei"/>
              </a:rPr>
              <a:t>蓝图设计</a:t>
            </a:r>
          </a:p>
        </p:txBody>
      </p:sp>
      <p:sp>
        <p:nvSpPr>
          <p:cNvPr id="71" name="s2-l1"/>
          <p:cNvSpPr txBox="1"/>
          <p:nvPr/>
        </p:nvSpPr>
        <p:spPr>
          <a:xfrm>
            <a:off x="7419975" y="6305550"/>
            <a:ext cx="472440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深入调研业务现</a:t>
            </a:r>
          </a:p>
        </p:txBody>
      </p:sp>
      <p:sp>
        <p:nvSpPr>
          <p:cNvPr id="72" name="s2-l2"/>
          <p:cNvSpPr txBox="1"/>
          <p:nvPr/>
        </p:nvSpPr>
        <p:spPr>
          <a:xfrm>
            <a:off x="7419975" y="7105650"/>
            <a:ext cx="472440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状，输出详细解</a:t>
            </a:r>
          </a:p>
        </p:txBody>
      </p:sp>
      <p:sp>
        <p:nvSpPr>
          <p:cNvPr id="73" name="s2-l3"/>
          <p:cNvSpPr txBox="1"/>
          <p:nvPr/>
        </p:nvSpPr>
        <p:spPr>
          <a:xfrm>
            <a:off x="7419975" y="7905750"/>
            <a:ext cx="472440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决方案与系统架</a:t>
            </a:r>
          </a:p>
        </p:txBody>
      </p:sp>
      <p:sp>
        <p:nvSpPr>
          <p:cNvPr id="74" name="s2-l4"/>
          <p:cNvSpPr txBox="1"/>
          <p:nvPr/>
        </p:nvSpPr>
        <p:spPr>
          <a:xfrm>
            <a:off x="7419975" y="8705850"/>
            <a:ext cx="339090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构设计文档</a:t>
            </a:r>
          </a:p>
        </p:txBody>
      </p:sp>
      <p:sp>
        <p:nvSpPr>
          <p:cNvPr id="75" name="s3-title"/>
          <p:cNvSpPr txBox="1"/>
          <p:nvPr/>
        </p:nvSpPr>
        <p:spPr>
          <a:xfrm>
            <a:off x="12401550" y="5657850"/>
            <a:ext cx="2857500" cy="7048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75" b="1" i="0">
                <a:solidFill>
                  <a:srgbClr val="5D85FF"/>
                </a:solidFill>
                <a:latin typeface="Microsoft YaHei"/>
                <a:ea typeface="Microsoft YaHei"/>
                <a:cs typeface="Microsoft YaHei"/>
              </a:rPr>
              <a:t>系统建设</a:t>
            </a:r>
          </a:p>
        </p:txBody>
      </p:sp>
      <p:sp>
        <p:nvSpPr>
          <p:cNvPr id="76" name="s3-l1"/>
          <p:cNvSpPr txBox="1"/>
          <p:nvPr/>
        </p:nvSpPr>
        <p:spPr>
          <a:xfrm>
            <a:off x="12401550" y="6515100"/>
            <a:ext cx="4714875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分模块进行开发</a:t>
            </a:r>
          </a:p>
        </p:txBody>
      </p:sp>
      <p:sp>
        <p:nvSpPr>
          <p:cNvPr id="77" name="s3-l2"/>
          <p:cNvSpPr txBox="1"/>
          <p:nvPr/>
        </p:nvSpPr>
        <p:spPr>
          <a:xfrm>
            <a:off x="12401550" y="7315200"/>
            <a:ext cx="4657725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与单元测试，同</a:t>
            </a:r>
          </a:p>
        </p:txBody>
      </p:sp>
      <p:sp>
        <p:nvSpPr>
          <p:cNvPr id="78" name="s3-l3"/>
          <p:cNvSpPr txBox="1"/>
          <p:nvPr/>
        </p:nvSpPr>
        <p:spPr>
          <a:xfrm>
            <a:off x="12401550" y="8115300"/>
            <a:ext cx="4714875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步开展历史数据</a:t>
            </a:r>
          </a:p>
        </p:txBody>
      </p:sp>
      <p:sp>
        <p:nvSpPr>
          <p:cNvPr id="79" name="s3-l4"/>
          <p:cNvSpPr txBox="1"/>
          <p:nvPr/>
        </p:nvSpPr>
        <p:spPr>
          <a:xfrm>
            <a:off x="12401550" y="8915400"/>
            <a:ext cx="339090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清洗与迁移</a:t>
            </a:r>
          </a:p>
        </p:txBody>
      </p:sp>
      <p:sp>
        <p:nvSpPr>
          <p:cNvPr id="80" name="s4-title"/>
          <p:cNvSpPr txBox="1"/>
          <p:nvPr/>
        </p:nvSpPr>
        <p:spPr>
          <a:xfrm>
            <a:off x="17383125" y="3762375"/>
            <a:ext cx="2857500" cy="7048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75" b="1" i="0">
                <a:solidFill>
                  <a:srgbClr val="5D85FF"/>
                </a:solidFill>
                <a:latin typeface="Microsoft YaHei"/>
                <a:ea typeface="Microsoft YaHei"/>
                <a:cs typeface="Microsoft YaHei"/>
              </a:rPr>
              <a:t>上线切换</a:t>
            </a:r>
          </a:p>
        </p:txBody>
      </p:sp>
      <p:sp>
        <p:nvSpPr>
          <p:cNvPr id="81" name="s4-l1"/>
          <p:cNvSpPr txBox="1"/>
          <p:nvPr/>
        </p:nvSpPr>
        <p:spPr>
          <a:xfrm>
            <a:off x="17383125" y="4629150"/>
            <a:ext cx="4752975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完成UAT用户验</a:t>
            </a:r>
          </a:p>
        </p:txBody>
      </p:sp>
      <p:sp>
        <p:nvSpPr>
          <p:cNvPr id="82" name="s4-l2"/>
          <p:cNvSpPr txBox="1"/>
          <p:nvPr/>
        </p:nvSpPr>
        <p:spPr>
          <a:xfrm>
            <a:off x="17383125" y="5429250"/>
            <a:ext cx="4695825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收测试，进行系</a:t>
            </a:r>
          </a:p>
        </p:txBody>
      </p:sp>
      <p:sp>
        <p:nvSpPr>
          <p:cNvPr id="83" name="s4-l3"/>
          <p:cNvSpPr txBox="1"/>
          <p:nvPr/>
        </p:nvSpPr>
        <p:spPr>
          <a:xfrm>
            <a:off x="17383125" y="6229350"/>
            <a:ext cx="472440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统割接与并行运</a:t>
            </a:r>
          </a:p>
        </p:txBody>
      </p:sp>
      <p:sp>
        <p:nvSpPr>
          <p:cNvPr id="84" name="s4-l4"/>
          <p:cNvSpPr txBox="1"/>
          <p:nvPr/>
        </p:nvSpPr>
        <p:spPr>
          <a:xfrm>
            <a:off x="17383125" y="7029450"/>
            <a:ext cx="209550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行验证</a:t>
            </a:r>
          </a:p>
        </p:txBody>
      </p:sp>
      <p:sp>
        <p:nvSpPr>
          <p:cNvPr id="85" name="s5-title"/>
          <p:cNvSpPr txBox="1"/>
          <p:nvPr/>
        </p:nvSpPr>
        <p:spPr>
          <a:xfrm>
            <a:off x="23374350" y="7543800"/>
            <a:ext cx="2857500" cy="7048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575" b="1" i="0">
                <a:solidFill>
                  <a:srgbClr val="5D85FF"/>
                </a:solidFill>
                <a:latin typeface="Microsoft YaHei"/>
                <a:ea typeface="Microsoft YaHei"/>
                <a:cs typeface="Microsoft YaHei"/>
              </a:rPr>
              <a:t>运维优化</a:t>
            </a:r>
          </a:p>
        </p:txBody>
      </p:sp>
      <p:sp>
        <p:nvSpPr>
          <p:cNvPr id="86" name="s5-l1"/>
          <p:cNvSpPr txBox="1"/>
          <p:nvPr/>
        </p:nvSpPr>
        <p:spPr>
          <a:xfrm>
            <a:off x="23374350" y="8410575"/>
            <a:ext cx="443865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项目正式验收，</a:t>
            </a:r>
          </a:p>
        </p:txBody>
      </p:sp>
      <p:sp>
        <p:nvSpPr>
          <p:cNvPr id="87" name="s5-l2"/>
          <p:cNvSpPr txBox="1"/>
          <p:nvPr/>
        </p:nvSpPr>
        <p:spPr>
          <a:xfrm>
            <a:off x="23374350" y="9210675"/>
            <a:ext cx="443865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转入日常运维，</a:t>
            </a:r>
          </a:p>
        </p:txBody>
      </p:sp>
      <p:sp>
        <p:nvSpPr>
          <p:cNvPr id="88" name="s5-l3"/>
          <p:cNvSpPr txBox="1"/>
          <p:nvPr/>
        </p:nvSpPr>
        <p:spPr>
          <a:xfrm>
            <a:off x="23374350" y="10010775"/>
            <a:ext cx="472440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持续监控系统性</a:t>
            </a:r>
          </a:p>
        </p:txBody>
      </p:sp>
      <p:sp>
        <p:nvSpPr>
          <p:cNvPr id="89" name="s5-l4"/>
          <p:cNvSpPr txBox="1"/>
          <p:nvPr/>
        </p:nvSpPr>
        <p:spPr>
          <a:xfrm>
            <a:off x="23374350" y="10810875"/>
            <a:ext cx="405765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975" b="0" i="0">
                <a:solidFill>
                  <a:srgbClr val="282929"/>
                </a:solidFill>
                <a:latin typeface="Microsoft YaHei"/>
                <a:ea typeface="Microsoft YaHei"/>
                <a:cs typeface="Microsoft YaHei"/>
              </a:rPr>
              <a:t>能并进行迭代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