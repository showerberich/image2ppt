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anvas-frame"/>
          <p:cNvSpPr/>
          <p:nvPr/>
        </p:nvSpPr>
        <p:spPr>
          <a:xfrm>
            <a:off x="14288" y="33338"/>
            <a:ext cx="30441900" cy="17087850"/>
          </a:xfrm>
          <a:prstGeom prst="rect">
            <a:avLst/>
          </a:prstGeom>
          <a:noFill/>
          <a:ln w="28575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1" name="header"/>
          <p:cNvGrpSpPr/>
          <p:nvPr/>
        </p:nvGrpSpPr>
        <p:grpSpPr>
          <a:xfrm>
            <a:off x="866775" y="866775"/>
            <a:ext cx="28717875" cy="1581150"/>
            <a:chOff x="866775" y="866775"/>
            <a:chExt cx="28717875" cy="1581150"/>
          </a:xfrm>
        </p:grpSpPr>
        <p:sp>
          <p:nvSpPr>
            <p:cNvPr id="4" name="hdr-blue-panel"/>
            <p:cNvSpPr/>
            <p:nvPr/>
          </p:nvSpPr>
          <p:spPr>
            <a:xfrm>
              <a:off x="866775" y="866775"/>
              <a:ext cx="6400800" cy="1581150"/>
            </a:xfrm>
            <a:prstGeom prst="rect">
              <a:avLst/>
            </a:prstGeom>
            <a:solidFill>
              <a:srgbClr val="073E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hdr-blue-title"/>
            <p:cNvSpPr txBox="1"/>
            <p:nvPr/>
          </p:nvSpPr>
          <p:spPr>
            <a:xfrm>
              <a:off x="2755582" y="1335405"/>
              <a:ext cx="262318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制定项目计划</a:t>
              </a:r>
            </a:p>
          </p:txBody>
        </p:sp>
        <p:sp>
          <p:nvSpPr>
            <p:cNvPr id="6" name="hdr-note-panel"/>
            <p:cNvSpPr/>
            <p:nvPr/>
          </p:nvSpPr>
          <p:spPr>
            <a:xfrm>
              <a:off x="7286625" y="876300"/>
              <a:ext cx="22298025" cy="1552575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D7CCB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note-text"/>
            <p:cNvSpPr txBox="1"/>
            <p:nvPr/>
          </p:nvSpPr>
          <p:spPr>
            <a:xfrm>
              <a:off x="13107352" y="1393508"/>
              <a:ext cx="1065657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6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项目计划包括项目进度、任务工作流、资源、关键路径和网络图。</a:t>
              </a:r>
            </a:p>
          </p:txBody>
        </p:sp>
      </p:grpSp>
      <p:sp>
        <p:nvSpPr>
          <p:cNvPr id="8" name="dotted-container"/>
          <p:cNvSpPr/>
          <p:nvPr/>
        </p:nvSpPr>
        <p:spPr>
          <a:xfrm>
            <a:off x="2019300" y="5162550"/>
            <a:ext cx="19754850" cy="9277350"/>
          </a:xfrm>
          <a:prstGeom prst="rect">
            <a:avLst/>
          </a:prstGeom>
          <a:noFill/>
          <a:ln w="19050">
            <a:solidFill>
              <a:srgbClr val="19191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/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2" name="connectors"/>
          <p:cNvGrpSpPr/>
          <p:nvPr/>
        </p:nvGrpSpPr>
        <p:grpSpPr>
          <a:xfrm>
            <a:off x="4562475" y="3609975"/>
            <a:ext cx="18154650" cy="6191250"/>
            <a:chOff x="4562475" y="3609975"/>
            <a:chExt cx="18154650" cy="6191250"/>
          </a:xfrm>
        </p:grpSpPr>
        <p:cxnSp>
          <p:nvCxnSpPr>
            <p:cNvPr id="9" name="cn-A-B"/>
            <p:cNvCxnSpPr/>
            <p:nvPr/>
          </p:nvCxnSpPr>
          <p:spPr>
            <a:xfrm>
              <a:off x="7734300" y="3609975"/>
              <a:ext cx="8315325" cy="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cxnSp>
          <p:nvCxnSpPr>
            <p:cNvPr id="10" name="cn-topdown"/>
            <p:cNvCxnSpPr/>
            <p:nvPr/>
          </p:nvCxnSpPr>
          <p:spPr>
            <a:xfrm>
              <a:off x="11896725" y="3609975"/>
              <a:ext cx="0" cy="133350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sp>
          <p:nvSpPr>
            <p:cNvPr id="11" name="ah-topdown"/>
            <p:cNvSpPr/>
            <p:nvPr/>
          </p:nvSpPr>
          <p:spPr>
            <a:xfrm>
              <a:off x="11811000" y="5000625"/>
              <a:ext cx="171450" cy="209550"/>
            </a:xfrm>
            <a:custGeom>
              <a:avLst/>
              <a:gdLst/>
              <a:ahLst/>
              <a:cxnLst/>
              <a:rect l="l" t="t" r="r" b="b"/>
              <a:pathLst>
                <a:path w="171450" h="209550">
                  <a:moveTo>
                    <a:pt x="0" y="0"/>
                  </a:moveTo>
                  <a:lnTo>
                    <a:pt x="171450" y="0"/>
                  </a:lnTo>
                  <a:lnTo>
                    <a:pt x="85725" y="209550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n-C-down"/>
            <p:cNvCxnSpPr/>
            <p:nvPr/>
          </p:nvCxnSpPr>
          <p:spPr>
            <a:xfrm>
              <a:off x="11315700" y="7067550"/>
              <a:ext cx="0" cy="240030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cxnSp>
          <p:nvCxnSpPr>
            <p:cNvPr id="13" name="cn-C-D"/>
            <p:cNvCxnSpPr/>
            <p:nvPr/>
          </p:nvCxnSpPr>
          <p:spPr>
            <a:xfrm>
              <a:off x="11315700" y="8429625"/>
              <a:ext cx="2981325" cy="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sp>
          <p:nvSpPr>
            <p:cNvPr id="14" name="ah-C-D"/>
            <p:cNvSpPr/>
            <p:nvPr/>
          </p:nvSpPr>
          <p:spPr>
            <a:xfrm>
              <a:off x="14268450" y="83439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0" y="0"/>
                  </a:moveTo>
                  <a:lnTo>
                    <a:pt x="0" y="171450"/>
                  </a:lnTo>
                  <a:lnTo>
                    <a:pt x="209550" y="85725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cn-bus"/>
            <p:cNvCxnSpPr/>
            <p:nvPr/>
          </p:nvCxnSpPr>
          <p:spPr>
            <a:xfrm>
              <a:off x="4648200" y="9467850"/>
              <a:ext cx="13639800" cy="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cxnSp>
          <p:nvCxnSpPr>
            <p:cNvPr id="16" name="cn-bus-E"/>
            <p:cNvCxnSpPr/>
            <p:nvPr/>
          </p:nvCxnSpPr>
          <p:spPr>
            <a:xfrm>
              <a:off x="4648200" y="9467850"/>
              <a:ext cx="0" cy="1905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sp>
          <p:nvSpPr>
            <p:cNvPr id="17" name="ah-bus-E"/>
            <p:cNvSpPr/>
            <p:nvPr/>
          </p:nvSpPr>
          <p:spPr>
            <a:xfrm>
              <a:off x="4562475" y="9515475"/>
              <a:ext cx="171450" cy="285750"/>
            </a:xfrm>
            <a:custGeom>
              <a:avLst/>
              <a:gdLst/>
              <a:ahLst/>
              <a:cxnLst/>
              <a:rect l="l" t="t" r="r" b="b"/>
              <a:pathLst>
                <a:path w="171450" h="285750">
                  <a:moveTo>
                    <a:pt x="0" y="0"/>
                  </a:moveTo>
                  <a:lnTo>
                    <a:pt x="171450" y="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ah-bus-F"/>
            <p:cNvSpPr/>
            <p:nvPr/>
          </p:nvSpPr>
          <p:spPr>
            <a:xfrm>
              <a:off x="18192750" y="9515475"/>
              <a:ext cx="171450" cy="285750"/>
            </a:xfrm>
            <a:custGeom>
              <a:avLst/>
              <a:gdLst/>
              <a:ahLst/>
              <a:cxnLst/>
              <a:rect l="l" t="t" r="r" b="b"/>
              <a:pathLst>
                <a:path w="171450" h="285750">
                  <a:moveTo>
                    <a:pt x="0" y="0"/>
                  </a:moveTo>
                  <a:lnTo>
                    <a:pt x="171450" y="0"/>
                  </a:lnTo>
                  <a:lnTo>
                    <a:pt x="85725" y="285750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cn-G-C"/>
            <p:cNvCxnSpPr/>
            <p:nvPr/>
          </p:nvCxnSpPr>
          <p:spPr>
            <a:xfrm flipH="1">
              <a:off x="14316075" y="6343650"/>
              <a:ext cx="8401050" cy="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sp>
          <p:nvSpPr>
            <p:cNvPr id="20" name="ah-G-C"/>
            <p:cNvSpPr/>
            <p:nvPr/>
          </p:nvSpPr>
          <p:spPr>
            <a:xfrm>
              <a:off x="14211300" y="6257925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152400" y="0"/>
                  </a:moveTo>
                  <a:lnTo>
                    <a:pt x="152400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cn-G-down"/>
            <p:cNvCxnSpPr/>
            <p:nvPr/>
          </p:nvCxnSpPr>
          <p:spPr>
            <a:xfrm>
              <a:off x="20897850" y="6343650"/>
              <a:ext cx="0" cy="2085975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cxnSp>
          <p:nvCxnSpPr>
            <p:cNvPr id="22" name="cn-G-D"/>
            <p:cNvCxnSpPr/>
            <p:nvPr/>
          </p:nvCxnSpPr>
          <p:spPr>
            <a:xfrm flipH="1">
              <a:off x="20440650" y="8429625"/>
              <a:ext cx="457200" cy="0"/>
            </a:xfrm>
            <a:prstGeom prst="line">
              <a:avLst/>
            </a:prstGeom>
            <a:ln w="28575">
              <a:solidFill>
                <a:srgbClr val="19191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/>
            <a:fontRef idx="minor">
              <a:schemeClr val="tx1"/>
            </a:fontRef>
          </p:style>
        </p:cxnSp>
        <p:sp>
          <p:nvSpPr>
            <p:cNvPr id="23" name="ah-G-D"/>
            <p:cNvSpPr/>
            <p:nvPr/>
          </p:nvSpPr>
          <p:spPr>
            <a:xfrm>
              <a:off x="20259675" y="8343900"/>
              <a:ext cx="209550" cy="171450"/>
            </a:xfrm>
            <a:custGeom>
              <a:avLst/>
              <a:gdLst/>
              <a:ahLst/>
              <a:cxnLst/>
              <a:rect l="l" t="t" r="r" b="b"/>
              <a:pathLst>
                <a:path w="209550" h="171450">
                  <a:moveTo>
                    <a:pt x="209550" y="0"/>
                  </a:moveTo>
                  <a:lnTo>
                    <a:pt x="209550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91919"/>
            </a:solidFill>
            <a:ln w="9525">
              <a:solidFill>
                <a:srgbClr val="19191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" name="box-A"/>
          <p:cNvGrpSpPr/>
          <p:nvPr/>
        </p:nvGrpSpPr>
        <p:grpSpPr>
          <a:xfrm>
            <a:off x="2024062" y="2900362"/>
            <a:ext cx="5695950" cy="1419225"/>
            <a:chOff x="2024062" y="2900362"/>
            <a:chExt cx="5695950" cy="1419225"/>
          </a:xfrm>
        </p:grpSpPr>
        <p:sp>
          <p:nvSpPr>
            <p:cNvPr id="24" name="box-A-panel"/>
            <p:cNvSpPr/>
            <p:nvPr/>
          </p:nvSpPr>
          <p:spPr>
            <a:xfrm>
              <a:off x="2024062" y="2900362"/>
              <a:ext cx="5695950" cy="1419225"/>
            </a:xfrm>
            <a:prstGeom prst="roundRect">
              <a:avLst>
                <a:gd name="adj" fmla="val 9395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xt-A-1"/>
            <p:cNvSpPr txBox="1"/>
            <p:nvPr/>
          </p:nvSpPr>
          <p:spPr>
            <a:xfrm>
              <a:off x="3330892" y="3097530"/>
              <a:ext cx="308229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信息中心领导层</a:t>
              </a:r>
            </a:p>
          </p:txBody>
        </p:sp>
        <p:sp>
          <p:nvSpPr>
            <p:cNvPr id="26" name="txt-A-2"/>
            <p:cNvSpPr txBox="1"/>
            <p:nvPr/>
          </p:nvSpPr>
          <p:spPr>
            <a:xfrm>
              <a:off x="4611052" y="3545205"/>
              <a:ext cx="52197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  <p:grpSp>
        <p:nvGrpSpPr>
          <p:cNvPr id="56" name="box-B"/>
          <p:cNvGrpSpPr/>
          <p:nvPr/>
        </p:nvGrpSpPr>
        <p:grpSpPr>
          <a:xfrm>
            <a:off x="16063912" y="2900362"/>
            <a:ext cx="5705475" cy="1419225"/>
            <a:chOff x="16063912" y="2900362"/>
            <a:chExt cx="5705475" cy="1419225"/>
          </a:xfrm>
        </p:grpSpPr>
        <p:sp>
          <p:nvSpPr>
            <p:cNvPr id="27" name="box-B-panel"/>
            <p:cNvSpPr/>
            <p:nvPr/>
          </p:nvSpPr>
          <p:spPr>
            <a:xfrm>
              <a:off x="16063912" y="2900362"/>
              <a:ext cx="5705475" cy="1419225"/>
            </a:xfrm>
            <a:prstGeom prst="roundRect">
              <a:avLst>
                <a:gd name="adj" fmla="val 9395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xt-B-1"/>
            <p:cNvSpPr txBox="1"/>
            <p:nvPr/>
          </p:nvSpPr>
          <p:spPr>
            <a:xfrm>
              <a:off x="17614582" y="3107055"/>
              <a:ext cx="262318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乙方项目总监</a:t>
              </a:r>
            </a:p>
          </p:txBody>
        </p:sp>
        <p:sp>
          <p:nvSpPr>
            <p:cNvPr id="29" name="txt-B-2"/>
            <p:cNvSpPr txBox="1"/>
            <p:nvPr/>
          </p:nvSpPr>
          <p:spPr>
            <a:xfrm>
              <a:off x="18660428" y="3545205"/>
              <a:ext cx="52197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  <p:grpSp>
        <p:nvGrpSpPr>
          <p:cNvPr id="54" name="box-C"/>
          <p:cNvGrpSpPr/>
          <p:nvPr/>
        </p:nvGrpSpPr>
        <p:grpSpPr>
          <a:xfrm>
            <a:off x="8462962" y="5634038"/>
            <a:ext cx="5705475" cy="1419225"/>
            <a:chOff x="8462962" y="5634038"/>
            <a:chExt cx="5705475" cy="1419225"/>
          </a:xfrm>
        </p:grpSpPr>
        <p:sp>
          <p:nvSpPr>
            <p:cNvPr id="30" name="box-C-panel"/>
            <p:cNvSpPr/>
            <p:nvPr/>
          </p:nvSpPr>
          <p:spPr>
            <a:xfrm>
              <a:off x="8462962" y="5634038"/>
              <a:ext cx="5705475" cy="1419225"/>
            </a:xfrm>
            <a:prstGeom prst="roundRect">
              <a:avLst>
                <a:gd name="adj" fmla="val 9395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xt-C-1"/>
            <p:cNvSpPr txBox="1"/>
            <p:nvPr/>
          </p:nvSpPr>
          <p:spPr>
            <a:xfrm>
              <a:off x="10409872" y="5831205"/>
              <a:ext cx="180213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项目经理</a:t>
              </a:r>
            </a:p>
          </p:txBody>
        </p:sp>
        <p:sp>
          <p:nvSpPr>
            <p:cNvPr id="32" name="txt-C-2"/>
            <p:cNvSpPr txBox="1"/>
            <p:nvPr/>
          </p:nvSpPr>
          <p:spPr>
            <a:xfrm>
              <a:off x="11060430" y="6278880"/>
              <a:ext cx="5114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  <p:grpSp>
        <p:nvGrpSpPr>
          <p:cNvPr id="58" name="box-D"/>
          <p:cNvGrpSpPr/>
          <p:nvPr/>
        </p:nvGrpSpPr>
        <p:grpSpPr>
          <a:xfrm>
            <a:off x="22731412" y="5634038"/>
            <a:ext cx="5705475" cy="1419225"/>
            <a:chOff x="22731412" y="5634038"/>
            <a:chExt cx="5705475" cy="1419225"/>
          </a:xfrm>
        </p:grpSpPr>
        <p:sp>
          <p:nvSpPr>
            <p:cNvPr id="33" name="box-D-panel"/>
            <p:cNvSpPr/>
            <p:nvPr/>
          </p:nvSpPr>
          <p:spPr>
            <a:xfrm>
              <a:off x="22731412" y="5634038"/>
              <a:ext cx="5705475" cy="1419225"/>
            </a:xfrm>
            <a:prstGeom prst="roundRect">
              <a:avLst>
                <a:gd name="adj" fmla="val 9395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xt-D-1"/>
            <p:cNvSpPr txBox="1"/>
            <p:nvPr/>
          </p:nvSpPr>
          <p:spPr>
            <a:xfrm>
              <a:off x="23215282" y="5831205"/>
              <a:ext cx="475678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乙方运维管理顾问专家组</a:t>
              </a:r>
            </a:p>
          </p:txBody>
        </p:sp>
        <p:sp>
          <p:nvSpPr>
            <p:cNvPr id="35" name="txt-D-2"/>
            <p:cNvSpPr txBox="1"/>
            <p:nvPr/>
          </p:nvSpPr>
          <p:spPr>
            <a:xfrm>
              <a:off x="25327928" y="6278880"/>
              <a:ext cx="52197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  <p:grpSp>
        <p:nvGrpSpPr>
          <p:cNvPr id="55" name="box-E"/>
          <p:cNvGrpSpPr/>
          <p:nvPr/>
        </p:nvGrpSpPr>
        <p:grpSpPr>
          <a:xfrm>
            <a:off x="14520862" y="7720012"/>
            <a:ext cx="5695950" cy="1419225"/>
            <a:chOff x="14520862" y="7720012"/>
            <a:chExt cx="5695950" cy="1419225"/>
          </a:xfrm>
        </p:grpSpPr>
        <p:sp>
          <p:nvSpPr>
            <p:cNvPr id="36" name="box-E-panel"/>
            <p:cNvSpPr/>
            <p:nvPr/>
          </p:nvSpPr>
          <p:spPr>
            <a:xfrm>
              <a:off x="14520862" y="7720012"/>
              <a:ext cx="5695950" cy="1419225"/>
            </a:xfrm>
            <a:prstGeom prst="roundRect">
              <a:avLst>
                <a:gd name="adj" fmla="val 9395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xt-E-1"/>
            <p:cNvSpPr txBox="1"/>
            <p:nvPr/>
          </p:nvSpPr>
          <p:spPr>
            <a:xfrm>
              <a:off x="16071532" y="7917180"/>
              <a:ext cx="262318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乙方项目经理</a:t>
              </a:r>
            </a:p>
          </p:txBody>
        </p:sp>
        <p:sp>
          <p:nvSpPr>
            <p:cNvPr id="38" name="txt-E-2"/>
            <p:cNvSpPr txBox="1"/>
            <p:nvPr/>
          </p:nvSpPr>
          <p:spPr>
            <a:xfrm>
              <a:off x="17118330" y="8364855"/>
              <a:ext cx="5114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  <p:grpSp>
        <p:nvGrpSpPr>
          <p:cNvPr id="57" name="box-F"/>
          <p:cNvGrpSpPr/>
          <p:nvPr/>
        </p:nvGrpSpPr>
        <p:grpSpPr>
          <a:xfrm>
            <a:off x="2500312" y="9805988"/>
            <a:ext cx="5695950" cy="4152900"/>
            <a:chOff x="2500312" y="9805988"/>
            <a:chExt cx="5695950" cy="4152900"/>
          </a:xfrm>
        </p:grpSpPr>
        <p:sp>
          <p:nvSpPr>
            <p:cNvPr id="39" name="box-F-panel"/>
            <p:cNvSpPr/>
            <p:nvPr/>
          </p:nvSpPr>
          <p:spPr>
            <a:xfrm>
              <a:off x="2500312" y="9805988"/>
              <a:ext cx="5695950" cy="4152900"/>
            </a:xfrm>
            <a:prstGeom prst="roundRect">
              <a:avLst>
                <a:gd name="adj" fmla="val 3211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xt-F-1"/>
            <p:cNvSpPr txBox="1"/>
            <p:nvPr/>
          </p:nvSpPr>
          <p:spPr>
            <a:xfrm>
              <a:off x="3689032" y="10622280"/>
              <a:ext cx="3328035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各部门运维成员：</a:t>
              </a:r>
            </a:p>
          </p:txBody>
        </p:sp>
        <p:sp>
          <p:nvSpPr>
            <p:cNvPr id="41" name="txt-F-2"/>
            <p:cNvSpPr txBox="1"/>
            <p:nvPr/>
          </p:nvSpPr>
          <p:spPr>
            <a:xfrm>
              <a:off x="4457700" y="11117580"/>
              <a:ext cx="179165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运维：xx</a:t>
              </a:r>
            </a:p>
          </p:txBody>
        </p:sp>
        <p:sp>
          <p:nvSpPr>
            <p:cNvPr id="42" name="txt-F-3"/>
            <p:cNvSpPr txBox="1"/>
            <p:nvPr/>
          </p:nvSpPr>
          <p:spPr>
            <a:xfrm>
              <a:off x="4020502" y="11612880"/>
              <a:ext cx="265557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开发测试：xx</a:t>
              </a:r>
            </a:p>
          </p:txBody>
        </p:sp>
        <p:sp>
          <p:nvSpPr>
            <p:cNvPr id="43" name="txt-F-4"/>
            <p:cNvSpPr txBox="1"/>
            <p:nvPr/>
          </p:nvSpPr>
          <p:spPr>
            <a:xfrm>
              <a:off x="4030980" y="12127230"/>
              <a:ext cx="26450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监控服务：xx</a:t>
              </a:r>
            </a:p>
          </p:txBody>
        </p:sp>
        <p:sp>
          <p:nvSpPr>
            <p:cNvPr id="44" name="txt-F-5"/>
            <p:cNvSpPr txBox="1"/>
            <p:nvPr/>
          </p:nvSpPr>
          <p:spPr>
            <a:xfrm>
              <a:off x="4447222" y="12622530"/>
              <a:ext cx="180213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综合：xx</a:t>
              </a:r>
            </a:p>
          </p:txBody>
        </p:sp>
      </p:grpSp>
      <p:grpSp>
        <p:nvGrpSpPr>
          <p:cNvPr id="53" name="box-G"/>
          <p:cNvGrpSpPr/>
          <p:nvPr/>
        </p:nvGrpSpPr>
        <p:grpSpPr>
          <a:xfrm>
            <a:off x="14997112" y="9805988"/>
            <a:ext cx="5705475" cy="4152900"/>
            <a:chOff x="14997112" y="9805988"/>
            <a:chExt cx="5705475" cy="4152900"/>
          </a:xfrm>
        </p:grpSpPr>
        <p:sp>
          <p:nvSpPr>
            <p:cNvPr id="45" name="box-G-panel"/>
            <p:cNvSpPr/>
            <p:nvPr/>
          </p:nvSpPr>
          <p:spPr>
            <a:xfrm>
              <a:off x="14997112" y="9805988"/>
              <a:ext cx="5705475" cy="4152900"/>
            </a:xfrm>
            <a:prstGeom prst="roundRect">
              <a:avLst>
                <a:gd name="adj" fmla="val 3211"/>
              </a:avLst>
            </a:prstGeom>
            <a:solidFill>
              <a:srgbClr val="FFFFFF"/>
            </a:solidFill>
            <a:ln w="28575">
              <a:solidFill>
                <a:srgbClr val="1519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/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xt-G-1"/>
            <p:cNvSpPr txBox="1"/>
            <p:nvPr/>
          </p:nvSpPr>
          <p:spPr>
            <a:xfrm>
              <a:off x="15993428" y="10879455"/>
              <a:ext cx="372237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乙方驻场服务人员：</a:t>
              </a:r>
            </a:p>
          </p:txBody>
        </p:sp>
        <p:sp>
          <p:nvSpPr>
            <p:cNvPr id="47" name="txt-G-2"/>
            <p:cNvSpPr txBox="1"/>
            <p:nvPr/>
          </p:nvSpPr>
          <p:spPr>
            <a:xfrm>
              <a:off x="17594580" y="11317605"/>
              <a:ext cx="5114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  <p:sp>
          <p:nvSpPr>
            <p:cNvPr id="48" name="txt-G-3"/>
            <p:cNvSpPr txBox="1"/>
            <p:nvPr/>
          </p:nvSpPr>
          <p:spPr>
            <a:xfrm>
              <a:off x="17594580" y="11812905"/>
              <a:ext cx="5114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  <p:sp>
          <p:nvSpPr>
            <p:cNvPr id="49" name="txt-G-4"/>
            <p:cNvSpPr txBox="1"/>
            <p:nvPr/>
          </p:nvSpPr>
          <p:spPr>
            <a:xfrm>
              <a:off x="17594580" y="12317730"/>
              <a:ext cx="511492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xx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