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7286625" y="929640"/>
            <a:ext cx="22293262" cy="1552575"/>
          </a:xfrm>
          <a:prstGeom prst="rect">
            <a:avLst/>
          </a:prstGeom>
          <a:solidFill>
            <a:srgbClr val="FFFFFF"/>
          </a:solidFill>
          <a:ln w="38100">
            <a:solidFill>
              <a:srgbClr val="D6C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box"/>
          <p:cNvSpPr/>
          <p:nvPr/>
        </p:nvSpPr>
        <p:spPr>
          <a:xfrm>
            <a:off x="866775" y="914400"/>
            <a:ext cx="6381750" cy="1562100"/>
          </a:xfrm>
          <a:prstGeom prst="rect">
            <a:avLst/>
          </a:prstGeom>
          <a:solidFill>
            <a:srgbClr val="013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title"/>
          <p:cNvSpPr txBox="1"/>
          <p:nvPr/>
        </p:nvSpPr>
        <p:spPr>
          <a:xfrm>
            <a:off x="866775" y="866775"/>
            <a:ext cx="6381750" cy="1562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9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会议总结</a:t>
            </a:r>
          </a:p>
        </p:txBody>
      </p:sp>
      <p:sp>
        <p:nvSpPr>
          <p:cNvPr id="6" name="curve-1"/>
          <p:cNvSpPr/>
          <p:nvPr/>
        </p:nvSpPr>
        <p:spPr>
          <a:xfrm>
            <a:off x="9544050" y="5724525"/>
            <a:ext cx="2800350" cy="1507807"/>
          </a:xfrm>
          <a:custGeom>
            <a:avLst/>
            <a:gdLst/>
            <a:ahLst/>
            <a:cxnLst/>
            <a:rect l="l" t="t" r="r" b="b"/>
            <a:pathLst>
              <a:path w="2800350" h="1507807">
                <a:moveTo>
                  <a:pt x="13335" y="1507807"/>
                </a:moveTo>
                <a:lnTo>
                  <a:pt x="7620" y="1462087"/>
                </a:lnTo>
                <a:lnTo>
                  <a:pt x="2858" y="1416367"/>
                </a:lnTo>
                <a:lnTo>
                  <a:pt x="952" y="1370647"/>
                </a:lnTo>
                <a:lnTo>
                  <a:pt x="0" y="1323975"/>
                </a:lnTo>
                <a:lnTo>
                  <a:pt x="952" y="1277303"/>
                </a:lnTo>
                <a:lnTo>
                  <a:pt x="2858" y="1231583"/>
                </a:lnTo>
                <a:lnTo>
                  <a:pt x="7620" y="1185863"/>
                </a:lnTo>
                <a:lnTo>
                  <a:pt x="13335" y="1140143"/>
                </a:lnTo>
                <a:lnTo>
                  <a:pt x="20002" y="1094423"/>
                </a:lnTo>
                <a:lnTo>
                  <a:pt x="28575" y="1048703"/>
                </a:lnTo>
                <a:lnTo>
                  <a:pt x="39052" y="1003935"/>
                </a:lnTo>
                <a:lnTo>
                  <a:pt x="51435" y="959167"/>
                </a:lnTo>
                <a:lnTo>
                  <a:pt x="64770" y="914400"/>
                </a:lnTo>
                <a:lnTo>
                  <a:pt x="80010" y="871537"/>
                </a:lnTo>
                <a:lnTo>
                  <a:pt x="96202" y="827723"/>
                </a:lnTo>
                <a:lnTo>
                  <a:pt x="114300" y="785813"/>
                </a:lnTo>
                <a:lnTo>
                  <a:pt x="134302" y="743903"/>
                </a:lnTo>
                <a:lnTo>
                  <a:pt x="155258" y="701993"/>
                </a:lnTo>
                <a:lnTo>
                  <a:pt x="177165" y="661987"/>
                </a:lnTo>
                <a:lnTo>
                  <a:pt x="200978" y="621983"/>
                </a:lnTo>
                <a:lnTo>
                  <a:pt x="226695" y="583883"/>
                </a:lnTo>
                <a:lnTo>
                  <a:pt x="252412" y="545783"/>
                </a:lnTo>
                <a:lnTo>
                  <a:pt x="280988" y="508635"/>
                </a:lnTo>
                <a:lnTo>
                  <a:pt x="309562" y="473393"/>
                </a:lnTo>
                <a:lnTo>
                  <a:pt x="340042" y="438150"/>
                </a:lnTo>
                <a:lnTo>
                  <a:pt x="371475" y="403860"/>
                </a:lnTo>
                <a:lnTo>
                  <a:pt x="403860" y="371475"/>
                </a:lnTo>
                <a:lnTo>
                  <a:pt x="438150" y="340043"/>
                </a:lnTo>
                <a:lnTo>
                  <a:pt x="473392" y="309563"/>
                </a:lnTo>
                <a:lnTo>
                  <a:pt x="508635" y="280987"/>
                </a:lnTo>
                <a:lnTo>
                  <a:pt x="545782" y="252413"/>
                </a:lnTo>
                <a:lnTo>
                  <a:pt x="583882" y="226695"/>
                </a:lnTo>
                <a:lnTo>
                  <a:pt x="621982" y="200977"/>
                </a:lnTo>
                <a:lnTo>
                  <a:pt x="661988" y="177165"/>
                </a:lnTo>
                <a:lnTo>
                  <a:pt x="701992" y="155257"/>
                </a:lnTo>
                <a:lnTo>
                  <a:pt x="743902" y="134303"/>
                </a:lnTo>
                <a:lnTo>
                  <a:pt x="785812" y="114300"/>
                </a:lnTo>
                <a:lnTo>
                  <a:pt x="827722" y="96203"/>
                </a:lnTo>
                <a:lnTo>
                  <a:pt x="871538" y="80010"/>
                </a:lnTo>
                <a:lnTo>
                  <a:pt x="914400" y="64770"/>
                </a:lnTo>
                <a:lnTo>
                  <a:pt x="959168" y="51435"/>
                </a:lnTo>
                <a:lnTo>
                  <a:pt x="1003935" y="39053"/>
                </a:lnTo>
                <a:lnTo>
                  <a:pt x="1048702" y="28575"/>
                </a:lnTo>
                <a:lnTo>
                  <a:pt x="1094422" y="20003"/>
                </a:lnTo>
                <a:lnTo>
                  <a:pt x="1140142" y="13335"/>
                </a:lnTo>
                <a:lnTo>
                  <a:pt x="1185862" y="7620"/>
                </a:lnTo>
                <a:lnTo>
                  <a:pt x="1231582" y="2857"/>
                </a:lnTo>
                <a:lnTo>
                  <a:pt x="1277302" y="953"/>
                </a:lnTo>
                <a:lnTo>
                  <a:pt x="1323975" y="0"/>
                </a:lnTo>
                <a:lnTo>
                  <a:pt x="1370648" y="953"/>
                </a:lnTo>
                <a:lnTo>
                  <a:pt x="1416368" y="2857"/>
                </a:lnTo>
                <a:lnTo>
                  <a:pt x="1462088" y="7620"/>
                </a:lnTo>
                <a:lnTo>
                  <a:pt x="1507808" y="13335"/>
                </a:lnTo>
                <a:lnTo>
                  <a:pt x="1553528" y="20003"/>
                </a:lnTo>
                <a:lnTo>
                  <a:pt x="1599248" y="28575"/>
                </a:lnTo>
                <a:lnTo>
                  <a:pt x="1644015" y="39053"/>
                </a:lnTo>
                <a:lnTo>
                  <a:pt x="1688782" y="51435"/>
                </a:lnTo>
                <a:lnTo>
                  <a:pt x="1733550" y="64770"/>
                </a:lnTo>
                <a:lnTo>
                  <a:pt x="1776412" y="80010"/>
                </a:lnTo>
                <a:lnTo>
                  <a:pt x="1820228" y="96203"/>
                </a:lnTo>
                <a:lnTo>
                  <a:pt x="1862138" y="114300"/>
                </a:lnTo>
                <a:lnTo>
                  <a:pt x="1904048" y="134303"/>
                </a:lnTo>
                <a:lnTo>
                  <a:pt x="1945958" y="155257"/>
                </a:lnTo>
                <a:lnTo>
                  <a:pt x="1985962" y="177165"/>
                </a:lnTo>
                <a:lnTo>
                  <a:pt x="2025968" y="200977"/>
                </a:lnTo>
                <a:lnTo>
                  <a:pt x="2064068" y="226695"/>
                </a:lnTo>
                <a:lnTo>
                  <a:pt x="2102168" y="252413"/>
                </a:lnTo>
                <a:lnTo>
                  <a:pt x="2139315" y="280987"/>
                </a:lnTo>
                <a:lnTo>
                  <a:pt x="2174558" y="309563"/>
                </a:lnTo>
                <a:lnTo>
                  <a:pt x="2209800" y="340043"/>
                </a:lnTo>
                <a:lnTo>
                  <a:pt x="2244090" y="371475"/>
                </a:lnTo>
                <a:lnTo>
                  <a:pt x="2276475" y="403860"/>
                </a:lnTo>
                <a:lnTo>
                  <a:pt x="2307908" y="438150"/>
                </a:lnTo>
                <a:lnTo>
                  <a:pt x="2338388" y="473393"/>
                </a:lnTo>
                <a:lnTo>
                  <a:pt x="2527935" y="313373"/>
                </a:lnTo>
                <a:lnTo>
                  <a:pt x="2800350" y="638175"/>
                </a:lnTo>
                <a:lnTo>
                  <a:pt x="1907858" y="834390"/>
                </a:lnTo>
                <a:lnTo>
                  <a:pt x="2031682" y="729615"/>
                </a:lnTo>
                <a:lnTo>
                  <a:pt x="2010728" y="705803"/>
                </a:lnTo>
                <a:lnTo>
                  <a:pt x="1988820" y="681990"/>
                </a:lnTo>
                <a:lnTo>
                  <a:pt x="1965960" y="659130"/>
                </a:lnTo>
                <a:lnTo>
                  <a:pt x="1942148" y="637223"/>
                </a:lnTo>
                <a:lnTo>
                  <a:pt x="1918335" y="616267"/>
                </a:lnTo>
                <a:lnTo>
                  <a:pt x="1892618" y="596265"/>
                </a:lnTo>
                <a:lnTo>
                  <a:pt x="1866900" y="576263"/>
                </a:lnTo>
                <a:lnTo>
                  <a:pt x="1840230" y="558165"/>
                </a:lnTo>
                <a:lnTo>
                  <a:pt x="1813560" y="540067"/>
                </a:lnTo>
                <a:lnTo>
                  <a:pt x="1785938" y="523875"/>
                </a:lnTo>
                <a:lnTo>
                  <a:pt x="1757362" y="508635"/>
                </a:lnTo>
                <a:lnTo>
                  <a:pt x="1728788" y="493395"/>
                </a:lnTo>
                <a:lnTo>
                  <a:pt x="1700212" y="480060"/>
                </a:lnTo>
                <a:lnTo>
                  <a:pt x="1669732" y="467677"/>
                </a:lnTo>
                <a:lnTo>
                  <a:pt x="1640205" y="455295"/>
                </a:lnTo>
                <a:lnTo>
                  <a:pt x="1609725" y="444817"/>
                </a:lnTo>
                <a:lnTo>
                  <a:pt x="1578292" y="436245"/>
                </a:lnTo>
                <a:lnTo>
                  <a:pt x="1547812" y="427673"/>
                </a:lnTo>
                <a:lnTo>
                  <a:pt x="1516380" y="420053"/>
                </a:lnTo>
                <a:lnTo>
                  <a:pt x="1483995" y="414337"/>
                </a:lnTo>
                <a:lnTo>
                  <a:pt x="1452562" y="408623"/>
                </a:lnTo>
                <a:lnTo>
                  <a:pt x="1420178" y="404813"/>
                </a:lnTo>
                <a:lnTo>
                  <a:pt x="1388745" y="401955"/>
                </a:lnTo>
                <a:lnTo>
                  <a:pt x="1356360" y="401003"/>
                </a:lnTo>
                <a:lnTo>
                  <a:pt x="1323975" y="400050"/>
                </a:lnTo>
                <a:lnTo>
                  <a:pt x="1291590" y="401003"/>
                </a:lnTo>
                <a:lnTo>
                  <a:pt x="1259205" y="401955"/>
                </a:lnTo>
                <a:lnTo>
                  <a:pt x="1227772" y="404813"/>
                </a:lnTo>
                <a:lnTo>
                  <a:pt x="1195388" y="408623"/>
                </a:lnTo>
                <a:lnTo>
                  <a:pt x="1163955" y="414337"/>
                </a:lnTo>
                <a:lnTo>
                  <a:pt x="1131570" y="420053"/>
                </a:lnTo>
                <a:lnTo>
                  <a:pt x="1100138" y="427673"/>
                </a:lnTo>
                <a:lnTo>
                  <a:pt x="1069658" y="436245"/>
                </a:lnTo>
                <a:lnTo>
                  <a:pt x="1038225" y="444817"/>
                </a:lnTo>
                <a:lnTo>
                  <a:pt x="1007745" y="455295"/>
                </a:lnTo>
                <a:lnTo>
                  <a:pt x="978218" y="467677"/>
                </a:lnTo>
                <a:lnTo>
                  <a:pt x="947738" y="480060"/>
                </a:lnTo>
                <a:lnTo>
                  <a:pt x="919162" y="493395"/>
                </a:lnTo>
                <a:lnTo>
                  <a:pt x="890588" y="508635"/>
                </a:lnTo>
                <a:lnTo>
                  <a:pt x="862012" y="523875"/>
                </a:lnTo>
                <a:lnTo>
                  <a:pt x="834390" y="540067"/>
                </a:lnTo>
                <a:lnTo>
                  <a:pt x="807720" y="558165"/>
                </a:lnTo>
                <a:lnTo>
                  <a:pt x="781050" y="576263"/>
                </a:lnTo>
                <a:lnTo>
                  <a:pt x="755332" y="596265"/>
                </a:lnTo>
                <a:lnTo>
                  <a:pt x="729615" y="616267"/>
                </a:lnTo>
                <a:lnTo>
                  <a:pt x="705802" y="637223"/>
                </a:lnTo>
                <a:lnTo>
                  <a:pt x="681990" y="659130"/>
                </a:lnTo>
                <a:lnTo>
                  <a:pt x="659130" y="681990"/>
                </a:lnTo>
                <a:lnTo>
                  <a:pt x="637222" y="705803"/>
                </a:lnTo>
                <a:lnTo>
                  <a:pt x="616268" y="729615"/>
                </a:lnTo>
                <a:lnTo>
                  <a:pt x="596265" y="755333"/>
                </a:lnTo>
                <a:lnTo>
                  <a:pt x="576262" y="781050"/>
                </a:lnTo>
                <a:lnTo>
                  <a:pt x="558165" y="807720"/>
                </a:lnTo>
                <a:lnTo>
                  <a:pt x="540068" y="834390"/>
                </a:lnTo>
                <a:lnTo>
                  <a:pt x="523875" y="862013"/>
                </a:lnTo>
                <a:lnTo>
                  <a:pt x="508635" y="890587"/>
                </a:lnTo>
                <a:lnTo>
                  <a:pt x="493395" y="919163"/>
                </a:lnTo>
                <a:lnTo>
                  <a:pt x="480060" y="947737"/>
                </a:lnTo>
                <a:lnTo>
                  <a:pt x="467678" y="978217"/>
                </a:lnTo>
                <a:lnTo>
                  <a:pt x="455295" y="1007745"/>
                </a:lnTo>
                <a:lnTo>
                  <a:pt x="444818" y="1038225"/>
                </a:lnTo>
                <a:lnTo>
                  <a:pt x="436245" y="1069657"/>
                </a:lnTo>
                <a:lnTo>
                  <a:pt x="427672" y="1100137"/>
                </a:lnTo>
                <a:lnTo>
                  <a:pt x="420052" y="1131570"/>
                </a:lnTo>
                <a:lnTo>
                  <a:pt x="414338" y="1163955"/>
                </a:lnTo>
                <a:lnTo>
                  <a:pt x="408622" y="1195387"/>
                </a:lnTo>
                <a:lnTo>
                  <a:pt x="404812" y="1227773"/>
                </a:lnTo>
                <a:lnTo>
                  <a:pt x="401955" y="1259205"/>
                </a:lnTo>
                <a:lnTo>
                  <a:pt x="401002" y="1291590"/>
                </a:lnTo>
                <a:lnTo>
                  <a:pt x="400050" y="1323975"/>
                </a:lnTo>
                <a:lnTo>
                  <a:pt x="401002" y="1356360"/>
                </a:lnTo>
                <a:lnTo>
                  <a:pt x="401955" y="1388745"/>
                </a:lnTo>
                <a:lnTo>
                  <a:pt x="404812" y="1420177"/>
                </a:lnTo>
                <a:lnTo>
                  <a:pt x="408622" y="1452563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urve-2"/>
          <p:cNvSpPr/>
          <p:nvPr/>
        </p:nvSpPr>
        <p:spPr>
          <a:xfrm>
            <a:off x="17907000" y="4733925"/>
            <a:ext cx="2800350" cy="1507807"/>
          </a:xfrm>
          <a:custGeom>
            <a:avLst/>
            <a:gdLst/>
            <a:ahLst/>
            <a:cxnLst/>
            <a:rect l="l" t="t" r="r" b="b"/>
            <a:pathLst>
              <a:path w="2800350" h="1507807">
                <a:moveTo>
                  <a:pt x="13335" y="1507807"/>
                </a:moveTo>
                <a:lnTo>
                  <a:pt x="7620" y="1462087"/>
                </a:lnTo>
                <a:lnTo>
                  <a:pt x="2858" y="1416367"/>
                </a:lnTo>
                <a:lnTo>
                  <a:pt x="952" y="1370647"/>
                </a:lnTo>
                <a:lnTo>
                  <a:pt x="0" y="1323975"/>
                </a:lnTo>
                <a:lnTo>
                  <a:pt x="952" y="1277303"/>
                </a:lnTo>
                <a:lnTo>
                  <a:pt x="2858" y="1231583"/>
                </a:lnTo>
                <a:lnTo>
                  <a:pt x="7620" y="1185863"/>
                </a:lnTo>
                <a:lnTo>
                  <a:pt x="13335" y="1140143"/>
                </a:lnTo>
                <a:lnTo>
                  <a:pt x="20002" y="1094423"/>
                </a:lnTo>
                <a:lnTo>
                  <a:pt x="28575" y="1048703"/>
                </a:lnTo>
                <a:lnTo>
                  <a:pt x="39052" y="1003935"/>
                </a:lnTo>
                <a:lnTo>
                  <a:pt x="51435" y="959167"/>
                </a:lnTo>
                <a:lnTo>
                  <a:pt x="64770" y="914400"/>
                </a:lnTo>
                <a:lnTo>
                  <a:pt x="80010" y="871537"/>
                </a:lnTo>
                <a:lnTo>
                  <a:pt x="96202" y="827723"/>
                </a:lnTo>
                <a:lnTo>
                  <a:pt x="114300" y="785813"/>
                </a:lnTo>
                <a:lnTo>
                  <a:pt x="134302" y="743903"/>
                </a:lnTo>
                <a:lnTo>
                  <a:pt x="155258" y="701993"/>
                </a:lnTo>
                <a:lnTo>
                  <a:pt x="177165" y="661987"/>
                </a:lnTo>
                <a:lnTo>
                  <a:pt x="200978" y="621983"/>
                </a:lnTo>
                <a:lnTo>
                  <a:pt x="226695" y="583883"/>
                </a:lnTo>
                <a:lnTo>
                  <a:pt x="252412" y="545783"/>
                </a:lnTo>
                <a:lnTo>
                  <a:pt x="280988" y="508635"/>
                </a:lnTo>
                <a:lnTo>
                  <a:pt x="309562" y="473393"/>
                </a:lnTo>
                <a:lnTo>
                  <a:pt x="340042" y="438150"/>
                </a:lnTo>
                <a:lnTo>
                  <a:pt x="371475" y="403860"/>
                </a:lnTo>
                <a:lnTo>
                  <a:pt x="403860" y="371475"/>
                </a:lnTo>
                <a:lnTo>
                  <a:pt x="438150" y="340043"/>
                </a:lnTo>
                <a:lnTo>
                  <a:pt x="473392" y="309563"/>
                </a:lnTo>
                <a:lnTo>
                  <a:pt x="508635" y="280987"/>
                </a:lnTo>
                <a:lnTo>
                  <a:pt x="545782" y="252413"/>
                </a:lnTo>
                <a:lnTo>
                  <a:pt x="583882" y="226695"/>
                </a:lnTo>
                <a:lnTo>
                  <a:pt x="621982" y="200977"/>
                </a:lnTo>
                <a:lnTo>
                  <a:pt x="661988" y="177165"/>
                </a:lnTo>
                <a:lnTo>
                  <a:pt x="701992" y="155257"/>
                </a:lnTo>
                <a:lnTo>
                  <a:pt x="743902" y="134303"/>
                </a:lnTo>
                <a:lnTo>
                  <a:pt x="785812" y="114300"/>
                </a:lnTo>
                <a:lnTo>
                  <a:pt x="827722" y="96203"/>
                </a:lnTo>
                <a:lnTo>
                  <a:pt x="871538" y="80010"/>
                </a:lnTo>
                <a:lnTo>
                  <a:pt x="914400" y="64770"/>
                </a:lnTo>
                <a:lnTo>
                  <a:pt x="959168" y="51435"/>
                </a:lnTo>
                <a:lnTo>
                  <a:pt x="1003935" y="39053"/>
                </a:lnTo>
                <a:lnTo>
                  <a:pt x="1048702" y="28575"/>
                </a:lnTo>
                <a:lnTo>
                  <a:pt x="1094422" y="20003"/>
                </a:lnTo>
                <a:lnTo>
                  <a:pt x="1140142" y="13335"/>
                </a:lnTo>
                <a:lnTo>
                  <a:pt x="1185862" y="7620"/>
                </a:lnTo>
                <a:lnTo>
                  <a:pt x="1231582" y="2857"/>
                </a:lnTo>
                <a:lnTo>
                  <a:pt x="1277302" y="953"/>
                </a:lnTo>
                <a:lnTo>
                  <a:pt x="1323975" y="0"/>
                </a:lnTo>
                <a:lnTo>
                  <a:pt x="1370648" y="953"/>
                </a:lnTo>
                <a:lnTo>
                  <a:pt x="1416368" y="2857"/>
                </a:lnTo>
                <a:lnTo>
                  <a:pt x="1462088" y="7620"/>
                </a:lnTo>
                <a:lnTo>
                  <a:pt x="1507808" y="13335"/>
                </a:lnTo>
                <a:lnTo>
                  <a:pt x="1553528" y="20003"/>
                </a:lnTo>
                <a:lnTo>
                  <a:pt x="1599248" y="28575"/>
                </a:lnTo>
                <a:lnTo>
                  <a:pt x="1644015" y="39053"/>
                </a:lnTo>
                <a:lnTo>
                  <a:pt x="1688782" y="51435"/>
                </a:lnTo>
                <a:lnTo>
                  <a:pt x="1733550" y="64770"/>
                </a:lnTo>
                <a:lnTo>
                  <a:pt x="1776412" y="80010"/>
                </a:lnTo>
                <a:lnTo>
                  <a:pt x="1820228" y="96203"/>
                </a:lnTo>
                <a:lnTo>
                  <a:pt x="1862138" y="114300"/>
                </a:lnTo>
                <a:lnTo>
                  <a:pt x="1904048" y="134303"/>
                </a:lnTo>
                <a:lnTo>
                  <a:pt x="1945958" y="155257"/>
                </a:lnTo>
                <a:lnTo>
                  <a:pt x="1985962" y="177165"/>
                </a:lnTo>
                <a:lnTo>
                  <a:pt x="2025968" y="200977"/>
                </a:lnTo>
                <a:lnTo>
                  <a:pt x="2064068" y="226695"/>
                </a:lnTo>
                <a:lnTo>
                  <a:pt x="2102168" y="252413"/>
                </a:lnTo>
                <a:lnTo>
                  <a:pt x="2139315" y="280987"/>
                </a:lnTo>
                <a:lnTo>
                  <a:pt x="2174558" y="309563"/>
                </a:lnTo>
                <a:lnTo>
                  <a:pt x="2209800" y="340043"/>
                </a:lnTo>
                <a:lnTo>
                  <a:pt x="2244090" y="371475"/>
                </a:lnTo>
                <a:lnTo>
                  <a:pt x="2276475" y="403860"/>
                </a:lnTo>
                <a:lnTo>
                  <a:pt x="2307908" y="438150"/>
                </a:lnTo>
                <a:lnTo>
                  <a:pt x="2338388" y="473393"/>
                </a:lnTo>
                <a:lnTo>
                  <a:pt x="2527935" y="313373"/>
                </a:lnTo>
                <a:lnTo>
                  <a:pt x="2800350" y="638175"/>
                </a:lnTo>
                <a:lnTo>
                  <a:pt x="1907858" y="834390"/>
                </a:lnTo>
                <a:lnTo>
                  <a:pt x="2031682" y="729615"/>
                </a:lnTo>
                <a:lnTo>
                  <a:pt x="2010728" y="705803"/>
                </a:lnTo>
                <a:lnTo>
                  <a:pt x="1988820" y="681990"/>
                </a:lnTo>
                <a:lnTo>
                  <a:pt x="1965960" y="659130"/>
                </a:lnTo>
                <a:lnTo>
                  <a:pt x="1942148" y="637223"/>
                </a:lnTo>
                <a:lnTo>
                  <a:pt x="1918335" y="616267"/>
                </a:lnTo>
                <a:lnTo>
                  <a:pt x="1892618" y="596265"/>
                </a:lnTo>
                <a:lnTo>
                  <a:pt x="1866900" y="576263"/>
                </a:lnTo>
                <a:lnTo>
                  <a:pt x="1840230" y="558165"/>
                </a:lnTo>
                <a:lnTo>
                  <a:pt x="1813560" y="540067"/>
                </a:lnTo>
                <a:lnTo>
                  <a:pt x="1785938" y="523875"/>
                </a:lnTo>
                <a:lnTo>
                  <a:pt x="1757362" y="508635"/>
                </a:lnTo>
                <a:lnTo>
                  <a:pt x="1728788" y="493395"/>
                </a:lnTo>
                <a:lnTo>
                  <a:pt x="1700212" y="480060"/>
                </a:lnTo>
                <a:lnTo>
                  <a:pt x="1669732" y="467677"/>
                </a:lnTo>
                <a:lnTo>
                  <a:pt x="1640205" y="455295"/>
                </a:lnTo>
                <a:lnTo>
                  <a:pt x="1609725" y="444817"/>
                </a:lnTo>
                <a:lnTo>
                  <a:pt x="1578292" y="436245"/>
                </a:lnTo>
                <a:lnTo>
                  <a:pt x="1547812" y="427673"/>
                </a:lnTo>
                <a:lnTo>
                  <a:pt x="1516380" y="420053"/>
                </a:lnTo>
                <a:lnTo>
                  <a:pt x="1483995" y="414337"/>
                </a:lnTo>
                <a:lnTo>
                  <a:pt x="1452562" y="408623"/>
                </a:lnTo>
                <a:lnTo>
                  <a:pt x="1420178" y="404813"/>
                </a:lnTo>
                <a:lnTo>
                  <a:pt x="1388745" y="401955"/>
                </a:lnTo>
                <a:lnTo>
                  <a:pt x="1356360" y="401003"/>
                </a:lnTo>
                <a:lnTo>
                  <a:pt x="1323975" y="400050"/>
                </a:lnTo>
                <a:lnTo>
                  <a:pt x="1291590" y="401003"/>
                </a:lnTo>
                <a:lnTo>
                  <a:pt x="1259205" y="401955"/>
                </a:lnTo>
                <a:lnTo>
                  <a:pt x="1227772" y="404813"/>
                </a:lnTo>
                <a:lnTo>
                  <a:pt x="1195388" y="408623"/>
                </a:lnTo>
                <a:lnTo>
                  <a:pt x="1163955" y="414337"/>
                </a:lnTo>
                <a:lnTo>
                  <a:pt x="1131570" y="420053"/>
                </a:lnTo>
                <a:lnTo>
                  <a:pt x="1100138" y="427673"/>
                </a:lnTo>
                <a:lnTo>
                  <a:pt x="1069658" y="436245"/>
                </a:lnTo>
                <a:lnTo>
                  <a:pt x="1038225" y="444817"/>
                </a:lnTo>
                <a:lnTo>
                  <a:pt x="1007745" y="455295"/>
                </a:lnTo>
                <a:lnTo>
                  <a:pt x="978218" y="467677"/>
                </a:lnTo>
                <a:lnTo>
                  <a:pt x="947738" y="480060"/>
                </a:lnTo>
                <a:lnTo>
                  <a:pt x="919162" y="493395"/>
                </a:lnTo>
                <a:lnTo>
                  <a:pt x="890588" y="508635"/>
                </a:lnTo>
                <a:lnTo>
                  <a:pt x="862012" y="523875"/>
                </a:lnTo>
                <a:lnTo>
                  <a:pt x="834390" y="540067"/>
                </a:lnTo>
                <a:lnTo>
                  <a:pt x="807720" y="558165"/>
                </a:lnTo>
                <a:lnTo>
                  <a:pt x="781050" y="576263"/>
                </a:lnTo>
                <a:lnTo>
                  <a:pt x="755332" y="596265"/>
                </a:lnTo>
                <a:lnTo>
                  <a:pt x="729615" y="616267"/>
                </a:lnTo>
                <a:lnTo>
                  <a:pt x="705802" y="637223"/>
                </a:lnTo>
                <a:lnTo>
                  <a:pt x="681990" y="659130"/>
                </a:lnTo>
                <a:lnTo>
                  <a:pt x="659130" y="681990"/>
                </a:lnTo>
                <a:lnTo>
                  <a:pt x="637222" y="705803"/>
                </a:lnTo>
                <a:lnTo>
                  <a:pt x="616268" y="729615"/>
                </a:lnTo>
                <a:lnTo>
                  <a:pt x="596265" y="755333"/>
                </a:lnTo>
                <a:lnTo>
                  <a:pt x="576262" y="781050"/>
                </a:lnTo>
                <a:lnTo>
                  <a:pt x="558165" y="807720"/>
                </a:lnTo>
                <a:lnTo>
                  <a:pt x="540068" y="834390"/>
                </a:lnTo>
                <a:lnTo>
                  <a:pt x="523875" y="862013"/>
                </a:lnTo>
                <a:lnTo>
                  <a:pt x="508635" y="890587"/>
                </a:lnTo>
                <a:lnTo>
                  <a:pt x="493395" y="919163"/>
                </a:lnTo>
                <a:lnTo>
                  <a:pt x="480060" y="947737"/>
                </a:lnTo>
                <a:lnTo>
                  <a:pt x="467678" y="978217"/>
                </a:lnTo>
                <a:lnTo>
                  <a:pt x="455295" y="1007745"/>
                </a:lnTo>
                <a:lnTo>
                  <a:pt x="444818" y="1038225"/>
                </a:lnTo>
                <a:lnTo>
                  <a:pt x="436245" y="1069657"/>
                </a:lnTo>
                <a:lnTo>
                  <a:pt x="427672" y="1100137"/>
                </a:lnTo>
                <a:lnTo>
                  <a:pt x="420052" y="1131570"/>
                </a:lnTo>
                <a:lnTo>
                  <a:pt x="414338" y="1163955"/>
                </a:lnTo>
                <a:lnTo>
                  <a:pt x="408622" y="1195387"/>
                </a:lnTo>
                <a:lnTo>
                  <a:pt x="404812" y="1227773"/>
                </a:lnTo>
                <a:lnTo>
                  <a:pt x="401955" y="1259205"/>
                </a:lnTo>
                <a:lnTo>
                  <a:pt x="401002" y="1291590"/>
                </a:lnTo>
                <a:lnTo>
                  <a:pt x="400050" y="1323975"/>
                </a:lnTo>
                <a:lnTo>
                  <a:pt x="401002" y="1356360"/>
                </a:lnTo>
                <a:lnTo>
                  <a:pt x="401955" y="1388745"/>
                </a:lnTo>
                <a:lnTo>
                  <a:pt x="404812" y="1420177"/>
                </a:lnTo>
                <a:lnTo>
                  <a:pt x="408622" y="1452563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1-arrow"/>
          <p:cNvSpPr/>
          <p:nvPr/>
        </p:nvSpPr>
        <p:spPr>
          <a:xfrm>
            <a:off x="3457575" y="7705725"/>
            <a:ext cx="7286625" cy="2324100"/>
          </a:xfrm>
          <a:custGeom>
            <a:avLst/>
            <a:gdLst/>
            <a:ahLst/>
            <a:cxnLst/>
            <a:rect l="l" t="t" r="r" b="b"/>
            <a:pathLst>
              <a:path w="7286625" h="2324100">
                <a:moveTo>
                  <a:pt x="0" y="428625"/>
                </a:moveTo>
                <a:lnTo>
                  <a:pt x="5695950" y="428625"/>
                </a:lnTo>
                <a:lnTo>
                  <a:pt x="5695950" y="0"/>
                </a:lnTo>
                <a:lnTo>
                  <a:pt x="7286625" y="1162050"/>
                </a:lnTo>
                <a:lnTo>
                  <a:pt x="5695950" y="2324100"/>
                </a:lnTo>
                <a:lnTo>
                  <a:pt x="569595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467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1-label"/>
          <p:cNvSpPr txBox="1"/>
          <p:nvPr/>
        </p:nvSpPr>
        <p:spPr>
          <a:xfrm>
            <a:off x="4819650" y="8320088"/>
            <a:ext cx="2971800" cy="1095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10" name="st2-arrow"/>
          <p:cNvSpPr/>
          <p:nvPr/>
        </p:nvSpPr>
        <p:spPr>
          <a:xfrm>
            <a:off x="11572875" y="6781800"/>
            <a:ext cx="7286625" cy="2324100"/>
          </a:xfrm>
          <a:custGeom>
            <a:avLst/>
            <a:gdLst/>
            <a:ahLst/>
            <a:cxnLst/>
            <a:rect l="l" t="t" r="r" b="b"/>
            <a:pathLst>
              <a:path w="7286625" h="2324100">
                <a:moveTo>
                  <a:pt x="0" y="428625"/>
                </a:moveTo>
                <a:lnTo>
                  <a:pt x="5695950" y="428625"/>
                </a:lnTo>
                <a:lnTo>
                  <a:pt x="5695950" y="0"/>
                </a:lnTo>
                <a:lnTo>
                  <a:pt x="7286625" y="1162050"/>
                </a:lnTo>
                <a:lnTo>
                  <a:pt x="5695950" y="2324100"/>
                </a:lnTo>
                <a:lnTo>
                  <a:pt x="5695950" y="1895475"/>
                </a:lnTo>
                <a:lnTo>
                  <a:pt x="0" y="1895475"/>
                </a:lnTo>
                <a:close/>
              </a:path>
            </a:pathLst>
          </a:custGeom>
          <a:solidFill>
            <a:srgbClr val="FEC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2-label"/>
          <p:cNvSpPr txBox="1"/>
          <p:nvPr/>
        </p:nvSpPr>
        <p:spPr>
          <a:xfrm>
            <a:off x="13620750" y="7396162"/>
            <a:ext cx="1600200" cy="1095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2" name="st3-arrow"/>
          <p:cNvSpPr/>
          <p:nvPr/>
        </p:nvSpPr>
        <p:spPr>
          <a:xfrm>
            <a:off x="19688175" y="5848350"/>
            <a:ext cx="7286625" cy="2333625"/>
          </a:xfrm>
          <a:custGeom>
            <a:avLst/>
            <a:gdLst/>
            <a:ahLst/>
            <a:cxnLst/>
            <a:rect l="l" t="t" r="r" b="b"/>
            <a:pathLst>
              <a:path w="7286625" h="2333625">
                <a:moveTo>
                  <a:pt x="0" y="428625"/>
                </a:moveTo>
                <a:lnTo>
                  <a:pt x="5695950" y="428625"/>
                </a:lnTo>
                <a:lnTo>
                  <a:pt x="5695950" y="0"/>
                </a:lnTo>
                <a:lnTo>
                  <a:pt x="7286625" y="1166812"/>
                </a:lnTo>
                <a:lnTo>
                  <a:pt x="5695950" y="2333625"/>
                </a:lnTo>
                <a:lnTo>
                  <a:pt x="569595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79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3-label"/>
          <p:cNvSpPr txBox="1"/>
          <p:nvPr/>
        </p:nvSpPr>
        <p:spPr>
          <a:xfrm>
            <a:off x="21736050" y="6467475"/>
            <a:ext cx="1600200" cy="1095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措施</a:t>
            </a:r>
          </a:p>
        </p:txBody>
      </p:sp>
      <p:cxnSp>
        <p:nvCxnSpPr>
          <p:cNvPr id="14" name="sep-1"/>
          <p:cNvCxnSpPr/>
          <p:nvPr/>
        </p:nvCxnSpPr>
        <p:spPr>
          <a:xfrm>
            <a:off x="11177588" y="6800850"/>
            <a:ext cx="0" cy="5962650"/>
          </a:xfrm>
          <a:prstGeom prst="line">
            <a:avLst/>
          </a:prstGeom>
          <a:ln w="28575">
            <a:solidFill>
              <a:srgbClr val="A0A0A0"/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ep-2"/>
          <p:cNvCxnSpPr/>
          <p:nvPr/>
        </p:nvCxnSpPr>
        <p:spPr>
          <a:xfrm>
            <a:off x="19302412" y="6076950"/>
            <a:ext cx="0" cy="6724650"/>
          </a:xfrm>
          <a:prstGeom prst="line">
            <a:avLst/>
          </a:prstGeom>
          <a:ln w="28575">
            <a:solidFill>
              <a:srgbClr val="A0A0A0"/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ead-1"/>
          <p:cNvSpPr txBox="1"/>
          <p:nvPr/>
        </p:nvSpPr>
        <p:spPr>
          <a:xfrm>
            <a:off x="3543300" y="10625138"/>
            <a:ext cx="2476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17" name="head-2"/>
          <p:cNvSpPr txBox="1"/>
          <p:nvPr/>
        </p:nvSpPr>
        <p:spPr>
          <a:xfrm>
            <a:off x="11658600" y="9815512"/>
            <a:ext cx="1333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8" name="head-3"/>
          <p:cNvSpPr txBox="1"/>
          <p:nvPr/>
        </p:nvSpPr>
        <p:spPr>
          <a:xfrm>
            <a:off x="19773900" y="9010650"/>
            <a:ext cx="1333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措施</a:t>
            </a:r>
          </a:p>
        </p:txBody>
      </p:sp>
      <p:grpSp>
        <p:nvGrpSpPr>
          <p:cNvPr id="73" name="d1-1"/>
          <p:cNvGrpSpPr/>
          <p:nvPr/>
        </p:nvGrpSpPr>
        <p:grpSpPr>
          <a:xfrm>
            <a:off x="3573780" y="11930062"/>
            <a:ext cx="510540" cy="57150"/>
            <a:chOff x="3573780" y="11930062"/>
            <a:chExt cx="510540" cy="57150"/>
          </a:xfrm>
        </p:grpSpPr>
        <p:sp>
          <p:nvSpPr>
            <p:cNvPr id="19" name="d1-1-p1"/>
            <p:cNvSpPr/>
            <p:nvPr/>
          </p:nvSpPr>
          <p:spPr>
            <a:xfrm>
              <a:off x="3573780" y="119300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1-1-p2"/>
            <p:cNvSpPr/>
            <p:nvPr/>
          </p:nvSpPr>
          <p:spPr>
            <a:xfrm>
              <a:off x="3669030" y="119300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1-1-p3"/>
            <p:cNvSpPr/>
            <p:nvPr/>
          </p:nvSpPr>
          <p:spPr>
            <a:xfrm>
              <a:off x="3764280" y="119300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1-1-p4"/>
            <p:cNvSpPr/>
            <p:nvPr/>
          </p:nvSpPr>
          <p:spPr>
            <a:xfrm>
              <a:off x="3859530" y="119300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1-1-p5"/>
            <p:cNvSpPr/>
            <p:nvPr/>
          </p:nvSpPr>
          <p:spPr>
            <a:xfrm>
              <a:off x="3954780" y="119300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1-1-p6"/>
            <p:cNvSpPr/>
            <p:nvPr/>
          </p:nvSpPr>
          <p:spPr>
            <a:xfrm>
              <a:off x="4050030" y="119300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d1-2"/>
          <p:cNvGrpSpPr/>
          <p:nvPr/>
        </p:nvGrpSpPr>
        <p:grpSpPr>
          <a:xfrm>
            <a:off x="3573780" y="12644438"/>
            <a:ext cx="510540" cy="57150"/>
            <a:chOff x="3573780" y="12644438"/>
            <a:chExt cx="510540" cy="57150"/>
          </a:xfrm>
        </p:grpSpPr>
        <p:sp>
          <p:nvSpPr>
            <p:cNvPr id="25" name="d1-2-p1"/>
            <p:cNvSpPr/>
            <p:nvPr/>
          </p:nvSpPr>
          <p:spPr>
            <a:xfrm>
              <a:off x="3573780" y="12644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1-2-p2"/>
            <p:cNvSpPr/>
            <p:nvPr/>
          </p:nvSpPr>
          <p:spPr>
            <a:xfrm>
              <a:off x="3669030" y="12644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1-2-p3"/>
            <p:cNvSpPr/>
            <p:nvPr/>
          </p:nvSpPr>
          <p:spPr>
            <a:xfrm>
              <a:off x="3764280" y="12644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d1-2-p4"/>
            <p:cNvSpPr/>
            <p:nvPr/>
          </p:nvSpPr>
          <p:spPr>
            <a:xfrm>
              <a:off x="3859530" y="12644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1-2-p5"/>
            <p:cNvSpPr/>
            <p:nvPr/>
          </p:nvSpPr>
          <p:spPr>
            <a:xfrm>
              <a:off x="3954780" y="12644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d1-2-p6"/>
            <p:cNvSpPr/>
            <p:nvPr/>
          </p:nvSpPr>
          <p:spPr>
            <a:xfrm>
              <a:off x="4050030" y="12644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" name="d1-3"/>
          <p:cNvGrpSpPr/>
          <p:nvPr/>
        </p:nvGrpSpPr>
        <p:grpSpPr>
          <a:xfrm>
            <a:off x="3573780" y="13358812"/>
            <a:ext cx="510540" cy="57150"/>
            <a:chOff x="3573780" y="13358812"/>
            <a:chExt cx="510540" cy="57150"/>
          </a:xfrm>
        </p:grpSpPr>
        <p:sp>
          <p:nvSpPr>
            <p:cNvPr id="31" name="d1-3-p1"/>
            <p:cNvSpPr/>
            <p:nvPr/>
          </p:nvSpPr>
          <p:spPr>
            <a:xfrm>
              <a:off x="3573780" y="13358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d1-3-p2"/>
            <p:cNvSpPr/>
            <p:nvPr/>
          </p:nvSpPr>
          <p:spPr>
            <a:xfrm>
              <a:off x="3669030" y="13358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d1-3-p3"/>
            <p:cNvSpPr/>
            <p:nvPr/>
          </p:nvSpPr>
          <p:spPr>
            <a:xfrm>
              <a:off x="3764280" y="13358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d1-3-p4"/>
            <p:cNvSpPr/>
            <p:nvPr/>
          </p:nvSpPr>
          <p:spPr>
            <a:xfrm>
              <a:off x="3859530" y="13358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d1-3-p5"/>
            <p:cNvSpPr/>
            <p:nvPr/>
          </p:nvSpPr>
          <p:spPr>
            <a:xfrm>
              <a:off x="3954780" y="13358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d1-3-p6"/>
            <p:cNvSpPr/>
            <p:nvPr/>
          </p:nvSpPr>
          <p:spPr>
            <a:xfrm>
              <a:off x="4050030" y="13358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d2-1"/>
          <p:cNvGrpSpPr/>
          <p:nvPr/>
        </p:nvGrpSpPr>
        <p:grpSpPr>
          <a:xfrm>
            <a:off x="11684318" y="11120438"/>
            <a:ext cx="510540" cy="57150"/>
            <a:chOff x="11684318" y="11120438"/>
            <a:chExt cx="510540" cy="57150"/>
          </a:xfrm>
        </p:grpSpPr>
        <p:sp>
          <p:nvSpPr>
            <p:cNvPr id="37" name="d2-1-p1"/>
            <p:cNvSpPr/>
            <p:nvPr/>
          </p:nvSpPr>
          <p:spPr>
            <a:xfrm>
              <a:off x="11684318" y="11120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d2-1-p2"/>
            <p:cNvSpPr/>
            <p:nvPr/>
          </p:nvSpPr>
          <p:spPr>
            <a:xfrm>
              <a:off x="11779568" y="11120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d2-1-p3"/>
            <p:cNvSpPr/>
            <p:nvPr/>
          </p:nvSpPr>
          <p:spPr>
            <a:xfrm>
              <a:off x="11874818" y="11120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d2-1-p4"/>
            <p:cNvSpPr/>
            <p:nvPr/>
          </p:nvSpPr>
          <p:spPr>
            <a:xfrm>
              <a:off x="11970068" y="11120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d2-1-p5"/>
            <p:cNvSpPr/>
            <p:nvPr/>
          </p:nvSpPr>
          <p:spPr>
            <a:xfrm>
              <a:off x="12065318" y="11120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d2-1-p6"/>
            <p:cNvSpPr/>
            <p:nvPr/>
          </p:nvSpPr>
          <p:spPr>
            <a:xfrm>
              <a:off x="12160568" y="1112043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d2-2"/>
          <p:cNvGrpSpPr/>
          <p:nvPr/>
        </p:nvGrpSpPr>
        <p:grpSpPr>
          <a:xfrm>
            <a:off x="11684318" y="11834812"/>
            <a:ext cx="510540" cy="57150"/>
            <a:chOff x="11684318" y="11834812"/>
            <a:chExt cx="510540" cy="57150"/>
          </a:xfrm>
        </p:grpSpPr>
        <p:sp>
          <p:nvSpPr>
            <p:cNvPr id="43" name="d2-2-p1"/>
            <p:cNvSpPr/>
            <p:nvPr/>
          </p:nvSpPr>
          <p:spPr>
            <a:xfrm>
              <a:off x="11684318" y="11834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d2-2-p2"/>
            <p:cNvSpPr/>
            <p:nvPr/>
          </p:nvSpPr>
          <p:spPr>
            <a:xfrm>
              <a:off x="11779568" y="11834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2-2-p3"/>
            <p:cNvSpPr/>
            <p:nvPr/>
          </p:nvSpPr>
          <p:spPr>
            <a:xfrm>
              <a:off x="11874818" y="11834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d2-2-p4"/>
            <p:cNvSpPr/>
            <p:nvPr/>
          </p:nvSpPr>
          <p:spPr>
            <a:xfrm>
              <a:off x="11970068" y="11834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d2-2-p5"/>
            <p:cNvSpPr/>
            <p:nvPr/>
          </p:nvSpPr>
          <p:spPr>
            <a:xfrm>
              <a:off x="12065318" y="11834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d2-2-p6"/>
            <p:cNvSpPr/>
            <p:nvPr/>
          </p:nvSpPr>
          <p:spPr>
            <a:xfrm>
              <a:off x="12160568" y="1183481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" name="d2-3"/>
          <p:cNvGrpSpPr/>
          <p:nvPr/>
        </p:nvGrpSpPr>
        <p:grpSpPr>
          <a:xfrm>
            <a:off x="11684318" y="12549188"/>
            <a:ext cx="510540" cy="57150"/>
            <a:chOff x="11684318" y="12549188"/>
            <a:chExt cx="510540" cy="57150"/>
          </a:xfrm>
        </p:grpSpPr>
        <p:sp>
          <p:nvSpPr>
            <p:cNvPr id="49" name="d2-3-p1"/>
            <p:cNvSpPr/>
            <p:nvPr/>
          </p:nvSpPr>
          <p:spPr>
            <a:xfrm>
              <a:off x="11684318" y="12549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d2-3-p2"/>
            <p:cNvSpPr/>
            <p:nvPr/>
          </p:nvSpPr>
          <p:spPr>
            <a:xfrm>
              <a:off x="11779568" y="12549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d2-3-p3"/>
            <p:cNvSpPr/>
            <p:nvPr/>
          </p:nvSpPr>
          <p:spPr>
            <a:xfrm>
              <a:off x="11874818" y="12549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d2-3-p4"/>
            <p:cNvSpPr/>
            <p:nvPr/>
          </p:nvSpPr>
          <p:spPr>
            <a:xfrm>
              <a:off x="11970068" y="12549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d2-3-p5"/>
            <p:cNvSpPr/>
            <p:nvPr/>
          </p:nvSpPr>
          <p:spPr>
            <a:xfrm>
              <a:off x="12065318" y="12549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d2-3-p6"/>
            <p:cNvSpPr/>
            <p:nvPr/>
          </p:nvSpPr>
          <p:spPr>
            <a:xfrm>
              <a:off x="12160568" y="12549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d3-1"/>
          <p:cNvGrpSpPr/>
          <p:nvPr/>
        </p:nvGrpSpPr>
        <p:grpSpPr>
          <a:xfrm>
            <a:off x="19804380" y="11025188"/>
            <a:ext cx="510540" cy="57150"/>
            <a:chOff x="19804380" y="11025188"/>
            <a:chExt cx="510540" cy="57150"/>
          </a:xfrm>
        </p:grpSpPr>
        <p:sp>
          <p:nvSpPr>
            <p:cNvPr id="55" name="d3-1-p1"/>
            <p:cNvSpPr/>
            <p:nvPr/>
          </p:nvSpPr>
          <p:spPr>
            <a:xfrm>
              <a:off x="19804380" y="11025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d3-1-p2"/>
            <p:cNvSpPr/>
            <p:nvPr/>
          </p:nvSpPr>
          <p:spPr>
            <a:xfrm>
              <a:off x="19899630" y="11025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d3-1-p3"/>
            <p:cNvSpPr/>
            <p:nvPr/>
          </p:nvSpPr>
          <p:spPr>
            <a:xfrm>
              <a:off x="19994880" y="11025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d3-1-p4"/>
            <p:cNvSpPr/>
            <p:nvPr/>
          </p:nvSpPr>
          <p:spPr>
            <a:xfrm>
              <a:off x="20090130" y="11025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d3-1-p5"/>
            <p:cNvSpPr/>
            <p:nvPr/>
          </p:nvSpPr>
          <p:spPr>
            <a:xfrm>
              <a:off x="20185380" y="11025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d3-1-p6"/>
            <p:cNvSpPr/>
            <p:nvPr/>
          </p:nvSpPr>
          <p:spPr>
            <a:xfrm>
              <a:off x="20280630" y="11025188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d3-2"/>
          <p:cNvGrpSpPr/>
          <p:nvPr/>
        </p:nvGrpSpPr>
        <p:grpSpPr>
          <a:xfrm>
            <a:off x="19804380" y="11739562"/>
            <a:ext cx="510540" cy="57150"/>
            <a:chOff x="19804380" y="11739562"/>
            <a:chExt cx="510540" cy="57150"/>
          </a:xfrm>
        </p:grpSpPr>
        <p:sp>
          <p:nvSpPr>
            <p:cNvPr id="61" name="d3-2-p1"/>
            <p:cNvSpPr/>
            <p:nvPr/>
          </p:nvSpPr>
          <p:spPr>
            <a:xfrm>
              <a:off x="19804380" y="117395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d3-2-p2"/>
            <p:cNvSpPr/>
            <p:nvPr/>
          </p:nvSpPr>
          <p:spPr>
            <a:xfrm>
              <a:off x="19899630" y="117395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d3-2-p3"/>
            <p:cNvSpPr/>
            <p:nvPr/>
          </p:nvSpPr>
          <p:spPr>
            <a:xfrm>
              <a:off x="19994880" y="117395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d3-2-p4"/>
            <p:cNvSpPr/>
            <p:nvPr/>
          </p:nvSpPr>
          <p:spPr>
            <a:xfrm>
              <a:off x="20090130" y="117395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d3-2-p5"/>
            <p:cNvSpPr/>
            <p:nvPr/>
          </p:nvSpPr>
          <p:spPr>
            <a:xfrm>
              <a:off x="20185380" y="117395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d3-2-p6"/>
            <p:cNvSpPr/>
            <p:nvPr/>
          </p:nvSpPr>
          <p:spPr>
            <a:xfrm>
              <a:off x="20280630" y="11739562"/>
              <a:ext cx="34290" cy="57150"/>
            </a:xfrm>
            <a:prstGeom prst="ellipse">
              <a:avLst/>
            </a:prstGeom>
            <a:solidFill>
              <a:srgbClr val="ABA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