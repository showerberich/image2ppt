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013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panel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013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main"/>
          <p:cNvSpPr txBox="1"/>
          <p:nvPr/>
        </p:nvSpPr>
        <p:spPr>
          <a:xfrm>
            <a:off x="3429000" y="4467225"/>
            <a:ext cx="23774400" cy="365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高效的项目启动会模板</a:t>
            </a:r>
          </a:p>
        </p:txBody>
      </p:sp>
      <p:grpSp>
        <p:nvGrpSpPr>
          <p:cNvPr id="9" name="sub-ppt-group"/>
          <p:cNvGrpSpPr/>
          <p:nvPr/>
        </p:nvGrpSpPr>
        <p:grpSpPr>
          <a:xfrm>
            <a:off x="3429000" y="7515225"/>
            <a:ext cx="8444865" cy="3657600"/>
            <a:chOff x="3429000" y="7515225"/>
            <a:chExt cx="8444865" cy="3657600"/>
          </a:xfrm>
        </p:grpSpPr>
        <p:sp>
          <p:nvSpPr>
            <p:cNvPr id="5" name="sub-paren-l"/>
            <p:cNvSpPr txBox="1"/>
            <p:nvPr/>
          </p:nvSpPr>
          <p:spPr>
            <a:xfrm>
              <a:off x="3429000" y="7515225"/>
              <a:ext cx="2377440" cy="3657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（</a:t>
              </a:r>
            </a:p>
          </p:txBody>
        </p:sp>
        <p:sp>
          <p:nvSpPr>
            <p:cNvPr id="6" name="sub-ppt"/>
            <p:cNvSpPr txBox="1"/>
            <p:nvPr/>
          </p:nvSpPr>
          <p:spPr>
            <a:xfrm>
              <a:off x="5715000" y="7515225"/>
              <a:ext cx="4381500" cy="3657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ppt</a:t>
              </a:r>
            </a:p>
          </p:txBody>
        </p:sp>
        <p:sp>
          <p:nvSpPr>
            <p:cNvPr id="7" name="sub-paren-r"/>
            <p:cNvSpPr txBox="1"/>
            <p:nvPr/>
          </p:nvSpPr>
          <p:spPr>
            <a:xfrm>
              <a:off x="9496425" y="7515225"/>
              <a:ext cx="2377440" cy="3657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