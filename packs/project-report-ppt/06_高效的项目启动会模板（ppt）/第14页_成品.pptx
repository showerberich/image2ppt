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-rule"/>
          <p:cNvSpPr/>
          <p:nvPr/>
        </p:nvSpPr>
        <p:spPr>
          <a:xfrm>
            <a:off x="0" y="28575"/>
            <a:ext cx="30470475" cy="28575"/>
          </a:xfrm>
          <a:prstGeom prst="rect">
            <a:avLst/>
          </a:prstGeom>
          <a:solidFill>
            <a:srgbClr val="818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banner"/>
          <p:cNvGrpSpPr/>
          <p:nvPr/>
        </p:nvGrpSpPr>
        <p:grpSpPr>
          <a:xfrm>
            <a:off x="862012" y="942975"/>
            <a:ext cx="28713113" cy="1571625"/>
            <a:chOff x="862012" y="942975"/>
            <a:chExt cx="28713113" cy="1571625"/>
          </a:xfrm>
        </p:grpSpPr>
        <p:sp>
          <p:nvSpPr>
            <p:cNvPr id="4" name="banner-panel"/>
            <p:cNvSpPr/>
            <p:nvPr/>
          </p:nvSpPr>
          <p:spPr>
            <a:xfrm>
              <a:off x="876300" y="942975"/>
              <a:ext cx="28698825" cy="1552575"/>
            </a:xfrm>
            <a:prstGeom prst="rect">
              <a:avLst/>
            </a:prstGeom>
            <a:solidFill>
              <a:srgbClr val="FFFFFF"/>
            </a:solidFill>
            <a:ln w="47625">
              <a:solidFill>
                <a:srgbClr val="D8CBB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anner-label-bg"/>
            <p:cNvSpPr/>
            <p:nvPr/>
          </p:nvSpPr>
          <p:spPr>
            <a:xfrm>
              <a:off x="862012" y="942975"/>
              <a:ext cx="6405562" cy="1571625"/>
            </a:xfrm>
            <a:prstGeom prst="rect">
              <a:avLst/>
            </a:prstGeom>
            <a:solidFill>
              <a:srgbClr val="013F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banner-label"/>
            <p:cNvSpPr txBox="1"/>
            <p:nvPr/>
          </p:nvSpPr>
          <p:spPr>
            <a:xfrm>
              <a:off x="2552700" y="1390650"/>
              <a:ext cx="30480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项目合作协议</a:t>
              </a:r>
            </a:p>
          </p:txBody>
        </p:sp>
        <p:sp>
          <p:nvSpPr>
            <p:cNvPr id="7" name="banner-desc"/>
            <p:cNvSpPr txBox="1"/>
            <p:nvPr/>
          </p:nvSpPr>
          <p:spPr>
            <a:xfrm>
              <a:off x="10353675" y="1419225"/>
              <a:ext cx="161925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632" b="0" i="0">
                  <a:solidFill>
                    <a:srgbClr val="383838"/>
                  </a:solidFill>
                  <a:latin typeface="Microsoft YaHei"/>
                  <a:ea typeface="Microsoft YaHei"/>
                  <a:cs typeface="Microsoft YaHei"/>
                </a:rPr>
                <a:t>与项目团队成员合作起草一份【项目合作协议】，创建待办事项列表、甘特图、管理问题和管理项目预算。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