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banner"/>
          <p:cNvSpPr/>
          <p:nvPr/>
        </p:nvSpPr>
        <p:spPr>
          <a:xfrm>
            <a:off x="914400" y="942975"/>
            <a:ext cx="28727400" cy="1590675"/>
          </a:xfrm>
          <a:prstGeom prst="rect">
            <a:avLst/>
          </a:prstGeom>
          <a:solidFill>
            <a:srgbClr val="FFFFFF"/>
          </a:solidFill>
          <a:ln w="42862">
            <a:solidFill>
              <a:srgbClr val="D8CB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anner-tab"/>
          <p:cNvSpPr/>
          <p:nvPr/>
        </p:nvSpPr>
        <p:spPr>
          <a:xfrm>
            <a:off x="914400" y="942975"/>
            <a:ext cx="6381750" cy="1590675"/>
          </a:xfrm>
          <a:prstGeom prst="rect">
            <a:avLst/>
          </a:prstGeom>
          <a:solidFill>
            <a:srgbClr val="013F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anner-tab-text"/>
          <p:cNvSpPr txBox="1"/>
          <p:nvPr/>
        </p:nvSpPr>
        <p:spPr>
          <a:xfrm>
            <a:off x="914400" y="1400175"/>
            <a:ext cx="63817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前言</a:t>
            </a:r>
          </a:p>
        </p:txBody>
      </p:sp>
      <p:sp>
        <p:nvSpPr>
          <p:cNvPr id="6" name="banner-text"/>
          <p:cNvSpPr txBox="1"/>
          <p:nvPr/>
        </p:nvSpPr>
        <p:spPr>
          <a:xfrm>
            <a:off x="13658850" y="1473994"/>
            <a:ext cx="9861232" cy="5000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3A3A3A"/>
                </a:solidFill>
                <a:latin typeface="Microsoft YaHei"/>
                <a:ea typeface="Microsoft YaHei"/>
                <a:cs typeface="Microsoft YaHei"/>
              </a:rPr>
              <a:t>项目组织架构做个简要介绍，并把本次参会人员时长做个简短说明</a:t>
            </a:r>
          </a:p>
        </p:txBody>
      </p:sp>
      <p:sp>
        <p:nvSpPr>
          <p:cNvPr id="7" name="ring-outer"/>
          <p:cNvSpPr/>
          <p:nvPr/>
        </p:nvSpPr>
        <p:spPr>
          <a:xfrm>
            <a:off x="2495550" y="4191000"/>
            <a:ext cx="5981700" cy="5981700"/>
          </a:xfrm>
          <a:prstGeom prst="ellipse">
            <a:avLst/>
          </a:prstGeom>
          <a:solidFill>
            <a:srgbClr val="EFF2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ing-mid"/>
          <p:cNvSpPr/>
          <p:nvPr/>
        </p:nvSpPr>
        <p:spPr>
          <a:xfrm>
            <a:off x="3028950" y="4724400"/>
            <a:ext cx="4914900" cy="4914900"/>
          </a:xfrm>
          <a:prstGeom prst="ellipse">
            <a:avLst/>
          </a:prstGeom>
          <a:solidFill>
            <a:srgbClr val="D9E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ing-core"/>
          <p:cNvSpPr/>
          <p:nvPr/>
        </p:nvSpPr>
        <p:spPr>
          <a:xfrm>
            <a:off x="3514725" y="5210175"/>
            <a:ext cx="3943350" cy="3943350"/>
          </a:xfrm>
          <a:prstGeom prst="ellipse">
            <a:avLst/>
          </a:prstGeom>
          <a:solidFill>
            <a:srgbClr val="477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ng-text"/>
          <p:cNvSpPr txBox="1"/>
          <p:nvPr/>
        </p:nvSpPr>
        <p:spPr>
          <a:xfrm>
            <a:off x="4057650" y="6660356"/>
            <a:ext cx="2857500" cy="13287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前言</a:t>
            </a:r>
          </a:p>
        </p:txBody>
      </p:sp>
      <p:sp>
        <p:nvSpPr>
          <p:cNvPr id="11" name="arc"/>
          <p:cNvSpPr/>
          <p:nvPr/>
        </p:nvSpPr>
        <p:spPr>
          <a:xfrm>
            <a:off x="5355908" y="3448050"/>
            <a:ext cx="3864292" cy="7467600"/>
          </a:xfrm>
          <a:custGeom>
            <a:avLst/>
            <a:gdLst/>
            <a:ahLst/>
            <a:cxnLst/>
            <a:rect l="l" t="t" r="r" b="b"/>
            <a:pathLst>
              <a:path w="3864292" h="7467600">
                <a:moveTo>
                  <a:pt x="0" y="1905"/>
                </a:moveTo>
                <a:lnTo>
                  <a:pt x="85724" y="0"/>
                </a:lnTo>
                <a:lnTo>
                  <a:pt x="171450" y="0"/>
                </a:lnTo>
                <a:lnTo>
                  <a:pt x="257174" y="1905"/>
                </a:lnTo>
                <a:lnTo>
                  <a:pt x="342900" y="5715"/>
                </a:lnTo>
                <a:lnTo>
                  <a:pt x="427672" y="11430"/>
                </a:lnTo>
                <a:lnTo>
                  <a:pt x="513397" y="20002"/>
                </a:lnTo>
                <a:lnTo>
                  <a:pt x="598170" y="29528"/>
                </a:lnTo>
                <a:lnTo>
                  <a:pt x="682942" y="40958"/>
                </a:lnTo>
                <a:lnTo>
                  <a:pt x="767714" y="55245"/>
                </a:lnTo>
                <a:lnTo>
                  <a:pt x="852487" y="70485"/>
                </a:lnTo>
                <a:lnTo>
                  <a:pt x="936307" y="87630"/>
                </a:lnTo>
                <a:lnTo>
                  <a:pt x="1019174" y="107632"/>
                </a:lnTo>
                <a:lnTo>
                  <a:pt x="1102042" y="128588"/>
                </a:lnTo>
                <a:lnTo>
                  <a:pt x="1184910" y="151448"/>
                </a:lnTo>
                <a:lnTo>
                  <a:pt x="1266824" y="177165"/>
                </a:lnTo>
                <a:lnTo>
                  <a:pt x="1347787" y="203835"/>
                </a:lnTo>
                <a:lnTo>
                  <a:pt x="1428750" y="232410"/>
                </a:lnTo>
                <a:lnTo>
                  <a:pt x="1508760" y="263842"/>
                </a:lnTo>
                <a:lnTo>
                  <a:pt x="1587817" y="296228"/>
                </a:lnTo>
                <a:lnTo>
                  <a:pt x="1665922" y="330518"/>
                </a:lnTo>
                <a:lnTo>
                  <a:pt x="1744027" y="366712"/>
                </a:lnTo>
                <a:lnTo>
                  <a:pt x="1820227" y="404812"/>
                </a:lnTo>
                <a:lnTo>
                  <a:pt x="1896427" y="443865"/>
                </a:lnTo>
                <a:lnTo>
                  <a:pt x="1971674" y="485775"/>
                </a:lnTo>
                <a:lnTo>
                  <a:pt x="2045970" y="528638"/>
                </a:lnTo>
                <a:lnTo>
                  <a:pt x="2118360" y="573405"/>
                </a:lnTo>
                <a:lnTo>
                  <a:pt x="2190750" y="620078"/>
                </a:lnTo>
                <a:lnTo>
                  <a:pt x="2261234" y="667702"/>
                </a:lnTo>
                <a:lnTo>
                  <a:pt x="2330767" y="717232"/>
                </a:lnTo>
                <a:lnTo>
                  <a:pt x="2399347" y="768668"/>
                </a:lnTo>
                <a:lnTo>
                  <a:pt x="2466974" y="822008"/>
                </a:lnTo>
                <a:lnTo>
                  <a:pt x="2533650" y="876300"/>
                </a:lnTo>
                <a:lnTo>
                  <a:pt x="2598420" y="931545"/>
                </a:lnTo>
                <a:lnTo>
                  <a:pt x="2662237" y="988695"/>
                </a:lnTo>
                <a:lnTo>
                  <a:pt x="2724150" y="1047750"/>
                </a:lnTo>
                <a:lnTo>
                  <a:pt x="2785110" y="1107758"/>
                </a:lnTo>
                <a:lnTo>
                  <a:pt x="2845117" y="1169670"/>
                </a:lnTo>
                <a:lnTo>
                  <a:pt x="2903220" y="1232535"/>
                </a:lnTo>
                <a:lnTo>
                  <a:pt x="2959417" y="1297305"/>
                </a:lnTo>
                <a:lnTo>
                  <a:pt x="3014662" y="1362075"/>
                </a:lnTo>
                <a:lnTo>
                  <a:pt x="3068002" y="1428750"/>
                </a:lnTo>
                <a:lnTo>
                  <a:pt x="3120390" y="1497330"/>
                </a:lnTo>
                <a:lnTo>
                  <a:pt x="3170872" y="1565910"/>
                </a:lnTo>
                <a:lnTo>
                  <a:pt x="3219450" y="1636395"/>
                </a:lnTo>
                <a:lnTo>
                  <a:pt x="3267074" y="1707832"/>
                </a:lnTo>
                <a:lnTo>
                  <a:pt x="3312794" y="1780222"/>
                </a:lnTo>
                <a:lnTo>
                  <a:pt x="3356610" y="1853565"/>
                </a:lnTo>
                <a:lnTo>
                  <a:pt x="3398520" y="1928812"/>
                </a:lnTo>
                <a:lnTo>
                  <a:pt x="3439477" y="2004060"/>
                </a:lnTo>
                <a:lnTo>
                  <a:pt x="3478530" y="2080260"/>
                </a:lnTo>
                <a:lnTo>
                  <a:pt x="3515677" y="2157412"/>
                </a:lnTo>
                <a:lnTo>
                  <a:pt x="3550920" y="2235518"/>
                </a:lnTo>
                <a:lnTo>
                  <a:pt x="3584257" y="2314575"/>
                </a:lnTo>
                <a:lnTo>
                  <a:pt x="3615690" y="2393632"/>
                </a:lnTo>
                <a:lnTo>
                  <a:pt x="3645217" y="2474595"/>
                </a:lnTo>
                <a:lnTo>
                  <a:pt x="3673792" y="2555558"/>
                </a:lnTo>
                <a:lnTo>
                  <a:pt x="3699510" y="2636520"/>
                </a:lnTo>
                <a:lnTo>
                  <a:pt x="3723322" y="2719388"/>
                </a:lnTo>
                <a:lnTo>
                  <a:pt x="3746182" y="2801302"/>
                </a:lnTo>
                <a:lnTo>
                  <a:pt x="3766184" y="2885122"/>
                </a:lnTo>
                <a:lnTo>
                  <a:pt x="3785234" y="2967990"/>
                </a:lnTo>
                <a:lnTo>
                  <a:pt x="3801427" y="3052762"/>
                </a:lnTo>
                <a:lnTo>
                  <a:pt x="3816667" y="3136582"/>
                </a:lnTo>
                <a:lnTo>
                  <a:pt x="3829050" y="3221355"/>
                </a:lnTo>
                <a:lnTo>
                  <a:pt x="3839527" y="3306128"/>
                </a:lnTo>
                <a:lnTo>
                  <a:pt x="3849052" y="3391852"/>
                </a:lnTo>
                <a:lnTo>
                  <a:pt x="3855720" y="3476625"/>
                </a:lnTo>
                <a:lnTo>
                  <a:pt x="3860482" y="3562350"/>
                </a:lnTo>
                <a:lnTo>
                  <a:pt x="3863340" y="3648075"/>
                </a:lnTo>
                <a:lnTo>
                  <a:pt x="3864292" y="3733800"/>
                </a:lnTo>
                <a:lnTo>
                  <a:pt x="3863340" y="3819525"/>
                </a:lnTo>
                <a:lnTo>
                  <a:pt x="3860482" y="3905250"/>
                </a:lnTo>
                <a:lnTo>
                  <a:pt x="3855720" y="3990975"/>
                </a:lnTo>
                <a:lnTo>
                  <a:pt x="3849052" y="4075748"/>
                </a:lnTo>
                <a:lnTo>
                  <a:pt x="3839527" y="4161472"/>
                </a:lnTo>
                <a:lnTo>
                  <a:pt x="3829050" y="4246245"/>
                </a:lnTo>
                <a:lnTo>
                  <a:pt x="3816667" y="4331018"/>
                </a:lnTo>
                <a:lnTo>
                  <a:pt x="3801427" y="4414838"/>
                </a:lnTo>
                <a:lnTo>
                  <a:pt x="3785234" y="4499610"/>
                </a:lnTo>
                <a:lnTo>
                  <a:pt x="3766184" y="4582478"/>
                </a:lnTo>
                <a:lnTo>
                  <a:pt x="3746182" y="4666298"/>
                </a:lnTo>
                <a:lnTo>
                  <a:pt x="3723322" y="4748212"/>
                </a:lnTo>
                <a:lnTo>
                  <a:pt x="3699510" y="4831080"/>
                </a:lnTo>
                <a:lnTo>
                  <a:pt x="3673792" y="4912042"/>
                </a:lnTo>
                <a:lnTo>
                  <a:pt x="3645217" y="4993005"/>
                </a:lnTo>
                <a:lnTo>
                  <a:pt x="3615690" y="5073968"/>
                </a:lnTo>
                <a:lnTo>
                  <a:pt x="3584257" y="5153025"/>
                </a:lnTo>
                <a:lnTo>
                  <a:pt x="3550920" y="5232082"/>
                </a:lnTo>
                <a:lnTo>
                  <a:pt x="3515677" y="5310188"/>
                </a:lnTo>
                <a:lnTo>
                  <a:pt x="3478530" y="5387340"/>
                </a:lnTo>
                <a:lnTo>
                  <a:pt x="3439477" y="5463540"/>
                </a:lnTo>
                <a:lnTo>
                  <a:pt x="3398520" y="5538788"/>
                </a:lnTo>
                <a:lnTo>
                  <a:pt x="3356610" y="5614035"/>
                </a:lnTo>
                <a:lnTo>
                  <a:pt x="3312794" y="5687378"/>
                </a:lnTo>
                <a:lnTo>
                  <a:pt x="3267074" y="5759768"/>
                </a:lnTo>
                <a:lnTo>
                  <a:pt x="3219450" y="5831205"/>
                </a:lnTo>
                <a:lnTo>
                  <a:pt x="3170872" y="5901690"/>
                </a:lnTo>
                <a:lnTo>
                  <a:pt x="3120390" y="5970270"/>
                </a:lnTo>
                <a:lnTo>
                  <a:pt x="3068002" y="6038850"/>
                </a:lnTo>
                <a:lnTo>
                  <a:pt x="3014662" y="6105525"/>
                </a:lnTo>
                <a:lnTo>
                  <a:pt x="2959417" y="6170295"/>
                </a:lnTo>
                <a:lnTo>
                  <a:pt x="2903220" y="6235065"/>
                </a:lnTo>
                <a:lnTo>
                  <a:pt x="2845117" y="6297930"/>
                </a:lnTo>
                <a:lnTo>
                  <a:pt x="2785110" y="6359842"/>
                </a:lnTo>
                <a:lnTo>
                  <a:pt x="2724150" y="6419850"/>
                </a:lnTo>
                <a:lnTo>
                  <a:pt x="2662237" y="6478905"/>
                </a:lnTo>
                <a:lnTo>
                  <a:pt x="2598420" y="6536055"/>
                </a:lnTo>
                <a:lnTo>
                  <a:pt x="2533650" y="6591300"/>
                </a:lnTo>
                <a:lnTo>
                  <a:pt x="2466974" y="6645592"/>
                </a:lnTo>
                <a:lnTo>
                  <a:pt x="2399347" y="6698932"/>
                </a:lnTo>
                <a:lnTo>
                  <a:pt x="2330767" y="6750368"/>
                </a:lnTo>
                <a:lnTo>
                  <a:pt x="2261234" y="6799898"/>
                </a:lnTo>
                <a:lnTo>
                  <a:pt x="2190750" y="6847522"/>
                </a:lnTo>
                <a:lnTo>
                  <a:pt x="2118360" y="6894195"/>
                </a:lnTo>
                <a:lnTo>
                  <a:pt x="2045970" y="6938962"/>
                </a:lnTo>
                <a:lnTo>
                  <a:pt x="1971674" y="6981825"/>
                </a:lnTo>
                <a:lnTo>
                  <a:pt x="1896427" y="7023735"/>
                </a:lnTo>
                <a:lnTo>
                  <a:pt x="1820227" y="7062788"/>
                </a:lnTo>
                <a:lnTo>
                  <a:pt x="1744027" y="7100888"/>
                </a:lnTo>
                <a:lnTo>
                  <a:pt x="1665922" y="7137082"/>
                </a:lnTo>
                <a:lnTo>
                  <a:pt x="1587817" y="7171372"/>
                </a:lnTo>
                <a:lnTo>
                  <a:pt x="1508760" y="7203758"/>
                </a:lnTo>
                <a:lnTo>
                  <a:pt x="1428750" y="7235190"/>
                </a:lnTo>
                <a:lnTo>
                  <a:pt x="1347787" y="7263765"/>
                </a:lnTo>
                <a:lnTo>
                  <a:pt x="1266824" y="7290435"/>
                </a:lnTo>
                <a:lnTo>
                  <a:pt x="1184910" y="7316152"/>
                </a:lnTo>
                <a:lnTo>
                  <a:pt x="1102042" y="7339012"/>
                </a:lnTo>
                <a:lnTo>
                  <a:pt x="1019174" y="7359968"/>
                </a:lnTo>
                <a:lnTo>
                  <a:pt x="936307" y="7379970"/>
                </a:lnTo>
                <a:lnTo>
                  <a:pt x="852487" y="7397115"/>
                </a:lnTo>
                <a:lnTo>
                  <a:pt x="767714" y="7412355"/>
                </a:lnTo>
                <a:lnTo>
                  <a:pt x="682942" y="7426642"/>
                </a:lnTo>
                <a:lnTo>
                  <a:pt x="598170" y="7438072"/>
                </a:lnTo>
                <a:lnTo>
                  <a:pt x="513397" y="7447598"/>
                </a:lnTo>
                <a:lnTo>
                  <a:pt x="427672" y="7456170"/>
                </a:lnTo>
                <a:lnTo>
                  <a:pt x="342900" y="7461885"/>
                </a:lnTo>
                <a:lnTo>
                  <a:pt x="257174" y="7465695"/>
                </a:lnTo>
                <a:lnTo>
                  <a:pt x="171450" y="7467600"/>
                </a:lnTo>
                <a:lnTo>
                  <a:pt x="85724" y="7467600"/>
                </a:lnTo>
                <a:lnTo>
                  <a:pt x="0" y="7465695"/>
                </a:lnTo>
              </a:path>
            </a:pathLst>
          </a:custGeom>
          <a:noFill/>
          <a:ln w="42862">
            <a:solidFill>
              <a:srgbClr val="A6BC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-1"/>
          <p:cNvCxnSpPr/>
          <p:nvPr/>
        </p:nvCxnSpPr>
        <p:spPr>
          <a:xfrm>
            <a:off x="7524750" y="3981450"/>
            <a:ext cx="2590800" cy="0"/>
          </a:xfrm>
          <a:prstGeom prst="line">
            <a:avLst/>
          </a:prstGeom>
          <a:ln w="33337">
            <a:solidFill>
              <a:srgbClr val="96B4FA"/>
            </a:solidFill>
          </a:ln>
          <a:effectLst/>
        </p:spPr>
      </p:cxnSp>
      <p:sp>
        <p:nvSpPr>
          <p:cNvPr id="13" name="node-1"/>
          <p:cNvSpPr/>
          <p:nvPr/>
        </p:nvSpPr>
        <p:spPr>
          <a:xfrm>
            <a:off x="7267575" y="3876675"/>
            <a:ext cx="209550" cy="209550"/>
          </a:xfrm>
          <a:prstGeom prst="ellipse">
            <a:avLst/>
          </a:prstGeom>
          <a:solidFill>
            <a:srgbClr val="477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-2"/>
          <p:cNvCxnSpPr/>
          <p:nvPr/>
        </p:nvCxnSpPr>
        <p:spPr>
          <a:xfrm>
            <a:off x="9353550" y="7181850"/>
            <a:ext cx="2857500" cy="0"/>
          </a:xfrm>
          <a:prstGeom prst="line">
            <a:avLst/>
          </a:prstGeom>
          <a:ln w="33337">
            <a:solidFill>
              <a:srgbClr val="F8C77C"/>
            </a:solidFill>
          </a:ln>
          <a:effectLst/>
        </p:spPr>
      </p:cxnSp>
      <p:sp>
        <p:nvSpPr>
          <p:cNvPr id="15" name="node-2"/>
          <p:cNvSpPr/>
          <p:nvPr/>
        </p:nvSpPr>
        <p:spPr>
          <a:xfrm>
            <a:off x="9096375" y="7077075"/>
            <a:ext cx="209550" cy="209550"/>
          </a:xfrm>
          <a:prstGeom prst="ellipse">
            <a:avLst/>
          </a:prstGeom>
          <a:solidFill>
            <a:srgbClr val="FE9D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-3"/>
          <p:cNvCxnSpPr/>
          <p:nvPr/>
        </p:nvCxnSpPr>
        <p:spPr>
          <a:xfrm>
            <a:off x="7524750" y="10401300"/>
            <a:ext cx="2590800" cy="0"/>
          </a:xfrm>
          <a:prstGeom prst="line">
            <a:avLst/>
          </a:prstGeom>
          <a:ln w="33337">
            <a:solidFill>
              <a:srgbClr val="9EE2D6"/>
            </a:solidFill>
          </a:ln>
          <a:effectLst/>
        </p:spPr>
      </p:cxnSp>
      <p:sp>
        <p:nvSpPr>
          <p:cNvPr id="17" name="node-3"/>
          <p:cNvSpPr/>
          <p:nvPr/>
        </p:nvSpPr>
        <p:spPr>
          <a:xfrm>
            <a:off x="7267575" y="10296525"/>
            <a:ext cx="209550" cy="20955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p-people"/>
          <p:cNvSpPr/>
          <p:nvPr/>
        </p:nvSpPr>
        <p:spPr>
          <a:xfrm>
            <a:off x="10058400" y="3409950"/>
            <a:ext cx="7800975" cy="1114425"/>
          </a:xfrm>
          <a:prstGeom prst="roundRect">
            <a:avLst>
              <a:gd name="adj" fmla="val 50000"/>
            </a:avLst>
          </a:prstGeom>
          <a:solidFill>
            <a:srgbClr val="E3EC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p-people-badge"/>
          <p:cNvSpPr/>
          <p:nvPr/>
        </p:nvSpPr>
        <p:spPr>
          <a:xfrm>
            <a:off x="10358438" y="3529012"/>
            <a:ext cx="876300" cy="876300"/>
          </a:xfrm>
          <a:prstGeom prst="ellipse">
            <a:avLst/>
          </a:prstGeom>
          <a:solidFill>
            <a:srgbClr val="477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p-people-icon-body"/>
          <p:cNvSpPr/>
          <p:nvPr/>
        </p:nvSpPr>
        <p:spPr>
          <a:xfrm>
            <a:off x="10610850" y="37814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170497"/>
                </a:moveTo>
                <a:lnTo>
                  <a:pt x="185738" y="0"/>
                </a:lnTo>
                <a:lnTo>
                  <a:pt x="371475" y="170497"/>
                </a:lnTo>
                <a:lnTo>
                  <a:pt x="371475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p-people-icon-door"/>
          <p:cNvSpPr/>
          <p:nvPr/>
        </p:nvSpPr>
        <p:spPr>
          <a:xfrm>
            <a:off x="10768965" y="3989070"/>
            <a:ext cx="55245" cy="126682"/>
          </a:xfrm>
          <a:custGeom>
            <a:avLst/>
            <a:gdLst/>
            <a:ahLst/>
            <a:cxnLst/>
            <a:rect l="l" t="t" r="r" b="b"/>
            <a:pathLst>
              <a:path w="55245" h="126682">
                <a:moveTo>
                  <a:pt x="0" y="0"/>
                </a:moveTo>
                <a:lnTo>
                  <a:pt x="55245" y="0"/>
                </a:lnTo>
                <a:lnTo>
                  <a:pt x="55245" y="126682"/>
                </a:lnTo>
                <a:lnTo>
                  <a:pt x="0" y="126682"/>
                </a:lnTo>
                <a:close/>
              </a:path>
            </a:pathLst>
          </a:custGeom>
          <a:solidFill>
            <a:srgbClr val="477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ap-people-text"/>
          <p:cNvSpPr txBox="1"/>
          <p:nvPr/>
        </p:nvSpPr>
        <p:spPr>
          <a:xfrm>
            <a:off x="11525250" y="3583781"/>
            <a:ext cx="5905500" cy="7286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8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参会人数：2-10人</a:t>
            </a:r>
          </a:p>
        </p:txBody>
      </p:sp>
      <p:sp>
        <p:nvSpPr>
          <p:cNvPr id="23" name="cap-time"/>
          <p:cNvSpPr/>
          <p:nvPr/>
        </p:nvSpPr>
        <p:spPr>
          <a:xfrm>
            <a:off x="12258675" y="6638925"/>
            <a:ext cx="7591425" cy="1085850"/>
          </a:xfrm>
          <a:prstGeom prst="roundRect">
            <a:avLst>
              <a:gd name="adj" fmla="val 50000"/>
            </a:avLst>
          </a:prstGeom>
          <a:solidFill>
            <a:srgbClr val="FEF0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ap-time-badge"/>
          <p:cNvSpPr/>
          <p:nvPr/>
        </p:nvSpPr>
        <p:spPr>
          <a:xfrm>
            <a:off x="12358688" y="6748462"/>
            <a:ext cx="866775" cy="866775"/>
          </a:xfrm>
          <a:prstGeom prst="ellipse">
            <a:avLst/>
          </a:prstGeom>
          <a:solidFill>
            <a:srgbClr val="FE9D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p-time-icon-body"/>
          <p:cNvSpPr/>
          <p:nvPr/>
        </p:nvSpPr>
        <p:spPr>
          <a:xfrm>
            <a:off x="12606338" y="6996112"/>
            <a:ext cx="371474" cy="371476"/>
          </a:xfrm>
          <a:custGeom>
            <a:avLst/>
            <a:gdLst/>
            <a:ahLst/>
            <a:cxnLst/>
            <a:rect l="l" t="t" r="r" b="b"/>
            <a:pathLst>
              <a:path w="371474" h="371476">
                <a:moveTo>
                  <a:pt x="0" y="170498"/>
                </a:moveTo>
                <a:lnTo>
                  <a:pt x="185737" y="0"/>
                </a:lnTo>
                <a:lnTo>
                  <a:pt x="371474" y="170498"/>
                </a:lnTo>
                <a:lnTo>
                  <a:pt x="371474" y="371476"/>
                </a:lnTo>
                <a:lnTo>
                  <a:pt x="0" y="3714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ap-time-icon-door"/>
          <p:cNvSpPr/>
          <p:nvPr/>
        </p:nvSpPr>
        <p:spPr>
          <a:xfrm>
            <a:off x="12764452" y="7203758"/>
            <a:ext cx="55246" cy="126682"/>
          </a:xfrm>
          <a:custGeom>
            <a:avLst/>
            <a:gdLst/>
            <a:ahLst/>
            <a:cxnLst/>
            <a:rect l="l" t="t" r="r" b="b"/>
            <a:pathLst>
              <a:path w="55246" h="126682">
                <a:moveTo>
                  <a:pt x="0" y="0"/>
                </a:moveTo>
                <a:lnTo>
                  <a:pt x="55246" y="0"/>
                </a:lnTo>
                <a:lnTo>
                  <a:pt x="55246" y="126682"/>
                </a:lnTo>
                <a:lnTo>
                  <a:pt x="0" y="126682"/>
                </a:lnTo>
                <a:close/>
              </a:path>
            </a:pathLst>
          </a:custGeom>
          <a:solidFill>
            <a:srgbClr val="FE9D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p-time-text"/>
          <p:cNvSpPr txBox="1"/>
          <p:nvPr/>
        </p:nvSpPr>
        <p:spPr>
          <a:xfrm>
            <a:off x="13592175" y="6798469"/>
            <a:ext cx="5905500" cy="7286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8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会议时间：2个小时</a:t>
            </a:r>
          </a:p>
        </p:txBody>
      </p:sp>
      <p:sp>
        <p:nvSpPr>
          <p:cNvPr id="28" name="cap-agenda"/>
          <p:cNvSpPr/>
          <p:nvPr/>
        </p:nvSpPr>
        <p:spPr>
          <a:xfrm>
            <a:off x="10067925" y="9848850"/>
            <a:ext cx="7791450" cy="1085850"/>
          </a:xfrm>
          <a:prstGeom prst="roundRect">
            <a:avLst>
              <a:gd name="adj" fmla="val 50000"/>
            </a:avLst>
          </a:prstGeom>
          <a:solidFill>
            <a:srgbClr val="CAF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p-agenda-badge"/>
          <p:cNvSpPr/>
          <p:nvPr/>
        </p:nvSpPr>
        <p:spPr>
          <a:xfrm>
            <a:off x="10358438" y="9958388"/>
            <a:ext cx="876300" cy="87630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p-agenda-icon-body"/>
          <p:cNvSpPr/>
          <p:nvPr/>
        </p:nvSpPr>
        <p:spPr>
          <a:xfrm>
            <a:off x="10610850" y="10210800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170498"/>
                </a:moveTo>
                <a:lnTo>
                  <a:pt x="185738" y="0"/>
                </a:lnTo>
                <a:lnTo>
                  <a:pt x="371475" y="170498"/>
                </a:lnTo>
                <a:lnTo>
                  <a:pt x="371475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p-agenda-icon-door"/>
          <p:cNvSpPr/>
          <p:nvPr/>
        </p:nvSpPr>
        <p:spPr>
          <a:xfrm>
            <a:off x="10768965" y="10418445"/>
            <a:ext cx="55245" cy="126683"/>
          </a:xfrm>
          <a:custGeom>
            <a:avLst/>
            <a:gdLst/>
            <a:ahLst/>
            <a:cxnLst/>
            <a:rect l="l" t="t" r="r" b="b"/>
            <a:pathLst>
              <a:path w="55245" h="126683">
                <a:moveTo>
                  <a:pt x="0" y="0"/>
                </a:moveTo>
                <a:lnTo>
                  <a:pt x="55245" y="0"/>
                </a:lnTo>
                <a:lnTo>
                  <a:pt x="55245" y="126683"/>
                </a:lnTo>
                <a:lnTo>
                  <a:pt x="0" y="126683"/>
                </a:lnTo>
                <a:close/>
              </a:path>
            </a:pathLst>
          </a:cu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ap-agenda-text"/>
          <p:cNvSpPr txBox="1"/>
          <p:nvPr/>
        </p:nvSpPr>
        <p:spPr>
          <a:xfrm>
            <a:off x="11630025" y="9994106"/>
            <a:ext cx="5905500" cy="7572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会议进度：按照流程推进</a:t>
            </a:r>
          </a:p>
        </p:txBody>
      </p:sp>
      <p:sp>
        <p:nvSpPr>
          <p:cNvPr id="33" name="org-panel"/>
          <p:cNvSpPr/>
          <p:nvPr/>
        </p:nvSpPr>
        <p:spPr>
          <a:xfrm>
            <a:off x="20935950" y="3000375"/>
            <a:ext cx="8467725" cy="8391525"/>
          </a:xfrm>
          <a:prstGeom prst="rect">
            <a:avLst/>
          </a:prstGeom>
          <a:solidFill>
            <a:srgbClr val="FFFFFF"/>
          </a:solidFill>
          <a:ln w="23812">
            <a:solidFill>
              <a:srgbClr val="8A8A8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le-1"/>
          <p:cNvSpPr txBox="1"/>
          <p:nvPr/>
        </p:nvSpPr>
        <p:spPr>
          <a:xfrm>
            <a:off x="22498050" y="3724275"/>
            <a:ext cx="21907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项目负责人</a:t>
            </a:r>
          </a:p>
        </p:txBody>
      </p:sp>
      <p:sp>
        <p:nvSpPr>
          <p:cNvPr id="35" name="role-2"/>
          <p:cNvSpPr txBox="1"/>
          <p:nvPr/>
        </p:nvSpPr>
        <p:spPr>
          <a:xfrm>
            <a:off x="26546175" y="4238625"/>
            <a:ext cx="18097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敏捷教练</a:t>
            </a:r>
          </a:p>
        </p:txBody>
      </p:sp>
      <p:sp>
        <p:nvSpPr>
          <p:cNvPr id="36" name="role-3"/>
          <p:cNvSpPr txBox="1"/>
          <p:nvPr/>
        </p:nvSpPr>
        <p:spPr>
          <a:xfrm>
            <a:off x="22479000" y="5753100"/>
            <a:ext cx="10477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部门</a:t>
            </a:r>
          </a:p>
        </p:txBody>
      </p:sp>
      <p:sp>
        <p:nvSpPr>
          <p:cNvPr id="37" name="role-4"/>
          <p:cNvSpPr txBox="1"/>
          <p:nvPr/>
        </p:nvSpPr>
        <p:spPr>
          <a:xfrm>
            <a:off x="26317575" y="7467600"/>
            <a:ext cx="18097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执行人A</a:t>
            </a:r>
          </a:p>
        </p:txBody>
      </p:sp>
      <p:sp>
        <p:nvSpPr>
          <p:cNvPr id="38" name="role-5"/>
          <p:cNvSpPr txBox="1"/>
          <p:nvPr/>
        </p:nvSpPr>
        <p:spPr>
          <a:xfrm>
            <a:off x="22479000" y="9086850"/>
            <a:ext cx="18097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执行人B</a:t>
            </a:r>
          </a:p>
        </p:txBody>
      </p:sp>
      <p:sp>
        <p:nvSpPr>
          <p:cNvPr id="39" name="role-6"/>
          <p:cNvSpPr txBox="1"/>
          <p:nvPr/>
        </p:nvSpPr>
        <p:spPr>
          <a:xfrm>
            <a:off x="26260425" y="9763125"/>
            <a:ext cx="18097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项目经理</a:t>
            </a:r>
          </a:p>
        </p:txBody>
      </p:sp>
      <p:sp>
        <p:nvSpPr>
          <p:cNvPr id="40" name="crescent-left"/>
          <p:cNvSpPr/>
          <p:nvPr/>
        </p:nvSpPr>
        <p:spPr>
          <a:xfrm>
            <a:off x="11668125" y="11972925"/>
            <a:ext cx="3228023" cy="4210050"/>
          </a:xfrm>
          <a:custGeom>
            <a:avLst/>
            <a:gdLst/>
            <a:ahLst/>
            <a:cxnLst/>
            <a:rect l="l" t="t" r="r" b="b"/>
            <a:pathLst>
              <a:path w="3228023" h="4210050">
                <a:moveTo>
                  <a:pt x="3228023" y="324803"/>
                </a:moveTo>
                <a:lnTo>
                  <a:pt x="3171825" y="290513"/>
                </a:lnTo>
                <a:lnTo>
                  <a:pt x="3113723" y="257175"/>
                </a:lnTo>
                <a:lnTo>
                  <a:pt x="3054667" y="226695"/>
                </a:lnTo>
                <a:lnTo>
                  <a:pt x="2994660" y="197167"/>
                </a:lnTo>
                <a:lnTo>
                  <a:pt x="2934653" y="170497"/>
                </a:lnTo>
                <a:lnTo>
                  <a:pt x="2872740" y="144780"/>
                </a:lnTo>
                <a:lnTo>
                  <a:pt x="2809875" y="121920"/>
                </a:lnTo>
                <a:lnTo>
                  <a:pt x="2747010" y="100013"/>
                </a:lnTo>
                <a:lnTo>
                  <a:pt x="2683193" y="80963"/>
                </a:lnTo>
                <a:lnTo>
                  <a:pt x="2619375" y="63817"/>
                </a:lnTo>
                <a:lnTo>
                  <a:pt x="2554605" y="48577"/>
                </a:lnTo>
                <a:lnTo>
                  <a:pt x="2488883" y="35243"/>
                </a:lnTo>
                <a:lnTo>
                  <a:pt x="2424113" y="23813"/>
                </a:lnTo>
                <a:lnTo>
                  <a:pt x="2357437" y="15240"/>
                </a:lnTo>
                <a:lnTo>
                  <a:pt x="2291715" y="8573"/>
                </a:lnTo>
                <a:lnTo>
                  <a:pt x="2225040" y="3810"/>
                </a:lnTo>
                <a:lnTo>
                  <a:pt x="2158365" y="953"/>
                </a:lnTo>
                <a:lnTo>
                  <a:pt x="2092643" y="0"/>
                </a:lnTo>
                <a:lnTo>
                  <a:pt x="2025967" y="1905"/>
                </a:lnTo>
                <a:lnTo>
                  <a:pt x="1959293" y="4763"/>
                </a:lnTo>
                <a:lnTo>
                  <a:pt x="1892617" y="10477"/>
                </a:lnTo>
                <a:lnTo>
                  <a:pt x="1826895" y="18097"/>
                </a:lnTo>
                <a:lnTo>
                  <a:pt x="1761173" y="28575"/>
                </a:lnTo>
                <a:lnTo>
                  <a:pt x="1695450" y="40005"/>
                </a:lnTo>
                <a:lnTo>
                  <a:pt x="1630680" y="54293"/>
                </a:lnTo>
                <a:lnTo>
                  <a:pt x="1565910" y="70485"/>
                </a:lnTo>
                <a:lnTo>
                  <a:pt x="1502093" y="88583"/>
                </a:lnTo>
                <a:lnTo>
                  <a:pt x="1438275" y="108585"/>
                </a:lnTo>
                <a:lnTo>
                  <a:pt x="1375410" y="130493"/>
                </a:lnTo>
                <a:lnTo>
                  <a:pt x="1313497" y="154305"/>
                </a:lnTo>
                <a:lnTo>
                  <a:pt x="1252537" y="180023"/>
                </a:lnTo>
                <a:lnTo>
                  <a:pt x="1191577" y="208597"/>
                </a:lnTo>
                <a:lnTo>
                  <a:pt x="1132523" y="238125"/>
                </a:lnTo>
                <a:lnTo>
                  <a:pt x="1074420" y="269557"/>
                </a:lnTo>
                <a:lnTo>
                  <a:pt x="1016317" y="302895"/>
                </a:lnTo>
                <a:lnTo>
                  <a:pt x="960120" y="338137"/>
                </a:lnTo>
                <a:lnTo>
                  <a:pt x="904875" y="375285"/>
                </a:lnTo>
                <a:lnTo>
                  <a:pt x="850583" y="414337"/>
                </a:lnTo>
                <a:lnTo>
                  <a:pt x="798195" y="455295"/>
                </a:lnTo>
                <a:lnTo>
                  <a:pt x="746760" y="497205"/>
                </a:lnTo>
                <a:lnTo>
                  <a:pt x="696277" y="541020"/>
                </a:lnTo>
                <a:lnTo>
                  <a:pt x="647700" y="585787"/>
                </a:lnTo>
                <a:lnTo>
                  <a:pt x="600075" y="632460"/>
                </a:lnTo>
                <a:lnTo>
                  <a:pt x="554355" y="681037"/>
                </a:lnTo>
                <a:lnTo>
                  <a:pt x="510540" y="730567"/>
                </a:lnTo>
                <a:lnTo>
                  <a:pt x="467677" y="782003"/>
                </a:lnTo>
                <a:lnTo>
                  <a:pt x="426720" y="834390"/>
                </a:lnTo>
                <a:lnTo>
                  <a:pt x="387667" y="887730"/>
                </a:lnTo>
                <a:lnTo>
                  <a:pt x="349567" y="942975"/>
                </a:lnTo>
                <a:lnTo>
                  <a:pt x="314325" y="999173"/>
                </a:lnTo>
                <a:lnTo>
                  <a:pt x="280035" y="1056323"/>
                </a:lnTo>
                <a:lnTo>
                  <a:pt x="247650" y="1114425"/>
                </a:lnTo>
                <a:lnTo>
                  <a:pt x="217170" y="1173480"/>
                </a:lnTo>
                <a:lnTo>
                  <a:pt x="188595" y="1233487"/>
                </a:lnTo>
                <a:lnTo>
                  <a:pt x="161925" y="1294447"/>
                </a:lnTo>
                <a:lnTo>
                  <a:pt x="137160" y="1356360"/>
                </a:lnTo>
                <a:lnTo>
                  <a:pt x="115253" y="1419225"/>
                </a:lnTo>
                <a:lnTo>
                  <a:pt x="94297" y="1482090"/>
                </a:lnTo>
                <a:lnTo>
                  <a:pt x="75247" y="1545907"/>
                </a:lnTo>
                <a:lnTo>
                  <a:pt x="59055" y="1610677"/>
                </a:lnTo>
                <a:lnTo>
                  <a:pt x="43815" y="1675447"/>
                </a:lnTo>
                <a:lnTo>
                  <a:pt x="31433" y="1741170"/>
                </a:lnTo>
                <a:lnTo>
                  <a:pt x="20955" y="1806893"/>
                </a:lnTo>
                <a:lnTo>
                  <a:pt x="13335" y="1872615"/>
                </a:lnTo>
                <a:lnTo>
                  <a:pt x="6667" y="1939290"/>
                </a:lnTo>
                <a:lnTo>
                  <a:pt x="1905" y="2005013"/>
                </a:lnTo>
                <a:lnTo>
                  <a:pt x="0" y="2071687"/>
                </a:lnTo>
                <a:lnTo>
                  <a:pt x="0" y="2138363"/>
                </a:lnTo>
                <a:lnTo>
                  <a:pt x="1905" y="2205037"/>
                </a:lnTo>
                <a:lnTo>
                  <a:pt x="6667" y="2270760"/>
                </a:lnTo>
                <a:lnTo>
                  <a:pt x="13335" y="2337435"/>
                </a:lnTo>
                <a:lnTo>
                  <a:pt x="20955" y="2403157"/>
                </a:lnTo>
                <a:lnTo>
                  <a:pt x="31433" y="2468880"/>
                </a:lnTo>
                <a:lnTo>
                  <a:pt x="43815" y="2534603"/>
                </a:lnTo>
                <a:lnTo>
                  <a:pt x="59055" y="2599373"/>
                </a:lnTo>
                <a:lnTo>
                  <a:pt x="75247" y="2664143"/>
                </a:lnTo>
                <a:lnTo>
                  <a:pt x="94297" y="2727960"/>
                </a:lnTo>
                <a:lnTo>
                  <a:pt x="115253" y="2790825"/>
                </a:lnTo>
                <a:lnTo>
                  <a:pt x="137160" y="2853690"/>
                </a:lnTo>
                <a:lnTo>
                  <a:pt x="161925" y="2915603"/>
                </a:lnTo>
                <a:lnTo>
                  <a:pt x="188595" y="2976563"/>
                </a:lnTo>
                <a:lnTo>
                  <a:pt x="217170" y="3036570"/>
                </a:lnTo>
                <a:lnTo>
                  <a:pt x="247650" y="3095625"/>
                </a:lnTo>
                <a:lnTo>
                  <a:pt x="280035" y="3153727"/>
                </a:lnTo>
                <a:lnTo>
                  <a:pt x="314325" y="3210877"/>
                </a:lnTo>
                <a:lnTo>
                  <a:pt x="349567" y="3267075"/>
                </a:lnTo>
                <a:lnTo>
                  <a:pt x="387667" y="3322320"/>
                </a:lnTo>
                <a:lnTo>
                  <a:pt x="426720" y="3375660"/>
                </a:lnTo>
                <a:lnTo>
                  <a:pt x="467677" y="3428047"/>
                </a:lnTo>
                <a:lnTo>
                  <a:pt x="510540" y="3479483"/>
                </a:lnTo>
                <a:lnTo>
                  <a:pt x="554355" y="3529013"/>
                </a:lnTo>
                <a:lnTo>
                  <a:pt x="600075" y="3577590"/>
                </a:lnTo>
                <a:lnTo>
                  <a:pt x="647700" y="3624263"/>
                </a:lnTo>
                <a:lnTo>
                  <a:pt x="696277" y="3669030"/>
                </a:lnTo>
                <a:lnTo>
                  <a:pt x="746760" y="3712845"/>
                </a:lnTo>
                <a:lnTo>
                  <a:pt x="798195" y="3754755"/>
                </a:lnTo>
                <a:lnTo>
                  <a:pt x="850583" y="3795713"/>
                </a:lnTo>
                <a:lnTo>
                  <a:pt x="904875" y="3834765"/>
                </a:lnTo>
                <a:lnTo>
                  <a:pt x="960120" y="3871913"/>
                </a:lnTo>
                <a:lnTo>
                  <a:pt x="1016317" y="3907155"/>
                </a:lnTo>
                <a:lnTo>
                  <a:pt x="1074420" y="3940493"/>
                </a:lnTo>
                <a:lnTo>
                  <a:pt x="1132523" y="3971925"/>
                </a:lnTo>
                <a:lnTo>
                  <a:pt x="1191577" y="4001453"/>
                </a:lnTo>
                <a:lnTo>
                  <a:pt x="1252537" y="4030027"/>
                </a:lnTo>
                <a:lnTo>
                  <a:pt x="1313497" y="4055745"/>
                </a:lnTo>
                <a:lnTo>
                  <a:pt x="1375410" y="4079557"/>
                </a:lnTo>
                <a:lnTo>
                  <a:pt x="1438275" y="4101465"/>
                </a:lnTo>
                <a:lnTo>
                  <a:pt x="1502093" y="4121467"/>
                </a:lnTo>
                <a:lnTo>
                  <a:pt x="1565910" y="4139565"/>
                </a:lnTo>
                <a:lnTo>
                  <a:pt x="1630680" y="4155757"/>
                </a:lnTo>
                <a:lnTo>
                  <a:pt x="1695450" y="4170045"/>
                </a:lnTo>
                <a:lnTo>
                  <a:pt x="1761173" y="4181475"/>
                </a:lnTo>
                <a:lnTo>
                  <a:pt x="1826895" y="4191953"/>
                </a:lnTo>
                <a:lnTo>
                  <a:pt x="1892617" y="4199573"/>
                </a:lnTo>
                <a:lnTo>
                  <a:pt x="1959293" y="4205287"/>
                </a:lnTo>
                <a:lnTo>
                  <a:pt x="2025967" y="4208145"/>
                </a:lnTo>
                <a:lnTo>
                  <a:pt x="2092643" y="4210050"/>
                </a:lnTo>
                <a:lnTo>
                  <a:pt x="2158365" y="4209097"/>
                </a:lnTo>
                <a:lnTo>
                  <a:pt x="2225040" y="4206240"/>
                </a:lnTo>
                <a:lnTo>
                  <a:pt x="2291715" y="4201477"/>
                </a:lnTo>
                <a:lnTo>
                  <a:pt x="2357437" y="4194810"/>
                </a:lnTo>
                <a:lnTo>
                  <a:pt x="2424113" y="4186237"/>
                </a:lnTo>
                <a:lnTo>
                  <a:pt x="2488883" y="4174807"/>
                </a:lnTo>
                <a:lnTo>
                  <a:pt x="2554605" y="4161473"/>
                </a:lnTo>
                <a:lnTo>
                  <a:pt x="2619375" y="4146233"/>
                </a:lnTo>
                <a:lnTo>
                  <a:pt x="2683193" y="4129087"/>
                </a:lnTo>
                <a:lnTo>
                  <a:pt x="2747010" y="4110037"/>
                </a:lnTo>
                <a:lnTo>
                  <a:pt x="2809875" y="4088130"/>
                </a:lnTo>
                <a:lnTo>
                  <a:pt x="2872740" y="4065270"/>
                </a:lnTo>
                <a:lnTo>
                  <a:pt x="2934653" y="4039553"/>
                </a:lnTo>
                <a:lnTo>
                  <a:pt x="2994660" y="4012883"/>
                </a:lnTo>
                <a:lnTo>
                  <a:pt x="3054667" y="3983355"/>
                </a:lnTo>
                <a:lnTo>
                  <a:pt x="3113723" y="3952875"/>
                </a:lnTo>
                <a:lnTo>
                  <a:pt x="3171825" y="3919537"/>
                </a:lnTo>
                <a:lnTo>
                  <a:pt x="3228023" y="3885247"/>
                </a:lnTo>
                <a:lnTo>
                  <a:pt x="3172777" y="3853815"/>
                </a:lnTo>
                <a:lnTo>
                  <a:pt x="3117533" y="3821430"/>
                </a:lnTo>
                <a:lnTo>
                  <a:pt x="3063240" y="3786187"/>
                </a:lnTo>
                <a:lnTo>
                  <a:pt x="3010853" y="3749993"/>
                </a:lnTo>
                <a:lnTo>
                  <a:pt x="2959417" y="3711893"/>
                </a:lnTo>
                <a:lnTo>
                  <a:pt x="2908935" y="3672840"/>
                </a:lnTo>
                <a:lnTo>
                  <a:pt x="2859405" y="3631883"/>
                </a:lnTo>
                <a:lnTo>
                  <a:pt x="2811780" y="3589020"/>
                </a:lnTo>
                <a:lnTo>
                  <a:pt x="2765107" y="3544253"/>
                </a:lnTo>
                <a:lnTo>
                  <a:pt x="2720340" y="3498533"/>
                </a:lnTo>
                <a:lnTo>
                  <a:pt x="2676525" y="3451860"/>
                </a:lnTo>
                <a:lnTo>
                  <a:pt x="2634615" y="3403283"/>
                </a:lnTo>
                <a:lnTo>
                  <a:pt x="2594610" y="3353753"/>
                </a:lnTo>
                <a:lnTo>
                  <a:pt x="2555557" y="3302317"/>
                </a:lnTo>
                <a:lnTo>
                  <a:pt x="2518410" y="3249930"/>
                </a:lnTo>
                <a:lnTo>
                  <a:pt x="2483167" y="3196590"/>
                </a:lnTo>
                <a:lnTo>
                  <a:pt x="2448877" y="3142297"/>
                </a:lnTo>
                <a:lnTo>
                  <a:pt x="2417445" y="3087053"/>
                </a:lnTo>
                <a:lnTo>
                  <a:pt x="2386965" y="3030855"/>
                </a:lnTo>
                <a:lnTo>
                  <a:pt x="2358390" y="2972753"/>
                </a:lnTo>
                <a:lnTo>
                  <a:pt x="2331720" y="2914650"/>
                </a:lnTo>
                <a:lnTo>
                  <a:pt x="2306955" y="2855595"/>
                </a:lnTo>
                <a:lnTo>
                  <a:pt x="2284095" y="2795587"/>
                </a:lnTo>
                <a:lnTo>
                  <a:pt x="2263140" y="2735580"/>
                </a:lnTo>
                <a:lnTo>
                  <a:pt x="2244090" y="2673667"/>
                </a:lnTo>
                <a:lnTo>
                  <a:pt x="2226945" y="2612707"/>
                </a:lnTo>
                <a:lnTo>
                  <a:pt x="2211705" y="2549843"/>
                </a:lnTo>
                <a:lnTo>
                  <a:pt x="2198370" y="2486977"/>
                </a:lnTo>
                <a:lnTo>
                  <a:pt x="2187893" y="2424113"/>
                </a:lnTo>
                <a:lnTo>
                  <a:pt x="2178367" y="2360295"/>
                </a:lnTo>
                <a:lnTo>
                  <a:pt x="2171700" y="2297430"/>
                </a:lnTo>
                <a:lnTo>
                  <a:pt x="2165985" y="2232660"/>
                </a:lnTo>
                <a:lnTo>
                  <a:pt x="2163127" y="2168843"/>
                </a:lnTo>
                <a:lnTo>
                  <a:pt x="2162175" y="2105025"/>
                </a:lnTo>
                <a:lnTo>
                  <a:pt x="2163127" y="2041207"/>
                </a:lnTo>
                <a:lnTo>
                  <a:pt x="2165985" y="1977390"/>
                </a:lnTo>
                <a:lnTo>
                  <a:pt x="2171700" y="1912620"/>
                </a:lnTo>
                <a:lnTo>
                  <a:pt x="2178367" y="1849755"/>
                </a:lnTo>
                <a:lnTo>
                  <a:pt x="2187893" y="1785937"/>
                </a:lnTo>
                <a:lnTo>
                  <a:pt x="2198370" y="1723073"/>
                </a:lnTo>
                <a:lnTo>
                  <a:pt x="2211705" y="1660207"/>
                </a:lnTo>
                <a:lnTo>
                  <a:pt x="2226945" y="1597343"/>
                </a:lnTo>
                <a:lnTo>
                  <a:pt x="2244090" y="1536383"/>
                </a:lnTo>
                <a:lnTo>
                  <a:pt x="2263140" y="1474470"/>
                </a:lnTo>
                <a:lnTo>
                  <a:pt x="2284095" y="1414463"/>
                </a:lnTo>
                <a:lnTo>
                  <a:pt x="2306955" y="1354455"/>
                </a:lnTo>
                <a:lnTo>
                  <a:pt x="2331720" y="1295400"/>
                </a:lnTo>
                <a:lnTo>
                  <a:pt x="2358390" y="1237297"/>
                </a:lnTo>
                <a:lnTo>
                  <a:pt x="2386965" y="1179195"/>
                </a:lnTo>
                <a:lnTo>
                  <a:pt x="2417445" y="1122997"/>
                </a:lnTo>
                <a:lnTo>
                  <a:pt x="2448877" y="1067753"/>
                </a:lnTo>
                <a:lnTo>
                  <a:pt x="2483167" y="1013460"/>
                </a:lnTo>
                <a:lnTo>
                  <a:pt x="2518410" y="960120"/>
                </a:lnTo>
                <a:lnTo>
                  <a:pt x="2555557" y="907733"/>
                </a:lnTo>
                <a:lnTo>
                  <a:pt x="2594610" y="856297"/>
                </a:lnTo>
                <a:lnTo>
                  <a:pt x="2634615" y="806767"/>
                </a:lnTo>
                <a:lnTo>
                  <a:pt x="2676525" y="758190"/>
                </a:lnTo>
                <a:lnTo>
                  <a:pt x="2720340" y="711517"/>
                </a:lnTo>
                <a:lnTo>
                  <a:pt x="2765107" y="665797"/>
                </a:lnTo>
                <a:lnTo>
                  <a:pt x="2811780" y="621030"/>
                </a:lnTo>
                <a:lnTo>
                  <a:pt x="2859405" y="578167"/>
                </a:lnTo>
                <a:lnTo>
                  <a:pt x="2908935" y="537210"/>
                </a:lnTo>
                <a:lnTo>
                  <a:pt x="2959417" y="498157"/>
                </a:lnTo>
                <a:lnTo>
                  <a:pt x="3010853" y="460057"/>
                </a:lnTo>
                <a:lnTo>
                  <a:pt x="3063240" y="423863"/>
                </a:lnTo>
                <a:lnTo>
                  <a:pt x="3117533" y="388620"/>
                </a:lnTo>
                <a:lnTo>
                  <a:pt x="3172777" y="356235"/>
                </a:lnTo>
                <a:lnTo>
                  <a:pt x="3228023" y="324803"/>
                </a:lnTo>
                <a:close/>
              </a:path>
            </a:pathLst>
          </a:cu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rescent-right"/>
          <p:cNvSpPr/>
          <p:nvPr/>
        </p:nvSpPr>
        <p:spPr>
          <a:xfrm>
            <a:off x="16803052" y="11972925"/>
            <a:ext cx="3228023" cy="4210050"/>
          </a:xfrm>
          <a:custGeom>
            <a:avLst/>
            <a:gdLst/>
            <a:ahLst/>
            <a:cxnLst/>
            <a:rect l="l" t="t" r="r" b="b"/>
            <a:pathLst>
              <a:path w="3228023" h="4210050">
                <a:moveTo>
                  <a:pt x="0" y="3885247"/>
                </a:moveTo>
                <a:lnTo>
                  <a:pt x="56198" y="3919537"/>
                </a:lnTo>
                <a:lnTo>
                  <a:pt x="114300" y="3952875"/>
                </a:lnTo>
                <a:lnTo>
                  <a:pt x="173356" y="3983355"/>
                </a:lnTo>
                <a:lnTo>
                  <a:pt x="233363" y="4012883"/>
                </a:lnTo>
                <a:lnTo>
                  <a:pt x="293370" y="4039553"/>
                </a:lnTo>
                <a:lnTo>
                  <a:pt x="355283" y="4065270"/>
                </a:lnTo>
                <a:lnTo>
                  <a:pt x="418148" y="4088130"/>
                </a:lnTo>
                <a:lnTo>
                  <a:pt x="481013" y="4110037"/>
                </a:lnTo>
                <a:lnTo>
                  <a:pt x="544830" y="4129087"/>
                </a:lnTo>
                <a:lnTo>
                  <a:pt x="608648" y="4146233"/>
                </a:lnTo>
                <a:lnTo>
                  <a:pt x="673418" y="4161473"/>
                </a:lnTo>
                <a:lnTo>
                  <a:pt x="739140" y="4174807"/>
                </a:lnTo>
                <a:lnTo>
                  <a:pt x="803910" y="4186237"/>
                </a:lnTo>
                <a:lnTo>
                  <a:pt x="870586" y="4194810"/>
                </a:lnTo>
                <a:lnTo>
                  <a:pt x="936308" y="4201477"/>
                </a:lnTo>
                <a:lnTo>
                  <a:pt x="1002983" y="4206240"/>
                </a:lnTo>
                <a:lnTo>
                  <a:pt x="1069658" y="4209097"/>
                </a:lnTo>
                <a:lnTo>
                  <a:pt x="1135380" y="4210050"/>
                </a:lnTo>
                <a:lnTo>
                  <a:pt x="1202056" y="4208145"/>
                </a:lnTo>
                <a:lnTo>
                  <a:pt x="1268730" y="4205287"/>
                </a:lnTo>
                <a:lnTo>
                  <a:pt x="1335406" y="4199573"/>
                </a:lnTo>
                <a:lnTo>
                  <a:pt x="1401128" y="4191953"/>
                </a:lnTo>
                <a:lnTo>
                  <a:pt x="1466850" y="4181475"/>
                </a:lnTo>
                <a:lnTo>
                  <a:pt x="1532573" y="4170045"/>
                </a:lnTo>
                <a:lnTo>
                  <a:pt x="1597343" y="4155757"/>
                </a:lnTo>
                <a:lnTo>
                  <a:pt x="1662113" y="4139565"/>
                </a:lnTo>
                <a:lnTo>
                  <a:pt x="1725930" y="4121467"/>
                </a:lnTo>
                <a:lnTo>
                  <a:pt x="1789748" y="4101465"/>
                </a:lnTo>
                <a:lnTo>
                  <a:pt x="1852613" y="4079557"/>
                </a:lnTo>
                <a:lnTo>
                  <a:pt x="1914526" y="4055745"/>
                </a:lnTo>
                <a:lnTo>
                  <a:pt x="1975486" y="4030027"/>
                </a:lnTo>
                <a:lnTo>
                  <a:pt x="2036446" y="4001453"/>
                </a:lnTo>
                <a:lnTo>
                  <a:pt x="2095500" y="3971925"/>
                </a:lnTo>
                <a:lnTo>
                  <a:pt x="2153603" y="3940493"/>
                </a:lnTo>
                <a:lnTo>
                  <a:pt x="2211706" y="3907155"/>
                </a:lnTo>
                <a:lnTo>
                  <a:pt x="2267903" y="3871913"/>
                </a:lnTo>
                <a:lnTo>
                  <a:pt x="2323148" y="3834765"/>
                </a:lnTo>
                <a:lnTo>
                  <a:pt x="2377440" y="3795713"/>
                </a:lnTo>
                <a:lnTo>
                  <a:pt x="2429828" y="3754755"/>
                </a:lnTo>
                <a:lnTo>
                  <a:pt x="2481263" y="3712845"/>
                </a:lnTo>
                <a:lnTo>
                  <a:pt x="2531746" y="3669030"/>
                </a:lnTo>
                <a:lnTo>
                  <a:pt x="2580323" y="3624263"/>
                </a:lnTo>
                <a:lnTo>
                  <a:pt x="2627948" y="3577590"/>
                </a:lnTo>
                <a:lnTo>
                  <a:pt x="2673668" y="3529013"/>
                </a:lnTo>
                <a:lnTo>
                  <a:pt x="2717483" y="3479483"/>
                </a:lnTo>
                <a:lnTo>
                  <a:pt x="2760346" y="3428047"/>
                </a:lnTo>
                <a:lnTo>
                  <a:pt x="2801303" y="3375660"/>
                </a:lnTo>
                <a:lnTo>
                  <a:pt x="2840356" y="3322320"/>
                </a:lnTo>
                <a:lnTo>
                  <a:pt x="2878456" y="3267075"/>
                </a:lnTo>
                <a:lnTo>
                  <a:pt x="2913698" y="3210877"/>
                </a:lnTo>
                <a:lnTo>
                  <a:pt x="2947988" y="3153727"/>
                </a:lnTo>
                <a:lnTo>
                  <a:pt x="2980373" y="3095625"/>
                </a:lnTo>
                <a:lnTo>
                  <a:pt x="3010853" y="3036570"/>
                </a:lnTo>
                <a:lnTo>
                  <a:pt x="3039428" y="2976563"/>
                </a:lnTo>
                <a:lnTo>
                  <a:pt x="3066098" y="2915603"/>
                </a:lnTo>
                <a:lnTo>
                  <a:pt x="3090863" y="2853690"/>
                </a:lnTo>
                <a:lnTo>
                  <a:pt x="3112770" y="2790825"/>
                </a:lnTo>
                <a:lnTo>
                  <a:pt x="3133726" y="2727960"/>
                </a:lnTo>
                <a:lnTo>
                  <a:pt x="3152776" y="2664143"/>
                </a:lnTo>
                <a:lnTo>
                  <a:pt x="3168968" y="2599373"/>
                </a:lnTo>
                <a:lnTo>
                  <a:pt x="3184208" y="2534603"/>
                </a:lnTo>
                <a:lnTo>
                  <a:pt x="3196590" y="2468880"/>
                </a:lnTo>
                <a:lnTo>
                  <a:pt x="3207068" y="2403157"/>
                </a:lnTo>
                <a:lnTo>
                  <a:pt x="3214688" y="2337435"/>
                </a:lnTo>
                <a:lnTo>
                  <a:pt x="3221356" y="2270760"/>
                </a:lnTo>
                <a:lnTo>
                  <a:pt x="3226118" y="2205037"/>
                </a:lnTo>
                <a:lnTo>
                  <a:pt x="3228023" y="2138363"/>
                </a:lnTo>
                <a:lnTo>
                  <a:pt x="3228023" y="2071687"/>
                </a:lnTo>
                <a:lnTo>
                  <a:pt x="3226118" y="2005013"/>
                </a:lnTo>
                <a:lnTo>
                  <a:pt x="3221356" y="1939290"/>
                </a:lnTo>
                <a:lnTo>
                  <a:pt x="3214688" y="1872615"/>
                </a:lnTo>
                <a:lnTo>
                  <a:pt x="3207068" y="1806893"/>
                </a:lnTo>
                <a:lnTo>
                  <a:pt x="3196590" y="1741170"/>
                </a:lnTo>
                <a:lnTo>
                  <a:pt x="3184208" y="1675447"/>
                </a:lnTo>
                <a:lnTo>
                  <a:pt x="3168968" y="1610677"/>
                </a:lnTo>
                <a:lnTo>
                  <a:pt x="3152776" y="1545907"/>
                </a:lnTo>
                <a:lnTo>
                  <a:pt x="3133726" y="1482090"/>
                </a:lnTo>
                <a:lnTo>
                  <a:pt x="3112770" y="1419225"/>
                </a:lnTo>
                <a:lnTo>
                  <a:pt x="3090863" y="1356360"/>
                </a:lnTo>
                <a:lnTo>
                  <a:pt x="3066098" y="1294447"/>
                </a:lnTo>
                <a:lnTo>
                  <a:pt x="3039428" y="1233487"/>
                </a:lnTo>
                <a:lnTo>
                  <a:pt x="3010853" y="1173480"/>
                </a:lnTo>
                <a:lnTo>
                  <a:pt x="2980373" y="1114425"/>
                </a:lnTo>
                <a:lnTo>
                  <a:pt x="2947988" y="1056323"/>
                </a:lnTo>
                <a:lnTo>
                  <a:pt x="2913698" y="999173"/>
                </a:lnTo>
                <a:lnTo>
                  <a:pt x="2878456" y="942975"/>
                </a:lnTo>
                <a:lnTo>
                  <a:pt x="2840356" y="887730"/>
                </a:lnTo>
                <a:lnTo>
                  <a:pt x="2801303" y="834390"/>
                </a:lnTo>
                <a:lnTo>
                  <a:pt x="2760346" y="782003"/>
                </a:lnTo>
                <a:lnTo>
                  <a:pt x="2717483" y="730567"/>
                </a:lnTo>
                <a:lnTo>
                  <a:pt x="2673668" y="681037"/>
                </a:lnTo>
                <a:lnTo>
                  <a:pt x="2627948" y="632460"/>
                </a:lnTo>
                <a:lnTo>
                  <a:pt x="2580323" y="585787"/>
                </a:lnTo>
                <a:lnTo>
                  <a:pt x="2531746" y="541020"/>
                </a:lnTo>
                <a:lnTo>
                  <a:pt x="2481263" y="497205"/>
                </a:lnTo>
                <a:lnTo>
                  <a:pt x="2429828" y="455295"/>
                </a:lnTo>
                <a:lnTo>
                  <a:pt x="2377440" y="414337"/>
                </a:lnTo>
                <a:lnTo>
                  <a:pt x="2323148" y="375285"/>
                </a:lnTo>
                <a:lnTo>
                  <a:pt x="2267903" y="338137"/>
                </a:lnTo>
                <a:lnTo>
                  <a:pt x="2211706" y="302895"/>
                </a:lnTo>
                <a:lnTo>
                  <a:pt x="2153603" y="269557"/>
                </a:lnTo>
                <a:lnTo>
                  <a:pt x="2095500" y="238125"/>
                </a:lnTo>
                <a:lnTo>
                  <a:pt x="2036446" y="208597"/>
                </a:lnTo>
                <a:lnTo>
                  <a:pt x="1975486" y="180023"/>
                </a:lnTo>
                <a:lnTo>
                  <a:pt x="1914526" y="154305"/>
                </a:lnTo>
                <a:lnTo>
                  <a:pt x="1852613" y="130493"/>
                </a:lnTo>
                <a:lnTo>
                  <a:pt x="1789748" y="108585"/>
                </a:lnTo>
                <a:lnTo>
                  <a:pt x="1725930" y="88583"/>
                </a:lnTo>
                <a:lnTo>
                  <a:pt x="1662113" y="70485"/>
                </a:lnTo>
                <a:lnTo>
                  <a:pt x="1597343" y="54293"/>
                </a:lnTo>
                <a:lnTo>
                  <a:pt x="1532573" y="40005"/>
                </a:lnTo>
                <a:lnTo>
                  <a:pt x="1466850" y="28575"/>
                </a:lnTo>
                <a:lnTo>
                  <a:pt x="1401128" y="18097"/>
                </a:lnTo>
                <a:lnTo>
                  <a:pt x="1335406" y="10477"/>
                </a:lnTo>
                <a:lnTo>
                  <a:pt x="1268730" y="4763"/>
                </a:lnTo>
                <a:lnTo>
                  <a:pt x="1202056" y="1905"/>
                </a:lnTo>
                <a:lnTo>
                  <a:pt x="1135380" y="0"/>
                </a:lnTo>
                <a:lnTo>
                  <a:pt x="1069658" y="953"/>
                </a:lnTo>
                <a:lnTo>
                  <a:pt x="1002983" y="3810"/>
                </a:lnTo>
                <a:lnTo>
                  <a:pt x="936308" y="8573"/>
                </a:lnTo>
                <a:lnTo>
                  <a:pt x="870586" y="15240"/>
                </a:lnTo>
                <a:lnTo>
                  <a:pt x="803910" y="23813"/>
                </a:lnTo>
                <a:lnTo>
                  <a:pt x="739140" y="35243"/>
                </a:lnTo>
                <a:lnTo>
                  <a:pt x="673418" y="48577"/>
                </a:lnTo>
                <a:lnTo>
                  <a:pt x="608648" y="63817"/>
                </a:lnTo>
                <a:lnTo>
                  <a:pt x="544830" y="80963"/>
                </a:lnTo>
                <a:lnTo>
                  <a:pt x="481013" y="100013"/>
                </a:lnTo>
                <a:lnTo>
                  <a:pt x="418148" y="121920"/>
                </a:lnTo>
                <a:lnTo>
                  <a:pt x="355283" y="144780"/>
                </a:lnTo>
                <a:lnTo>
                  <a:pt x="293370" y="170497"/>
                </a:lnTo>
                <a:lnTo>
                  <a:pt x="233363" y="197167"/>
                </a:lnTo>
                <a:lnTo>
                  <a:pt x="173356" y="226695"/>
                </a:lnTo>
                <a:lnTo>
                  <a:pt x="114300" y="257175"/>
                </a:lnTo>
                <a:lnTo>
                  <a:pt x="56198" y="290513"/>
                </a:lnTo>
                <a:lnTo>
                  <a:pt x="0" y="324803"/>
                </a:lnTo>
                <a:lnTo>
                  <a:pt x="55246" y="356235"/>
                </a:lnTo>
                <a:lnTo>
                  <a:pt x="110490" y="388620"/>
                </a:lnTo>
                <a:lnTo>
                  <a:pt x="164783" y="423863"/>
                </a:lnTo>
                <a:lnTo>
                  <a:pt x="217170" y="460057"/>
                </a:lnTo>
                <a:lnTo>
                  <a:pt x="268606" y="498157"/>
                </a:lnTo>
                <a:lnTo>
                  <a:pt x="319088" y="537210"/>
                </a:lnTo>
                <a:lnTo>
                  <a:pt x="368618" y="578167"/>
                </a:lnTo>
                <a:lnTo>
                  <a:pt x="416243" y="621030"/>
                </a:lnTo>
                <a:lnTo>
                  <a:pt x="462916" y="665797"/>
                </a:lnTo>
                <a:lnTo>
                  <a:pt x="507683" y="711517"/>
                </a:lnTo>
                <a:lnTo>
                  <a:pt x="551498" y="758190"/>
                </a:lnTo>
                <a:lnTo>
                  <a:pt x="593408" y="806767"/>
                </a:lnTo>
                <a:lnTo>
                  <a:pt x="633413" y="856297"/>
                </a:lnTo>
                <a:lnTo>
                  <a:pt x="672466" y="907733"/>
                </a:lnTo>
                <a:lnTo>
                  <a:pt x="709613" y="960120"/>
                </a:lnTo>
                <a:lnTo>
                  <a:pt x="744856" y="1013460"/>
                </a:lnTo>
                <a:lnTo>
                  <a:pt x="779146" y="1067753"/>
                </a:lnTo>
                <a:lnTo>
                  <a:pt x="810578" y="1122997"/>
                </a:lnTo>
                <a:lnTo>
                  <a:pt x="841058" y="1179195"/>
                </a:lnTo>
                <a:lnTo>
                  <a:pt x="869633" y="1237297"/>
                </a:lnTo>
                <a:lnTo>
                  <a:pt x="896303" y="1295400"/>
                </a:lnTo>
                <a:lnTo>
                  <a:pt x="921068" y="1354455"/>
                </a:lnTo>
                <a:lnTo>
                  <a:pt x="943928" y="1414463"/>
                </a:lnTo>
                <a:lnTo>
                  <a:pt x="964883" y="1474470"/>
                </a:lnTo>
                <a:lnTo>
                  <a:pt x="983933" y="1536383"/>
                </a:lnTo>
                <a:lnTo>
                  <a:pt x="1001078" y="1597343"/>
                </a:lnTo>
                <a:lnTo>
                  <a:pt x="1016318" y="1660207"/>
                </a:lnTo>
                <a:lnTo>
                  <a:pt x="1029653" y="1723073"/>
                </a:lnTo>
                <a:lnTo>
                  <a:pt x="1040130" y="1785937"/>
                </a:lnTo>
                <a:lnTo>
                  <a:pt x="1049656" y="1849755"/>
                </a:lnTo>
                <a:lnTo>
                  <a:pt x="1056323" y="1912620"/>
                </a:lnTo>
                <a:lnTo>
                  <a:pt x="1062038" y="1977390"/>
                </a:lnTo>
                <a:lnTo>
                  <a:pt x="1064896" y="2041207"/>
                </a:lnTo>
                <a:lnTo>
                  <a:pt x="1065848" y="2105025"/>
                </a:lnTo>
                <a:lnTo>
                  <a:pt x="1064896" y="2168843"/>
                </a:lnTo>
                <a:lnTo>
                  <a:pt x="1062038" y="2232660"/>
                </a:lnTo>
                <a:lnTo>
                  <a:pt x="1056323" y="2297430"/>
                </a:lnTo>
                <a:lnTo>
                  <a:pt x="1049656" y="2360295"/>
                </a:lnTo>
                <a:lnTo>
                  <a:pt x="1040130" y="2424113"/>
                </a:lnTo>
                <a:lnTo>
                  <a:pt x="1029653" y="2486977"/>
                </a:lnTo>
                <a:lnTo>
                  <a:pt x="1016318" y="2549843"/>
                </a:lnTo>
                <a:lnTo>
                  <a:pt x="1001078" y="2612707"/>
                </a:lnTo>
                <a:lnTo>
                  <a:pt x="983933" y="2673667"/>
                </a:lnTo>
                <a:lnTo>
                  <a:pt x="964883" y="2735580"/>
                </a:lnTo>
                <a:lnTo>
                  <a:pt x="943928" y="2795587"/>
                </a:lnTo>
                <a:lnTo>
                  <a:pt x="921068" y="2855595"/>
                </a:lnTo>
                <a:lnTo>
                  <a:pt x="896303" y="2914650"/>
                </a:lnTo>
                <a:lnTo>
                  <a:pt x="869633" y="2972753"/>
                </a:lnTo>
                <a:lnTo>
                  <a:pt x="841058" y="3030855"/>
                </a:lnTo>
                <a:lnTo>
                  <a:pt x="810578" y="3087053"/>
                </a:lnTo>
                <a:lnTo>
                  <a:pt x="779146" y="3142297"/>
                </a:lnTo>
                <a:lnTo>
                  <a:pt x="744856" y="3196590"/>
                </a:lnTo>
                <a:lnTo>
                  <a:pt x="709613" y="3249930"/>
                </a:lnTo>
                <a:lnTo>
                  <a:pt x="672466" y="3302317"/>
                </a:lnTo>
                <a:lnTo>
                  <a:pt x="633413" y="3353753"/>
                </a:lnTo>
                <a:lnTo>
                  <a:pt x="593408" y="3403283"/>
                </a:lnTo>
                <a:lnTo>
                  <a:pt x="551498" y="3451860"/>
                </a:lnTo>
                <a:lnTo>
                  <a:pt x="507683" y="3498533"/>
                </a:lnTo>
                <a:lnTo>
                  <a:pt x="462916" y="3544253"/>
                </a:lnTo>
                <a:lnTo>
                  <a:pt x="416243" y="3589020"/>
                </a:lnTo>
                <a:lnTo>
                  <a:pt x="368618" y="3631883"/>
                </a:lnTo>
                <a:lnTo>
                  <a:pt x="319088" y="3672840"/>
                </a:lnTo>
                <a:lnTo>
                  <a:pt x="268606" y="3711893"/>
                </a:lnTo>
                <a:lnTo>
                  <a:pt x="217170" y="3749993"/>
                </a:lnTo>
                <a:lnTo>
                  <a:pt x="164783" y="3786187"/>
                </a:lnTo>
                <a:lnTo>
                  <a:pt x="110490" y="3821430"/>
                </a:lnTo>
                <a:lnTo>
                  <a:pt x="55246" y="3853815"/>
                </a:lnTo>
                <a:lnTo>
                  <a:pt x="0" y="3885247"/>
                </a:lnTo>
                <a:close/>
              </a:path>
            </a:pathLst>
          </a:custGeom>
          <a:solidFill>
            <a:srgbClr val="477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rescent-left-icon-body"/>
          <p:cNvSpPr/>
          <p:nvPr/>
        </p:nvSpPr>
        <p:spPr>
          <a:xfrm>
            <a:off x="12482512" y="13682662"/>
            <a:ext cx="771526" cy="771526"/>
          </a:xfrm>
          <a:custGeom>
            <a:avLst/>
            <a:gdLst/>
            <a:ahLst/>
            <a:cxnLst/>
            <a:rect l="l" t="t" r="r" b="b"/>
            <a:pathLst>
              <a:path w="771526" h="771526">
                <a:moveTo>
                  <a:pt x="0" y="355283"/>
                </a:moveTo>
                <a:lnTo>
                  <a:pt x="385763" y="0"/>
                </a:lnTo>
                <a:lnTo>
                  <a:pt x="771526" y="355283"/>
                </a:lnTo>
                <a:lnTo>
                  <a:pt x="771526" y="771526"/>
                </a:lnTo>
                <a:lnTo>
                  <a:pt x="0" y="7715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rescent-left-icon-door"/>
          <p:cNvSpPr/>
          <p:nvPr/>
        </p:nvSpPr>
        <p:spPr>
          <a:xfrm>
            <a:off x="12810172" y="14115098"/>
            <a:ext cx="116206" cy="261937"/>
          </a:xfrm>
          <a:custGeom>
            <a:avLst/>
            <a:gdLst/>
            <a:ahLst/>
            <a:cxnLst/>
            <a:rect l="l" t="t" r="r" b="b"/>
            <a:pathLst>
              <a:path w="116206" h="261937">
                <a:moveTo>
                  <a:pt x="0" y="0"/>
                </a:moveTo>
                <a:lnTo>
                  <a:pt x="116206" y="0"/>
                </a:lnTo>
                <a:lnTo>
                  <a:pt x="116206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rescent-right-icon-body"/>
          <p:cNvSpPr/>
          <p:nvPr/>
        </p:nvSpPr>
        <p:spPr>
          <a:xfrm>
            <a:off x="18483262" y="13682662"/>
            <a:ext cx="771526" cy="771526"/>
          </a:xfrm>
          <a:custGeom>
            <a:avLst/>
            <a:gdLst/>
            <a:ahLst/>
            <a:cxnLst/>
            <a:rect l="l" t="t" r="r" b="b"/>
            <a:pathLst>
              <a:path w="771526" h="771526">
                <a:moveTo>
                  <a:pt x="0" y="355283"/>
                </a:moveTo>
                <a:lnTo>
                  <a:pt x="385763" y="0"/>
                </a:lnTo>
                <a:lnTo>
                  <a:pt x="771526" y="355283"/>
                </a:lnTo>
                <a:lnTo>
                  <a:pt x="771526" y="771526"/>
                </a:lnTo>
                <a:lnTo>
                  <a:pt x="0" y="7715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rescent-right-icon-door"/>
          <p:cNvSpPr/>
          <p:nvPr/>
        </p:nvSpPr>
        <p:spPr>
          <a:xfrm>
            <a:off x="18810922" y="14115098"/>
            <a:ext cx="116206" cy="261937"/>
          </a:xfrm>
          <a:custGeom>
            <a:avLst/>
            <a:gdLst/>
            <a:ahLst/>
            <a:cxnLst/>
            <a:rect l="l" t="t" r="r" b="b"/>
            <a:pathLst>
              <a:path w="116206" h="261937">
                <a:moveTo>
                  <a:pt x="0" y="0"/>
                </a:moveTo>
                <a:lnTo>
                  <a:pt x="116206" y="0"/>
                </a:lnTo>
                <a:lnTo>
                  <a:pt x="116206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477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rescent-center-text"/>
          <p:cNvSpPr txBox="1"/>
          <p:nvPr/>
        </p:nvSpPr>
        <p:spPr>
          <a:xfrm>
            <a:off x="14611350" y="13432631"/>
            <a:ext cx="2476500" cy="13287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前言</a:t>
            </a:r>
          </a:p>
        </p:txBody>
      </p:sp>
      <p:cxnSp>
        <p:nvCxnSpPr>
          <p:cNvPr id="47" name="link-left"/>
          <p:cNvCxnSpPr/>
          <p:nvPr/>
        </p:nvCxnSpPr>
        <p:spPr>
          <a:xfrm>
            <a:off x="10420350" y="13925550"/>
            <a:ext cx="1295400" cy="0"/>
          </a:xfrm>
          <a:prstGeom prst="line">
            <a:avLst/>
          </a:prstGeom>
          <a:ln w="33337">
            <a:solidFill>
              <a:srgbClr val="4ED7C5"/>
            </a:solidFill>
          </a:ln>
          <a:effectLst/>
        </p:spPr>
      </p:cxnSp>
      <p:sp>
        <p:nvSpPr>
          <p:cNvPr id="48" name="node-left"/>
          <p:cNvSpPr/>
          <p:nvPr/>
        </p:nvSpPr>
        <p:spPr>
          <a:xfrm>
            <a:off x="10220325" y="13820775"/>
            <a:ext cx="209550" cy="20955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link-right"/>
          <p:cNvCxnSpPr/>
          <p:nvPr/>
        </p:nvCxnSpPr>
        <p:spPr>
          <a:xfrm>
            <a:off x="20078700" y="13916025"/>
            <a:ext cx="1247775" cy="0"/>
          </a:xfrm>
          <a:prstGeom prst="line">
            <a:avLst/>
          </a:prstGeom>
          <a:ln w="33337">
            <a:solidFill>
              <a:srgbClr val="477EFF"/>
            </a:solidFill>
          </a:ln>
          <a:effectLst/>
        </p:spPr>
      </p:cxnSp>
      <p:sp>
        <p:nvSpPr>
          <p:cNvPr id="50" name="node-right"/>
          <p:cNvSpPr/>
          <p:nvPr/>
        </p:nvSpPr>
        <p:spPr>
          <a:xfrm>
            <a:off x="21316950" y="13811250"/>
            <a:ext cx="209550" cy="209550"/>
          </a:xfrm>
          <a:prstGeom prst="ellipse">
            <a:avLst/>
          </a:prstGeom>
          <a:solidFill>
            <a:srgbClr val="477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goal-title"/>
          <p:cNvSpPr txBox="1"/>
          <p:nvPr/>
        </p:nvSpPr>
        <p:spPr>
          <a:xfrm>
            <a:off x="7115175" y="12625388"/>
            <a:ext cx="30480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52" name="crit-title"/>
          <p:cNvSpPr txBox="1"/>
          <p:nvPr/>
        </p:nvSpPr>
        <p:spPr>
          <a:xfrm>
            <a:off x="22202775" y="12625388"/>
            <a:ext cx="447675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5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项目成功标准</a:t>
            </a:r>
          </a:p>
        </p:txBody>
      </p:sp>
      <p:sp>
        <p:nvSpPr>
          <p:cNvPr id="53" name="goal-sub-1"/>
          <p:cNvSpPr txBox="1"/>
          <p:nvPr/>
        </p:nvSpPr>
        <p:spPr>
          <a:xfrm>
            <a:off x="4095750" y="14018419"/>
            <a:ext cx="5695950" cy="6715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868686"/>
                </a:solidFill>
                <a:latin typeface="Microsoft YaHei"/>
                <a:ea typeface="Microsoft YaHei"/>
                <a:cs typeface="Microsoft YaHei"/>
              </a:rPr>
              <a:t>简单概述项目目标是什么？</a:t>
            </a:r>
          </a:p>
        </p:txBody>
      </p:sp>
      <p:sp>
        <p:nvSpPr>
          <p:cNvPr id="54" name="goal-sub-2"/>
          <p:cNvSpPr txBox="1"/>
          <p:nvPr/>
        </p:nvSpPr>
        <p:spPr>
          <a:xfrm>
            <a:off x="4095750" y="14732794"/>
            <a:ext cx="5695950" cy="6715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868686"/>
                </a:solidFill>
                <a:latin typeface="Microsoft YaHei"/>
                <a:ea typeface="Microsoft YaHei"/>
                <a:cs typeface="Microsoft YaHei"/>
              </a:rPr>
              <a:t>主要解决什么问题？</a:t>
            </a:r>
          </a:p>
        </p:txBody>
      </p:sp>
      <p:sp>
        <p:nvSpPr>
          <p:cNvPr id="55" name="crit-sub-1"/>
          <p:cNvSpPr txBox="1"/>
          <p:nvPr/>
        </p:nvSpPr>
        <p:spPr>
          <a:xfrm>
            <a:off x="22193250" y="14018419"/>
            <a:ext cx="5048250" cy="6715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868686"/>
                </a:solidFill>
                <a:latin typeface="Microsoft YaHei"/>
                <a:ea typeface="Microsoft YaHei"/>
                <a:cs typeface="Microsoft YaHei"/>
              </a:rPr>
              <a:t>项目成功的定义指标是什</a:t>
            </a:r>
          </a:p>
        </p:txBody>
      </p:sp>
      <p:sp>
        <p:nvSpPr>
          <p:cNvPr id="56" name="crit-sub-2"/>
          <p:cNvSpPr txBox="1"/>
          <p:nvPr/>
        </p:nvSpPr>
        <p:spPr>
          <a:xfrm>
            <a:off x="22193250" y="14732794"/>
            <a:ext cx="952500" cy="6715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868686"/>
                </a:solidFill>
                <a:latin typeface="Microsoft YaHei"/>
                <a:ea typeface="Microsoft YaHei"/>
                <a:cs typeface="Microsoft YaHei"/>
              </a:rPr>
              <a:t>么？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