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6974800" cy="1914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6974800" cy="19145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me"/>
          <p:cNvSpPr/>
          <p:nvPr/>
        </p:nvSpPr>
        <p:spPr>
          <a:xfrm>
            <a:off x="114300" y="123825"/>
            <a:ext cx="26746200" cy="18907125"/>
          </a:xfrm>
          <a:prstGeom prst="rect">
            <a:avLst/>
          </a:prstGeom>
          <a:solidFill>
            <a:srgbClr val="FFFFFF"/>
          </a:solidFill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5" name="hdr-icon"/>
          <p:cNvGrpSpPr/>
          <p:nvPr/>
        </p:nvGrpSpPr>
        <p:grpSpPr>
          <a:xfrm>
            <a:off x="1661541" y="1100328"/>
            <a:ext cx="1115568" cy="906399"/>
            <a:chOff x="1661541" y="1100328"/>
            <a:chExt cx="1115568" cy="906399"/>
          </a:xfrm>
        </p:grpSpPr>
        <p:sp>
          <p:nvSpPr>
            <p:cNvPr id="4" name="Oval 3"/>
            <p:cNvSpPr/>
            <p:nvPr/>
          </p:nvSpPr>
          <p:spPr>
            <a:xfrm>
              <a:off x="1737074" y="1100328"/>
              <a:ext cx="383477" cy="383477"/>
            </a:xfrm>
            <a:prstGeom prst="ellipse">
              <a:avLst/>
            </a:prstGeom>
            <a:solidFill>
              <a:srgbClr val="1C40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1661541" y="1541907"/>
              <a:ext cx="534543" cy="464820"/>
            </a:xfrm>
            <a:custGeom>
              <a:avLst/>
              <a:gdLst/>
              <a:ahLst/>
              <a:cxnLst/>
              <a:rect l="l" t="t" r="r" b="b"/>
              <a:pathLst>
                <a:path w="534543" h="464820">
                  <a:moveTo>
                    <a:pt x="0" y="464820"/>
                  </a:moveTo>
                  <a:lnTo>
                    <a:pt x="267271" y="0"/>
                  </a:lnTo>
                  <a:lnTo>
                    <a:pt x="534543" y="464820"/>
                  </a:lnTo>
                  <a:close/>
                </a:path>
              </a:pathLst>
            </a:custGeom>
            <a:solidFill>
              <a:srgbClr val="1C40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318099" y="1100328"/>
              <a:ext cx="383477" cy="383477"/>
            </a:xfrm>
            <a:prstGeom prst="ellipse">
              <a:avLst/>
            </a:prstGeom>
            <a:solidFill>
              <a:srgbClr val="1C40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2242566" y="1541907"/>
              <a:ext cx="534543" cy="464820"/>
            </a:xfrm>
            <a:custGeom>
              <a:avLst/>
              <a:gdLst/>
              <a:ahLst/>
              <a:cxnLst/>
              <a:rect l="l" t="t" r="r" b="b"/>
              <a:pathLst>
                <a:path w="534543" h="464820">
                  <a:moveTo>
                    <a:pt x="0" y="464820"/>
                  </a:moveTo>
                  <a:lnTo>
                    <a:pt x="267272" y="0"/>
                  </a:lnTo>
                  <a:lnTo>
                    <a:pt x="534543" y="464820"/>
                  </a:lnTo>
                  <a:close/>
                </a:path>
              </a:pathLst>
            </a:custGeom>
            <a:solidFill>
              <a:srgbClr val="1C40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" name="hdr-title"/>
          <p:cNvSpPr txBox="1"/>
          <p:nvPr/>
        </p:nvSpPr>
        <p:spPr>
          <a:xfrm>
            <a:off x="3143250" y="838200"/>
            <a:ext cx="12573000" cy="1104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97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XXX IT工程师优势与劣势分析</a:t>
            </a:r>
          </a:p>
        </p:txBody>
      </p:sp>
      <p:sp>
        <p:nvSpPr>
          <p:cNvPr id="9" name="rule-thick"/>
          <p:cNvSpPr/>
          <p:nvPr/>
        </p:nvSpPr>
        <p:spPr>
          <a:xfrm>
            <a:off x="1676400" y="2238375"/>
            <a:ext cx="1352550" cy="142875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ule-thin"/>
          <p:cNvSpPr/>
          <p:nvPr/>
        </p:nvSpPr>
        <p:spPr>
          <a:xfrm>
            <a:off x="1676400" y="2333625"/>
            <a:ext cx="15459075" cy="47625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ng-seg-1"/>
          <p:cNvSpPr/>
          <p:nvPr/>
        </p:nvSpPr>
        <p:spPr>
          <a:xfrm>
            <a:off x="16558260" y="7943850"/>
            <a:ext cx="2300288" cy="4726305"/>
          </a:xfrm>
          <a:custGeom>
            <a:avLst/>
            <a:gdLst/>
            <a:ahLst/>
            <a:cxnLst/>
            <a:rect l="l" t="t" r="r" b="b"/>
            <a:pathLst>
              <a:path w="2300288" h="4726305">
                <a:moveTo>
                  <a:pt x="0" y="880110"/>
                </a:moveTo>
                <a:lnTo>
                  <a:pt x="49530" y="980122"/>
                </a:lnTo>
                <a:lnTo>
                  <a:pt x="95250" y="1082040"/>
                </a:lnTo>
                <a:lnTo>
                  <a:pt x="138112" y="1184910"/>
                </a:lnTo>
                <a:lnTo>
                  <a:pt x="178118" y="1289685"/>
                </a:lnTo>
                <a:lnTo>
                  <a:pt x="213360" y="1395412"/>
                </a:lnTo>
                <a:lnTo>
                  <a:pt x="246698" y="1503045"/>
                </a:lnTo>
                <a:lnTo>
                  <a:pt x="275272" y="1610678"/>
                </a:lnTo>
                <a:lnTo>
                  <a:pt x="300990" y="1719262"/>
                </a:lnTo>
                <a:lnTo>
                  <a:pt x="321945" y="1828800"/>
                </a:lnTo>
                <a:lnTo>
                  <a:pt x="340042" y="1939290"/>
                </a:lnTo>
                <a:lnTo>
                  <a:pt x="355282" y="2050732"/>
                </a:lnTo>
                <a:lnTo>
                  <a:pt x="365760" y="2161222"/>
                </a:lnTo>
                <a:lnTo>
                  <a:pt x="373380" y="2272665"/>
                </a:lnTo>
                <a:lnTo>
                  <a:pt x="377190" y="2385060"/>
                </a:lnTo>
                <a:lnTo>
                  <a:pt x="376238" y="2496502"/>
                </a:lnTo>
                <a:lnTo>
                  <a:pt x="373380" y="2607945"/>
                </a:lnTo>
                <a:lnTo>
                  <a:pt x="365760" y="2720340"/>
                </a:lnTo>
                <a:lnTo>
                  <a:pt x="354330" y="2830830"/>
                </a:lnTo>
                <a:lnTo>
                  <a:pt x="340042" y="2942272"/>
                </a:lnTo>
                <a:lnTo>
                  <a:pt x="321945" y="3052762"/>
                </a:lnTo>
                <a:lnTo>
                  <a:pt x="299085" y="3162300"/>
                </a:lnTo>
                <a:lnTo>
                  <a:pt x="274320" y="3270885"/>
                </a:lnTo>
                <a:lnTo>
                  <a:pt x="244792" y="3378518"/>
                </a:lnTo>
                <a:lnTo>
                  <a:pt x="212408" y="3485198"/>
                </a:lnTo>
                <a:lnTo>
                  <a:pt x="176212" y="3591878"/>
                </a:lnTo>
                <a:lnTo>
                  <a:pt x="137160" y="3695700"/>
                </a:lnTo>
                <a:lnTo>
                  <a:pt x="94298" y="3799522"/>
                </a:lnTo>
                <a:lnTo>
                  <a:pt x="47625" y="3901440"/>
                </a:lnTo>
                <a:lnTo>
                  <a:pt x="1785938" y="4726305"/>
                </a:lnTo>
                <a:lnTo>
                  <a:pt x="1858328" y="4567238"/>
                </a:lnTo>
                <a:lnTo>
                  <a:pt x="1925002" y="4405312"/>
                </a:lnTo>
                <a:lnTo>
                  <a:pt x="1986915" y="4242435"/>
                </a:lnTo>
                <a:lnTo>
                  <a:pt x="2043112" y="4076700"/>
                </a:lnTo>
                <a:lnTo>
                  <a:pt x="2094548" y="3909060"/>
                </a:lnTo>
                <a:lnTo>
                  <a:pt x="2140268" y="3740468"/>
                </a:lnTo>
                <a:lnTo>
                  <a:pt x="2179320" y="3569970"/>
                </a:lnTo>
                <a:lnTo>
                  <a:pt x="2214562" y="3398520"/>
                </a:lnTo>
                <a:lnTo>
                  <a:pt x="2243138" y="3226118"/>
                </a:lnTo>
                <a:lnTo>
                  <a:pt x="2265998" y="3052762"/>
                </a:lnTo>
                <a:lnTo>
                  <a:pt x="2283142" y="2878455"/>
                </a:lnTo>
                <a:lnTo>
                  <a:pt x="2294572" y="2704148"/>
                </a:lnTo>
                <a:lnTo>
                  <a:pt x="2300288" y="2529840"/>
                </a:lnTo>
                <a:lnTo>
                  <a:pt x="2300288" y="2354580"/>
                </a:lnTo>
                <a:lnTo>
                  <a:pt x="2294572" y="2180272"/>
                </a:lnTo>
                <a:lnTo>
                  <a:pt x="2284095" y="2005012"/>
                </a:lnTo>
                <a:lnTo>
                  <a:pt x="2266950" y="1831658"/>
                </a:lnTo>
                <a:lnTo>
                  <a:pt x="2244090" y="1658302"/>
                </a:lnTo>
                <a:lnTo>
                  <a:pt x="2215515" y="1484948"/>
                </a:lnTo>
                <a:lnTo>
                  <a:pt x="2181225" y="1313498"/>
                </a:lnTo>
                <a:lnTo>
                  <a:pt x="2141220" y="1143000"/>
                </a:lnTo>
                <a:lnTo>
                  <a:pt x="2096452" y="974408"/>
                </a:lnTo>
                <a:lnTo>
                  <a:pt x="2045970" y="806768"/>
                </a:lnTo>
                <a:lnTo>
                  <a:pt x="1989772" y="641985"/>
                </a:lnTo>
                <a:lnTo>
                  <a:pt x="1927860" y="478155"/>
                </a:lnTo>
                <a:lnTo>
                  <a:pt x="1861185" y="316230"/>
                </a:lnTo>
                <a:lnTo>
                  <a:pt x="1788795" y="157162"/>
                </a:lnTo>
                <a:lnTo>
                  <a:pt x="1711642" y="0"/>
                </a:lnTo>
                <a:close/>
              </a:path>
            </a:pathLst>
          </a:custGeom>
          <a:solidFill>
            <a:srgbClr val="1E7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ng-seg-2"/>
          <p:cNvSpPr/>
          <p:nvPr/>
        </p:nvSpPr>
        <p:spPr>
          <a:xfrm>
            <a:off x="13798868" y="12214860"/>
            <a:ext cx="4225290" cy="3484245"/>
          </a:xfrm>
          <a:custGeom>
            <a:avLst/>
            <a:gdLst/>
            <a:ahLst/>
            <a:cxnLst/>
            <a:rect l="l" t="t" r="r" b="b"/>
            <a:pathLst>
              <a:path w="4225290" h="3484245">
                <a:moveTo>
                  <a:pt x="2602230" y="0"/>
                </a:moveTo>
                <a:lnTo>
                  <a:pt x="2540317" y="93345"/>
                </a:lnTo>
                <a:lnTo>
                  <a:pt x="2475547" y="184785"/>
                </a:lnTo>
                <a:lnTo>
                  <a:pt x="2407920" y="274320"/>
                </a:lnTo>
                <a:lnTo>
                  <a:pt x="2336482" y="361950"/>
                </a:lnTo>
                <a:lnTo>
                  <a:pt x="2263140" y="446722"/>
                </a:lnTo>
                <a:lnTo>
                  <a:pt x="2185987" y="528638"/>
                </a:lnTo>
                <a:lnTo>
                  <a:pt x="2106930" y="608648"/>
                </a:lnTo>
                <a:lnTo>
                  <a:pt x="2025014" y="685800"/>
                </a:lnTo>
                <a:lnTo>
                  <a:pt x="1941194" y="760095"/>
                </a:lnTo>
                <a:lnTo>
                  <a:pt x="1854517" y="832485"/>
                </a:lnTo>
                <a:lnTo>
                  <a:pt x="1764982" y="901065"/>
                </a:lnTo>
                <a:lnTo>
                  <a:pt x="1674494" y="966788"/>
                </a:lnTo>
                <a:lnTo>
                  <a:pt x="1581150" y="1029652"/>
                </a:lnTo>
                <a:lnTo>
                  <a:pt x="1485900" y="1088708"/>
                </a:lnTo>
                <a:lnTo>
                  <a:pt x="1387792" y="1144905"/>
                </a:lnTo>
                <a:lnTo>
                  <a:pt x="1288732" y="1198245"/>
                </a:lnTo>
                <a:lnTo>
                  <a:pt x="1188720" y="1247775"/>
                </a:lnTo>
                <a:lnTo>
                  <a:pt x="1085850" y="1294448"/>
                </a:lnTo>
                <a:lnTo>
                  <a:pt x="982027" y="1338262"/>
                </a:lnTo>
                <a:lnTo>
                  <a:pt x="877252" y="1377315"/>
                </a:lnTo>
                <a:lnTo>
                  <a:pt x="770572" y="1413510"/>
                </a:lnTo>
                <a:lnTo>
                  <a:pt x="662940" y="1445895"/>
                </a:lnTo>
                <a:lnTo>
                  <a:pt x="554354" y="1475422"/>
                </a:lnTo>
                <a:lnTo>
                  <a:pt x="444817" y="1501140"/>
                </a:lnTo>
                <a:lnTo>
                  <a:pt x="334327" y="1523048"/>
                </a:lnTo>
                <a:lnTo>
                  <a:pt x="223837" y="1541145"/>
                </a:lnTo>
                <a:lnTo>
                  <a:pt x="112394" y="1555432"/>
                </a:lnTo>
                <a:lnTo>
                  <a:pt x="0" y="1565910"/>
                </a:lnTo>
                <a:lnTo>
                  <a:pt x="154304" y="3484245"/>
                </a:lnTo>
                <a:lnTo>
                  <a:pt x="329564" y="3467100"/>
                </a:lnTo>
                <a:lnTo>
                  <a:pt x="503872" y="3444240"/>
                </a:lnTo>
                <a:lnTo>
                  <a:pt x="677227" y="3415665"/>
                </a:lnTo>
                <a:lnTo>
                  <a:pt x="849630" y="3381375"/>
                </a:lnTo>
                <a:lnTo>
                  <a:pt x="1021080" y="3342322"/>
                </a:lnTo>
                <a:lnTo>
                  <a:pt x="1191577" y="3296602"/>
                </a:lnTo>
                <a:lnTo>
                  <a:pt x="1359217" y="3245168"/>
                </a:lnTo>
                <a:lnTo>
                  <a:pt x="1525904" y="3188970"/>
                </a:lnTo>
                <a:lnTo>
                  <a:pt x="1690687" y="3127058"/>
                </a:lnTo>
                <a:lnTo>
                  <a:pt x="1852612" y="3059430"/>
                </a:lnTo>
                <a:lnTo>
                  <a:pt x="2012632" y="2986088"/>
                </a:lnTo>
                <a:lnTo>
                  <a:pt x="2170747" y="2908935"/>
                </a:lnTo>
                <a:lnTo>
                  <a:pt x="2326004" y="2825115"/>
                </a:lnTo>
                <a:lnTo>
                  <a:pt x="2477452" y="2737485"/>
                </a:lnTo>
                <a:lnTo>
                  <a:pt x="2626994" y="2644140"/>
                </a:lnTo>
                <a:lnTo>
                  <a:pt x="2772727" y="2546032"/>
                </a:lnTo>
                <a:lnTo>
                  <a:pt x="2915602" y="2443162"/>
                </a:lnTo>
                <a:lnTo>
                  <a:pt x="3054667" y="2335530"/>
                </a:lnTo>
                <a:lnTo>
                  <a:pt x="3190874" y="2224088"/>
                </a:lnTo>
                <a:lnTo>
                  <a:pt x="3322320" y="2106930"/>
                </a:lnTo>
                <a:lnTo>
                  <a:pt x="3449954" y="1986915"/>
                </a:lnTo>
                <a:lnTo>
                  <a:pt x="3573780" y="1862138"/>
                </a:lnTo>
                <a:lnTo>
                  <a:pt x="3693794" y="1732598"/>
                </a:lnTo>
                <a:lnTo>
                  <a:pt x="3809047" y="1600200"/>
                </a:lnTo>
                <a:lnTo>
                  <a:pt x="3920490" y="1463992"/>
                </a:lnTo>
                <a:lnTo>
                  <a:pt x="4026217" y="1323975"/>
                </a:lnTo>
                <a:lnTo>
                  <a:pt x="4128134" y="1180148"/>
                </a:lnTo>
                <a:lnTo>
                  <a:pt x="4225290" y="1033462"/>
                </a:lnTo>
                <a:close/>
              </a:path>
            </a:pathLst>
          </a:custGeom>
          <a:solidFill>
            <a:srgbClr val="1E7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ng-seg-3"/>
          <p:cNvSpPr/>
          <p:nvPr/>
        </p:nvSpPr>
        <p:spPr>
          <a:xfrm>
            <a:off x="9113520" y="12298680"/>
            <a:ext cx="4263390" cy="3412808"/>
          </a:xfrm>
          <a:custGeom>
            <a:avLst/>
            <a:gdLst/>
            <a:ahLst/>
            <a:cxnLst/>
            <a:rect l="l" t="t" r="r" b="b"/>
            <a:pathLst>
              <a:path w="4263390" h="3412808">
                <a:moveTo>
                  <a:pt x="4263390" y="1490662"/>
                </a:moveTo>
                <a:lnTo>
                  <a:pt x="4150042" y="1483042"/>
                </a:lnTo>
                <a:lnTo>
                  <a:pt x="4037648" y="1472565"/>
                </a:lnTo>
                <a:lnTo>
                  <a:pt x="3925252" y="1458278"/>
                </a:lnTo>
                <a:lnTo>
                  <a:pt x="3812858" y="1440180"/>
                </a:lnTo>
                <a:lnTo>
                  <a:pt x="3702368" y="1419225"/>
                </a:lnTo>
                <a:lnTo>
                  <a:pt x="3591878" y="1393508"/>
                </a:lnTo>
                <a:lnTo>
                  <a:pt x="3482340" y="1363980"/>
                </a:lnTo>
                <a:lnTo>
                  <a:pt x="3373755" y="1331595"/>
                </a:lnTo>
                <a:lnTo>
                  <a:pt x="3266122" y="1295400"/>
                </a:lnTo>
                <a:lnTo>
                  <a:pt x="3160395" y="1255395"/>
                </a:lnTo>
                <a:lnTo>
                  <a:pt x="3055620" y="1212532"/>
                </a:lnTo>
                <a:lnTo>
                  <a:pt x="2952750" y="1164908"/>
                </a:lnTo>
                <a:lnTo>
                  <a:pt x="2850832" y="1115378"/>
                </a:lnTo>
                <a:lnTo>
                  <a:pt x="2750820" y="1062038"/>
                </a:lnTo>
                <a:lnTo>
                  <a:pt x="2652712" y="1004888"/>
                </a:lnTo>
                <a:lnTo>
                  <a:pt x="2556510" y="944880"/>
                </a:lnTo>
                <a:lnTo>
                  <a:pt x="2463165" y="882015"/>
                </a:lnTo>
                <a:lnTo>
                  <a:pt x="2370772" y="815340"/>
                </a:lnTo>
                <a:lnTo>
                  <a:pt x="2281238" y="745808"/>
                </a:lnTo>
                <a:lnTo>
                  <a:pt x="2194560" y="673418"/>
                </a:lnTo>
                <a:lnTo>
                  <a:pt x="2109788" y="599122"/>
                </a:lnTo>
                <a:lnTo>
                  <a:pt x="2026920" y="521018"/>
                </a:lnTo>
                <a:lnTo>
                  <a:pt x="1947862" y="440055"/>
                </a:lnTo>
                <a:lnTo>
                  <a:pt x="1870710" y="357188"/>
                </a:lnTo>
                <a:lnTo>
                  <a:pt x="1796415" y="271462"/>
                </a:lnTo>
                <a:lnTo>
                  <a:pt x="1724978" y="182880"/>
                </a:lnTo>
                <a:lnTo>
                  <a:pt x="1657350" y="93345"/>
                </a:lnTo>
                <a:lnTo>
                  <a:pt x="1591628" y="0"/>
                </a:lnTo>
                <a:lnTo>
                  <a:pt x="0" y="1082040"/>
                </a:lnTo>
                <a:lnTo>
                  <a:pt x="101918" y="1226820"/>
                </a:lnTo>
                <a:lnTo>
                  <a:pt x="209550" y="1367790"/>
                </a:lnTo>
                <a:lnTo>
                  <a:pt x="320992" y="1505902"/>
                </a:lnTo>
                <a:lnTo>
                  <a:pt x="436245" y="1640205"/>
                </a:lnTo>
                <a:lnTo>
                  <a:pt x="557212" y="1769745"/>
                </a:lnTo>
                <a:lnTo>
                  <a:pt x="681038" y="1896428"/>
                </a:lnTo>
                <a:lnTo>
                  <a:pt x="809625" y="2017395"/>
                </a:lnTo>
                <a:lnTo>
                  <a:pt x="942975" y="2135505"/>
                </a:lnTo>
                <a:lnTo>
                  <a:pt x="1079182" y="2247900"/>
                </a:lnTo>
                <a:lnTo>
                  <a:pt x="1219200" y="2356485"/>
                </a:lnTo>
                <a:lnTo>
                  <a:pt x="1363028" y="2460308"/>
                </a:lnTo>
                <a:lnTo>
                  <a:pt x="1510665" y="2559368"/>
                </a:lnTo>
                <a:lnTo>
                  <a:pt x="1660208" y="2652712"/>
                </a:lnTo>
                <a:lnTo>
                  <a:pt x="1813560" y="2742248"/>
                </a:lnTo>
                <a:lnTo>
                  <a:pt x="1969770" y="2826068"/>
                </a:lnTo>
                <a:lnTo>
                  <a:pt x="2128838" y="2904172"/>
                </a:lnTo>
                <a:lnTo>
                  <a:pt x="2289810" y="2977515"/>
                </a:lnTo>
                <a:lnTo>
                  <a:pt x="2453640" y="3045142"/>
                </a:lnTo>
                <a:lnTo>
                  <a:pt x="2620328" y="3107055"/>
                </a:lnTo>
                <a:lnTo>
                  <a:pt x="2787968" y="3164205"/>
                </a:lnTo>
                <a:lnTo>
                  <a:pt x="2957512" y="3215640"/>
                </a:lnTo>
                <a:lnTo>
                  <a:pt x="3128962" y="3261360"/>
                </a:lnTo>
                <a:lnTo>
                  <a:pt x="3301365" y="3300412"/>
                </a:lnTo>
                <a:lnTo>
                  <a:pt x="3475672" y="3334702"/>
                </a:lnTo>
                <a:lnTo>
                  <a:pt x="3649980" y="3363278"/>
                </a:lnTo>
                <a:lnTo>
                  <a:pt x="3826192" y="3385185"/>
                </a:lnTo>
                <a:lnTo>
                  <a:pt x="4002405" y="3401378"/>
                </a:lnTo>
                <a:lnTo>
                  <a:pt x="4179570" y="3412808"/>
                </a:lnTo>
                <a:close/>
              </a:path>
            </a:pathLst>
          </a:custGeom>
          <a:solidFill>
            <a:srgbClr val="1E7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ng-seg-4"/>
          <p:cNvSpPr/>
          <p:nvPr/>
        </p:nvSpPr>
        <p:spPr>
          <a:xfrm>
            <a:off x="8191500" y="8027670"/>
            <a:ext cx="2301240" cy="4792980"/>
          </a:xfrm>
          <a:custGeom>
            <a:avLst/>
            <a:gdLst/>
            <a:ahLst/>
            <a:cxnLst/>
            <a:rect l="l" t="t" r="r" b="b"/>
            <a:pathLst>
              <a:path w="2301240" h="4792980">
                <a:moveTo>
                  <a:pt x="2301240" y="3912870"/>
                </a:moveTo>
                <a:lnTo>
                  <a:pt x="2250758" y="3811905"/>
                </a:lnTo>
                <a:lnTo>
                  <a:pt x="2204085" y="3708082"/>
                </a:lnTo>
                <a:lnTo>
                  <a:pt x="2161222" y="3603308"/>
                </a:lnTo>
                <a:lnTo>
                  <a:pt x="2121218" y="3496628"/>
                </a:lnTo>
                <a:lnTo>
                  <a:pt x="2085022" y="3388995"/>
                </a:lnTo>
                <a:lnTo>
                  <a:pt x="2052638" y="3280410"/>
                </a:lnTo>
                <a:lnTo>
                  <a:pt x="2023110" y="3170872"/>
                </a:lnTo>
                <a:lnTo>
                  <a:pt x="1997392" y="3060382"/>
                </a:lnTo>
                <a:lnTo>
                  <a:pt x="1976438" y="2948940"/>
                </a:lnTo>
                <a:lnTo>
                  <a:pt x="1958340" y="2836545"/>
                </a:lnTo>
                <a:lnTo>
                  <a:pt x="1944052" y="2724150"/>
                </a:lnTo>
                <a:lnTo>
                  <a:pt x="1933575" y="2610802"/>
                </a:lnTo>
                <a:lnTo>
                  <a:pt x="1926908" y="2497455"/>
                </a:lnTo>
                <a:lnTo>
                  <a:pt x="1924050" y="2384108"/>
                </a:lnTo>
                <a:lnTo>
                  <a:pt x="1925002" y="2270760"/>
                </a:lnTo>
                <a:lnTo>
                  <a:pt x="1929765" y="2157412"/>
                </a:lnTo>
                <a:lnTo>
                  <a:pt x="1938338" y="2044065"/>
                </a:lnTo>
                <a:lnTo>
                  <a:pt x="1950720" y="1931670"/>
                </a:lnTo>
                <a:lnTo>
                  <a:pt x="1965960" y="1819275"/>
                </a:lnTo>
                <a:lnTo>
                  <a:pt x="1985962" y="1706880"/>
                </a:lnTo>
                <a:lnTo>
                  <a:pt x="2009775" y="1596390"/>
                </a:lnTo>
                <a:lnTo>
                  <a:pt x="2036445" y="1485900"/>
                </a:lnTo>
                <a:lnTo>
                  <a:pt x="2066925" y="1376362"/>
                </a:lnTo>
                <a:lnTo>
                  <a:pt x="2101215" y="1268730"/>
                </a:lnTo>
                <a:lnTo>
                  <a:pt x="2139315" y="1162050"/>
                </a:lnTo>
                <a:lnTo>
                  <a:pt x="2181225" y="1056322"/>
                </a:lnTo>
                <a:lnTo>
                  <a:pt x="2225992" y="951548"/>
                </a:lnTo>
                <a:lnTo>
                  <a:pt x="2274570" y="848678"/>
                </a:lnTo>
                <a:lnTo>
                  <a:pt x="547688" y="0"/>
                </a:lnTo>
                <a:lnTo>
                  <a:pt x="472440" y="160020"/>
                </a:lnTo>
                <a:lnTo>
                  <a:pt x="401955" y="322898"/>
                </a:lnTo>
                <a:lnTo>
                  <a:pt x="337185" y="488632"/>
                </a:lnTo>
                <a:lnTo>
                  <a:pt x="278130" y="655320"/>
                </a:lnTo>
                <a:lnTo>
                  <a:pt x="223838" y="824865"/>
                </a:lnTo>
                <a:lnTo>
                  <a:pt x="176212" y="996315"/>
                </a:lnTo>
                <a:lnTo>
                  <a:pt x="133350" y="1168718"/>
                </a:lnTo>
                <a:lnTo>
                  <a:pt x="97155" y="1342072"/>
                </a:lnTo>
                <a:lnTo>
                  <a:pt x="65722" y="1517332"/>
                </a:lnTo>
                <a:lnTo>
                  <a:pt x="40958" y="1692592"/>
                </a:lnTo>
                <a:lnTo>
                  <a:pt x="21908" y="1868805"/>
                </a:lnTo>
                <a:lnTo>
                  <a:pt x="8572" y="2045970"/>
                </a:lnTo>
                <a:lnTo>
                  <a:pt x="1905" y="2223135"/>
                </a:lnTo>
                <a:lnTo>
                  <a:pt x="0" y="2401252"/>
                </a:lnTo>
                <a:lnTo>
                  <a:pt x="4762" y="2578418"/>
                </a:lnTo>
                <a:lnTo>
                  <a:pt x="15240" y="2755582"/>
                </a:lnTo>
                <a:lnTo>
                  <a:pt x="31432" y="2932748"/>
                </a:lnTo>
                <a:lnTo>
                  <a:pt x="53340" y="3108960"/>
                </a:lnTo>
                <a:lnTo>
                  <a:pt x="81915" y="3284220"/>
                </a:lnTo>
                <a:lnTo>
                  <a:pt x="115252" y="3458528"/>
                </a:lnTo>
                <a:lnTo>
                  <a:pt x="155258" y="3631882"/>
                </a:lnTo>
                <a:lnTo>
                  <a:pt x="200025" y="3803332"/>
                </a:lnTo>
                <a:lnTo>
                  <a:pt x="251460" y="3972878"/>
                </a:lnTo>
                <a:lnTo>
                  <a:pt x="308610" y="4141470"/>
                </a:lnTo>
                <a:lnTo>
                  <a:pt x="370522" y="4307205"/>
                </a:lnTo>
                <a:lnTo>
                  <a:pt x="438150" y="4471988"/>
                </a:lnTo>
                <a:lnTo>
                  <a:pt x="511492" y="4633912"/>
                </a:lnTo>
                <a:lnTo>
                  <a:pt x="589598" y="4792980"/>
                </a:lnTo>
                <a:close/>
              </a:path>
            </a:pathLst>
          </a:custGeom>
          <a:solidFill>
            <a:srgbClr val="1E7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ng-seg-5"/>
          <p:cNvSpPr/>
          <p:nvPr/>
        </p:nvSpPr>
        <p:spPr>
          <a:xfrm>
            <a:off x="9066848" y="5059680"/>
            <a:ext cx="4232910" cy="3449955"/>
          </a:xfrm>
          <a:custGeom>
            <a:avLst/>
            <a:gdLst/>
            <a:ahLst/>
            <a:cxnLst/>
            <a:rect l="l" t="t" r="r" b="b"/>
            <a:pathLst>
              <a:path w="4232910" h="3449955">
                <a:moveTo>
                  <a:pt x="1608772" y="3449955"/>
                </a:moveTo>
                <a:lnTo>
                  <a:pt x="1671637" y="3357562"/>
                </a:lnTo>
                <a:lnTo>
                  <a:pt x="1738312" y="3267075"/>
                </a:lnTo>
                <a:lnTo>
                  <a:pt x="1807844" y="3178492"/>
                </a:lnTo>
                <a:lnTo>
                  <a:pt x="1879282" y="3091815"/>
                </a:lnTo>
                <a:lnTo>
                  <a:pt x="1954530" y="3007995"/>
                </a:lnTo>
                <a:lnTo>
                  <a:pt x="2032634" y="2927032"/>
                </a:lnTo>
                <a:lnTo>
                  <a:pt x="2112644" y="2847975"/>
                </a:lnTo>
                <a:lnTo>
                  <a:pt x="2195512" y="2771775"/>
                </a:lnTo>
                <a:lnTo>
                  <a:pt x="2280284" y="2698432"/>
                </a:lnTo>
                <a:lnTo>
                  <a:pt x="2367914" y="2628900"/>
                </a:lnTo>
                <a:lnTo>
                  <a:pt x="2458402" y="2561272"/>
                </a:lnTo>
                <a:lnTo>
                  <a:pt x="2550794" y="2496502"/>
                </a:lnTo>
                <a:lnTo>
                  <a:pt x="2645092" y="2435542"/>
                </a:lnTo>
                <a:lnTo>
                  <a:pt x="2740342" y="2376488"/>
                </a:lnTo>
                <a:lnTo>
                  <a:pt x="2838450" y="2322195"/>
                </a:lnTo>
                <a:lnTo>
                  <a:pt x="2938462" y="2269808"/>
                </a:lnTo>
                <a:lnTo>
                  <a:pt x="3040380" y="2221230"/>
                </a:lnTo>
                <a:lnTo>
                  <a:pt x="3143250" y="2176462"/>
                </a:lnTo>
                <a:lnTo>
                  <a:pt x="3248024" y="2134552"/>
                </a:lnTo>
                <a:lnTo>
                  <a:pt x="3353752" y="2096452"/>
                </a:lnTo>
                <a:lnTo>
                  <a:pt x="3460432" y="2062162"/>
                </a:lnTo>
                <a:lnTo>
                  <a:pt x="3568064" y="2030730"/>
                </a:lnTo>
                <a:lnTo>
                  <a:pt x="3677602" y="2003108"/>
                </a:lnTo>
                <a:lnTo>
                  <a:pt x="3787140" y="1979295"/>
                </a:lnTo>
                <a:lnTo>
                  <a:pt x="3897630" y="1959292"/>
                </a:lnTo>
                <a:lnTo>
                  <a:pt x="4009072" y="1942148"/>
                </a:lnTo>
                <a:lnTo>
                  <a:pt x="4120514" y="1929765"/>
                </a:lnTo>
                <a:lnTo>
                  <a:pt x="4232910" y="1920240"/>
                </a:lnTo>
                <a:lnTo>
                  <a:pt x="4105274" y="0"/>
                </a:lnTo>
                <a:lnTo>
                  <a:pt x="3930014" y="15240"/>
                </a:lnTo>
                <a:lnTo>
                  <a:pt x="3754754" y="35242"/>
                </a:lnTo>
                <a:lnTo>
                  <a:pt x="3581400" y="60960"/>
                </a:lnTo>
                <a:lnTo>
                  <a:pt x="3408044" y="93345"/>
                </a:lnTo>
                <a:lnTo>
                  <a:pt x="3236594" y="130492"/>
                </a:lnTo>
                <a:lnTo>
                  <a:pt x="3066097" y="173355"/>
                </a:lnTo>
                <a:lnTo>
                  <a:pt x="2896552" y="221932"/>
                </a:lnTo>
                <a:lnTo>
                  <a:pt x="2729864" y="276225"/>
                </a:lnTo>
                <a:lnTo>
                  <a:pt x="2564130" y="336232"/>
                </a:lnTo>
                <a:lnTo>
                  <a:pt x="2401252" y="401955"/>
                </a:lnTo>
                <a:lnTo>
                  <a:pt x="2239327" y="472440"/>
                </a:lnTo>
                <a:lnTo>
                  <a:pt x="2081212" y="547688"/>
                </a:lnTo>
                <a:lnTo>
                  <a:pt x="1925002" y="628650"/>
                </a:lnTo>
                <a:lnTo>
                  <a:pt x="1771650" y="715328"/>
                </a:lnTo>
                <a:lnTo>
                  <a:pt x="1621154" y="805815"/>
                </a:lnTo>
                <a:lnTo>
                  <a:pt x="1473517" y="902018"/>
                </a:lnTo>
                <a:lnTo>
                  <a:pt x="1329690" y="1002982"/>
                </a:lnTo>
                <a:lnTo>
                  <a:pt x="1188720" y="1108710"/>
                </a:lnTo>
                <a:lnTo>
                  <a:pt x="1051560" y="1218248"/>
                </a:lnTo>
                <a:lnTo>
                  <a:pt x="918210" y="1332548"/>
                </a:lnTo>
                <a:lnTo>
                  <a:pt x="788670" y="1451610"/>
                </a:lnTo>
                <a:lnTo>
                  <a:pt x="662940" y="1574482"/>
                </a:lnTo>
                <a:lnTo>
                  <a:pt x="541972" y="1702118"/>
                </a:lnTo>
                <a:lnTo>
                  <a:pt x="423862" y="1833562"/>
                </a:lnTo>
                <a:lnTo>
                  <a:pt x="311467" y="1967865"/>
                </a:lnTo>
                <a:lnTo>
                  <a:pt x="202882" y="2106930"/>
                </a:lnTo>
                <a:lnTo>
                  <a:pt x="99060" y="2248852"/>
                </a:lnTo>
                <a:lnTo>
                  <a:pt x="0" y="2393632"/>
                </a:lnTo>
                <a:close/>
              </a:path>
            </a:pathLst>
          </a:custGeom>
          <a:solidFill>
            <a:srgbClr val="1E7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ng-seg-6"/>
          <p:cNvSpPr/>
          <p:nvPr/>
        </p:nvSpPr>
        <p:spPr>
          <a:xfrm>
            <a:off x="13716000" y="5056822"/>
            <a:ext cx="4226242" cy="3413760"/>
          </a:xfrm>
          <a:custGeom>
            <a:avLst/>
            <a:gdLst/>
            <a:ahLst/>
            <a:cxnLst/>
            <a:rect l="l" t="t" r="r" b="b"/>
            <a:pathLst>
              <a:path w="4226242" h="3413760">
                <a:moveTo>
                  <a:pt x="0" y="1921193"/>
                </a:moveTo>
                <a:lnTo>
                  <a:pt x="111442" y="1928813"/>
                </a:lnTo>
                <a:lnTo>
                  <a:pt x="222885" y="1940243"/>
                </a:lnTo>
                <a:lnTo>
                  <a:pt x="334328" y="1956436"/>
                </a:lnTo>
                <a:lnTo>
                  <a:pt x="443865" y="1975486"/>
                </a:lnTo>
                <a:lnTo>
                  <a:pt x="554355" y="1997393"/>
                </a:lnTo>
                <a:lnTo>
                  <a:pt x="662940" y="2024063"/>
                </a:lnTo>
                <a:lnTo>
                  <a:pt x="770572" y="2053590"/>
                </a:lnTo>
                <a:lnTo>
                  <a:pt x="878205" y="2086928"/>
                </a:lnTo>
                <a:lnTo>
                  <a:pt x="983932" y="2124076"/>
                </a:lnTo>
                <a:lnTo>
                  <a:pt x="1087755" y="2164080"/>
                </a:lnTo>
                <a:lnTo>
                  <a:pt x="1191578" y="2207896"/>
                </a:lnTo>
                <a:lnTo>
                  <a:pt x="1292542" y="2254568"/>
                </a:lnTo>
                <a:lnTo>
                  <a:pt x="1392555" y="2305050"/>
                </a:lnTo>
                <a:lnTo>
                  <a:pt x="1491615" y="2359343"/>
                </a:lnTo>
                <a:lnTo>
                  <a:pt x="1587818" y="2415540"/>
                </a:lnTo>
                <a:lnTo>
                  <a:pt x="1682115" y="2475548"/>
                </a:lnTo>
                <a:lnTo>
                  <a:pt x="1774508" y="2538413"/>
                </a:lnTo>
                <a:lnTo>
                  <a:pt x="1864995" y="2605088"/>
                </a:lnTo>
                <a:lnTo>
                  <a:pt x="1953578" y="2673668"/>
                </a:lnTo>
                <a:lnTo>
                  <a:pt x="2039302" y="2746058"/>
                </a:lnTo>
                <a:lnTo>
                  <a:pt x="2123122" y="2820353"/>
                </a:lnTo>
                <a:lnTo>
                  <a:pt x="2204085" y="2897506"/>
                </a:lnTo>
                <a:lnTo>
                  <a:pt x="2282190" y="2977516"/>
                </a:lnTo>
                <a:lnTo>
                  <a:pt x="2358390" y="3060383"/>
                </a:lnTo>
                <a:lnTo>
                  <a:pt x="2431732" y="3145156"/>
                </a:lnTo>
                <a:lnTo>
                  <a:pt x="2501265" y="3232786"/>
                </a:lnTo>
                <a:lnTo>
                  <a:pt x="2568892" y="3322320"/>
                </a:lnTo>
                <a:lnTo>
                  <a:pt x="2632710" y="3413760"/>
                </a:lnTo>
                <a:lnTo>
                  <a:pt x="4226242" y="2334578"/>
                </a:lnTo>
                <a:lnTo>
                  <a:pt x="4126230" y="2191703"/>
                </a:lnTo>
                <a:lnTo>
                  <a:pt x="4020502" y="2051686"/>
                </a:lnTo>
                <a:lnTo>
                  <a:pt x="3910965" y="1914526"/>
                </a:lnTo>
                <a:lnTo>
                  <a:pt x="3796665" y="1782128"/>
                </a:lnTo>
                <a:lnTo>
                  <a:pt x="3677602" y="1652588"/>
                </a:lnTo>
                <a:lnTo>
                  <a:pt x="3555682" y="1527810"/>
                </a:lnTo>
                <a:lnTo>
                  <a:pt x="3428048" y="1406843"/>
                </a:lnTo>
                <a:lnTo>
                  <a:pt x="3297555" y="1290638"/>
                </a:lnTo>
                <a:lnTo>
                  <a:pt x="3163252" y="1178243"/>
                </a:lnTo>
                <a:lnTo>
                  <a:pt x="3025140" y="1069658"/>
                </a:lnTo>
                <a:lnTo>
                  <a:pt x="2884170" y="966788"/>
                </a:lnTo>
                <a:lnTo>
                  <a:pt x="2739390" y="867728"/>
                </a:lnTo>
                <a:lnTo>
                  <a:pt x="2590800" y="774383"/>
                </a:lnTo>
                <a:lnTo>
                  <a:pt x="2440305" y="684848"/>
                </a:lnTo>
                <a:lnTo>
                  <a:pt x="2286000" y="601028"/>
                </a:lnTo>
                <a:lnTo>
                  <a:pt x="2129790" y="522923"/>
                </a:lnTo>
                <a:lnTo>
                  <a:pt x="1970722" y="448628"/>
                </a:lnTo>
                <a:lnTo>
                  <a:pt x="1809750" y="381000"/>
                </a:lnTo>
                <a:lnTo>
                  <a:pt x="1645920" y="317183"/>
                </a:lnTo>
                <a:lnTo>
                  <a:pt x="1480185" y="260033"/>
                </a:lnTo>
                <a:lnTo>
                  <a:pt x="1313498" y="207646"/>
                </a:lnTo>
                <a:lnTo>
                  <a:pt x="1143952" y="160973"/>
                </a:lnTo>
                <a:lnTo>
                  <a:pt x="974408" y="120016"/>
                </a:lnTo>
                <a:lnTo>
                  <a:pt x="802005" y="84773"/>
                </a:lnTo>
                <a:lnTo>
                  <a:pt x="629602" y="55246"/>
                </a:lnTo>
                <a:lnTo>
                  <a:pt x="456248" y="30480"/>
                </a:lnTo>
                <a:lnTo>
                  <a:pt x="281940" y="12383"/>
                </a:lnTo>
                <a:lnTo>
                  <a:pt x="107632" y="0"/>
                </a:lnTo>
                <a:close/>
              </a:path>
            </a:pathLst>
          </a:custGeom>
          <a:solidFill>
            <a:srgbClr val="1E7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ng-inner-left"/>
          <p:cNvSpPr/>
          <p:nvPr/>
        </p:nvSpPr>
        <p:spPr>
          <a:xfrm>
            <a:off x="10687050" y="7544752"/>
            <a:ext cx="2813685" cy="5674996"/>
          </a:xfrm>
          <a:custGeom>
            <a:avLst/>
            <a:gdLst/>
            <a:ahLst/>
            <a:cxnLst/>
            <a:rect l="l" t="t" r="r" b="b"/>
            <a:pathLst>
              <a:path w="2813685" h="5674996">
                <a:moveTo>
                  <a:pt x="2811780" y="4113848"/>
                </a:moveTo>
                <a:lnTo>
                  <a:pt x="2670810" y="4102418"/>
                </a:lnTo>
                <a:lnTo>
                  <a:pt x="2531745" y="4076700"/>
                </a:lnTo>
                <a:lnTo>
                  <a:pt x="2396490" y="4034790"/>
                </a:lnTo>
                <a:lnTo>
                  <a:pt x="2266950" y="3978593"/>
                </a:lnTo>
                <a:lnTo>
                  <a:pt x="2145030" y="3909060"/>
                </a:lnTo>
                <a:lnTo>
                  <a:pt x="2030730" y="3825240"/>
                </a:lnTo>
                <a:lnTo>
                  <a:pt x="1925955" y="3729990"/>
                </a:lnTo>
                <a:lnTo>
                  <a:pt x="1832610" y="3624263"/>
                </a:lnTo>
                <a:lnTo>
                  <a:pt x="1752600" y="3508058"/>
                </a:lnTo>
                <a:lnTo>
                  <a:pt x="1684972" y="3383280"/>
                </a:lnTo>
                <a:lnTo>
                  <a:pt x="1631632" y="3252788"/>
                </a:lnTo>
                <a:lnTo>
                  <a:pt x="1592580" y="3116580"/>
                </a:lnTo>
                <a:lnTo>
                  <a:pt x="1569720" y="2977516"/>
                </a:lnTo>
                <a:lnTo>
                  <a:pt x="1562100" y="2836546"/>
                </a:lnTo>
                <a:lnTo>
                  <a:pt x="1569720" y="2695576"/>
                </a:lnTo>
                <a:lnTo>
                  <a:pt x="1593532" y="2555558"/>
                </a:lnTo>
                <a:lnTo>
                  <a:pt x="1632585" y="2420303"/>
                </a:lnTo>
                <a:lnTo>
                  <a:pt x="1685925" y="2288858"/>
                </a:lnTo>
                <a:lnTo>
                  <a:pt x="1753552" y="2165033"/>
                </a:lnTo>
                <a:lnTo>
                  <a:pt x="1834515" y="2049780"/>
                </a:lnTo>
                <a:lnTo>
                  <a:pt x="1927860" y="1943100"/>
                </a:lnTo>
                <a:lnTo>
                  <a:pt x="2031682" y="1847850"/>
                </a:lnTo>
                <a:lnTo>
                  <a:pt x="2145982" y="1764983"/>
                </a:lnTo>
                <a:lnTo>
                  <a:pt x="2268855" y="1695450"/>
                </a:lnTo>
                <a:lnTo>
                  <a:pt x="2399348" y="1639253"/>
                </a:lnTo>
                <a:lnTo>
                  <a:pt x="2534602" y="1598296"/>
                </a:lnTo>
                <a:lnTo>
                  <a:pt x="2672715" y="1571626"/>
                </a:lnTo>
                <a:lnTo>
                  <a:pt x="2813685" y="1561148"/>
                </a:lnTo>
                <a:lnTo>
                  <a:pt x="2784158" y="0"/>
                </a:lnTo>
                <a:lnTo>
                  <a:pt x="2470785" y="22860"/>
                </a:lnTo>
                <a:lnTo>
                  <a:pt x="2162175" y="80963"/>
                </a:lnTo>
                <a:lnTo>
                  <a:pt x="1861185" y="172403"/>
                </a:lnTo>
                <a:lnTo>
                  <a:pt x="1572578" y="297180"/>
                </a:lnTo>
                <a:lnTo>
                  <a:pt x="1299210" y="452438"/>
                </a:lnTo>
                <a:lnTo>
                  <a:pt x="1044892" y="637223"/>
                </a:lnTo>
                <a:lnTo>
                  <a:pt x="813435" y="848678"/>
                </a:lnTo>
                <a:lnTo>
                  <a:pt x="605790" y="1084898"/>
                </a:lnTo>
                <a:lnTo>
                  <a:pt x="425768" y="1342073"/>
                </a:lnTo>
                <a:lnTo>
                  <a:pt x="275272" y="1618298"/>
                </a:lnTo>
                <a:lnTo>
                  <a:pt x="156210" y="1908810"/>
                </a:lnTo>
                <a:lnTo>
                  <a:pt x="69532" y="2211706"/>
                </a:lnTo>
                <a:lnTo>
                  <a:pt x="18098" y="2521268"/>
                </a:lnTo>
                <a:lnTo>
                  <a:pt x="0" y="2834640"/>
                </a:lnTo>
                <a:lnTo>
                  <a:pt x="17145" y="3148966"/>
                </a:lnTo>
                <a:lnTo>
                  <a:pt x="68580" y="3458528"/>
                </a:lnTo>
                <a:lnTo>
                  <a:pt x="154305" y="3761423"/>
                </a:lnTo>
                <a:lnTo>
                  <a:pt x="273368" y="4051936"/>
                </a:lnTo>
                <a:lnTo>
                  <a:pt x="422910" y="4328160"/>
                </a:lnTo>
                <a:lnTo>
                  <a:pt x="602932" y="4586288"/>
                </a:lnTo>
                <a:lnTo>
                  <a:pt x="809625" y="4822508"/>
                </a:lnTo>
                <a:lnTo>
                  <a:pt x="1041082" y="5034916"/>
                </a:lnTo>
                <a:lnTo>
                  <a:pt x="1295400" y="5219700"/>
                </a:lnTo>
                <a:lnTo>
                  <a:pt x="1567815" y="5375910"/>
                </a:lnTo>
                <a:lnTo>
                  <a:pt x="1856422" y="5500688"/>
                </a:lnTo>
                <a:lnTo>
                  <a:pt x="2156460" y="5593080"/>
                </a:lnTo>
                <a:lnTo>
                  <a:pt x="2466022" y="5651183"/>
                </a:lnTo>
                <a:lnTo>
                  <a:pt x="2779395" y="5674996"/>
                </a:lnTo>
                <a:close/>
              </a:path>
            </a:pathLst>
          </a:custGeom>
          <a:gradFill rotWithShape="1">
            <a:gsLst>
              <a:gs pos="0">
                <a:srgbClr val="4257C6"/>
              </a:gs>
              <a:gs pos="100000">
                <a:srgbClr val="3B4FB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ng-inner-right"/>
          <p:cNvSpPr/>
          <p:nvPr/>
        </p:nvSpPr>
        <p:spPr>
          <a:xfrm>
            <a:off x="13552170" y="7547610"/>
            <a:ext cx="2811780" cy="5672138"/>
          </a:xfrm>
          <a:custGeom>
            <a:avLst/>
            <a:gdLst/>
            <a:ahLst/>
            <a:cxnLst/>
            <a:rect l="l" t="t" r="r" b="b"/>
            <a:pathLst>
              <a:path w="2811780" h="5672138">
                <a:moveTo>
                  <a:pt x="38100" y="1560195"/>
                </a:moveTo>
                <a:lnTo>
                  <a:pt x="177165" y="1574482"/>
                </a:lnTo>
                <a:lnTo>
                  <a:pt x="313372" y="1604962"/>
                </a:lnTo>
                <a:lnTo>
                  <a:pt x="445770" y="1648778"/>
                </a:lnTo>
                <a:lnTo>
                  <a:pt x="573405" y="1707832"/>
                </a:lnTo>
                <a:lnTo>
                  <a:pt x="692468" y="1780222"/>
                </a:lnTo>
                <a:lnTo>
                  <a:pt x="803910" y="1864995"/>
                </a:lnTo>
                <a:lnTo>
                  <a:pt x="904875" y="1962150"/>
                </a:lnTo>
                <a:lnTo>
                  <a:pt x="994410" y="2069782"/>
                </a:lnTo>
                <a:lnTo>
                  <a:pt x="1072515" y="2185988"/>
                </a:lnTo>
                <a:lnTo>
                  <a:pt x="1136332" y="2309812"/>
                </a:lnTo>
                <a:lnTo>
                  <a:pt x="1186815" y="2440305"/>
                </a:lnTo>
                <a:lnTo>
                  <a:pt x="1223010" y="2575560"/>
                </a:lnTo>
                <a:lnTo>
                  <a:pt x="1243965" y="2713672"/>
                </a:lnTo>
                <a:lnTo>
                  <a:pt x="1249680" y="2853690"/>
                </a:lnTo>
                <a:lnTo>
                  <a:pt x="1240155" y="2992755"/>
                </a:lnTo>
                <a:lnTo>
                  <a:pt x="1214438" y="3130868"/>
                </a:lnTo>
                <a:lnTo>
                  <a:pt x="1175385" y="3265170"/>
                </a:lnTo>
                <a:lnTo>
                  <a:pt x="1121092" y="3393758"/>
                </a:lnTo>
                <a:lnTo>
                  <a:pt x="1052512" y="3515678"/>
                </a:lnTo>
                <a:lnTo>
                  <a:pt x="971550" y="3629978"/>
                </a:lnTo>
                <a:lnTo>
                  <a:pt x="878205" y="3734752"/>
                </a:lnTo>
                <a:lnTo>
                  <a:pt x="774382" y="3828098"/>
                </a:lnTo>
                <a:lnTo>
                  <a:pt x="661035" y="3910012"/>
                </a:lnTo>
                <a:lnTo>
                  <a:pt x="539115" y="3978592"/>
                </a:lnTo>
                <a:lnTo>
                  <a:pt x="410528" y="4033838"/>
                </a:lnTo>
                <a:lnTo>
                  <a:pt x="277178" y="4074795"/>
                </a:lnTo>
                <a:lnTo>
                  <a:pt x="139065" y="4100512"/>
                </a:lnTo>
                <a:lnTo>
                  <a:pt x="0" y="4110990"/>
                </a:lnTo>
                <a:lnTo>
                  <a:pt x="32385" y="5672138"/>
                </a:lnTo>
                <a:lnTo>
                  <a:pt x="342900" y="5649278"/>
                </a:lnTo>
                <a:lnTo>
                  <a:pt x="648652" y="5591175"/>
                </a:lnTo>
                <a:lnTo>
                  <a:pt x="945832" y="5500688"/>
                </a:lnTo>
                <a:lnTo>
                  <a:pt x="1232535" y="5378768"/>
                </a:lnTo>
                <a:lnTo>
                  <a:pt x="1503045" y="5225415"/>
                </a:lnTo>
                <a:lnTo>
                  <a:pt x="1755458" y="5043488"/>
                </a:lnTo>
                <a:lnTo>
                  <a:pt x="1986915" y="4835842"/>
                </a:lnTo>
                <a:lnTo>
                  <a:pt x="2193608" y="4603432"/>
                </a:lnTo>
                <a:lnTo>
                  <a:pt x="2373630" y="4350068"/>
                </a:lnTo>
                <a:lnTo>
                  <a:pt x="2525078" y="4077652"/>
                </a:lnTo>
                <a:lnTo>
                  <a:pt x="2646045" y="3790950"/>
                </a:lnTo>
                <a:lnTo>
                  <a:pt x="2734628" y="3492818"/>
                </a:lnTo>
                <a:lnTo>
                  <a:pt x="2789872" y="3187065"/>
                </a:lnTo>
                <a:lnTo>
                  <a:pt x="2811780" y="2876550"/>
                </a:lnTo>
                <a:lnTo>
                  <a:pt x="2799398" y="2566035"/>
                </a:lnTo>
                <a:lnTo>
                  <a:pt x="2752725" y="2258378"/>
                </a:lnTo>
                <a:lnTo>
                  <a:pt x="2672715" y="1957388"/>
                </a:lnTo>
                <a:lnTo>
                  <a:pt x="2560320" y="1667828"/>
                </a:lnTo>
                <a:lnTo>
                  <a:pt x="2417445" y="1391602"/>
                </a:lnTo>
                <a:lnTo>
                  <a:pt x="2245042" y="1132522"/>
                </a:lnTo>
                <a:lnTo>
                  <a:pt x="2045018" y="894398"/>
                </a:lnTo>
                <a:lnTo>
                  <a:pt x="1820228" y="679132"/>
                </a:lnTo>
                <a:lnTo>
                  <a:pt x="1573530" y="490538"/>
                </a:lnTo>
                <a:lnTo>
                  <a:pt x="1306830" y="329565"/>
                </a:lnTo>
                <a:lnTo>
                  <a:pt x="1024890" y="198120"/>
                </a:lnTo>
                <a:lnTo>
                  <a:pt x="730568" y="99060"/>
                </a:lnTo>
                <a:lnTo>
                  <a:pt x="426720" y="32385"/>
                </a:lnTo>
                <a:lnTo>
                  <a:pt x="117158" y="0"/>
                </a:lnTo>
                <a:close/>
              </a:path>
            </a:pathLst>
          </a:custGeom>
          <a:gradFill rotWithShape="1">
            <a:gsLst>
              <a:gs pos="0">
                <a:srgbClr val="3A62D8"/>
              </a:gs>
              <a:gs pos="100000">
                <a:srgbClr val="2470F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wheel-hub"/>
          <p:cNvSpPr/>
          <p:nvPr/>
        </p:nvSpPr>
        <p:spPr>
          <a:xfrm>
            <a:off x="12258675" y="9115425"/>
            <a:ext cx="2533650" cy="25336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ub-swot"/>
          <p:cNvSpPr txBox="1"/>
          <p:nvPr/>
        </p:nvSpPr>
        <p:spPr>
          <a:xfrm>
            <a:off x="12001500" y="10039350"/>
            <a:ext cx="30480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1E3E6D"/>
                </a:solidFill>
                <a:latin typeface="Microsoft YaHei"/>
                <a:ea typeface="Microsoft YaHei"/>
                <a:cs typeface="Microsoft YaHei"/>
              </a:rPr>
              <a:t>SWOT</a:t>
            </a:r>
          </a:p>
        </p:txBody>
      </p:sp>
      <p:sp>
        <p:nvSpPr>
          <p:cNvPr id="21" name="ring-label-adv"/>
          <p:cNvSpPr txBox="1"/>
          <p:nvPr/>
        </p:nvSpPr>
        <p:spPr>
          <a:xfrm rot="5400000">
            <a:off x="11031093" y="9925050"/>
            <a:ext cx="931164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2" name="ring-label-dis"/>
          <p:cNvSpPr txBox="1"/>
          <p:nvPr/>
        </p:nvSpPr>
        <p:spPr>
          <a:xfrm rot="5400000">
            <a:off x="15126843" y="9925050"/>
            <a:ext cx="931164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劣势</a:t>
            </a:r>
          </a:p>
        </p:txBody>
      </p:sp>
      <p:sp>
        <p:nvSpPr>
          <p:cNvPr id="23" name="lbl-e"/>
          <p:cNvSpPr txBox="1"/>
          <p:nvPr/>
        </p:nvSpPr>
        <p:spPr>
          <a:xfrm rot="19800000">
            <a:off x="9963150" y="6400800"/>
            <a:ext cx="285750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核心专业技能</a:t>
            </a:r>
          </a:p>
        </p:txBody>
      </p:sp>
      <p:sp>
        <p:nvSpPr>
          <p:cNvPr id="24" name="lbl-f"/>
          <p:cNvSpPr txBox="1"/>
          <p:nvPr/>
        </p:nvSpPr>
        <p:spPr>
          <a:xfrm rot="1800000">
            <a:off x="14392275" y="6296025"/>
            <a:ext cx="247650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高效执行力</a:t>
            </a:r>
          </a:p>
        </p:txBody>
      </p:sp>
      <p:sp>
        <p:nvSpPr>
          <p:cNvPr id="25" name="lbl-a"/>
          <p:cNvSpPr txBox="1"/>
          <p:nvPr/>
        </p:nvSpPr>
        <p:spPr>
          <a:xfrm rot="5400000">
            <a:off x="17016245" y="9315450"/>
            <a:ext cx="164816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Sample</a:t>
            </a:r>
          </a:p>
        </p:txBody>
      </p:sp>
      <p:sp>
        <p:nvSpPr>
          <p:cNvPr id="26" name="lbl-b"/>
          <p:cNvSpPr txBox="1"/>
          <p:nvPr/>
        </p:nvSpPr>
        <p:spPr>
          <a:xfrm rot="19740000">
            <a:off x="14135100" y="13620750"/>
            <a:ext cx="31432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Sample Text</a:t>
            </a:r>
          </a:p>
        </p:txBody>
      </p:sp>
      <p:sp>
        <p:nvSpPr>
          <p:cNvPr id="27" name="lbl-c"/>
          <p:cNvSpPr txBox="1"/>
          <p:nvPr/>
        </p:nvSpPr>
        <p:spPr>
          <a:xfrm rot="1740000">
            <a:off x="9648825" y="13592175"/>
            <a:ext cx="381000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快速学习与适应力</a:t>
            </a:r>
          </a:p>
        </p:txBody>
      </p:sp>
      <p:sp>
        <p:nvSpPr>
          <p:cNvPr id="28" name="lbl-d"/>
          <p:cNvSpPr txBox="1"/>
          <p:nvPr/>
        </p:nvSpPr>
        <p:spPr>
          <a:xfrm rot="5400000">
            <a:off x="8001000" y="10096500"/>
            <a:ext cx="247650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高效执行力</a:t>
            </a:r>
          </a:p>
        </p:txBody>
      </p:sp>
      <p:grpSp>
        <p:nvGrpSpPr>
          <p:cNvPr id="69" name="card-L1"/>
          <p:cNvGrpSpPr/>
          <p:nvPr/>
        </p:nvGrpSpPr>
        <p:grpSpPr>
          <a:xfrm>
            <a:off x="1466850" y="4076700"/>
            <a:ext cx="4076700" cy="1200150"/>
            <a:chOff x="1466850" y="4076700"/>
            <a:chExt cx="4076700" cy="1200150"/>
          </a:xfrm>
        </p:grpSpPr>
        <p:sp>
          <p:nvSpPr>
            <p:cNvPr id="29" name="titlebox-L1"/>
            <p:cNvSpPr/>
            <p:nvPr/>
          </p:nvSpPr>
          <p:spPr>
            <a:xfrm>
              <a:off x="1466850" y="4076700"/>
              <a:ext cx="4067175" cy="1200150"/>
            </a:xfrm>
            <a:prstGeom prst="rect">
              <a:avLst/>
            </a:prstGeom>
            <a:solidFill>
              <a:srgbClr val="FFFFFF"/>
            </a:solidFill>
            <a:ln w="23812">
              <a:solidFill>
                <a:srgbClr val="1C407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itle-L1"/>
            <p:cNvSpPr txBox="1"/>
            <p:nvPr/>
          </p:nvSpPr>
          <p:spPr>
            <a:xfrm>
              <a:off x="1762125" y="4076700"/>
              <a:ext cx="3781425" cy="1200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75" b="1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核心专业技能</a:t>
              </a:r>
            </a:p>
          </p:txBody>
        </p:sp>
      </p:grpSp>
      <p:grpSp>
        <p:nvGrpSpPr>
          <p:cNvPr id="70" name="card-L2"/>
          <p:cNvGrpSpPr/>
          <p:nvPr/>
        </p:nvGrpSpPr>
        <p:grpSpPr>
          <a:xfrm>
            <a:off x="1466850" y="8591550"/>
            <a:ext cx="3629025" cy="1200150"/>
            <a:chOff x="1466850" y="8591550"/>
            <a:chExt cx="3629025" cy="1200150"/>
          </a:xfrm>
        </p:grpSpPr>
        <p:sp>
          <p:nvSpPr>
            <p:cNvPr id="31" name="titlebox-L2"/>
            <p:cNvSpPr/>
            <p:nvPr/>
          </p:nvSpPr>
          <p:spPr>
            <a:xfrm>
              <a:off x="1466850" y="8591550"/>
              <a:ext cx="3619500" cy="1200150"/>
            </a:xfrm>
            <a:prstGeom prst="rect">
              <a:avLst/>
            </a:prstGeom>
            <a:solidFill>
              <a:srgbClr val="FFFFFF"/>
            </a:solidFill>
            <a:ln w="23812">
              <a:solidFill>
                <a:srgbClr val="1C407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itle-L2"/>
            <p:cNvSpPr txBox="1"/>
            <p:nvPr/>
          </p:nvSpPr>
          <p:spPr>
            <a:xfrm>
              <a:off x="1762125" y="8591550"/>
              <a:ext cx="3333750" cy="1200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75" b="1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高效执行力</a:t>
              </a:r>
            </a:p>
          </p:txBody>
        </p:sp>
      </p:grpSp>
      <p:grpSp>
        <p:nvGrpSpPr>
          <p:cNvPr id="68" name="card-L3"/>
          <p:cNvGrpSpPr/>
          <p:nvPr/>
        </p:nvGrpSpPr>
        <p:grpSpPr>
          <a:xfrm>
            <a:off x="1466850" y="13058775"/>
            <a:ext cx="5129403" cy="1200150"/>
            <a:chOff x="1466850" y="13058775"/>
            <a:chExt cx="5129403" cy="1200150"/>
          </a:xfrm>
        </p:grpSpPr>
        <p:sp>
          <p:nvSpPr>
            <p:cNvPr id="33" name="titlebox-L3"/>
            <p:cNvSpPr/>
            <p:nvPr/>
          </p:nvSpPr>
          <p:spPr>
            <a:xfrm>
              <a:off x="1466850" y="13058775"/>
              <a:ext cx="4981575" cy="1200150"/>
            </a:xfrm>
            <a:prstGeom prst="rect">
              <a:avLst/>
            </a:prstGeom>
            <a:solidFill>
              <a:srgbClr val="FFFFFF"/>
            </a:solidFill>
            <a:ln w="23812">
              <a:solidFill>
                <a:srgbClr val="1C407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itle-L3"/>
            <p:cNvSpPr txBox="1"/>
            <p:nvPr/>
          </p:nvSpPr>
          <p:spPr>
            <a:xfrm>
              <a:off x="1762125" y="13058775"/>
              <a:ext cx="4834128" cy="1200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75" b="1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快速学习与适应力</a:t>
              </a:r>
            </a:p>
          </p:txBody>
        </p:sp>
      </p:grpSp>
      <p:grpSp>
        <p:nvGrpSpPr>
          <p:cNvPr id="66" name="card-R1"/>
          <p:cNvGrpSpPr/>
          <p:nvPr/>
        </p:nvGrpSpPr>
        <p:grpSpPr>
          <a:xfrm>
            <a:off x="20349972" y="4133850"/>
            <a:ext cx="5300853" cy="1209675"/>
            <a:chOff x="20349972" y="4133850"/>
            <a:chExt cx="5300853" cy="1209675"/>
          </a:xfrm>
        </p:grpSpPr>
        <p:sp>
          <p:nvSpPr>
            <p:cNvPr id="35" name="titlebox-R1"/>
            <p:cNvSpPr/>
            <p:nvPr/>
          </p:nvSpPr>
          <p:spPr>
            <a:xfrm>
              <a:off x="20364450" y="4133850"/>
              <a:ext cx="5286375" cy="1209675"/>
            </a:xfrm>
            <a:prstGeom prst="rect">
              <a:avLst/>
            </a:prstGeom>
            <a:solidFill>
              <a:srgbClr val="FFFFFF"/>
            </a:solidFill>
            <a:ln w="23812">
              <a:solidFill>
                <a:srgbClr val="1C407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itle-R1"/>
            <p:cNvSpPr txBox="1"/>
            <p:nvPr/>
          </p:nvSpPr>
          <p:spPr>
            <a:xfrm>
              <a:off x="20349972" y="4133850"/>
              <a:ext cx="4834128" cy="12096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575" b="1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战略思维深度不足</a:t>
              </a:r>
            </a:p>
          </p:txBody>
        </p:sp>
      </p:grpSp>
      <p:grpSp>
        <p:nvGrpSpPr>
          <p:cNvPr id="67" name="card-R2"/>
          <p:cNvGrpSpPr/>
          <p:nvPr/>
        </p:nvGrpSpPr>
        <p:grpSpPr>
          <a:xfrm>
            <a:off x="20812125" y="8639175"/>
            <a:ext cx="4838700" cy="1200150"/>
            <a:chOff x="20812125" y="8639175"/>
            <a:chExt cx="4838700" cy="1200150"/>
          </a:xfrm>
        </p:grpSpPr>
        <p:sp>
          <p:nvSpPr>
            <p:cNvPr id="37" name="titlebox-R2"/>
            <p:cNvSpPr/>
            <p:nvPr/>
          </p:nvSpPr>
          <p:spPr>
            <a:xfrm>
              <a:off x="20812125" y="8639175"/>
              <a:ext cx="4838700" cy="1200150"/>
            </a:xfrm>
            <a:prstGeom prst="rect">
              <a:avLst/>
            </a:prstGeom>
            <a:solidFill>
              <a:srgbClr val="FFFFFF"/>
            </a:solidFill>
            <a:ln w="23812">
              <a:solidFill>
                <a:srgbClr val="1C407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itle-R2"/>
            <p:cNvSpPr txBox="1"/>
            <p:nvPr/>
          </p:nvSpPr>
          <p:spPr>
            <a:xfrm>
              <a:off x="20812125" y="8639175"/>
              <a:ext cx="4371975" cy="1200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575" b="1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职业清晰度不足</a:t>
              </a:r>
            </a:p>
          </p:txBody>
        </p:sp>
      </p:grpSp>
      <p:grpSp>
        <p:nvGrpSpPr>
          <p:cNvPr id="71" name="card-R3"/>
          <p:cNvGrpSpPr/>
          <p:nvPr/>
        </p:nvGrpSpPr>
        <p:grpSpPr>
          <a:xfrm>
            <a:off x="21259800" y="13058775"/>
            <a:ext cx="4391025" cy="1200150"/>
            <a:chOff x="21259800" y="13058775"/>
            <a:chExt cx="4391025" cy="1200150"/>
          </a:xfrm>
        </p:grpSpPr>
        <p:sp>
          <p:nvSpPr>
            <p:cNvPr id="39" name="titlebox-R3"/>
            <p:cNvSpPr/>
            <p:nvPr/>
          </p:nvSpPr>
          <p:spPr>
            <a:xfrm>
              <a:off x="21259800" y="13058775"/>
              <a:ext cx="4391025" cy="1200150"/>
            </a:xfrm>
            <a:prstGeom prst="rect">
              <a:avLst/>
            </a:prstGeom>
            <a:solidFill>
              <a:srgbClr val="FFFFFF"/>
            </a:solidFill>
            <a:ln w="23812">
              <a:solidFill>
                <a:srgbClr val="1C407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itle-R3"/>
            <p:cNvSpPr txBox="1"/>
            <p:nvPr/>
          </p:nvSpPr>
          <p:spPr>
            <a:xfrm>
              <a:off x="21259800" y="13058775"/>
              <a:ext cx="3924300" cy="1200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575" b="1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细节追求不足</a:t>
              </a:r>
            </a:p>
          </p:txBody>
        </p:sp>
      </p:grpSp>
      <p:sp>
        <p:nvSpPr>
          <p:cNvPr id="41" name="body-L1-0"/>
          <p:cNvSpPr txBox="1"/>
          <p:nvPr/>
        </p:nvSpPr>
        <p:spPr>
          <a:xfrm>
            <a:off x="1781175" y="5505450"/>
            <a:ext cx="67056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具备扎实的数据分析能力，能独</a:t>
            </a:r>
          </a:p>
        </p:txBody>
      </p:sp>
      <p:sp>
        <p:nvSpPr>
          <p:cNvPr id="42" name="body-L1-1"/>
          <p:cNvSpPr txBox="1"/>
          <p:nvPr/>
        </p:nvSpPr>
        <p:spPr>
          <a:xfrm>
            <a:off x="1781175" y="6105525"/>
            <a:ext cx="66865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立完成从数据采集到报告输出的</a:t>
            </a:r>
          </a:p>
        </p:txBody>
      </p:sp>
      <p:sp>
        <p:nvSpPr>
          <p:cNvPr id="43" name="body-L1-2"/>
          <p:cNvSpPr txBox="1"/>
          <p:nvPr/>
        </p:nvSpPr>
        <p:spPr>
          <a:xfrm>
            <a:off x="1781175" y="6696075"/>
            <a:ext cx="45910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全流程分析模块开发。</a:t>
            </a:r>
          </a:p>
        </p:txBody>
      </p:sp>
      <p:sp>
        <p:nvSpPr>
          <p:cNvPr id="44" name="body-L2-3"/>
          <p:cNvSpPr txBox="1"/>
          <p:nvPr/>
        </p:nvSpPr>
        <p:spPr>
          <a:xfrm>
            <a:off x="1781175" y="10010775"/>
            <a:ext cx="62484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擅长拆解复杂任务，制定清晰</a:t>
            </a:r>
          </a:p>
        </p:txBody>
      </p:sp>
      <p:sp>
        <p:nvSpPr>
          <p:cNvPr id="45" name="body-L2-4"/>
          <p:cNvSpPr txBox="1"/>
          <p:nvPr/>
        </p:nvSpPr>
        <p:spPr>
          <a:xfrm>
            <a:off x="1781175" y="10610850"/>
            <a:ext cx="6257925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的时间节点与优先级，在多任</a:t>
            </a:r>
          </a:p>
        </p:txBody>
      </p:sp>
      <p:sp>
        <p:nvSpPr>
          <p:cNvPr id="46" name="body-L2-5"/>
          <p:cNvSpPr txBox="1"/>
          <p:nvPr/>
        </p:nvSpPr>
        <p:spPr>
          <a:xfrm>
            <a:off x="1781175" y="11191875"/>
            <a:ext cx="5495925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务并行中能保持高效产出。</a:t>
            </a:r>
          </a:p>
        </p:txBody>
      </p:sp>
      <p:sp>
        <p:nvSpPr>
          <p:cNvPr id="47" name="body-L3-6"/>
          <p:cNvSpPr txBox="1"/>
          <p:nvPr/>
        </p:nvSpPr>
        <p:spPr>
          <a:xfrm>
            <a:off x="1781175" y="14497050"/>
            <a:ext cx="7610475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对新工具、新领域的接受度高，能通</a:t>
            </a:r>
          </a:p>
        </p:txBody>
      </p:sp>
      <p:sp>
        <p:nvSpPr>
          <p:cNvPr id="48" name="body-L3-7"/>
          <p:cNvSpPr txBox="1"/>
          <p:nvPr/>
        </p:nvSpPr>
        <p:spPr>
          <a:xfrm>
            <a:off x="1781175" y="15106650"/>
            <a:ext cx="7639050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过在线课程 / 行业报告快速掌握核心</a:t>
            </a:r>
          </a:p>
        </p:txBody>
      </p:sp>
      <p:sp>
        <p:nvSpPr>
          <p:cNvPr id="49" name="body-L3-8"/>
          <p:cNvSpPr txBox="1"/>
          <p:nvPr/>
        </p:nvSpPr>
        <p:spPr>
          <a:xfrm>
            <a:off x="1781175" y="15687675"/>
            <a:ext cx="1419225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技能。</a:t>
            </a:r>
          </a:p>
        </p:txBody>
      </p:sp>
      <p:sp>
        <p:nvSpPr>
          <p:cNvPr id="50" name="body-R1-9"/>
          <p:cNvSpPr txBox="1"/>
          <p:nvPr/>
        </p:nvSpPr>
        <p:spPr>
          <a:xfrm>
            <a:off x="18449925" y="5543550"/>
            <a:ext cx="6981825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对“任务背后的战略意义”思考</a:t>
            </a:r>
          </a:p>
        </p:txBody>
      </p:sp>
      <p:sp>
        <p:nvSpPr>
          <p:cNvPr id="51" name="body-R1-10"/>
          <p:cNvSpPr txBox="1"/>
          <p:nvPr/>
        </p:nvSpPr>
        <p:spPr>
          <a:xfrm>
            <a:off x="18449925" y="6143625"/>
            <a:ext cx="66865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较少，导致在长期风险预判上偶</a:t>
            </a:r>
          </a:p>
        </p:txBody>
      </p:sp>
      <p:sp>
        <p:nvSpPr>
          <p:cNvPr id="52" name="body-R1-11"/>
          <p:cNvSpPr txBox="1"/>
          <p:nvPr/>
        </p:nvSpPr>
        <p:spPr>
          <a:xfrm>
            <a:off x="18449925" y="6762750"/>
            <a:ext cx="18669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有局限。</a:t>
            </a:r>
          </a:p>
        </p:txBody>
      </p:sp>
      <p:sp>
        <p:nvSpPr>
          <p:cNvPr id="53" name="body-R2-12"/>
          <p:cNvSpPr txBox="1"/>
          <p:nvPr/>
        </p:nvSpPr>
        <p:spPr>
          <a:xfrm>
            <a:off x="19250025" y="10077450"/>
            <a:ext cx="56769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对“任务背后的战略意义”</a:t>
            </a:r>
          </a:p>
        </p:txBody>
      </p:sp>
      <p:sp>
        <p:nvSpPr>
          <p:cNvPr id="54" name="body-R2-13"/>
          <p:cNvSpPr txBox="1"/>
          <p:nvPr/>
        </p:nvSpPr>
        <p:spPr>
          <a:xfrm>
            <a:off x="19250025" y="10687050"/>
            <a:ext cx="6257925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思考较少，导致在长期风险预</a:t>
            </a:r>
          </a:p>
        </p:txBody>
      </p:sp>
      <p:sp>
        <p:nvSpPr>
          <p:cNvPr id="55" name="body-R2-14"/>
          <p:cNvSpPr txBox="1"/>
          <p:nvPr/>
        </p:nvSpPr>
        <p:spPr>
          <a:xfrm>
            <a:off x="19259550" y="11277600"/>
            <a:ext cx="3228975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判上偶有局限。</a:t>
            </a:r>
          </a:p>
        </p:txBody>
      </p:sp>
      <p:sp>
        <p:nvSpPr>
          <p:cNvPr id="56" name="body-R3-15"/>
          <p:cNvSpPr txBox="1"/>
          <p:nvPr/>
        </p:nvSpPr>
        <p:spPr>
          <a:xfrm>
            <a:off x="18449925" y="14878050"/>
            <a:ext cx="7162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为追求效率可能对文档格式统一性</a:t>
            </a:r>
          </a:p>
        </p:txBody>
      </p:sp>
      <p:sp>
        <p:nvSpPr>
          <p:cNvPr id="57" name="body-R3-16"/>
          <p:cNvSpPr txBox="1"/>
          <p:nvPr/>
        </p:nvSpPr>
        <p:spPr>
          <a:xfrm>
            <a:off x="18449925" y="15478125"/>
            <a:ext cx="64008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等细节有所忽略，偶有小疏漏。</a:t>
            </a:r>
          </a:p>
        </p:txBody>
      </p:sp>
      <p:sp>
        <p:nvSpPr>
          <p:cNvPr id="58" name="rule-L1"/>
          <p:cNvSpPr/>
          <p:nvPr/>
        </p:nvSpPr>
        <p:spPr>
          <a:xfrm>
            <a:off x="1781175" y="7439025"/>
            <a:ext cx="7258050" cy="1905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ule-L2"/>
          <p:cNvSpPr/>
          <p:nvPr/>
        </p:nvSpPr>
        <p:spPr>
          <a:xfrm>
            <a:off x="1781175" y="11934825"/>
            <a:ext cx="6667500" cy="1905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ule-L3"/>
          <p:cNvSpPr/>
          <p:nvPr/>
        </p:nvSpPr>
        <p:spPr>
          <a:xfrm>
            <a:off x="2333625" y="16668750"/>
            <a:ext cx="6800850" cy="1905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ule-R1"/>
          <p:cNvSpPr/>
          <p:nvPr/>
        </p:nvSpPr>
        <p:spPr>
          <a:xfrm>
            <a:off x="18449925" y="7429500"/>
            <a:ext cx="6667500" cy="1905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ule-R2"/>
          <p:cNvSpPr/>
          <p:nvPr/>
        </p:nvSpPr>
        <p:spPr>
          <a:xfrm>
            <a:off x="18907125" y="12011025"/>
            <a:ext cx="6286500" cy="1905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ule-R3"/>
          <p:cNvSpPr/>
          <p:nvPr/>
        </p:nvSpPr>
        <p:spPr>
          <a:xfrm>
            <a:off x="18449925" y="16583025"/>
            <a:ext cx="6572250" cy="19050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