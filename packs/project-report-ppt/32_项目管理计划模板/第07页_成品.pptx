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20" name="title-icon"/>
          <p:cNvGrpSpPr/>
          <p:nvPr/>
        </p:nvGrpSpPr>
        <p:grpSpPr>
          <a:xfrm>
            <a:off x="1866900" y="1885950"/>
            <a:ext cx="1104900" cy="981075"/>
            <a:chOff x="1866900" y="1885950"/>
            <a:chExt cx="1104900" cy="981075"/>
          </a:xfrm>
        </p:grpSpPr>
        <p:sp>
          <p:nvSpPr>
            <p:cNvPr id="3" name="icon-sheet-1"/>
            <p:cNvSpPr/>
            <p:nvPr/>
          </p:nvSpPr>
          <p:spPr>
            <a:xfrm rot="2700000">
              <a:off x="1866900" y="2057400"/>
              <a:ext cx="800100" cy="800100"/>
            </a:xfrm>
            <a:prstGeom prst="roundRect">
              <a:avLst>
                <a:gd name="adj" fmla="val 16666"/>
              </a:avLst>
            </a:prstGeom>
            <a:solidFill>
              <a:srgbClr val="9CC8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icon-sheet-2"/>
            <p:cNvSpPr/>
            <p:nvPr/>
          </p:nvSpPr>
          <p:spPr>
            <a:xfrm rot="2700000">
              <a:off x="1914525" y="1971675"/>
              <a:ext cx="800100" cy="800100"/>
            </a:xfrm>
            <a:prstGeom prst="roundRect">
              <a:avLst>
                <a:gd name="adj" fmla="val 16666"/>
              </a:avLst>
            </a:prstGeom>
            <a:solidFill>
              <a:srgbClr val="3E8F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con-sheet-3"/>
            <p:cNvSpPr/>
            <p:nvPr/>
          </p:nvSpPr>
          <p:spPr>
            <a:xfrm rot="2700000">
              <a:off x="1962150" y="1885950"/>
              <a:ext cx="800100" cy="800100"/>
            </a:xfrm>
            <a:prstGeom prst="roundRect">
              <a:avLst>
                <a:gd name="adj" fmla="val 16666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con-pill"/>
            <p:cNvSpPr/>
            <p:nvPr/>
          </p:nvSpPr>
          <p:spPr>
            <a:xfrm rot="2700000">
              <a:off x="2057400" y="2219325"/>
              <a:ext cx="40005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con-tag"/>
            <p:cNvSpPr/>
            <p:nvPr/>
          </p:nvSpPr>
          <p:spPr>
            <a:xfrm rot="2700000">
              <a:off x="2647950" y="2724150"/>
              <a:ext cx="323850" cy="142875"/>
            </a:xfrm>
            <a:prstGeom prst="roundRect">
              <a:avLst>
                <a:gd name="adj" fmla="val 26666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con-tag-hole"/>
            <p:cNvSpPr/>
            <p:nvPr/>
          </p:nvSpPr>
          <p:spPr>
            <a:xfrm>
              <a:off x="2787015" y="27965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itle-text"/>
          <p:cNvSpPr txBox="1"/>
          <p:nvPr/>
        </p:nvSpPr>
        <p:spPr>
          <a:xfrm>
            <a:off x="3152775" y="1657350"/>
            <a:ext cx="11430000" cy="152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065BB5"/>
                </a:solidFill>
                <a:latin typeface="Microsoft YaHei"/>
                <a:ea typeface="Microsoft YaHei"/>
                <a:cs typeface="Microsoft YaHei"/>
              </a:rPr>
              <a:t>项目组织结构与RACI矩阵</a:t>
            </a:r>
          </a:p>
        </p:txBody>
      </p:sp>
      <p:sp>
        <p:nvSpPr>
          <p:cNvPr id="10" name="table-header"/>
          <p:cNvSpPr/>
          <p:nvPr/>
        </p:nvSpPr>
        <p:spPr>
          <a:xfrm>
            <a:off x="2381250" y="3676650"/>
            <a:ext cx="25698450" cy="1552575"/>
          </a:xfrm>
          <a:prstGeom prst="roundRect">
            <a:avLst>
              <a:gd name="adj" fmla="val 6134"/>
            </a:avLst>
          </a:prstGeom>
          <a:solidFill>
            <a:srgbClr val="045C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hdr-01"/>
          <p:cNvSpPr txBox="1"/>
          <p:nvPr/>
        </p:nvSpPr>
        <p:spPr>
          <a:xfrm>
            <a:off x="3057525" y="3995738"/>
            <a:ext cx="44196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 / 关键活动</a:t>
            </a:r>
          </a:p>
        </p:txBody>
      </p:sp>
      <p:sp>
        <p:nvSpPr>
          <p:cNvPr id="12" name="hdr-02"/>
          <p:cNvSpPr txBox="1"/>
          <p:nvPr/>
        </p:nvSpPr>
        <p:spPr>
          <a:xfrm>
            <a:off x="8782050" y="3995738"/>
            <a:ext cx="27051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项目经理</a:t>
            </a:r>
          </a:p>
        </p:txBody>
      </p:sp>
      <p:sp>
        <p:nvSpPr>
          <p:cNvPr id="13" name="hdr-03"/>
          <p:cNvSpPr txBox="1"/>
          <p:nvPr/>
        </p:nvSpPr>
        <p:spPr>
          <a:xfrm>
            <a:off x="12477750" y="3995738"/>
            <a:ext cx="3267075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产品负责人</a:t>
            </a:r>
          </a:p>
        </p:txBody>
      </p:sp>
      <p:sp>
        <p:nvSpPr>
          <p:cNvPr id="14" name="hdr-04"/>
          <p:cNvSpPr txBox="1"/>
          <p:nvPr/>
        </p:nvSpPr>
        <p:spPr>
          <a:xfrm>
            <a:off x="16449675" y="3995738"/>
            <a:ext cx="3267075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技术负责人</a:t>
            </a:r>
          </a:p>
        </p:txBody>
      </p:sp>
      <p:sp>
        <p:nvSpPr>
          <p:cNvPr id="15" name="hdr-05"/>
          <p:cNvSpPr txBox="1"/>
          <p:nvPr/>
        </p:nvSpPr>
        <p:spPr>
          <a:xfrm>
            <a:off x="20421600" y="3995738"/>
            <a:ext cx="32766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测试负责人</a:t>
            </a:r>
          </a:p>
        </p:txBody>
      </p:sp>
      <p:sp>
        <p:nvSpPr>
          <p:cNvPr id="16" name="hdr-06"/>
          <p:cNvSpPr txBox="1"/>
          <p:nvPr/>
        </p:nvSpPr>
        <p:spPr>
          <a:xfrm>
            <a:off x="24707850" y="3995738"/>
            <a:ext cx="2695575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销售总监</a:t>
            </a:r>
          </a:p>
        </p:txBody>
      </p:sp>
      <p:sp>
        <p:nvSpPr>
          <p:cNvPr id="17" name="row-bg-1"/>
          <p:cNvSpPr/>
          <p:nvPr/>
        </p:nvSpPr>
        <p:spPr>
          <a:xfrm>
            <a:off x="2381250" y="5610225"/>
            <a:ext cx="25698450" cy="1514475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ask-1"/>
          <p:cNvSpPr txBox="1"/>
          <p:nvPr/>
        </p:nvSpPr>
        <p:spPr>
          <a:xfrm>
            <a:off x="3371850" y="5905500"/>
            <a:ext cx="3800475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制定项目计划</a:t>
            </a:r>
          </a:p>
        </p:txBody>
      </p:sp>
      <p:grpSp>
        <p:nvGrpSpPr>
          <p:cNvPr id="125" name="badge-r1c1"/>
          <p:cNvGrpSpPr/>
          <p:nvPr/>
        </p:nvGrpSpPr>
        <p:grpSpPr>
          <a:xfrm>
            <a:off x="9686925" y="5910262"/>
            <a:ext cx="914400" cy="914400"/>
            <a:chOff x="9686925" y="5910262"/>
            <a:chExt cx="914400" cy="914400"/>
          </a:xfrm>
        </p:grpSpPr>
        <p:sp>
          <p:nvSpPr>
            <p:cNvPr id="19" name="badge-r1c1-bg"/>
            <p:cNvSpPr/>
            <p:nvPr/>
          </p:nvSpPr>
          <p:spPr>
            <a:xfrm>
              <a:off x="9686925" y="5910262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adge-r1c1-lt"/>
            <p:cNvSpPr txBox="1"/>
            <p:nvPr/>
          </p:nvSpPr>
          <p:spPr>
            <a:xfrm>
              <a:off x="9763125" y="5981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29" name="badge-r1c2"/>
          <p:cNvGrpSpPr/>
          <p:nvPr/>
        </p:nvGrpSpPr>
        <p:grpSpPr>
          <a:xfrm>
            <a:off x="13668375" y="5910262"/>
            <a:ext cx="914400" cy="914400"/>
            <a:chOff x="13668375" y="5910262"/>
            <a:chExt cx="914400" cy="914400"/>
          </a:xfrm>
        </p:grpSpPr>
        <p:sp>
          <p:nvSpPr>
            <p:cNvPr id="21" name="badge-r1c2-bg"/>
            <p:cNvSpPr/>
            <p:nvPr/>
          </p:nvSpPr>
          <p:spPr>
            <a:xfrm>
              <a:off x="13668375" y="5910262"/>
              <a:ext cx="914400" cy="914400"/>
            </a:xfrm>
            <a:prstGeom prst="ellipse">
              <a:avLst/>
            </a:prstGeom>
            <a:solidFill>
              <a:srgbClr val="035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badge-r1c2-lt"/>
            <p:cNvSpPr txBox="1"/>
            <p:nvPr/>
          </p:nvSpPr>
          <p:spPr>
            <a:xfrm>
              <a:off x="13744575" y="5981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</p:grpSp>
      <p:grpSp>
        <p:nvGrpSpPr>
          <p:cNvPr id="99" name="badge-r1c3"/>
          <p:cNvGrpSpPr/>
          <p:nvPr/>
        </p:nvGrpSpPr>
        <p:grpSpPr>
          <a:xfrm>
            <a:off x="17640300" y="5910262"/>
            <a:ext cx="914400" cy="914400"/>
            <a:chOff x="17640300" y="5910262"/>
            <a:chExt cx="914400" cy="914400"/>
          </a:xfrm>
        </p:grpSpPr>
        <p:sp>
          <p:nvSpPr>
            <p:cNvPr id="23" name="badge-r1c3-bg"/>
            <p:cNvSpPr/>
            <p:nvPr/>
          </p:nvSpPr>
          <p:spPr>
            <a:xfrm>
              <a:off x="17640300" y="5910262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badge-r1c3-lt"/>
            <p:cNvSpPr txBox="1"/>
            <p:nvPr/>
          </p:nvSpPr>
          <p:spPr>
            <a:xfrm>
              <a:off x="17716500" y="5981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03" name="badge-r1c4"/>
          <p:cNvGrpSpPr/>
          <p:nvPr/>
        </p:nvGrpSpPr>
        <p:grpSpPr>
          <a:xfrm>
            <a:off x="21621750" y="5910262"/>
            <a:ext cx="914400" cy="914400"/>
            <a:chOff x="21621750" y="5910262"/>
            <a:chExt cx="914400" cy="914400"/>
          </a:xfrm>
        </p:grpSpPr>
        <p:sp>
          <p:nvSpPr>
            <p:cNvPr id="25" name="badge-r1c4-bg"/>
            <p:cNvSpPr/>
            <p:nvPr/>
          </p:nvSpPr>
          <p:spPr>
            <a:xfrm>
              <a:off x="21621750" y="5910262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badge-r1c4-lt"/>
            <p:cNvSpPr txBox="1"/>
            <p:nvPr/>
          </p:nvSpPr>
          <p:spPr>
            <a:xfrm>
              <a:off x="21697950" y="5981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grpSp>
        <p:nvGrpSpPr>
          <p:cNvPr id="123" name="badge-r1c5"/>
          <p:cNvGrpSpPr/>
          <p:nvPr/>
        </p:nvGrpSpPr>
        <p:grpSpPr>
          <a:xfrm>
            <a:off x="25603200" y="5910262"/>
            <a:ext cx="914400" cy="914400"/>
            <a:chOff x="25603200" y="5910262"/>
            <a:chExt cx="914400" cy="914400"/>
          </a:xfrm>
        </p:grpSpPr>
        <p:sp>
          <p:nvSpPr>
            <p:cNvPr id="27" name="badge-r1c5-bg"/>
            <p:cNvSpPr/>
            <p:nvPr/>
          </p:nvSpPr>
          <p:spPr>
            <a:xfrm>
              <a:off x="25603200" y="5910262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badge-r1c5-lt"/>
            <p:cNvSpPr txBox="1"/>
            <p:nvPr/>
          </p:nvSpPr>
          <p:spPr>
            <a:xfrm>
              <a:off x="25679400" y="5981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sp>
        <p:nvSpPr>
          <p:cNvPr id="29" name="task-2"/>
          <p:cNvSpPr txBox="1"/>
          <p:nvPr/>
        </p:nvSpPr>
        <p:spPr>
          <a:xfrm>
            <a:off x="3067050" y="7429500"/>
            <a:ext cx="4391025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需求收集与确认</a:t>
            </a:r>
          </a:p>
        </p:txBody>
      </p:sp>
      <p:grpSp>
        <p:nvGrpSpPr>
          <p:cNvPr id="106" name="badge-r2c1"/>
          <p:cNvGrpSpPr/>
          <p:nvPr/>
        </p:nvGrpSpPr>
        <p:grpSpPr>
          <a:xfrm>
            <a:off x="9686925" y="7424738"/>
            <a:ext cx="914400" cy="914400"/>
            <a:chOff x="9686925" y="7424738"/>
            <a:chExt cx="914400" cy="914400"/>
          </a:xfrm>
        </p:grpSpPr>
        <p:sp>
          <p:nvSpPr>
            <p:cNvPr id="30" name="badge-r2c1-bg"/>
            <p:cNvSpPr/>
            <p:nvPr/>
          </p:nvSpPr>
          <p:spPr>
            <a:xfrm>
              <a:off x="9686925" y="7424738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badge-r2c1-lt"/>
            <p:cNvSpPr txBox="1"/>
            <p:nvPr/>
          </p:nvSpPr>
          <p:spPr>
            <a:xfrm>
              <a:off x="9763125" y="7505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14" name="badge-r2c2"/>
          <p:cNvGrpSpPr/>
          <p:nvPr/>
        </p:nvGrpSpPr>
        <p:grpSpPr>
          <a:xfrm>
            <a:off x="13668375" y="7424738"/>
            <a:ext cx="914400" cy="914400"/>
            <a:chOff x="13668375" y="7424738"/>
            <a:chExt cx="914400" cy="914400"/>
          </a:xfrm>
        </p:grpSpPr>
        <p:sp>
          <p:nvSpPr>
            <p:cNvPr id="32" name="badge-r2c2-bg"/>
            <p:cNvSpPr/>
            <p:nvPr/>
          </p:nvSpPr>
          <p:spPr>
            <a:xfrm>
              <a:off x="13668375" y="7424738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adge-r2c2-lt"/>
            <p:cNvSpPr txBox="1"/>
            <p:nvPr/>
          </p:nvSpPr>
          <p:spPr>
            <a:xfrm>
              <a:off x="13744575" y="7505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30" name="badge-r2c3"/>
          <p:cNvGrpSpPr/>
          <p:nvPr/>
        </p:nvGrpSpPr>
        <p:grpSpPr>
          <a:xfrm>
            <a:off x="17640300" y="7424738"/>
            <a:ext cx="914400" cy="914400"/>
            <a:chOff x="17640300" y="7424738"/>
            <a:chExt cx="914400" cy="914400"/>
          </a:xfrm>
        </p:grpSpPr>
        <p:sp>
          <p:nvSpPr>
            <p:cNvPr id="34" name="badge-r2c3-bg"/>
            <p:cNvSpPr/>
            <p:nvPr/>
          </p:nvSpPr>
          <p:spPr>
            <a:xfrm>
              <a:off x="17640300" y="7424738"/>
              <a:ext cx="914400" cy="914400"/>
            </a:xfrm>
            <a:prstGeom prst="ellipse">
              <a:avLst/>
            </a:prstGeom>
            <a:solidFill>
              <a:srgbClr val="035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badge-r2c3-lt"/>
            <p:cNvSpPr txBox="1"/>
            <p:nvPr/>
          </p:nvSpPr>
          <p:spPr>
            <a:xfrm>
              <a:off x="17716500" y="7505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</p:grpSp>
      <p:grpSp>
        <p:nvGrpSpPr>
          <p:cNvPr id="110" name="badge-r2c4"/>
          <p:cNvGrpSpPr/>
          <p:nvPr/>
        </p:nvGrpSpPr>
        <p:grpSpPr>
          <a:xfrm>
            <a:off x="21621750" y="7424738"/>
            <a:ext cx="914400" cy="914400"/>
            <a:chOff x="21621750" y="7424738"/>
            <a:chExt cx="914400" cy="914400"/>
          </a:xfrm>
        </p:grpSpPr>
        <p:sp>
          <p:nvSpPr>
            <p:cNvPr id="36" name="badge-r2c4-bg"/>
            <p:cNvSpPr/>
            <p:nvPr/>
          </p:nvSpPr>
          <p:spPr>
            <a:xfrm>
              <a:off x="21621750" y="7424738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adge-r2c4-lt"/>
            <p:cNvSpPr txBox="1"/>
            <p:nvPr/>
          </p:nvSpPr>
          <p:spPr>
            <a:xfrm>
              <a:off x="21697950" y="7505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08" name="badge-r2c5"/>
          <p:cNvGrpSpPr/>
          <p:nvPr/>
        </p:nvGrpSpPr>
        <p:grpSpPr>
          <a:xfrm>
            <a:off x="25603200" y="7424738"/>
            <a:ext cx="914400" cy="914400"/>
            <a:chOff x="25603200" y="7424738"/>
            <a:chExt cx="914400" cy="914400"/>
          </a:xfrm>
        </p:grpSpPr>
        <p:sp>
          <p:nvSpPr>
            <p:cNvPr id="38" name="badge-r2c5-bg"/>
            <p:cNvSpPr/>
            <p:nvPr/>
          </p:nvSpPr>
          <p:spPr>
            <a:xfrm>
              <a:off x="25603200" y="7424738"/>
              <a:ext cx="914400" cy="914400"/>
            </a:xfrm>
            <a:prstGeom prst="ellipse">
              <a:avLst/>
            </a:prstGeom>
            <a:solidFill>
              <a:srgbClr val="035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adge-r2c5-lt"/>
            <p:cNvSpPr txBox="1"/>
            <p:nvPr/>
          </p:nvSpPr>
          <p:spPr>
            <a:xfrm>
              <a:off x="25679400" y="750570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</p:grpSp>
      <p:sp>
        <p:nvSpPr>
          <p:cNvPr id="40" name="row-bg-3"/>
          <p:cNvSpPr/>
          <p:nvPr/>
        </p:nvSpPr>
        <p:spPr>
          <a:xfrm>
            <a:off x="2381250" y="8639175"/>
            <a:ext cx="25698450" cy="1524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sk-3"/>
          <p:cNvSpPr txBox="1"/>
          <p:nvPr/>
        </p:nvSpPr>
        <p:spPr>
          <a:xfrm>
            <a:off x="3352800" y="8943975"/>
            <a:ext cx="382905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系统架构设计</a:t>
            </a:r>
          </a:p>
        </p:txBody>
      </p:sp>
      <p:grpSp>
        <p:nvGrpSpPr>
          <p:cNvPr id="105" name="badge-r3c1"/>
          <p:cNvGrpSpPr/>
          <p:nvPr/>
        </p:nvGrpSpPr>
        <p:grpSpPr>
          <a:xfrm>
            <a:off x="9686925" y="8943975"/>
            <a:ext cx="914400" cy="914400"/>
            <a:chOff x="9686925" y="8943975"/>
            <a:chExt cx="914400" cy="914400"/>
          </a:xfrm>
        </p:grpSpPr>
        <p:sp>
          <p:nvSpPr>
            <p:cNvPr id="42" name="badge-r3c1-bg"/>
            <p:cNvSpPr/>
            <p:nvPr/>
          </p:nvSpPr>
          <p:spPr>
            <a:xfrm>
              <a:off x="9686925" y="8943975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adge-r3c1-lt"/>
            <p:cNvSpPr txBox="1"/>
            <p:nvPr/>
          </p:nvSpPr>
          <p:spPr>
            <a:xfrm>
              <a:off x="9763125" y="9020175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grpSp>
        <p:nvGrpSpPr>
          <p:cNvPr id="122" name="badge-r3c2"/>
          <p:cNvGrpSpPr/>
          <p:nvPr/>
        </p:nvGrpSpPr>
        <p:grpSpPr>
          <a:xfrm>
            <a:off x="13668375" y="8943975"/>
            <a:ext cx="914400" cy="914400"/>
            <a:chOff x="13668375" y="8943975"/>
            <a:chExt cx="914400" cy="914400"/>
          </a:xfrm>
        </p:grpSpPr>
        <p:sp>
          <p:nvSpPr>
            <p:cNvPr id="44" name="badge-r3c2-bg"/>
            <p:cNvSpPr/>
            <p:nvPr/>
          </p:nvSpPr>
          <p:spPr>
            <a:xfrm>
              <a:off x="13668375" y="8943975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adge-r3c2-lt"/>
            <p:cNvSpPr txBox="1"/>
            <p:nvPr/>
          </p:nvSpPr>
          <p:spPr>
            <a:xfrm>
              <a:off x="13744575" y="9020175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18" name="badge-r3c3"/>
          <p:cNvGrpSpPr/>
          <p:nvPr/>
        </p:nvGrpSpPr>
        <p:grpSpPr>
          <a:xfrm>
            <a:off x="17640300" y="8943975"/>
            <a:ext cx="914400" cy="914400"/>
            <a:chOff x="17640300" y="8943975"/>
            <a:chExt cx="914400" cy="914400"/>
          </a:xfrm>
        </p:grpSpPr>
        <p:sp>
          <p:nvSpPr>
            <p:cNvPr id="46" name="badge-r3c3-bg"/>
            <p:cNvSpPr/>
            <p:nvPr/>
          </p:nvSpPr>
          <p:spPr>
            <a:xfrm>
              <a:off x="17640300" y="8943975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adge-r3c3-lt"/>
            <p:cNvSpPr txBox="1"/>
            <p:nvPr/>
          </p:nvSpPr>
          <p:spPr>
            <a:xfrm>
              <a:off x="17716500" y="9020175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09" name="badge-r3c4"/>
          <p:cNvGrpSpPr/>
          <p:nvPr/>
        </p:nvGrpSpPr>
        <p:grpSpPr>
          <a:xfrm>
            <a:off x="21621750" y="8943975"/>
            <a:ext cx="914400" cy="914400"/>
            <a:chOff x="21621750" y="8943975"/>
            <a:chExt cx="914400" cy="914400"/>
          </a:xfrm>
        </p:grpSpPr>
        <p:sp>
          <p:nvSpPr>
            <p:cNvPr id="48" name="badge-r3c4-bg"/>
            <p:cNvSpPr/>
            <p:nvPr/>
          </p:nvSpPr>
          <p:spPr>
            <a:xfrm>
              <a:off x="21621750" y="8943975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adge-r3c4-lt"/>
            <p:cNvSpPr txBox="1"/>
            <p:nvPr/>
          </p:nvSpPr>
          <p:spPr>
            <a:xfrm>
              <a:off x="21697950" y="9020175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21" name="badge-r3c5"/>
          <p:cNvGrpSpPr/>
          <p:nvPr/>
        </p:nvGrpSpPr>
        <p:grpSpPr>
          <a:xfrm>
            <a:off x="25603200" y="8943975"/>
            <a:ext cx="914400" cy="914400"/>
            <a:chOff x="25603200" y="8943975"/>
            <a:chExt cx="914400" cy="914400"/>
          </a:xfrm>
        </p:grpSpPr>
        <p:sp>
          <p:nvSpPr>
            <p:cNvPr id="50" name="badge-r3c5-bg"/>
            <p:cNvSpPr/>
            <p:nvPr/>
          </p:nvSpPr>
          <p:spPr>
            <a:xfrm>
              <a:off x="25603200" y="8943975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adge-r3c5-lt"/>
            <p:cNvSpPr txBox="1"/>
            <p:nvPr/>
          </p:nvSpPr>
          <p:spPr>
            <a:xfrm>
              <a:off x="25679400" y="9020175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sp>
        <p:nvSpPr>
          <p:cNvPr id="52" name="task-4"/>
          <p:cNvSpPr txBox="1"/>
          <p:nvPr/>
        </p:nvSpPr>
        <p:spPr>
          <a:xfrm>
            <a:off x="3067050" y="10458450"/>
            <a:ext cx="440055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开发与单元测试</a:t>
            </a:r>
          </a:p>
        </p:txBody>
      </p:sp>
      <p:grpSp>
        <p:nvGrpSpPr>
          <p:cNvPr id="111" name="badge-r4c1"/>
          <p:cNvGrpSpPr/>
          <p:nvPr/>
        </p:nvGrpSpPr>
        <p:grpSpPr>
          <a:xfrm>
            <a:off x="9686925" y="10463212"/>
            <a:ext cx="914400" cy="914400"/>
            <a:chOff x="9686925" y="10463212"/>
            <a:chExt cx="914400" cy="914400"/>
          </a:xfrm>
        </p:grpSpPr>
        <p:sp>
          <p:nvSpPr>
            <p:cNvPr id="53" name="badge-r4c1-bg"/>
            <p:cNvSpPr/>
            <p:nvPr/>
          </p:nvSpPr>
          <p:spPr>
            <a:xfrm>
              <a:off x="9686925" y="10463212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adge-r4c1-lt"/>
            <p:cNvSpPr txBox="1"/>
            <p:nvPr/>
          </p:nvSpPr>
          <p:spPr>
            <a:xfrm>
              <a:off x="9763125" y="10534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grpSp>
        <p:nvGrpSpPr>
          <p:cNvPr id="112" name="badge-r4c2"/>
          <p:cNvGrpSpPr/>
          <p:nvPr/>
        </p:nvGrpSpPr>
        <p:grpSpPr>
          <a:xfrm>
            <a:off x="13668375" y="10463212"/>
            <a:ext cx="914400" cy="914400"/>
            <a:chOff x="13668375" y="10463212"/>
            <a:chExt cx="914400" cy="914400"/>
          </a:xfrm>
        </p:grpSpPr>
        <p:sp>
          <p:nvSpPr>
            <p:cNvPr id="55" name="badge-r4c2-bg"/>
            <p:cNvSpPr/>
            <p:nvPr/>
          </p:nvSpPr>
          <p:spPr>
            <a:xfrm>
              <a:off x="13668375" y="10463212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-r4c2-lt"/>
            <p:cNvSpPr txBox="1"/>
            <p:nvPr/>
          </p:nvSpPr>
          <p:spPr>
            <a:xfrm>
              <a:off x="13744575" y="10534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grpSp>
        <p:nvGrpSpPr>
          <p:cNvPr id="124" name="badge-r4c3"/>
          <p:cNvGrpSpPr/>
          <p:nvPr/>
        </p:nvGrpSpPr>
        <p:grpSpPr>
          <a:xfrm>
            <a:off x="17640300" y="10463212"/>
            <a:ext cx="914400" cy="914400"/>
            <a:chOff x="17640300" y="10463212"/>
            <a:chExt cx="914400" cy="914400"/>
          </a:xfrm>
        </p:grpSpPr>
        <p:sp>
          <p:nvSpPr>
            <p:cNvPr id="57" name="badge-r4c3-bg"/>
            <p:cNvSpPr/>
            <p:nvPr/>
          </p:nvSpPr>
          <p:spPr>
            <a:xfrm>
              <a:off x="17640300" y="10463212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badge-r4c3-lt"/>
            <p:cNvSpPr txBox="1"/>
            <p:nvPr/>
          </p:nvSpPr>
          <p:spPr>
            <a:xfrm>
              <a:off x="17716500" y="10534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16" name="badge-r4c4"/>
          <p:cNvGrpSpPr/>
          <p:nvPr/>
        </p:nvGrpSpPr>
        <p:grpSpPr>
          <a:xfrm>
            <a:off x="21621750" y="10463212"/>
            <a:ext cx="914400" cy="914400"/>
            <a:chOff x="21621750" y="10463212"/>
            <a:chExt cx="914400" cy="914400"/>
          </a:xfrm>
        </p:grpSpPr>
        <p:sp>
          <p:nvSpPr>
            <p:cNvPr id="59" name="badge-r4c4-bg"/>
            <p:cNvSpPr/>
            <p:nvPr/>
          </p:nvSpPr>
          <p:spPr>
            <a:xfrm>
              <a:off x="21621750" y="10463212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badge-r4c4-lt"/>
            <p:cNvSpPr txBox="1"/>
            <p:nvPr/>
          </p:nvSpPr>
          <p:spPr>
            <a:xfrm>
              <a:off x="21697950" y="10534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19" name="badge-r4c5"/>
          <p:cNvGrpSpPr/>
          <p:nvPr/>
        </p:nvGrpSpPr>
        <p:grpSpPr>
          <a:xfrm>
            <a:off x="25603200" y="10463212"/>
            <a:ext cx="914400" cy="914400"/>
            <a:chOff x="25603200" y="10463212"/>
            <a:chExt cx="914400" cy="914400"/>
          </a:xfrm>
        </p:grpSpPr>
        <p:sp>
          <p:nvSpPr>
            <p:cNvPr id="61" name="badge-r4c5-bg"/>
            <p:cNvSpPr/>
            <p:nvPr/>
          </p:nvSpPr>
          <p:spPr>
            <a:xfrm>
              <a:off x="25603200" y="10463212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badge-r4c5-lt"/>
            <p:cNvSpPr txBox="1"/>
            <p:nvPr/>
          </p:nvSpPr>
          <p:spPr>
            <a:xfrm>
              <a:off x="25679400" y="10534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sp>
        <p:nvSpPr>
          <p:cNvPr id="63" name="row-bg-5"/>
          <p:cNvSpPr/>
          <p:nvPr/>
        </p:nvSpPr>
        <p:spPr>
          <a:xfrm>
            <a:off x="2381250" y="11677650"/>
            <a:ext cx="25698450" cy="1524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ask-5"/>
          <p:cNvSpPr txBox="1"/>
          <p:nvPr/>
        </p:nvSpPr>
        <p:spPr>
          <a:xfrm>
            <a:off x="3352800" y="11982450"/>
            <a:ext cx="382905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系统集成测试</a:t>
            </a:r>
          </a:p>
        </p:txBody>
      </p:sp>
      <p:grpSp>
        <p:nvGrpSpPr>
          <p:cNvPr id="113" name="badge-r5c1"/>
          <p:cNvGrpSpPr/>
          <p:nvPr/>
        </p:nvGrpSpPr>
        <p:grpSpPr>
          <a:xfrm>
            <a:off x="9686925" y="11982450"/>
            <a:ext cx="914400" cy="914400"/>
            <a:chOff x="9686925" y="11982450"/>
            <a:chExt cx="914400" cy="914400"/>
          </a:xfrm>
        </p:grpSpPr>
        <p:sp>
          <p:nvSpPr>
            <p:cNvPr id="65" name="badge-r5c1-bg"/>
            <p:cNvSpPr/>
            <p:nvPr/>
          </p:nvSpPr>
          <p:spPr>
            <a:xfrm>
              <a:off x="9686925" y="11982450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badge-r5c1-lt"/>
            <p:cNvSpPr txBox="1"/>
            <p:nvPr/>
          </p:nvSpPr>
          <p:spPr>
            <a:xfrm>
              <a:off x="9763125" y="12058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04" name="badge-r5c2"/>
          <p:cNvGrpSpPr/>
          <p:nvPr/>
        </p:nvGrpSpPr>
        <p:grpSpPr>
          <a:xfrm>
            <a:off x="13668375" y="11982450"/>
            <a:ext cx="914400" cy="914400"/>
            <a:chOff x="13668375" y="11982450"/>
            <a:chExt cx="914400" cy="914400"/>
          </a:xfrm>
        </p:grpSpPr>
        <p:sp>
          <p:nvSpPr>
            <p:cNvPr id="67" name="badge-r5c2-bg"/>
            <p:cNvSpPr/>
            <p:nvPr/>
          </p:nvSpPr>
          <p:spPr>
            <a:xfrm>
              <a:off x="13668375" y="11982450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badge-r5c2-lt"/>
            <p:cNvSpPr txBox="1"/>
            <p:nvPr/>
          </p:nvSpPr>
          <p:spPr>
            <a:xfrm>
              <a:off x="13744575" y="12058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28" name="badge-r5c3"/>
          <p:cNvGrpSpPr/>
          <p:nvPr/>
        </p:nvGrpSpPr>
        <p:grpSpPr>
          <a:xfrm>
            <a:off x="17640300" y="11982450"/>
            <a:ext cx="914400" cy="914400"/>
            <a:chOff x="17640300" y="11982450"/>
            <a:chExt cx="914400" cy="914400"/>
          </a:xfrm>
        </p:grpSpPr>
        <p:sp>
          <p:nvSpPr>
            <p:cNvPr id="69" name="badge-r5c3-bg"/>
            <p:cNvSpPr/>
            <p:nvPr/>
          </p:nvSpPr>
          <p:spPr>
            <a:xfrm>
              <a:off x="17640300" y="11982450"/>
              <a:ext cx="914400" cy="914400"/>
            </a:xfrm>
            <a:prstGeom prst="ellipse">
              <a:avLst/>
            </a:prstGeom>
            <a:solidFill>
              <a:srgbClr val="035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badge-r5c3-lt"/>
            <p:cNvSpPr txBox="1"/>
            <p:nvPr/>
          </p:nvSpPr>
          <p:spPr>
            <a:xfrm>
              <a:off x="17716500" y="12058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</p:grpSp>
      <p:grpSp>
        <p:nvGrpSpPr>
          <p:cNvPr id="117" name="badge-r5c4"/>
          <p:cNvGrpSpPr/>
          <p:nvPr/>
        </p:nvGrpSpPr>
        <p:grpSpPr>
          <a:xfrm>
            <a:off x="21621750" y="11982450"/>
            <a:ext cx="914400" cy="914400"/>
            <a:chOff x="21621750" y="11982450"/>
            <a:chExt cx="914400" cy="914400"/>
          </a:xfrm>
        </p:grpSpPr>
        <p:sp>
          <p:nvSpPr>
            <p:cNvPr id="71" name="badge-r5c4-bg"/>
            <p:cNvSpPr/>
            <p:nvPr/>
          </p:nvSpPr>
          <p:spPr>
            <a:xfrm>
              <a:off x="21621750" y="11982450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badge-r5c4-lt"/>
            <p:cNvSpPr txBox="1"/>
            <p:nvPr/>
          </p:nvSpPr>
          <p:spPr>
            <a:xfrm>
              <a:off x="21697950" y="12058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02" name="badge-r5c5"/>
          <p:cNvGrpSpPr/>
          <p:nvPr/>
        </p:nvGrpSpPr>
        <p:grpSpPr>
          <a:xfrm>
            <a:off x="25603200" y="11982450"/>
            <a:ext cx="914400" cy="914400"/>
            <a:chOff x="25603200" y="11982450"/>
            <a:chExt cx="914400" cy="914400"/>
          </a:xfrm>
        </p:grpSpPr>
        <p:sp>
          <p:nvSpPr>
            <p:cNvPr id="73" name="badge-r5c5-bg"/>
            <p:cNvSpPr/>
            <p:nvPr/>
          </p:nvSpPr>
          <p:spPr>
            <a:xfrm>
              <a:off x="25603200" y="11982450"/>
              <a:ext cx="914400" cy="914400"/>
            </a:xfrm>
            <a:prstGeom prst="ellipse">
              <a:avLst/>
            </a:prstGeom>
            <a:solidFill>
              <a:srgbClr val="D3B38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badge-r5c5-lt"/>
            <p:cNvSpPr txBox="1"/>
            <p:nvPr/>
          </p:nvSpPr>
          <p:spPr>
            <a:xfrm>
              <a:off x="25679400" y="12058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</p:grpSp>
      <p:sp>
        <p:nvSpPr>
          <p:cNvPr id="75" name="task-6"/>
          <p:cNvSpPr txBox="1"/>
          <p:nvPr/>
        </p:nvSpPr>
        <p:spPr>
          <a:xfrm>
            <a:off x="3352800" y="13506450"/>
            <a:ext cx="382905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用户验收测试</a:t>
            </a:r>
          </a:p>
        </p:txBody>
      </p:sp>
      <p:grpSp>
        <p:nvGrpSpPr>
          <p:cNvPr id="107" name="badge-r6c1"/>
          <p:cNvGrpSpPr/>
          <p:nvPr/>
        </p:nvGrpSpPr>
        <p:grpSpPr>
          <a:xfrm>
            <a:off x="9686925" y="13501688"/>
            <a:ext cx="914400" cy="914400"/>
            <a:chOff x="9686925" y="13501688"/>
            <a:chExt cx="914400" cy="914400"/>
          </a:xfrm>
        </p:grpSpPr>
        <p:sp>
          <p:nvSpPr>
            <p:cNvPr id="76" name="badge-r6c1-bg"/>
            <p:cNvSpPr/>
            <p:nvPr/>
          </p:nvSpPr>
          <p:spPr>
            <a:xfrm>
              <a:off x="9686925" y="13501688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badge-r6c1-lt"/>
            <p:cNvSpPr txBox="1"/>
            <p:nvPr/>
          </p:nvSpPr>
          <p:spPr>
            <a:xfrm>
              <a:off x="9763125" y="13582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26" name="badge-r6c2"/>
          <p:cNvGrpSpPr/>
          <p:nvPr/>
        </p:nvGrpSpPr>
        <p:grpSpPr>
          <a:xfrm>
            <a:off x="13668375" y="13501688"/>
            <a:ext cx="914400" cy="914400"/>
            <a:chOff x="13668375" y="13501688"/>
            <a:chExt cx="914400" cy="914400"/>
          </a:xfrm>
        </p:grpSpPr>
        <p:sp>
          <p:nvSpPr>
            <p:cNvPr id="78" name="badge-r6c2-bg"/>
            <p:cNvSpPr/>
            <p:nvPr/>
          </p:nvSpPr>
          <p:spPr>
            <a:xfrm>
              <a:off x="13668375" y="13501688"/>
              <a:ext cx="914400" cy="914400"/>
            </a:xfrm>
            <a:prstGeom prst="ellipse">
              <a:avLst/>
            </a:prstGeom>
            <a:solidFill>
              <a:srgbClr val="035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badge-r6c2-lt"/>
            <p:cNvSpPr txBox="1"/>
            <p:nvPr/>
          </p:nvSpPr>
          <p:spPr>
            <a:xfrm>
              <a:off x="13744575" y="13582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</p:grpSp>
      <p:grpSp>
        <p:nvGrpSpPr>
          <p:cNvPr id="100" name="badge-r6c3"/>
          <p:cNvGrpSpPr/>
          <p:nvPr/>
        </p:nvGrpSpPr>
        <p:grpSpPr>
          <a:xfrm>
            <a:off x="17640300" y="13501688"/>
            <a:ext cx="914400" cy="914400"/>
            <a:chOff x="17640300" y="13501688"/>
            <a:chExt cx="914400" cy="914400"/>
          </a:xfrm>
        </p:grpSpPr>
        <p:sp>
          <p:nvSpPr>
            <p:cNvPr id="80" name="badge-r6c3-bg"/>
            <p:cNvSpPr/>
            <p:nvPr/>
          </p:nvSpPr>
          <p:spPr>
            <a:xfrm>
              <a:off x="17640300" y="13501688"/>
              <a:ext cx="914400" cy="914400"/>
            </a:xfrm>
            <a:prstGeom prst="ellipse">
              <a:avLst/>
            </a:prstGeom>
            <a:solidFill>
              <a:srgbClr val="F1CC9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badge-r6c3-lt"/>
            <p:cNvSpPr txBox="1"/>
            <p:nvPr/>
          </p:nvSpPr>
          <p:spPr>
            <a:xfrm>
              <a:off x="17716500" y="13582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27" name="badge-r6c4"/>
          <p:cNvGrpSpPr/>
          <p:nvPr/>
        </p:nvGrpSpPr>
        <p:grpSpPr>
          <a:xfrm>
            <a:off x="21621750" y="13501688"/>
            <a:ext cx="914400" cy="914400"/>
            <a:chOff x="21621750" y="13501688"/>
            <a:chExt cx="914400" cy="914400"/>
          </a:xfrm>
        </p:grpSpPr>
        <p:sp>
          <p:nvSpPr>
            <p:cNvPr id="82" name="badge-r6c4-bg"/>
            <p:cNvSpPr/>
            <p:nvPr/>
          </p:nvSpPr>
          <p:spPr>
            <a:xfrm>
              <a:off x="21621750" y="13501688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badge-r6c4-lt"/>
            <p:cNvSpPr txBox="1"/>
            <p:nvPr/>
          </p:nvSpPr>
          <p:spPr>
            <a:xfrm>
              <a:off x="21697950" y="13582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01" name="badge-r6c5"/>
          <p:cNvGrpSpPr/>
          <p:nvPr/>
        </p:nvGrpSpPr>
        <p:grpSpPr>
          <a:xfrm>
            <a:off x="25603200" y="13501688"/>
            <a:ext cx="914400" cy="914400"/>
            <a:chOff x="25603200" y="13501688"/>
            <a:chExt cx="914400" cy="914400"/>
          </a:xfrm>
        </p:grpSpPr>
        <p:sp>
          <p:nvSpPr>
            <p:cNvPr id="84" name="badge-r6c5-bg"/>
            <p:cNvSpPr/>
            <p:nvPr/>
          </p:nvSpPr>
          <p:spPr>
            <a:xfrm>
              <a:off x="25603200" y="13501688"/>
              <a:ext cx="914400" cy="9144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badge-r6c5-lt"/>
            <p:cNvSpPr txBox="1"/>
            <p:nvPr/>
          </p:nvSpPr>
          <p:spPr>
            <a:xfrm>
              <a:off x="25679400" y="13582650"/>
              <a:ext cx="762000" cy="762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sp>
        <p:nvSpPr>
          <p:cNvPr id="86" name="legend-band"/>
          <p:cNvSpPr/>
          <p:nvPr/>
        </p:nvSpPr>
        <p:spPr>
          <a:xfrm>
            <a:off x="2381250" y="14716125"/>
            <a:ext cx="25698450" cy="115252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15" name="legend-bulb"/>
          <p:cNvGrpSpPr/>
          <p:nvPr/>
        </p:nvGrpSpPr>
        <p:grpSpPr>
          <a:xfrm>
            <a:off x="7410450" y="14754225"/>
            <a:ext cx="723900" cy="752475"/>
            <a:chOff x="7410450" y="14754225"/>
            <a:chExt cx="723900" cy="752475"/>
          </a:xfrm>
        </p:grpSpPr>
        <p:sp>
          <p:nvSpPr>
            <p:cNvPr id="87" name="bulb-glass"/>
            <p:cNvSpPr/>
            <p:nvPr/>
          </p:nvSpPr>
          <p:spPr>
            <a:xfrm>
              <a:off x="7553325" y="14897100"/>
              <a:ext cx="438150" cy="438150"/>
            </a:xfrm>
            <a:prstGeom prst="ellipse">
              <a:avLst/>
            </a:prstGeom>
            <a:noFill/>
            <a:ln w="38100">
              <a:solidFill>
                <a:srgbClr val="E8912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bulb-ray-1"/>
            <p:cNvCxnSpPr/>
            <p:nvPr/>
          </p:nvCxnSpPr>
          <p:spPr>
            <a:xfrm flipH="1">
              <a:off x="7410450" y="15116175"/>
              <a:ext cx="76200" cy="0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cxnSp>
          <p:nvCxnSpPr>
            <p:cNvPr id="89" name="bulb-ray-2"/>
            <p:cNvCxnSpPr/>
            <p:nvPr/>
          </p:nvCxnSpPr>
          <p:spPr>
            <a:xfrm flipH="1" flipV="1">
              <a:off x="7459028" y="14935200"/>
              <a:ext cx="65722" cy="38100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cxnSp>
          <p:nvCxnSpPr>
            <p:cNvPr id="90" name="bulb-ray-3"/>
            <p:cNvCxnSpPr/>
            <p:nvPr/>
          </p:nvCxnSpPr>
          <p:spPr>
            <a:xfrm flipH="1" flipV="1">
              <a:off x="7591425" y="14802802"/>
              <a:ext cx="38100" cy="65723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cxnSp>
          <p:nvCxnSpPr>
            <p:cNvPr id="91" name="bulb-ray-4"/>
            <p:cNvCxnSpPr/>
            <p:nvPr/>
          </p:nvCxnSpPr>
          <p:spPr>
            <a:xfrm flipV="1">
              <a:off x="7772400" y="14754225"/>
              <a:ext cx="0" cy="76200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cxnSp>
          <p:nvCxnSpPr>
            <p:cNvPr id="92" name="bulb-ray-5"/>
            <p:cNvCxnSpPr/>
            <p:nvPr/>
          </p:nvCxnSpPr>
          <p:spPr>
            <a:xfrm flipV="1">
              <a:off x="7915275" y="14802802"/>
              <a:ext cx="38100" cy="65723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cxnSp>
          <p:nvCxnSpPr>
            <p:cNvPr id="93" name="bulb-ray-6"/>
            <p:cNvCxnSpPr/>
            <p:nvPr/>
          </p:nvCxnSpPr>
          <p:spPr>
            <a:xfrm flipV="1">
              <a:off x="8020050" y="14935200"/>
              <a:ext cx="65722" cy="38100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cxnSp>
          <p:nvCxnSpPr>
            <p:cNvPr id="94" name="bulb-ray-7"/>
            <p:cNvCxnSpPr/>
            <p:nvPr/>
          </p:nvCxnSpPr>
          <p:spPr>
            <a:xfrm>
              <a:off x="8058150" y="15116175"/>
              <a:ext cx="76200" cy="0"/>
            </a:xfrm>
            <a:prstGeom prst="line">
              <a:avLst/>
            </a:prstGeom>
            <a:ln w="38100">
              <a:solidFill>
                <a:srgbClr val="E8912A"/>
              </a:solidFill>
            </a:ln>
            <a:effectLst/>
          </p:spPr>
        </p:cxnSp>
        <p:sp>
          <p:nvSpPr>
            <p:cNvPr id="95" name="bulb-base-1"/>
            <p:cNvSpPr/>
            <p:nvPr/>
          </p:nvSpPr>
          <p:spPr>
            <a:xfrm>
              <a:off x="7639050" y="15344775"/>
              <a:ext cx="266700" cy="85725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rgbClr val="E8912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bulb-base-2"/>
            <p:cNvSpPr/>
            <p:nvPr/>
          </p:nvSpPr>
          <p:spPr>
            <a:xfrm>
              <a:off x="7686675" y="15430500"/>
              <a:ext cx="171450" cy="76200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rgbClr val="E8912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7" name="legend-text"/>
          <p:cNvSpPr txBox="1"/>
          <p:nvPr/>
        </p:nvSpPr>
        <p:spPr>
          <a:xfrm>
            <a:off x="8420100" y="14878050"/>
            <a:ext cx="15430500" cy="7334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图例说明：A = 最终负责人 • R = 执行人 • C = 咨询方 • I = 知情方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