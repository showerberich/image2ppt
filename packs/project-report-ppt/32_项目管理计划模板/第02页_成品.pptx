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698825" cy="15316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698825" cy="15316200"/>
          </a:xfrm>
          <a:prstGeom prst="rect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deco"/>
          <p:cNvGrpSpPr/>
          <p:nvPr/>
        </p:nvGrpSpPr>
        <p:grpSpPr>
          <a:xfrm>
            <a:off x="0" y="0"/>
            <a:ext cx="28698825" cy="15316200"/>
            <a:chOff x="0" y="0"/>
            <a:chExt cx="28698825" cy="15316200"/>
          </a:xfrm>
        </p:grpSpPr>
        <p:sp>
          <p:nvSpPr>
            <p:cNvPr id="3" name="bg"/>
            <p:cNvSpPr/>
            <p:nvPr/>
          </p:nvSpPr>
          <p:spPr>
            <a:xfrm>
              <a:off x="0" y="0"/>
              <a:ext cx="28698825" cy="15316200"/>
            </a:xfrm>
            <a:prstGeom prst="rect">
              <a:avLst/>
            </a:pr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deco-tl-1"/>
            <p:cNvSpPr/>
            <p:nvPr/>
          </p:nvSpPr>
          <p:spPr>
            <a:xfrm>
              <a:off x="0" y="0"/>
              <a:ext cx="2800350" cy="2800350"/>
            </a:xfrm>
            <a:custGeom>
              <a:avLst/>
              <a:gdLst/>
              <a:ahLst/>
              <a:cxnLst/>
              <a:rect l="l" t="t" r="r" b="b"/>
              <a:pathLst>
                <a:path w="2800350" h="2800350">
                  <a:moveTo>
                    <a:pt x="0" y="0"/>
                  </a:moveTo>
                  <a:lnTo>
                    <a:pt x="0" y="2800350"/>
                  </a:lnTo>
                  <a:lnTo>
                    <a:pt x="2800350" y="0"/>
                  </a:lnTo>
                  <a:close/>
                </a:path>
              </a:pathLst>
            </a:custGeom>
            <a:solidFill>
              <a:srgbClr val="0241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eco-tl-2"/>
            <p:cNvSpPr/>
            <p:nvPr/>
          </p:nvSpPr>
          <p:spPr>
            <a:xfrm>
              <a:off x="0" y="0"/>
              <a:ext cx="3790950" cy="3790950"/>
            </a:xfrm>
            <a:custGeom>
              <a:avLst/>
              <a:gdLst/>
              <a:ahLst/>
              <a:cxnLst/>
              <a:rect l="l" t="t" r="r" b="b"/>
              <a:pathLst>
                <a:path w="3790950" h="3790950">
                  <a:moveTo>
                    <a:pt x="2800350" y="0"/>
                  </a:moveTo>
                  <a:lnTo>
                    <a:pt x="0" y="2800350"/>
                  </a:lnTo>
                  <a:lnTo>
                    <a:pt x="0" y="3790950"/>
                  </a:lnTo>
                  <a:lnTo>
                    <a:pt x="3790950" y="0"/>
                  </a:lnTo>
                  <a:close/>
                </a:path>
              </a:pathLst>
            </a:custGeom>
            <a:solidFill>
              <a:srgbClr val="035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eco-tl-3"/>
            <p:cNvSpPr/>
            <p:nvPr/>
          </p:nvSpPr>
          <p:spPr>
            <a:xfrm>
              <a:off x="0" y="0"/>
              <a:ext cx="5772150" cy="5772150"/>
            </a:xfrm>
            <a:custGeom>
              <a:avLst/>
              <a:gdLst/>
              <a:ahLst/>
              <a:cxnLst/>
              <a:rect l="l" t="t" r="r" b="b"/>
              <a:pathLst>
                <a:path w="5772150" h="5772150">
                  <a:moveTo>
                    <a:pt x="4781550" y="0"/>
                  </a:moveTo>
                  <a:lnTo>
                    <a:pt x="0" y="4781550"/>
                  </a:lnTo>
                  <a:lnTo>
                    <a:pt x="0" y="5772150"/>
                  </a:lnTo>
                  <a:lnTo>
                    <a:pt x="5772150" y="0"/>
                  </a:lnTo>
                  <a:close/>
                </a:path>
              </a:pathLst>
            </a:custGeom>
            <a:solidFill>
              <a:srgbClr val="0241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old-1-1"/>
            <p:cNvSpPr/>
            <p:nvPr/>
          </p:nvSpPr>
          <p:spPr>
            <a:xfrm>
              <a:off x="11192828" y="3733800"/>
              <a:ext cx="1047464" cy="531590"/>
            </a:xfrm>
            <a:custGeom>
              <a:avLst/>
              <a:gdLst/>
              <a:ahLst/>
              <a:cxnLst/>
              <a:rect l="l" t="t" r="r" b="b"/>
              <a:pathLst>
                <a:path w="1047464" h="531590">
                  <a:moveTo>
                    <a:pt x="681037" y="0"/>
                  </a:moveTo>
                  <a:lnTo>
                    <a:pt x="1047464" y="0"/>
                  </a:lnTo>
                  <a:lnTo>
                    <a:pt x="399764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7380">
                  <a:srgbClr val="045CB5"/>
                </a:gs>
                <a:gs pos="62620">
                  <a:srgbClr val="0557A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old-1-2"/>
            <p:cNvSpPr/>
            <p:nvPr/>
          </p:nvSpPr>
          <p:spPr>
            <a:xfrm>
              <a:off x="11584972" y="3733800"/>
              <a:ext cx="1014031" cy="531590"/>
            </a:xfrm>
            <a:custGeom>
              <a:avLst/>
              <a:gdLst/>
              <a:ahLst/>
              <a:cxnLst/>
              <a:rect l="l" t="t" r="r" b="b"/>
              <a:pathLst>
                <a:path w="1014031" h="531590">
                  <a:moveTo>
                    <a:pt x="647700" y="0"/>
                  </a:moveTo>
                  <a:lnTo>
                    <a:pt x="1014031" y="0"/>
                  </a:lnTo>
                  <a:lnTo>
                    <a:pt x="399859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7380">
                  <a:srgbClr val="0557AB"/>
                </a:gs>
                <a:gs pos="62620">
                  <a:srgbClr val="03509E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old-1-3"/>
            <p:cNvSpPr/>
            <p:nvPr/>
          </p:nvSpPr>
          <p:spPr>
            <a:xfrm>
              <a:off x="11977211" y="3733800"/>
              <a:ext cx="990124" cy="531590"/>
            </a:xfrm>
            <a:custGeom>
              <a:avLst/>
              <a:gdLst/>
              <a:ahLst/>
              <a:cxnLst/>
              <a:rect l="l" t="t" r="r" b="b"/>
              <a:pathLst>
                <a:path w="990124" h="531590">
                  <a:moveTo>
                    <a:pt x="614172" y="0"/>
                  </a:moveTo>
                  <a:lnTo>
                    <a:pt x="990124" y="0"/>
                  </a:lnTo>
                  <a:lnTo>
                    <a:pt x="409289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7140">
                  <a:srgbClr val="03509E"/>
                </a:gs>
                <a:gs pos="62860">
                  <a:srgbClr val="02519E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old-2-1"/>
            <p:cNvSpPr/>
            <p:nvPr/>
          </p:nvSpPr>
          <p:spPr>
            <a:xfrm>
              <a:off x="10543794" y="4265390"/>
              <a:ext cx="1048798" cy="531590"/>
            </a:xfrm>
            <a:custGeom>
              <a:avLst/>
              <a:gdLst/>
              <a:ahLst/>
              <a:cxnLst/>
              <a:rect l="l" t="t" r="r" b="b"/>
              <a:pathLst>
                <a:path w="1048798" h="531590">
                  <a:moveTo>
                    <a:pt x="649034" y="0"/>
                  </a:moveTo>
                  <a:lnTo>
                    <a:pt x="1048798" y="0"/>
                  </a:lnTo>
                  <a:lnTo>
                    <a:pt x="422720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6530">
                  <a:srgbClr val="045CB5"/>
                </a:gs>
                <a:gs pos="63470">
                  <a:srgbClr val="0557A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old-2-2"/>
            <p:cNvSpPr/>
            <p:nvPr/>
          </p:nvSpPr>
          <p:spPr>
            <a:xfrm>
              <a:off x="10958894" y="4265390"/>
              <a:ext cx="1025937" cy="531590"/>
            </a:xfrm>
            <a:custGeom>
              <a:avLst/>
              <a:gdLst/>
              <a:ahLst/>
              <a:cxnLst/>
              <a:rect l="l" t="t" r="r" b="b"/>
              <a:pathLst>
                <a:path w="1025937" h="531590">
                  <a:moveTo>
                    <a:pt x="626078" y="0"/>
                  </a:moveTo>
                  <a:lnTo>
                    <a:pt x="1025937" y="0"/>
                  </a:lnTo>
                  <a:lnTo>
                    <a:pt x="422624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6530">
                  <a:srgbClr val="0557AB"/>
                </a:gs>
                <a:gs pos="63470">
                  <a:srgbClr val="044E99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old-2-3"/>
            <p:cNvSpPr/>
            <p:nvPr/>
          </p:nvSpPr>
          <p:spPr>
            <a:xfrm>
              <a:off x="11373898" y="4265390"/>
              <a:ext cx="1012602" cy="531590"/>
            </a:xfrm>
            <a:custGeom>
              <a:avLst/>
              <a:gdLst/>
              <a:ahLst/>
              <a:cxnLst/>
              <a:rect l="l" t="t" r="r" b="b"/>
              <a:pathLst>
                <a:path w="1012602" h="531590">
                  <a:moveTo>
                    <a:pt x="603313" y="0"/>
                  </a:moveTo>
                  <a:lnTo>
                    <a:pt x="1012602" y="0"/>
                  </a:lnTo>
                  <a:lnTo>
                    <a:pt x="432244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6290">
                  <a:srgbClr val="044E99"/>
                </a:gs>
                <a:gs pos="63710">
                  <a:srgbClr val="05458C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old-3-1"/>
            <p:cNvSpPr/>
            <p:nvPr/>
          </p:nvSpPr>
          <p:spPr>
            <a:xfrm>
              <a:off x="9863328" y="4796980"/>
              <a:ext cx="1103186" cy="531686"/>
            </a:xfrm>
            <a:custGeom>
              <a:avLst/>
              <a:gdLst/>
              <a:ahLst/>
              <a:cxnLst/>
              <a:rect l="l" t="t" r="r" b="b"/>
              <a:pathLst>
                <a:path w="1103186" h="531686">
                  <a:moveTo>
                    <a:pt x="680466" y="0"/>
                  </a:moveTo>
                  <a:lnTo>
                    <a:pt x="1103186" y="0"/>
                  </a:lnTo>
                  <a:lnTo>
                    <a:pt x="458152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5960">
                  <a:srgbClr val="045CB5"/>
                </a:gs>
                <a:gs pos="64040">
                  <a:srgbClr val="0557A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old-3-2"/>
            <p:cNvSpPr/>
            <p:nvPr/>
          </p:nvSpPr>
          <p:spPr>
            <a:xfrm>
              <a:off x="10313860" y="4796980"/>
              <a:ext cx="1067658" cy="531686"/>
            </a:xfrm>
            <a:custGeom>
              <a:avLst/>
              <a:gdLst/>
              <a:ahLst/>
              <a:cxnLst/>
              <a:rect l="l" t="t" r="r" b="b"/>
              <a:pathLst>
                <a:path w="1067658" h="531686">
                  <a:moveTo>
                    <a:pt x="645034" y="0"/>
                  </a:moveTo>
                  <a:lnTo>
                    <a:pt x="1067658" y="0"/>
                  </a:lnTo>
                  <a:lnTo>
                    <a:pt x="458058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5960">
                  <a:srgbClr val="0557AB"/>
                </a:gs>
                <a:gs pos="64040">
                  <a:srgbClr val="044C96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old-3-3"/>
            <p:cNvSpPr/>
            <p:nvPr/>
          </p:nvSpPr>
          <p:spPr>
            <a:xfrm>
              <a:off x="10764298" y="4796980"/>
              <a:ext cx="1041844" cy="531686"/>
            </a:xfrm>
            <a:custGeom>
              <a:avLst/>
              <a:gdLst/>
              <a:ahLst/>
              <a:cxnLst/>
              <a:rect l="l" t="t" r="r" b="b"/>
              <a:pathLst>
                <a:path w="1041844" h="531686">
                  <a:moveTo>
                    <a:pt x="609600" y="0"/>
                  </a:moveTo>
                  <a:lnTo>
                    <a:pt x="1041844" y="0"/>
                  </a:lnTo>
                  <a:lnTo>
                    <a:pt x="467677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5730">
                  <a:srgbClr val="044C96"/>
                </a:gs>
                <a:gs pos="64270">
                  <a:srgbClr val="03407F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old-4-1"/>
            <p:cNvSpPr/>
            <p:nvPr/>
          </p:nvSpPr>
          <p:spPr>
            <a:xfrm>
              <a:off x="9222105" y="5328666"/>
              <a:ext cx="1099375" cy="531590"/>
            </a:xfrm>
            <a:custGeom>
              <a:avLst/>
              <a:gdLst/>
              <a:ahLst/>
              <a:cxnLst/>
              <a:rect l="l" t="t" r="r" b="b"/>
              <a:pathLst>
                <a:path w="1099375" h="531590">
                  <a:moveTo>
                    <a:pt x="641223" y="0"/>
                  </a:moveTo>
                  <a:lnTo>
                    <a:pt x="1099375" y="0"/>
                  </a:lnTo>
                  <a:lnTo>
                    <a:pt x="480441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5120">
                  <a:srgbClr val="045CB5"/>
                </a:gs>
                <a:gs pos="64880">
                  <a:srgbClr val="0557A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old-4-2"/>
            <p:cNvSpPr/>
            <p:nvPr/>
          </p:nvSpPr>
          <p:spPr>
            <a:xfrm>
              <a:off x="9694926" y="5328666"/>
              <a:ext cx="1076992" cy="531590"/>
            </a:xfrm>
            <a:custGeom>
              <a:avLst/>
              <a:gdLst/>
              <a:ahLst/>
              <a:cxnLst/>
              <a:rect l="l" t="t" r="r" b="b"/>
              <a:pathLst>
                <a:path w="1076992" h="531590">
                  <a:moveTo>
                    <a:pt x="618934" y="0"/>
                  </a:moveTo>
                  <a:lnTo>
                    <a:pt x="1076992" y="0"/>
                  </a:lnTo>
                  <a:lnTo>
                    <a:pt x="480536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5120">
                  <a:srgbClr val="0557AB"/>
                </a:gs>
                <a:gs pos="64880">
                  <a:srgbClr val="034D98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old-4-3"/>
            <p:cNvSpPr/>
            <p:nvPr/>
          </p:nvSpPr>
          <p:spPr>
            <a:xfrm>
              <a:off x="10167842" y="5328666"/>
              <a:ext cx="1064133" cy="531590"/>
            </a:xfrm>
            <a:custGeom>
              <a:avLst/>
              <a:gdLst/>
              <a:ahLst/>
              <a:cxnLst/>
              <a:rect l="l" t="t" r="r" b="b"/>
              <a:pathLst>
                <a:path w="1064133" h="531590">
                  <a:moveTo>
                    <a:pt x="596456" y="0"/>
                  </a:moveTo>
                  <a:lnTo>
                    <a:pt x="1064133" y="0"/>
                  </a:lnTo>
                  <a:lnTo>
                    <a:pt x="489966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4900">
                  <a:srgbClr val="034D98"/>
                </a:gs>
                <a:gs pos="65100">
                  <a:srgbClr val="033E7A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old-5-1"/>
            <p:cNvSpPr/>
            <p:nvPr/>
          </p:nvSpPr>
          <p:spPr>
            <a:xfrm>
              <a:off x="8685181" y="5860256"/>
              <a:ext cx="1017365" cy="531590"/>
            </a:xfrm>
            <a:custGeom>
              <a:avLst/>
              <a:gdLst/>
              <a:ahLst/>
              <a:cxnLst/>
              <a:rect l="l" t="t" r="r" b="b"/>
              <a:pathLst>
                <a:path w="1017365" h="531590">
                  <a:moveTo>
                    <a:pt x="536924" y="0"/>
                  </a:moveTo>
                  <a:lnTo>
                    <a:pt x="1017365" y="0"/>
                  </a:lnTo>
                  <a:lnTo>
                    <a:pt x="468058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4610">
                  <a:srgbClr val="045CB5"/>
                </a:gs>
                <a:gs pos="65390">
                  <a:srgbClr val="0557A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old-5-2"/>
            <p:cNvSpPr/>
            <p:nvPr/>
          </p:nvSpPr>
          <p:spPr>
            <a:xfrm>
              <a:off x="9145619" y="5860256"/>
              <a:ext cx="1029843" cy="531590"/>
            </a:xfrm>
            <a:custGeom>
              <a:avLst/>
              <a:gdLst/>
              <a:ahLst/>
              <a:cxnLst/>
              <a:rect l="l" t="t" r="r" b="b"/>
              <a:pathLst>
                <a:path w="1029843" h="531590">
                  <a:moveTo>
                    <a:pt x="549307" y="0"/>
                  </a:moveTo>
                  <a:lnTo>
                    <a:pt x="1029843" y="0"/>
                  </a:lnTo>
                  <a:lnTo>
                    <a:pt x="468059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4610">
                  <a:srgbClr val="0557AB"/>
                </a:gs>
                <a:gs pos="65390">
                  <a:srgbClr val="034B95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old-5-3"/>
            <p:cNvSpPr/>
            <p:nvPr/>
          </p:nvSpPr>
          <p:spPr>
            <a:xfrm>
              <a:off x="9606058" y="5860256"/>
              <a:ext cx="1051750" cy="531590"/>
            </a:xfrm>
            <a:custGeom>
              <a:avLst/>
              <a:gdLst/>
              <a:ahLst/>
              <a:cxnLst/>
              <a:rect l="l" t="t" r="r" b="b"/>
              <a:pathLst>
                <a:path w="1051750" h="531590">
                  <a:moveTo>
                    <a:pt x="561784" y="0"/>
                  </a:moveTo>
                  <a:lnTo>
                    <a:pt x="1051750" y="0"/>
                  </a:lnTo>
                  <a:lnTo>
                    <a:pt x="477583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4400">
                  <a:srgbClr val="034B95"/>
                </a:gs>
                <a:gs pos="65600">
                  <a:srgbClr val="053C75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old-6-1"/>
            <p:cNvSpPr/>
            <p:nvPr/>
          </p:nvSpPr>
          <p:spPr>
            <a:xfrm>
              <a:off x="8150828" y="6391846"/>
              <a:ext cx="1002411" cy="531686"/>
            </a:xfrm>
            <a:custGeom>
              <a:avLst/>
              <a:gdLst/>
              <a:ahLst/>
              <a:cxnLst/>
              <a:rect l="l" t="t" r="r" b="b"/>
              <a:pathLst>
                <a:path w="1002411" h="531686">
                  <a:moveTo>
                    <a:pt x="534353" y="0"/>
                  </a:moveTo>
                  <a:lnTo>
                    <a:pt x="1002411" y="0"/>
                  </a:lnTo>
                  <a:lnTo>
                    <a:pt x="455581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4890">
                  <a:srgbClr val="045CB5"/>
                </a:gs>
                <a:gs pos="65110">
                  <a:srgbClr val="0456AA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old-6-2"/>
            <p:cNvSpPr/>
            <p:nvPr/>
          </p:nvSpPr>
          <p:spPr>
            <a:xfrm>
              <a:off x="8598789" y="6391846"/>
              <a:ext cx="1014889" cy="531686"/>
            </a:xfrm>
            <a:custGeom>
              <a:avLst/>
              <a:gdLst/>
              <a:ahLst/>
              <a:cxnLst/>
              <a:rect l="l" t="t" r="r" b="b"/>
              <a:pathLst>
                <a:path w="1014889" h="531686">
                  <a:moveTo>
                    <a:pt x="546830" y="0"/>
                  </a:moveTo>
                  <a:lnTo>
                    <a:pt x="1014889" y="0"/>
                  </a:lnTo>
                  <a:lnTo>
                    <a:pt x="455676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4890">
                  <a:srgbClr val="0456AA"/>
                </a:gs>
                <a:gs pos="65110">
                  <a:srgbClr val="044A92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old-6-3"/>
            <p:cNvSpPr/>
            <p:nvPr/>
          </p:nvSpPr>
          <p:spPr>
            <a:xfrm>
              <a:off x="9046845" y="6391846"/>
              <a:ext cx="1036796" cy="531686"/>
            </a:xfrm>
            <a:custGeom>
              <a:avLst/>
              <a:gdLst/>
              <a:ahLst/>
              <a:cxnLst/>
              <a:rect l="l" t="t" r="r" b="b"/>
              <a:pathLst>
                <a:path w="1036796" h="531686">
                  <a:moveTo>
                    <a:pt x="559213" y="0"/>
                  </a:moveTo>
                  <a:lnTo>
                    <a:pt x="1036796" y="0"/>
                  </a:lnTo>
                  <a:lnTo>
                    <a:pt x="465201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4670">
                  <a:srgbClr val="044A92"/>
                </a:gs>
                <a:gs pos="65330">
                  <a:srgbClr val="033E76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old-7-1"/>
            <p:cNvSpPr/>
            <p:nvPr/>
          </p:nvSpPr>
          <p:spPr>
            <a:xfrm>
              <a:off x="7619143" y="6923532"/>
              <a:ext cx="987266" cy="531590"/>
            </a:xfrm>
            <a:custGeom>
              <a:avLst/>
              <a:gdLst/>
              <a:ahLst/>
              <a:cxnLst/>
              <a:rect l="l" t="t" r="r" b="b"/>
              <a:pathLst>
                <a:path w="987266" h="531590">
                  <a:moveTo>
                    <a:pt x="531685" y="0"/>
                  </a:moveTo>
                  <a:lnTo>
                    <a:pt x="987266" y="0"/>
                  </a:lnTo>
                  <a:lnTo>
                    <a:pt x="443293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5180">
                  <a:srgbClr val="045CB5"/>
                </a:gs>
                <a:gs pos="64820">
                  <a:srgbClr val="0455A7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old-7-2"/>
            <p:cNvSpPr/>
            <p:nvPr/>
          </p:nvSpPr>
          <p:spPr>
            <a:xfrm>
              <a:off x="8054816" y="6923532"/>
              <a:ext cx="999649" cy="531590"/>
            </a:xfrm>
            <a:custGeom>
              <a:avLst/>
              <a:gdLst/>
              <a:ahLst/>
              <a:cxnLst/>
              <a:rect l="l" t="t" r="r" b="b"/>
              <a:pathLst>
                <a:path w="999649" h="531590">
                  <a:moveTo>
                    <a:pt x="543973" y="0"/>
                  </a:moveTo>
                  <a:lnTo>
                    <a:pt x="999649" y="0"/>
                  </a:lnTo>
                  <a:lnTo>
                    <a:pt x="443294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5180">
                  <a:srgbClr val="0455A7"/>
                </a:gs>
                <a:gs pos="64820">
                  <a:srgbClr val="034991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old-7-3"/>
            <p:cNvSpPr/>
            <p:nvPr/>
          </p:nvSpPr>
          <p:spPr>
            <a:xfrm>
              <a:off x="8490490" y="6923532"/>
              <a:ext cx="1021556" cy="531590"/>
            </a:xfrm>
            <a:custGeom>
              <a:avLst/>
              <a:gdLst/>
              <a:ahLst/>
              <a:cxnLst/>
              <a:rect l="l" t="t" r="r" b="b"/>
              <a:pathLst>
                <a:path w="1021556" h="531590">
                  <a:moveTo>
                    <a:pt x="556355" y="0"/>
                  </a:moveTo>
                  <a:lnTo>
                    <a:pt x="1021556" y="0"/>
                  </a:lnTo>
                  <a:lnTo>
                    <a:pt x="452723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4960">
                  <a:srgbClr val="034991"/>
                </a:gs>
                <a:gs pos="65040">
                  <a:srgbClr val="033A72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old-8-1"/>
            <p:cNvSpPr/>
            <p:nvPr/>
          </p:nvSpPr>
          <p:spPr>
            <a:xfrm>
              <a:off x="7085743" y="7455122"/>
              <a:ext cx="976693" cy="531590"/>
            </a:xfrm>
            <a:custGeom>
              <a:avLst/>
              <a:gdLst/>
              <a:ahLst/>
              <a:cxnLst/>
              <a:rect l="l" t="t" r="r" b="b"/>
              <a:pathLst>
                <a:path w="976693" h="531590">
                  <a:moveTo>
                    <a:pt x="533400" y="0"/>
                  </a:moveTo>
                  <a:lnTo>
                    <a:pt x="976693" y="0"/>
                  </a:lnTo>
                  <a:lnTo>
                    <a:pt x="431482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5470">
                  <a:srgbClr val="045CB5"/>
                </a:gs>
                <a:gs pos="64530">
                  <a:srgbClr val="0455A7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old-8-2"/>
            <p:cNvSpPr/>
            <p:nvPr/>
          </p:nvSpPr>
          <p:spPr>
            <a:xfrm>
              <a:off x="7509605" y="7455122"/>
              <a:ext cx="988505" cy="531590"/>
            </a:xfrm>
            <a:custGeom>
              <a:avLst/>
              <a:gdLst/>
              <a:ahLst/>
              <a:cxnLst/>
              <a:rect l="l" t="t" r="r" b="b"/>
              <a:pathLst>
                <a:path w="988505" h="531590">
                  <a:moveTo>
                    <a:pt x="545211" y="0"/>
                  </a:moveTo>
                  <a:lnTo>
                    <a:pt x="988505" y="0"/>
                  </a:lnTo>
                  <a:lnTo>
                    <a:pt x="431483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5470">
                  <a:srgbClr val="0455A7"/>
                </a:gs>
                <a:gs pos="64530">
                  <a:srgbClr val="04488F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old-8-3"/>
            <p:cNvSpPr/>
            <p:nvPr/>
          </p:nvSpPr>
          <p:spPr>
            <a:xfrm>
              <a:off x="7933468" y="7455122"/>
              <a:ext cx="1009745" cy="531590"/>
            </a:xfrm>
            <a:custGeom>
              <a:avLst/>
              <a:gdLst/>
              <a:ahLst/>
              <a:cxnLst/>
              <a:rect l="l" t="t" r="r" b="b"/>
              <a:pathLst>
                <a:path w="1009745" h="531590">
                  <a:moveTo>
                    <a:pt x="557022" y="0"/>
                  </a:moveTo>
                  <a:lnTo>
                    <a:pt x="1009745" y="0"/>
                  </a:lnTo>
                  <a:lnTo>
                    <a:pt x="441007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5240">
                  <a:srgbClr val="04488F"/>
                </a:gs>
                <a:gs pos="64760">
                  <a:srgbClr val="003975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old-9-1"/>
            <p:cNvSpPr/>
            <p:nvPr/>
          </p:nvSpPr>
          <p:spPr>
            <a:xfrm>
              <a:off x="6551486" y="7986712"/>
              <a:ext cx="965739" cy="531591"/>
            </a:xfrm>
            <a:custGeom>
              <a:avLst/>
              <a:gdLst/>
              <a:ahLst/>
              <a:cxnLst/>
              <a:rect l="l" t="t" r="r" b="b"/>
              <a:pathLst>
                <a:path w="965739" h="531591">
                  <a:moveTo>
                    <a:pt x="534257" y="0"/>
                  </a:moveTo>
                  <a:lnTo>
                    <a:pt x="965739" y="0"/>
                  </a:lnTo>
                  <a:lnTo>
                    <a:pt x="419957" y="531591"/>
                  </a:lnTo>
                  <a:lnTo>
                    <a:pt x="0" y="531591"/>
                  </a:lnTo>
                  <a:close/>
                </a:path>
              </a:pathLst>
            </a:custGeom>
            <a:gradFill rotWithShape="1">
              <a:gsLst>
                <a:gs pos="35750">
                  <a:srgbClr val="045CB5"/>
                </a:gs>
                <a:gs pos="64250">
                  <a:srgbClr val="0155A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old-9-2"/>
            <p:cNvSpPr/>
            <p:nvPr/>
          </p:nvSpPr>
          <p:spPr>
            <a:xfrm>
              <a:off x="6963823" y="7986712"/>
              <a:ext cx="977265" cy="531591"/>
            </a:xfrm>
            <a:custGeom>
              <a:avLst/>
              <a:gdLst/>
              <a:ahLst/>
              <a:cxnLst/>
              <a:rect l="l" t="t" r="r" b="b"/>
              <a:pathLst>
                <a:path w="977265" h="531591">
                  <a:moveTo>
                    <a:pt x="545782" y="0"/>
                  </a:moveTo>
                  <a:lnTo>
                    <a:pt x="977265" y="0"/>
                  </a:lnTo>
                  <a:lnTo>
                    <a:pt x="419957" y="531591"/>
                  </a:lnTo>
                  <a:lnTo>
                    <a:pt x="0" y="531591"/>
                  </a:lnTo>
                  <a:close/>
                </a:path>
              </a:pathLst>
            </a:custGeom>
            <a:gradFill rotWithShape="1">
              <a:gsLst>
                <a:gs pos="35750">
                  <a:srgbClr val="0155AB"/>
                </a:gs>
                <a:gs pos="64250">
                  <a:srgbClr val="03498F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old-9-3"/>
            <p:cNvSpPr/>
            <p:nvPr/>
          </p:nvSpPr>
          <p:spPr>
            <a:xfrm>
              <a:off x="7376160" y="7986712"/>
              <a:ext cx="998315" cy="531591"/>
            </a:xfrm>
            <a:custGeom>
              <a:avLst/>
              <a:gdLst/>
              <a:ahLst/>
              <a:cxnLst/>
              <a:rect l="l" t="t" r="r" b="b"/>
              <a:pathLst>
                <a:path w="998315" h="531591">
                  <a:moveTo>
                    <a:pt x="557308" y="0"/>
                  </a:moveTo>
                  <a:lnTo>
                    <a:pt x="998315" y="0"/>
                  </a:lnTo>
                  <a:lnTo>
                    <a:pt x="429482" y="531591"/>
                  </a:lnTo>
                  <a:lnTo>
                    <a:pt x="0" y="531591"/>
                  </a:lnTo>
                  <a:close/>
                </a:path>
              </a:pathLst>
            </a:custGeom>
            <a:gradFill rotWithShape="1">
              <a:gsLst>
                <a:gs pos="35520">
                  <a:srgbClr val="03498F"/>
                </a:gs>
                <a:gs pos="64480">
                  <a:srgbClr val="033A72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old-10-1"/>
            <p:cNvSpPr/>
            <p:nvPr/>
          </p:nvSpPr>
          <p:spPr>
            <a:xfrm>
              <a:off x="6017133" y="8518303"/>
              <a:ext cx="954310" cy="531590"/>
            </a:xfrm>
            <a:custGeom>
              <a:avLst/>
              <a:gdLst/>
              <a:ahLst/>
              <a:cxnLst/>
              <a:rect l="l" t="t" r="r" b="b"/>
              <a:pathLst>
                <a:path w="954310" h="531590">
                  <a:moveTo>
                    <a:pt x="534353" y="0"/>
                  </a:moveTo>
                  <a:lnTo>
                    <a:pt x="954310" y="0"/>
                  </a:lnTo>
                  <a:lnTo>
                    <a:pt x="408527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6030">
                  <a:srgbClr val="045CB5"/>
                </a:gs>
                <a:gs pos="63970">
                  <a:srgbClr val="0456A8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old-10-2"/>
            <p:cNvSpPr/>
            <p:nvPr/>
          </p:nvSpPr>
          <p:spPr>
            <a:xfrm>
              <a:off x="6418040" y="8518303"/>
              <a:ext cx="965740" cy="531590"/>
            </a:xfrm>
            <a:custGeom>
              <a:avLst/>
              <a:gdLst/>
              <a:ahLst/>
              <a:cxnLst/>
              <a:rect l="l" t="t" r="r" b="b"/>
              <a:pathLst>
                <a:path w="965740" h="531590">
                  <a:moveTo>
                    <a:pt x="545783" y="0"/>
                  </a:moveTo>
                  <a:lnTo>
                    <a:pt x="965740" y="0"/>
                  </a:lnTo>
                  <a:lnTo>
                    <a:pt x="408432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6030">
                  <a:srgbClr val="0456A8"/>
                </a:gs>
                <a:gs pos="63970">
                  <a:srgbClr val="054990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old-10-3"/>
            <p:cNvSpPr/>
            <p:nvPr/>
          </p:nvSpPr>
          <p:spPr>
            <a:xfrm>
              <a:off x="6818852" y="8518303"/>
              <a:ext cx="986790" cy="531590"/>
            </a:xfrm>
            <a:custGeom>
              <a:avLst/>
              <a:gdLst/>
              <a:ahLst/>
              <a:cxnLst/>
              <a:rect l="l" t="t" r="r" b="b"/>
              <a:pathLst>
                <a:path w="986790" h="531590">
                  <a:moveTo>
                    <a:pt x="557308" y="0"/>
                  </a:moveTo>
                  <a:lnTo>
                    <a:pt x="986790" y="0"/>
                  </a:lnTo>
                  <a:lnTo>
                    <a:pt x="417957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5800">
                  <a:srgbClr val="054990"/>
                </a:gs>
                <a:gs pos="64200">
                  <a:srgbClr val="033A72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old-11-1"/>
            <p:cNvSpPr/>
            <p:nvPr/>
          </p:nvSpPr>
          <p:spPr>
            <a:xfrm>
              <a:off x="5486019" y="9049893"/>
              <a:ext cx="939641" cy="531685"/>
            </a:xfrm>
            <a:custGeom>
              <a:avLst/>
              <a:gdLst/>
              <a:ahLst/>
              <a:cxnLst/>
              <a:rect l="l" t="t" r="r" b="b"/>
              <a:pathLst>
                <a:path w="939641" h="531685">
                  <a:moveTo>
                    <a:pt x="531114" y="0"/>
                  </a:moveTo>
                  <a:lnTo>
                    <a:pt x="939641" y="0"/>
                  </a:lnTo>
                  <a:lnTo>
                    <a:pt x="395859" y="531685"/>
                  </a:lnTo>
                  <a:lnTo>
                    <a:pt x="0" y="531685"/>
                  </a:lnTo>
                  <a:close/>
                </a:path>
              </a:pathLst>
            </a:custGeom>
            <a:gradFill rotWithShape="1">
              <a:gsLst>
                <a:gs pos="36310">
                  <a:srgbClr val="045CB5"/>
                </a:gs>
                <a:gs pos="63690">
                  <a:srgbClr val="0556A8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old-11-2"/>
            <p:cNvSpPr/>
            <p:nvPr/>
          </p:nvSpPr>
          <p:spPr>
            <a:xfrm>
              <a:off x="5874258" y="9049893"/>
              <a:ext cx="952214" cy="531685"/>
            </a:xfrm>
            <a:custGeom>
              <a:avLst/>
              <a:gdLst/>
              <a:ahLst/>
              <a:cxnLst/>
              <a:rect l="l" t="t" r="r" b="b"/>
              <a:pathLst>
                <a:path w="952214" h="531685">
                  <a:moveTo>
                    <a:pt x="543782" y="0"/>
                  </a:moveTo>
                  <a:lnTo>
                    <a:pt x="952214" y="0"/>
                  </a:lnTo>
                  <a:lnTo>
                    <a:pt x="395859" y="531685"/>
                  </a:lnTo>
                  <a:lnTo>
                    <a:pt x="0" y="531685"/>
                  </a:lnTo>
                  <a:close/>
                </a:path>
              </a:pathLst>
            </a:custGeom>
            <a:gradFill rotWithShape="1">
              <a:gsLst>
                <a:gs pos="36310">
                  <a:srgbClr val="0556A8"/>
                </a:gs>
                <a:gs pos="63690">
                  <a:srgbClr val="034B93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old-11-3"/>
            <p:cNvSpPr/>
            <p:nvPr/>
          </p:nvSpPr>
          <p:spPr>
            <a:xfrm>
              <a:off x="6262497" y="9049893"/>
              <a:ext cx="974312" cy="531685"/>
            </a:xfrm>
            <a:custGeom>
              <a:avLst/>
              <a:gdLst/>
              <a:ahLst/>
              <a:cxnLst/>
              <a:rect l="l" t="t" r="r" b="b"/>
              <a:pathLst>
                <a:path w="974312" h="531685">
                  <a:moveTo>
                    <a:pt x="556355" y="0"/>
                  </a:moveTo>
                  <a:lnTo>
                    <a:pt x="974312" y="0"/>
                  </a:lnTo>
                  <a:lnTo>
                    <a:pt x="405479" y="531685"/>
                  </a:lnTo>
                  <a:lnTo>
                    <a:pt x="0" y="531685"/>
                  </a:lnTo>
                  <a:close/>
                </a:path>
              </a:pathLst>
            </a:custGeom>
            <a:gradFill rotWithShape="1">
              <a:gsLst>
                <a:gs pos="36080">
                  <a:srgbClr val="034B93"/>
                </a:gs>
                <a:gs pos="63920">
                  <a:srgbClr val="003C7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old-12-1"/>
            <p:cNvSpPr/>
            <p:nvPr/>
          </p:nvSpPr>
          <p:spPr>
            <a:xfrm>
              <a:off x="4981004" y="9581578"/>
              <a:ext cx="900874" cy="531591"/>
            </a:xfrm>
            <a:custGeom>
              <a:avLst/>
              <a:gdLst/>
              <a:ahLst/>
              <a:cxnLst/>
              <a:rect l="l" t="t" r="r" b="b"/>
              <a:pathLst>
                <a:path w="900874" h="531591">
                  <a:moveTo>
                    <a:pt x="505015" y="0"/>
                  </a:moveTo>
                  <a:lnTo>
                    <a:pt x="900874" y="0"/>
                  </a:lnTo>
                  <a:lnTo>
                    <a:pt x="374618" y="531591"/>
                  </a:lnTo>
                  <a:lnTo>
                    <a:pt x="0" y="531591"/>
                  </a:lnTo>
                  <a:close/>
                </a:path>
              </a:pathLst>
            </a:custGeom>
            <a:gradFill rotWithShape="1">
              <a:gsLst>
                <a:gs pos="36630">
                  <a:srgbClr val="045CB5"/>
                </a:gs>
                <a:gs pos="63370">
                  <a:srgbClr val="0456AA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old-12-2"/>
            <p:cNvSpPr/>
            <p:nvPr/>
          </p:nvSpPr>
          <p:spPr>
            <a:xfrm>
              <a:off x="5348002" y="9581578"/>
              <a:ext cx="922115" cy="531591"/>
            </a:xfrm>
            <a:custGeom>
              <a:avLst/>
              <a:gdLst/>
              <a:ahLst/>
              <a:cxnLst/>
              <a:rect l="l" t="t" r="r" b="b"/>
              <a:pathLst>
                <a:path w="922115" h="531591">
                  <a:moveTo>
                    <a:pt x="526256" y="0"/>
                  </a:moveTo>
                  <a:lnTo>
                    <a:pt x="922115" y="0"/>
                  </a:lnTo>
                  <a:lnTo>
                    <a:pt x="374618" y="531591"/>
                  </a:lnTo>
                  <a:lnTo>
                    <a:pt x="0" y="531591"/>
                  </a:lnTo>
                  <a:close/>
                </a:path>
              </a:pathLst>
            </a:custGeom>
            <a:gradFill rotWithShape="1">
              <a:gsLst>
                <a:gs pos="36630">
                  <a:srgbClr val="0456AA"/>
                </a:gs>
                <a:gs pos="63370">
                  <a:srgbClr val="024C95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old-12-3"/>
            <p:cNvSpPr/>
            <p:nvPr/>
          </p:nvSpPr>
          <p:spPr>
            <a:xfrm>
              <a:off x="5715000" y="9581578"/>
              <a:ext cx="952976" cy="531591"/>
            </a:xfrm>
            <a:custGeom>
              <a:avLst/>
              <a:gdLst/>
              <a:ahLst/>
              <a:cxnLst/>
              <a:rect l="l" t="t" r="r" b="b"/>
              <a:pathLst>
                <a:path w="952976" h="531591">
                  <a:moveTo>
                    <a:pt x="547497" y="0"/>
                  </a:moveTo>
                  <a:lnTo>
                    <a:pt x="952976" y="0"/>
                  </a:lnTo>
                  <a:lnTo>
                    <a:pt x="384143" y="531591"/>
                  </a:lnTo>
                  <a:lnTo>
                    <a:pt x="0" y="531591"/>
                  </a:lnTo>
                  <a:close/>
                </a:path>
              </a:pathLst>
            </a:custGeom>
            <a:gradFill rotWithShape="1">
              <a:gsLst>
                <a:gs pos="36390">
                  <a:srgbClr val="024C95"/>
                </a:gs>
                <a:gs pos="63610">
                  <a:srgbClr val="033F7D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old-13-1"/>
            <p:cNvSpPr/>
            <p:nvPr/>
          </p:nvSpPr>
          <p:spPr>
            <a:xfrm>
              <a:off x="4512754" y="10113169"/>
              <a:ext cx="842868" cy="531590"/>
            </a:xfrm>
            <a:custGeom>
              <a:avLst/>
              <a:gdLst/>
              <a:ahLst/>
              <a:cxnLst/>
              <a:rect l="l" t="t" r="r" b="b"/>
              <a:pathLst>
                <a:path w="842868" h="531590">
                  <a:moveTo>
                    <a:pt x="468250" y="0"/>
                  </a:moveTo>
                  <a:lnTo>
                    <a:pt x="842868" y="0"/>
                  </a:lnTo>
                  <a:lnTo>
                    <a:pt x="341662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7170">
                  <a:srgbClr val="045CB5"/>
                </a:gs>
                <a:gs pos="62830">
                  <a:srgbClr val="0557A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old-13-2"/>
            <p:cNvSpPr/>
            <p:nvPr/>
          </p:nvSpPr>
          <p:spPr>
            <a:xfrm>
              <a:off x="4846796" y="10113169"/>
              <a:ext cx="875824" cy="531590"/>
            </a:xfrm>
            <a:custGeom>
              <a:avLst/>
              <a:gdLst/>
              <a:ahLst/>
              <a:cxnLst/>
              <a:rect l="l" t="t" r="r" b="b"/>
              <a:pathLst>
                <a:path w="875824" h="531590">
                  <a:moveTo>
                    <a:pt x="501206" y="0"/>
                  </a:moveTo>
                  <a:lnTo>
                    <a:pt x="875824" y="0"/>
                  </a:lnTo>
                  <a:lnTo>
                    <a:pt x="341662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7170">
                  <a:srgbClr val="0557AB"/>
                </a:gs>
                <a:gs pos="62830">
                  <a:srgbClr val="024E99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old-13-3"/>
            <p:cNvSpPr/>
            <p:nvPr/>
          </p:nvSpPr>
          <p:spPr>
            <a:xfrm>
              <a:off x="5180838" y="10113169"/>
              <a:ext cx="918305" cy="531590"/>
            </a:xfrm>
            <a:custGeom>
              <a:avLst/>
              <a:gdLst/>
              <a:ahLst/>
              <a:cxnLst/>
              <a:rect l="l" t="t" r="r" b="b"/>
              <a:pathLst>
                <a:path w="918305" h="531590">
                  <a:moveTo>
                    <a:pt x="534162" y="0"/>
                  </a:moveTo>
                  <a:lnTo>
                    <a:pt x="918305" y="0"/>
                  </a:lnTo>
                  <a:lnTo>
                    <a:pt x="351092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6920">
                  <a:srgbClr val="024E99"/>
                </a:gs>
                <a:gs pos="63080">
                  <a:srgbClr val="004287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old-14-1"/>
            <p:cNvSpPr/>
            <p:nvPr/>
          </p:nvSpPr>
          <p:spPr>
            <a:xfrm>
              <a:off x="4124706" y="10644759"/>
              <a:ext cx="729710" cy="531686"/>
            </a:xfrm>
            <a:custGeom>
              <a:avLst/>
              <a:gdLst/>
              <a:ahLst/>
              <a:cxnLst/>
              <a:rect l="l" t="t" r="r" b="b"/>
              <a:pathLst>
                <a:path w="729710" h="531686">
                  <a:moveTo>
                    <a:pt x="388048" y="0"/>
                  </a:moveTo>
                  <a:lnTo>
                    <a:pt x="729710" y="0"/>
                  </a:lnTo>
                  <a:lnTo>
                    <a:pt x="283178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8050">
                  <a:srgbClr val="045CB5"/>
                </a:gs>
                <a:gs pos="61950">
                  <a:srgbClr val="0557A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old-14-2"/>
            <p:cNvSpPr/>
            <p:nvPr/>
          </p:nvSpPr>
          <p:spPr>
            <a:xfrm>
              <a:off x="4400264" y="10644759"/>
              <a:ext cx="788194" cy="531686"/>
            </a:xfrm>
            <a:custGeom>
              <a:avLst/>
              <a:gdLst/>
              <a:ahLst/>
              <a:cxnLst/>
              <a:rect l="l" t="t" r="r" b="b"/>
              <a:pathLst>
                <a:path w="788194" h="531686">
                  <a:moveTo>
                    <a:pt x="446532" y="0"/>
                  </a:moveTo>
                  <a:lnTo>
                    <a:pt x="788194" y="0"/>
                  </a:lnTo>
                  <a:lnTo>
                    <a:pt x="283083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8050">
                  <a:srgbClr val="0557AB"/>
                </a:gs>
                <a:gs pos="61950">
                  <a:srgbClr val="03509E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old-14-3"/>
            <p:cNvSpPr/>
            <p:nvPr/>
          </p:nvSpPr>
          <p:spPr>
            <a:xfrm>
              <a:off x="4675727" y="10644759"/>
              <a:ext cx="856203" cy="531686"/>
            </a:xfrm>
            <a:custGeom>
              <a:avLst/>
              <a:gdLst/>
              <a:ahLst/>
              <a:cxnLst/>
              <a:rect l="l" t="t" r="r" b="b"/>
              <a:pathLst>
                <a:path w="856203" h="531686">
                  <a:moveTo>
                    <a:pt x="505111" y="0"/>
                  </a:moveTo>
                  <a:lnTo>
                    <a:pt x="856203" y="0"/>
                  </a:lnTo>
                  <a:lnTo>
                    <a:pt x="292703" y="531686"/>
                  </a:lnTo>
                  <a:lnTo>
                    <a:pt x="0" y="531686"/>
                  </a:lnTo>
                  <a:close/>
                </a:path>
              </a:pathLst>
            </a:custGeom>
            <a:gradFill rotWithShape="1">
              <a:gsLst>
                <a:gs pos="37790">
                  <a:srgbClr val="03509E"/>
                </a:gs>
                <a:gs pos="62210">
                  <a:srgbClr val="004790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old-15-1"/>
            <p:cNvSpPr/>
            <p:nvPr/>
          </p:nvSpPr>
          <p:spPr>
            <a:xfrm>
              <a:off x="3856768" y="11176445"/>
              <a:ext cx="551116" cy="531590"/>
            </a:xfrm>
            <a:custGeom>
              <a:avLst/>
              <a:gdLst/>
              <a:ahLst/>
              <a:cxnLst/>
              <a:rect l="l" t="t" r="r" b="b"/>
              <a:pathLst>
                <a:path w="551116" h="531590">
                  <a:moveTo>
                    <a:pt x="267938" y="0"/>
                  </a:moveTo>
                  <a:lnTo>
                    <a:pt x="551116" y="0"/>
                  </a:lnTo>
                  <a:lnTo>
                    <a:pt x="179260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9710">
                  <a:srgbClr val="045CB5"/>
                </a:gs>
                <a:gs pos="60290">
                  <a:srgbClr val="0458AE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old-15-2"/>
            <p:cNvSpPr/>
            <p:nvPr/>
          </p:nvSpPr>
          <p:spPr>
            <a:xfrm>
              <a:off x="4028408" y="11176445"/>
              <a:ext cx="654939" cy="531590"/>
            </a:xfrm>
            <a:custGeom>
              <a:avLst/>
              <a:gdLst/>
              <a:ahLst/>
              <a:cxnLst/>
              <a:rect l="l" t="t" r="r" b="b"/>
              <a:pathLst>
                <a:path w="654939" h="531590">
                  <a:moveTo>
                    <a:pt x="371856" y="0"/>
                  </a:moveTo>
                  <a:lnTo>
                    <a:pt x="654939" y="0"/>
                  </a:lnTo>
                  <a:lnTo>
                    <a:pt x="179356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9710">
                  <a:srgbClr val="0458AE"/>
                </a:gs>
                <a:gs pos="60290">
                  <a:srgbClr val="0553A5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old-15-3"/>
            <p:cNvSpPr/>
            <p:nvPr/>
          </p:nvSpPr>
          <p:spPr>
            <a:xfrm>
              <a:off x="4200144" y="11176445"/>
              <a:ext cx="768286" cy="531590"/>
            </a:xfrm>
            <a:custGeom>
              <a:avLst/>
              <a:gdLst/>
              <a:ahLst/>
              <a:cxnLst/>
              <a:rect l="l" t="t" r="r" b="b"/>
              <a:pathLst>
                <a:path w="768286" h="531590">
                  <a:moveTo>
                    <a:pt x="475583" y="0"/>
                  </a:moveTo>
                  <a:lnTo>
                    <a:pt x="768286" y="0"/>
                  </a:lnTo>
                  <a:lnTo>
                    <a:pt x="188786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39430">
                  <a:srgbClr val="0553A5"/>
                </a:gs>
                <a:gs pos="60570">
                  <a:srgbClr val="004E9B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old-16-1"/>
            <p:cNvSpPr/>
            <p:nvPr/>
          </p:nvSpPr>
          <p:spPr>
            <a:xfrm>
              <a:off x="3606165" y="11708035"/>
              <a:ext cx="429863" cy="531590"/>
            </a:xfrm>
            <a:custGeom>
              <a:avLst/>
              <a:gdLst/>
              <a:ahLst/>
              <a:cxnLst/>
              <a:rect l="l" t="t" r="r" b="b"/>
              <a:pathLst>
                <a:path w="429863" h="531590">
                  <a:moveTo>
                    <a:pt x="250603" y="0"/>
                  </a:moveTo>
                  <a:lnTo>
                    <a:pt x="429863" y="0"/>
                  </a:lnTo>
                  <a:lnTo>
                    <a:pt x="64770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43050">
                  <a:srgbClr val="045CB5"/>
                </a:gs>
                <a:gs pos="56950">
                  <a:srgbClr val="045AB1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old-16-2"/>
            <p:cNvSpPr/>
            <p:nvPr/>
          </p:nvSpPr>
          <p:spPr>
            <a:xfrm>
              <a:off x="3663315" y="11708035"/>
              <a:ext cx="544449" cy="531590"/>
            </a:xfrm>
            <a:custGeom>
              <a:avLst/>
              <a:gdLst/>
              <a:ahLst/>
              <a:cxnLst/>
              <a:rect l="l" t="t" r="r" b="b"/>
              <a:pathLst>
                <a:path w="544449" h="531590">
                  <a:moveTo>
                    <a:pt x="365093" y="0"/>
                  </a:moveTo>
                  <a:lnTo>
                    <a:pt x="544449" y="0"/>
                  </a:lnTo>
                  <a:lnTo>
                    <a:pt x="64770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43050">
                  <a:srgbClr val="045AB1"/>
                </a:gs>
                <a:gs pos="56950">
                  <a:srgbClr val="045AAF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old-16-3"/>
            <p:cNvSpPr/>
            <p:nvPr/>
          </p:nvSpPr>
          <p:spPr>
            <a:xfrm>
              <a:off x="3720465" y="11708035"/>
              <a:ext cx="668465" cy="531590"/>
            </a:xfrm>
            <a:custGeom>
              <a:avLst/>
              <a:gdLst/>
              <a:ahLst/>
              <a:cxnLst/>
              <a:rect l="l" t="t" r="r" b="b"/>
              <a:pathLst>
                <a:path w="668465" h="531590">
                  <a:moveTo>
                    <a:pt x="479679" y="0"/>
                  </a:moveTo>
                  <a:lnTo>
                    <a:pt x="668465" y="0"/>
                  </a:lnTo>
                  <a:lnTo>
                    <a:pt x="74295" y="531590"/>
                  </a:lnTo>
                  <a:lnTo>
                    <a:pt x="0" y="531590"/>
                  </a:lnTo>
                  <a:close/>
                </a:path>
              </a:pathLst>
            </a:custGeom>
            <a:gradFill rotWithShape="1">
              <a:gsLst>
                <a:gs pos="42720">
                  <a:srgbClr val="045AAF"/>
                </a:gs>
                <a:gs pos="57280">
                  <a:srgbClr val="0458AE"/>
                </a:gs>
              </a:gsLst>
              <a:lin scaled="0" ang="27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deco-br-1"/>
            <p:cNvSpPr/>
            <p:nvPr/>
          </p:nvSpPr>
          <p:spPr>
            <a:xfrm>
              <a:off x="22993350" y="9610725"/>
              <a:ext cx="5705475" cy="5705475"/>
            </a:xfrm>
            <a:custGeom>
              <a:avLst/>
              <a:gdLst/>
              <a:ahLst/>
              <a:cxnLst/>
              <a:rect l="l" t="t" r="r" b="b"/>
              <a:pathLst>
                <a:path w="5705475" h="5705475">
                  <a:moveTo>
                    <a:pt x="5705475" y="0"/>
                  </a:moveTo>
                  <a:lnTo>
                    <a:pt x="0" y="5705475"/>
                  </a:lnTo>
                  <a:lnTo>
                    <a:pt x="1009650" y="5705475"/>
                  </a:lnTo>
                  <a:lnTo>
                    <a:pt x="5705475" y="1009650"/>
                  </a:lnTo>
                  <a:close/>
                </a:path>
              </a:pathLst>
            </a:custGeom>
            <a:solidFill>
              <a:srgbClr val="0834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deco-br-2"/>
            <p:cNvSpPr/>
            <p:nvPr/>
          </p:nvSpPr>
          <p:spPr>
            <a:xfrm>
              <a:off x="24974550" y="11591925"/>
              <a:ext cx="3724275" cy="3724275"/>
            </a:xfrm>
            <a:custGeom>
              <a:avLst/>
              <a:gdLst/>
              <a:ahLst/>
              <a:cxnLst/>
              <a:rect l="l" t="t" r="r" b="b"/>
              <a:pathLst>
                <a:path w="3724275" h="3724275">
                  <a:moveTo>
                    <a:pt x="3724275" y="0"/>
                  </a:moveTo>
                  <a:lnTo>
                    <a:pt x="0" y="3724275"/>
                  </a:lnTo>
                  <a:lnTo>
                    <a:pt x="1000125" y="3724275"/>
                  </a:lnTo>
                  <a:lnTo>
                    <a:pt x="3724275" y="1000125"/>
                  </a:lnTo>
                  <a:close/>
                </a:path>
              </a:pathLst>
            </a:custGeom>
            <a:solidFill>
              <a:srgbClr val="035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deco-br-3"/>
            <p:cNvSpPr/>
            <p:nvPr/>
          </p:nvSpPr>
          <p:spPr>
            <a:xfrm>
              <a:off x="25974675" y="12592050"/>
              <a:ext cx="2724150" cy="2724150"/>
            </a:xfrm>
            <a:custGeom>
              <a:avLst/>
              <a:gdLst/>
              <a:ahLst/>
              <a:cxnLst/>
              <a:rect l="l" t="t" r="r" b="b"/>
              <a:pathLst>
                <a:path w="2724150" h="2724150">
                  <a:moveTo>
                    <a:pt x="2724150" y="0"/>
                  </a:moveTo>
                  <a:lnTo>
                    <a:pt x="0" y="2724150"/>
                  </a:lnTo>
                  <a:lnTo>
                    <a:pt x="2724150" y="2724150"/>
                  </a:lnTo>
                  <a:close/>
                </a:path>
              </a:pathLst>
            </a:custGeom>
            <a:solidFill>
              <a:srgbClr val="0241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" name="title-mulu"/>
          <p:cNvGrpSpPr/>
          <p:nvPr/>
        </p:nvGrpSpPr>
        <p:grpSpPr>
          <a:xfrm>
            <a:off x="4848225" y="1995488"/>
            <a:ext cx="2783205" cy="7786687"/>
            <a:chOff x="4848225" y="1995488"/>
            <a:chExt cx="2783205" cy="7786687"/>
          </a:xfrm>
        </p:grpSpPr>
        <p:sp>
          <p:nvSpPr>
            <p:cNvPr id="58" name="t-mu"/>
            <p:cNvSpPr txBox="1"/>
            <p:nvPr/>
          </p:nvSpPr>
          <p:spPr>
            <a:xfrm>
              <a:off x="4848225" y="1995488"/>
              <a:ext cx="2773680" cy="426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1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</a:t>
              </a:r>
            </a:p>
          </p:txBody>
        </p:sp>
        <p:sp>
          <p:nvSpPr>
            <p:cNvPr id="59" name="t-lu"/>
            <p:cNvSpPr txBox="1"/>
            <p:nvPr/>
          </p:nvSpPr>
          <p:spPr>
            <a:xfrm>
              <a:off x="4857750" y="5514975"/>
              <a:ext cx="2773680" cy="426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1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录</a:t>
              </a:r>
            </a:p>
          </p:txBody>
        </p:sp>
      </p:grpSp>
      <p:grpSp>
        <p:nvGrpSpPr>
          <p:cNvPr id="83" name="item-1"/>
          <p:cNvGrpSpPr/>
          <p:nvPr/>
        </p:nvGrpSpPr>
        <p:grpSpPr>
          <a:xfrm>
            <a:off x="14630400" y="2464118"/>
            <a:ext cx="8362417" cy="1406842"/>
            <a:chOff x="14630400" y="2464118"/>
            <a:chExt cx="8362417" cy="1406842"/>
          </a:xfrm>
        </p:grpSpPr>
        <p:sp>
          <p:nvSpPr>
            <p:cNvPr id="60" name="chev-1-1"/>
            <p:cNvSpPr/>
            <p:nvPr/>
          </p:nvSpPr>
          <p:spPr>
            <a:xfrm>
              <a:off x="14630400" y="2705100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chev-1-2"/>
            <p:cNvSpPr/>
            <p:nvPr/>
          </p:nvSpPr>
          <p:spPr>
            <a:xfrm>
              <a:off x="14982825" y="2705100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chev-1-3"/>
            <p:cNvSpPr/>
            <p:nvPr/>
          </p:nvSpPr>
          <p:spPr>
            <a:xfrm>
              <a:off x="15335250" y="2705100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-1"/>
            <p:cNvSpPr txBox="1"/>
            <p:nvPr/>
          </p:nvSpPr>
          <p:spPr>
            <a:xfrm>
              <a:off x="16592550" y="2464118"/>
              <a:ext cx="6400267" cy="140684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2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项目组织与角色</a:t>
              </a:r>
            </a:p>
          </p:txBody>
        </p:sp>
      </p:grpSp>
      <p:grpSp>
        <p:nvGrpSpPr>
          <p:cNvPr id="85" name="item-2"/>
          <p:cNvGrpSpPr/>
          <p:nvPr/>
        </p:nvGrpSpPr>
        <p:grpSpPr>
          <a:xfrm>
            <a:off x="14630400" y="4797742"/>
            <a:ext cx="7448093" cy="1406842"/>
            <a:chOff x="14630400" y="4797742"/>
            <a:chExt cx="7448093" cy="1406842"/>
          </a:xfrm>
        </p:grpSpPr>
        <p:sp>
          <p:nvSpPr>
            <p:cNvPr id="64" name="chev-2-1"/>
            <p:cNvSpPr/>
            <p:nvPr/>
          </p:nvSpPr>
          <p:spPr>
            <a:xfrm>
              <a:off x="14630400" y="50387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chev-2-2"/>
            <p:cNvSpPr/>
            <p:nvPr/>
          </p:nvSpPr>
          <p:spPr>
            <a:xfrm>
              <a:off x="14982825" y="50387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chev-2-3"/>
            <p:cNvSpPr/>
            <p:nvPr/>
          </p:nvSpPr>
          <p:spPr>
            <a:xfrm>
              <a:off x="15335250" y="50387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-2"/>
            <p:cNvSpPr txBox="1"/>
            <p:nvPr/>
          </p:nvSpPr>
          <p:spPr>
            <a:xfrm>
              <a:off x="16592550" y="4797742"/>
              <a:ext cx="5485943" cy="140684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2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项目时间管理</a:t>
              </a:r>
            </a:p>
          </p:txBody>
        </p:sp>
      </p:grpSp>
      <p:grpSp>
        <p:nvGrpSpPr>
          <p:cNvPr id="82" name="item-3"/>
          <p:cNvGrpSpPr/>
          <p:nvPr/>
        </p:nvGrpSpPr>
        <p:grpSpPr>
          <a:xfrm>
            <a:off x="14630400" y="7121842"/>
            <a:ext cx="7448093" cy="1406842"/>
            <a:chOff x="14630400" y="7121842"/>
            <a:chExt cx="7448093" cy="1406842"/>
          </a:xfrm>
        </p:grpSpPr>
        <p:sp>
          <p:nvSpPr>
            <p:cNvPr id="68" name="chev-3-1"/>
            <p:cNvSpPr/>
            <p:nvPr/>
          </p:nvSpPr>
          <p:spPr>
            <a:xfrm>
              <a:off x="14630400" y="73628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hev-3-2"/>
            <p:cNvSpPr/>
            <p:nvPr/>
          </p:nvSpPr>
          <p:spPr>
            <a:xfrm>
              <a:off x="14982825" y="73628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chev-3-3"/>
            <p:cNvSpPr/>
            <p:nvPr/>
          </p:nvSpPr>
          <p:spPr>
            <a:xfrm>
              <a:off x="15335250" y="73628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-3"/>
            <p:cNvSpPr txBox="1"/>
            <p:nvPr/>
          </p:nvSpPr>
          <p:spPr>
            <a:xfrm>
              <a:off x="16592550" y="7121842"/>
              <a:ext cx="5485943" cy="140684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2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项目成本管理</a:t>
              </a:r>
            </a:p>
          </p:txBody>
        </p:sp>
      </p:grpSp>
      <p:grpSp>
        <p:nvGrpSpPr>
          <p:cNvPr id="86" name="item-4"/>
          <p:cNvGrpSpPr/>
          <p:nvPr/>
        </p:nvGrpSpPr>
        <p:grpSpPr>
          <a:xfrm>
            <a:off x="14630400" y="9445942"/>
            <a:ext cx="7448093" cy="1406842"/>
            <a:chOff x="14630400" y="9445942"/>
            <a:chExt cx="7448093" cy="1406842"/>
          </a:xfrm>
        </p:grpSpPr>
        <p:sp>
          <p:nvSpPr>
            <p:cNvPr id="72" name="chev-4-1"/>
            <p:cNvSpPr/>
            <p:nvPr/>
          </p:nvSpPr>
          <p:spPr>
            <a:xfrm>
              <a:off x="14630400" y="96869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chev-4-2"/>
            <p:cNvSpPr/>
            <p:nvPr/>
          </p:nvSpPr>
          <p:spPr>
            <a:xfrm>
              <a:off x="14982825" y="96869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chev-4-3"/>
            <p:cNvSpPr/>
            <p:nvPr/>
          </p:nvSpPr>
          <p:spPr>
            <a:xfrm>
              <a:off x="15335250" y="96869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-4"/>
            <p:cNvSpPr txBox="1"/>
            <p:nvPr/>
          </p:nvSpPr>
          <p:spPr>
            <a:xfrm>
              <a:off x="16592550" y="9445942"/>
              <a:ext cx="5485943" cy="140684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2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项目质量管理</a:t>
              </a:r>
            </a:p>
          </p:txBody>
        </p:sp>
      </p:grpSp>
      <p:grpSp>
        <p:nvGrpSpPr>
          <p:cNvPr id="84" name="item-5"/>
          <p:cNvGrpSpPr/>
          <p:nvPr/>
        </p:nvGrpSpPr>
        <p:grpSpPr>
          <a:xfrm>
            <a:off x="14630400" y="11770042"/>
            <a:ext cx="7448093" cy="1406842"/>
            <a:chOff x="14630400" y="11770042"/>
            <a:chExt cx="7448093" cy="1406842"/>
          </a:xfrm>
        </p:grpSpPr>
        <p:sp>
          <p:nvSpPr>
            <p:cNvPr id="76" name="chev-5-1"/>
            <p:cNvSpPr/>
            <p:nvPr/>
          </p:nvSpPr>
          <p:spPr>
            <a:xfrm>
              <a:off x="14630400" y="120110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chev-5-2"/>
            <p:cNvSpPr/>
            <p:nvPr/>
          </p:nvSpPr>
          <p:spPr>
            <a:xfrm>
              <a:off x="14982825" y="120110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chev-5-3"/>
            <p:cNvSpPr/>
            <p:nvPr/>
          </p:nvSpPr>
          <p:spPr>
            <a:xfrm>
              <a:off x="15335250" y="12011025"/>
              <a:ext cx="485775" cy="914400"/>
            </a:xfrm>
            <a:custGeom>
              <a:avLst/>
              <a:gdLst/>
              <a:ahLst/>
              <a:cxnLst/>
              <a:rect l="l" t="t" r="r" b="b"/>
              <a:pathLst>
                <a:path w="485775" h="914400">
                  <a:moveTo>
                    <a:pt x="0" y="0"/>
                  </a:moveTo>
                  <a:lnTo>
                    <a:pt x="142875" y="0"/>
                  </a:lnTo>
                  <a:lnTo>
                    <a:pt x="485775" y="457200"/>
                  </a:lnTo>
                  <a:lnTo>
                    <a:pt x="142875" y="914400"/>
                  </a:lnTo>
                  <a:lnTo>
                    <a:pt x="0" y="914400"/>
                  </a:lnTo>
                  <a:lnTo>
                    <a:pt x="342900" y="457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-5"/>
            <p:cNvSpPr txBox="1"/>
            <p:nvPr/>
          </p:nvSpPr>
          <p:spPr>
            <a:xfrm>
              <a:off x="16592550" y="11770042"/>
              <a:ext cx="5485943" cy="140684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2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项目风险管理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