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leftshade-30"/>
          <p:cNvSpPr/>
          <p:nvPr/>
        </p:nvSpPr>
        <p:spPr>
          <a:xfrm>
            <a:off x="285750" y="0"/>
            <a:ext cx="171450" cy="11953875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eftshade-48"/>
          <p:cNvSpPr/>
          <p:nvPr/>
        </p:nvSpPr>
        <p:spPr>
          <a:xfrm>
            <a:off x="457200" y="0"/>
            <a:ext cx="152400" cy="1195387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ftshade-64"/>
          <p:cNvSpPr/>
          <p:nvPr/>
        </p:nvSpPr>
        <p:spPr>
          <a:xfrm>
            <a:off x="609600" y="0"/>
            <a:ext cx="152400" cy="11953875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ftshade-80"/>
          <p:cNvSpPr/>
          <p:nvPr/>
        </p:nvSpPr>
        <p:spPr>
          <a:xfrm>
            <a:off x="762000" y="0"/>
            <a:ext cx="123825" cy="1195387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opshade-44"/>
          <p:cNvSpPr/>
          <p:nvPr/>
        </p:nvSpPr>
        <p:spPr>
          <a:xfrm>
            <a:off x="885825" y="419100"/>
            <a:ext cx="11925300" cy="2286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opshade-68"/>
          <p:cNvSpPr/>
          <p:nvPr/>
        </p:nvSpPr>
        <p:spPr>
          <a:xfrm>
            <a:off x="885825" y="647700"/>
            <a:ext cx="11925300" cy="1333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opshade-82"/>
          <p:cNvSpPr/>
          <p:nvPr/>
        </p:nvSpPr>
        <p:spPr>
          <a:xfrm>
            <a:off x="885825" y="781050"/>
            <a:ext cx="11925300" cy="15240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tripe-shadow-1414-1535"/>
          <p:cNvSpPr/>
          <p:nvPr/>
        </p:nvSpPr>
        <p:spPr>
          <a:xfrm>
            <a:off x="885825" y="923925"/>
            <a:ext cx="12811125" cy="12811125"/>
          </a:xfrm>
          <a:custGeom>
            <a:avLst/>
            <a:gdLst/>
            <a:ahLst/>
            <a:cxnLst/>
            <a:rect l="l" t="t" r="r" b="b"/>
            <a:pathLst>
              <a:path w="12811125" h="12811125">
                <a:moveTo>
                  <a:pt x="0" y="11658600"/>
                </a:moveTo>
                <a:lnTo>
                  <a:pt x="11658600" y="0"/>
                </a:lnTo>
                <a:lnTo>
                  <a:pt x="12811125" y="0"/>
                </a:lnTo>
                <a:lnTo>
                  <a:pt x="0" y="12811125"/>
                </a:lnTo>
                <a:close/>
              </a:path>
            </a:pathLst>
          </a:cu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stripe-shadow-1414-1500"/>
          <p:cNvSpPr/>
          <p:nvPr/>
        </p:nvSpPr>
        <p:spPr>
          <a:xfrm>
            <a:off x="885825" y="923925"/>
            <a:ext cx="12477750" cy="12477750"/>
          </a:xfrm>
          <a:custGeom>
            <a:avLst/>
            <a:gdLst/>
            <a:ahLst/>
            <a:cxnLst/>
            <a:rect l="l" t="t" r="r" b="b"/>
            <a:pathLst>
              <a:path w="12477750" h="12477750">
                <a:moveTo>
                  <a:pt x="0" y="11658600"/>
                </a:moveTo>
                <a:lnTo>
                  <a:pt x="11658600" y="0"/>
                </a:lnTo>
                <a:lnTo>
                  <a:pt x="12477750" y="0"/>
                </a:lnTo>
                <a:lnTo>
                  <a:pt x="0" y="1247775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stripe-shadow-1414-1466"/>
          <p:cNvSpPr/>
          <p:nvPr/>
        </p:nvSpPr>
        <p:spPr>
          <a:xfrm>
            <a:off x="885825" y="923925"/>
            <a:ext cx="12153900" cy="12153900"/>
          </a:xfrm>
          <a:custGeom>
            <a:avLst/>
            <a:gdLst/>
            <a:ahLst/>
            <a:cxnLst/>
            <a:rect l="l" t="t" r="r" b="b"/>
            <a:pathLst>
              <a:path w="12153900" h="12153900">
                <a:moveTo>
                  <a:pt x="0" y="11658600"/>
                </a:moveTo>
                <a:lnTo>
                  <a:pt x="11658600" y="0"/>
                </a:lnTo>
                <a:lnTo>
                  <a:pt x="12153900" y="0"/>
                </a:lnTo>
                <a:lnTo>
                  <a:pt x="0" y="1215390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stripe-shadow-1414-1440"/>
          <p:cNvSpPr/>
          <p:nvPr/>
        </p:nvSpPr>
        <p:spPr>
          <a:xfrm>
            <a:off x="885825" y="923925"/>
            <a:ext cx="11906250" cy="11906250"/>
          </a:xfrm>
          <a:custGeom>
            <a:avLst/>
            <a:gdLst/>
            <a:ahLst/>
            <a:cxnLst/>
            <a:rect l="l" t="t" r="r" b="b"/>
            <a:pathLst>
              <a:path w="11906250" h="11906250">
                <a:moveTo>
                  <a:pt x="0" y="11658600"/>
                </a:moveTo>
                <a:lnTo>
                  <a:pt x="11658600" y="0"/>
                </a:lnTo>
                <a:lnTo>
                  <a:pt x="11906250" y="0"/>
                </a:lnTo>
                <a:lnTo>
                  <a:pt x="0" y="1190625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hev-1"/>
          <p:cNvSpPr/>
          <p:nvPr/>
        </p:nvSpPr>
        <p:spPr>
          <a:xfrm>
            <a:off x="885825" y="8162925"/>
            <a:ext cx="13873163" cy="8096250"/>
          </a:xfrm>
          <a:custGeom>
            <a:avLst/>
            <a:gdLst/>
            <a:ahLst/>
            <a:cxnLst/>
            <a:rect l="l" t="t" r="r" b="b"/>
            <a:pathLst>
              <a:path w="13873163" h="8096250">
                <a:moveTo>
                  <a:pt x="0" y="5776913"/>
                </a:moveTo>
                <a:lnTo>
                  <a:pt x="5776913" y="0"/>
                </a:lnTo>
                <a:lnTo>
                  <a:pt x="13873163" y="8096250"/>
                </a:lnTo>
                <a:lnTo>
                  <a:pt x="0" y="8096250"/>
                </a:lnTo>
                <a:close/>
              </a:path>
            </a:pathLst>
          </a:custGeom>
          <a:solidFill>
            <a:srgbClr val="045C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hev-2"/>
          <p:cNvSpPr/>
          <p:nvPr/>
        </p:nvSpPr>
        <p:spPr>
          <a:xfrm>
            <a:off x="885825" y="9567862"/>
            <a:ext cx="12468225" cy="6691313"/>
          </a:xfrm>
          <a:custGeom>
            <a:avLst/>
            <a:gdLst/>
            <a:ahLst/>
            <a:cxnLst/>
            <a:rect l="l" t="t" r="r" b="b"/>
            <a:pathLst>
              <a:path w="12468225" h="6691313">
                <a:moveTo>
                  <a:pt x="0" y="5776913"/>
                </a:moveTo>
                <a:lnTo>
                  <a:pt x="5776913" y="0"/>
                </a:lnTo>
                <a:lnTo>
                  <a:pt x="12468225" y="6691313"/>
                </a:lnTo>
                <a:lnTo>
                  <a:pt x="0" y="6691313"/>
                </a:lnTo>
                <a:close/>
              </a:path>
            </a:pathLst>
          </a:custGeom>
          <a:solidFill>
            <a:srgbClr val="0350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hev-3"/>
          <p:cNvSpPr/>
          <p:nvPr/>
        </p:nvSpPr>
        <p:spPr>
          <a:xfrm>
            <a:off x="1376362" y="10972800"/>
            <a:ext cx="10572750" cy="5286375"/>
          </a:xfrm>
          <a:custGeom>
            <a:avLst/>
            <a:gdLst/>
            <a:ahLst/>
            <a:cxnLst/>
            <a:rect l="l" t="t" r="r" b="b"/>
            <a:pathLst>
              <a:path w="10572750" h="5286375">
                <a:moveTo>
                  <a:pt x="5286376" y="0"/>
                </a:moveTo>
                <a:lnTo>
                  <a:pt x="10572750" y="5286375"/>
                </a:lnTo>
                <a:lnTo>
                  <a:pt x="0" y="5286375"/>
                </a:lnTo>
                <a:close/>
              </a:path>
            </a:pathLst>
          </a:custGeom>
          <a:solidFill>
            <a:srgbClr val="0241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hev-4"/>
          <p:cNvSpPr/>
          <p:nvPr/>
        </p:nvSpPr>
        <p:spPr>
          <a:xfrm>
            <a:off x="2781300" y="12377738"/>
            <a:ext cx="7762875" cy="3881437"/>
          </a:xfrm>
          <a:custGeom>
            <a:avLst/>
            <a:gdLst/>
            <a:ahLst/>
            <a:cxnLst/>
            <a:rect l="l" t="t" r="r" b="b"/>
            <a:pathLst>
              <a:path w="7762875" h="3881437">
                <a:moveTo>
                  <a:pt x="3881438" y="0"/>
                </a:moveTo>
                <a:lnTo>
                  <a:pt x="7762875" y="3881437"/>
                </a:lnTo>
                <a:lnTo>
                  <a:pt x="0" y="3881437"/>
                </a:lnTo>
                <a:close/>
              </a:path>
            </a:pathLst>
          </a:custGeom>
          <a:solidFill>
            <a:srgbClr val="0834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hin-stripe"/>
          <p:cNvSpPr/>
          <p:nvPr/>
        </p:nvSpPr>
        <p:spPr>
          <a:xfrm>
            <a:off x="885825" y="923925"/>
            <a:ext cx="11029950" cy="11029950"/>
          </a:xfrm>
          <a:custGeom>
            <a:avLst/>
            <a:gdLst/>
            <a:ahLst/>
            <a:cxnLst/>
            <a:rect l="l" t="t" r="r" b="b"/>
            <a:pathLst>
              <a:path w="11029950" h="11029950">
                <a:moveTo>
                  <a:pt x="0" y="10753725"/>
                </a:moveTo>
                <a:lnTo>
                  <a:pt x="10753725" y="0"/>
                </a:lnTo>
                <a:lnTo>
                  <a:pt x="11029950" y="0"/>
                </a:lnTo>
                <a:lnTo>
                  <a:pt x="0" y="11029950"/>
                </a:lnTo>
                <a:close/>
              </a:path>
            </a:pathLst>
          </a:custGeom>
          <a:solidFill>
            <a:srgbClr val="045C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art-triangle"/>
          <p:cNvSpPr/>
          <p:nvPr/>
        </p:nvSpPr>
        <p:spPr>
          <a:xfrm>
            <a:off x="7239000" y="2705100"/>
            <a:ext cx="4791075" cy="9534525"/>
          </a:xfrm>
          <a:custGeom>
            <a:avLst/>
            <a:gdLst/>
            <a:ahLst/>
            <a:cxnLst/>
            <a:rect l="l" t="t" r="r" b="b"/>
            <a:pathLst>
              <a:path w="4791075" h="9534525">
                <a:moveTo>
                  <a:pt x="0" y="4772025"/>
                </a:moveTo>
                <a:lnTo>
                  <a:pt x="4791075" y="0"/>
                </a:lnTo>
                <a:lnTo>
                  <a:pt x="4791075" y="9534525"/>
                </a:lnTo>
                <a:close/>
              </a:path>
            </a:pathLst>
          </a:custGeom>
          <a:solidFill>
            <a:srgbClr val="045C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xt-part"/>
          <p:cNvSpPr txBox="1"/>
          <p:nvPr/>
        </p:nvSpPr>
        <p:spPr>
          <a:xfrm>
            <a:off x="8743950" y="6572250"/>
            <a:ext cx="2857500" cy="1143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0" b="1" i="0" spc="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</a:t>
            </a:r>
          </a:p>
        </p:txBody>
      </p:sp>
      <p:sp>
        <p:nvSpPr>
          <p:cNvPr id="21" name="txt-01"/>
          <p:cNvSpPr txBox="1"/>
          <p:nvPr/>
        </p:nvSpPr>
        <p:spPr>
          <a:xfrm>
            <a:off x="9525000" y="7962900"/>
            <a:ext cx="1333500" cy="1143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0" b="1" i="0" spc="33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txt-title-cn"/>
          <p:cNvSpPr txBox="1"/>
          <p:nvPr/>
        </p:nvSpPr>
        <p:spPr>
          <a:xfrm>
            <a:off x="12963525" y="5334000"/>
            <a:ext cx="13716000" cy="2571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0" b="1" i="0">
                <a:solidFill>
                  <a:srgbClr val="045CB5"/>
                </a:solidFill>
                <a:latin typeface="Microsoft YaHei"/>
                <a:ea typeface="Microsoft YaHei"/>
                <a:cs typeface="Microsoft YaHei"/>
              </a:rPr>
              <a:t>项目组织与角色</a:t>
            </a:r>
          </a:p>
        </p:txBody>
      </p:sp>
      <p:sp>
        <p:nvSpPr>
          <p:cNvPr id="23" name="txt-title-en"/>
          <p:cNvSpPr txBox="1"/>
          <p:nvPr/>
        </p:nvSpPr>
        <p:spPr>
          <a:xfrm>
            <a:off x="13106400" y="8286750"/>
            <a:ext cx="13906500" cy="142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0" b="1" i="0" spc="165">
                <a:solidFill>
                  <a:srgbClr val="045CB5"/>
                </a:solidFill>
                <a:latin typeface="Microsoft YaHei"/>
                <a:ea typeface="Microsoft YaHei"/>
                <a:cs typeface="Microsoft YaHei"/>
              </a:rPr>
              <a:t>Project Organization &amp;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