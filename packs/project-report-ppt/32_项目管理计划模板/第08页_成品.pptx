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-sheet-3"/>
          <p:cNvSpPr/>
          <p:nvPr/>
        </p:nvSpPr>
        <p:spPr>
          <a:xfrm>
            <a:off x="1752600" y="2381250"/>
            <a:ext cx="1028700" cy="438150"/>
          </a:xfrm>
          <a:custGeom>
            <a:avLst/>
            <a:gdLst/>
            <a:ahLst/>
            <a:cxnLst/>
            <a:rect l="l" t="t" r="r" b="b"/>
            <a:pathLst>
              <a:path w="1028700" h="438150">
                <a:moveTo>
                  <a:pt x="0" y="0"/>
                </a:moveTo>
                <a:lnTo>
                  <a:pt x="514350" y="342900"/>
                </a:lnTo>
                <a:lnTo>
                  <a:pt x="1028700" y="0"/>
                </a:lnTo>
                <a:lnTo>
                  <a:pt x="1028700" y="95250"/>
                </a:lnTo>
                <a:lnTo>
                  <a:pt x="514350" y="438150"/>
                </a:lnTo>
                <a:lnTo>
                  <a:pt x="0" y="95250"/>
                </a:lnTo>
                <a:close/>
              </a:path>
            </a:pathLst>
          </a:cu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sheet-2"/>
          <p:cNvSpPr/>
          <p:nvPr/>
        </p:nvSpPr>
        <p:spPr>
          <a:xfrm>
            <a:off x="1781175" y="2247900"/>
            <a:ext cx="1028700" cy="438150"/>
          </a:xfrm>
          <a:custGeom>
            <a:avLst/>
            <a:gdLst/>
            <a:ahLst/>
            <a:cxnLst/>
            <a:rect l="l" t="t" r="r" b="b"/>
            <a:pathLst>
              <a:path w="1028700" h="438150">
                <a:moveTo>
                  <a:pt x="0" y="0"/>
                </a:moveTo>
                <a:lnTo>
                  <a:pt x="514350" y="342900"/>
                </a:lnTo>
                <a:lnTo>
                  <a:pt x="1028700" y="0"/>
                </a:lnTo>
                <a:lnTo>
                  <a:pt x="1028700" y="95250"/>
                </a:lnTo>
                <a:lnTo>
                  <a:pt x="514350" y="438150"/>
                </a:lnTo>
                <a:lnTo>
                  <a:pt x="0" y="95250"/>
                </a:lnTo>
                <a:close/>
              </a:path>
            </a:pathLst>
          </a:cu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-plate"/>
          <p:cNvSpPr/>
          <p:nvPr/>
        </p:nvSpPr>
        <p:spPr>
          <a:xfrm>
            <a:off x="1920059" y="1808477"/>
            <a:ext cx="789032" cy="535946"/>
          </a:xfrm>
          <a:custGeom>
            <a:avLst/>
            <a:gdLst/>
            <a:ahLst/>
            <a:cxnLst/>
            <a:rect l="l" t="t" r="r" b="b"/>
            <a:pathLst>
              <a:path w="789032" h="535946">
                <a:moveTo>
                  <a:pt x="0" y="193046"/>
                </a:moveTo>
                <a:lnTo>
                  <a:pt x="789032" y="193046"/>
                </a:lnTo>
                <a:lnTo>
                  <a:pt x="504825" y="0"/>
                </a:lnTo>
                <a:lnTo>
                  <a:pt x="504825" y="535946"/>
                </a:lnTo>
                <a:lnTo>
                  <a:pt x="789032" y="342900"/>
                </a:lnTo>
                <a:lnTo>
                  <a:pt x="0" y="342900"/>
                </a:lnTo>
                <a:lnTo>
                  <a:pt x="284207" y="535946"/>
                </a:lnTo>
                <a:lnTo>
                  <a:pt x="284207" y="0"/>
                </a:lnTo>
                <a:close/>
              </a:path>
            </a:pathLst>
          </a:cu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-slot"/>
          <p:cNvSpPr/>
          <p:nvPr/>
        </p:nvSpPr>
        <p:spPr>
          <a:xfrm rot="19560000">
            <a:off x="2266950" y="1971675"/>
            <a:ext cx="381000" cy="95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-tag-shadow"/>
          <p:cNvSpPr/>
          <p:nvPr/>
        </p:nvSpPr>
        <p:spPr>
          <a:xfrm rot="2400000">
            <a:off x="2390775" y="2400300"/>
            <a:ext cx="514350" cy="238125"/>
          </a:xfrm>
          <a:prstGeom prst="roundRect">
            <a:avLst>
              <a:gd name="adj" fmla="val 24000"/>
            </a:avLst>
          </a:prstGeom>
          <a:solidFill>
            <a:srgbClr val="073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go-tag"/>
          <p:cNvSpPr/>
          <p:nvPr/>
        </p:nvSpPr>
        <p:spPr>
          <a:xfrm rot="2400000">
            <a:off x="2343150" y="2438400"/>
            <a:ext cx="514350" cy="238125"/>
          </a:xfrm>
          <a:prstGeom prst="roundRect">
            <a:avLst>
              <a:gd name="adj" fmla="val 24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go-tag-hole"/>
          <p:cNvSpPr/>
          <p:nvPr/>
        </p:nvSpPr>
        <p:spPr>
          <a:xfrm>
            <a:off x="2438400" y="2524125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 txBox="1"/>
          <p:nvPr/>
        </p:nvSpPr>
        <p:spPr>
          <a:xfrm>
            <a:off x="3181350" y="1866900"/>
            <a:ext cx="8915400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045CB5"/>
                </a:solidFill>
                <a:latin typeface="Microsoft YaHei"/>
                <a:ea typeface="Microsoft YaHei"/>
                <a:cs typeface="Microsoft YaHei"/>
              </a:rPr>
              <a:t>项目关键里程碑计划</a:t>
            </a:r>
          </a:p>
        </p:txBody>
      </p:sp>
      <p:sp>
        <p:nvSpPr>
          <p:cNvPr id="12" name="timeline-curve"/>
          <p:cNvSpPr/>
          <p:nvPr/>
        </p:nvSpPr>
        <p:spPr>
          <a:xfrm>
            <a:off x="809625" y="4381500"/>
            <a:ext cx="28927425" cy="9124950"/>
          </a:xfrm>
          <a:custGeom>
            <a:avLst/>
            <a:gdLst/>
            <a:ahLst/>
            <a:cxnLst/>
            <a:rect l="l" t="t" r="r" b="b"/>
            <a:pathLst>
              <a:path w="28927425" h="9124950">
                <a:moveTo>
                  <a:pt x="0" y="9124950"/>
                </a:moveTo>
                <a:lnTo>
                  <a:pt x="333375" y="8972550"/>
                </a:lnTo>
                <a:lnTo>
                  <a:pt x="904875" y="8648700"/>
                </a:lnTo>
                <a:lnTo>
                  <a:pt x="1476375" y="8362950"/>
                </a:lnTo>
                <a:lnTo>
                  <a:pt x="2047875" y="8086725"/>
                </a:lnTo>
                <a:lnTo>
                  <a:pt x="2619375" y="7848600"/>
                </a:lnTo>
                <a:lnTo>
                  <a:pt x="3190875" y="7581900"/>
                </a:lnTo>
                <a:lnTo>
                  <a:pt x="3762375" y="7505700"/>
                </a:lnTo>
                <a:lnTo>
                  <a:pt x="4333875" y="7419975"/>
                </a:lnTo>
                <a:lnTo>
                  <a:pt x="4905375" y="7353300"/>
                </a:lnTo>
                <a:lnTo>
                  <a:pt x="5476875" y="7296150"/>
                </a:lnTo>
                <a:lnTo>
                  <a:pt x="6048375" y="7219950"/>
                </a:lnTo>
                <a:lnTo>
                  <a:pt x="6619875" y="7153275"/>
                </a:lnTo>
                <a:lnTo>
                  <a:pt x="7191375" y="7048500"/>
                </a:lnTo>
                <a:lnTo>
                  <a:pt x="7762875" y="6924675"/>
                </a:lnTo>
                <a:lnTo>
                  <a:pt x="8334375" y="6762750"/>
                </a:lnTo>
                <a:lnTo>
                  <a:pt x="8905875" y="6543675"/>
                </a:lnTo>
                <a:lnTo>
                  <a:pt x="9477375" y="6143625"/>
                </a:lnTo>
                <a:lnTo>
                  <a:pt x="10048875" y="5972175"/>
                </a:lnTo>
                <a:lnTo>
                  <a:pt x="10620375" y="5657850"/>
                </a:lnTo>
                <a:lnTo>
                  <a:pt x="11191875" y="5324475"/>
                </a:lnTo>
                <a:lnTo>
                  <a:pt x="11763375" y="5000625"/>
                </a:lnTo>
                <a:lnTo>
                  <a:pt x="12334875" y="4667250"/>
                </a:lnTo>
                <a:lnTo>
                  <a:pt x="12906375" y="4381500"/>
                </a:lnTo>
                <a:lnTo>
                  <a:pt x="13477875" y="4124325"/>
                </a:lnTo>
                <a:lnTo>
                  <a:pt x="14049375" y="3886200"/>
                </a:lnTo>
                <a:lnTo>
                  <a:pt x="14620875" y="3695700"/>
                </a:lnTo>
                <a:lnTo>
                  <a:pt x="15192375" y="3505200"/>
                </a:lnTo>
                <a:lnTo>
                  <a:pt x="15763875" y="3438525"/>
                </a:lnTo>
                <a:lnTo>
                  <a:pt x="16335375" y="3352800"/>
                </a:lnTo>
                <a:lnTo>
                  <a:pt x="16906875" y="3286125"/>
                </a:lnTo>
                <a:lnTo>
                  <a:pt x="17478375" y="3228975"/>
                </a:lnTo>
                <a:lnTo>
                  <a:pt x="18049875" y="3171825"/>
                </a:lnTo>
                <a:lnTo>
                  <a:pt x="18621375" y="3152775"/>
                </a:lnTo>
                <a:lnTo>
                  <a:pt x="19192875" y="3124200"/>
                </a:lnTo>
                <a:lnTo>
                  <a:pt x="19764375" y="3086100"/>
                </a:lnTo>
                <a:lnTo>
                  <a:pt x="20335875" y="3038475"/>
                </a:lnTo>
                <a:lnTo>
                  <a:pt x="20907375" y="3000375"/>
                </a:lnTo>
                <a:lnTo>
                  <a:pt x="21478875" y="2943225"/>
                </a:lnTo>
                <a:lnTo>
                  <a:pt x="22050375" y="2800350"/>
                </a:lnTo>
                <a:lnTo>
                  <a:pt x="22621875" y="2743200"/>
                </a:lnTo>
                <a:lnTo>
                  <a:pt x="23193375" y="2609850"/>
                </a:lnTo>
                <a:lnTo>
                  <a:pt x="23764875" y="2466975"/>
                </a:lnTo>
                <a:lnTo>
                  <a:pt x="24336375" y="2314575"/>
                </a:lnTo>
                <a:lnTo>
                  <a:pt x="24907875" y="2133600"/>
                </a:lnTo>
                <a:lnTo>
                  <a:pt x="25479375" y="1943100"/>
                </a:lnTo>
                <a:lnTo>
                  <a:pt x="26050875" y="1733550"/>
                </a:lnTo>
                <a:lnTo>
                  <a:pt x="26622375" y="1495425"/>
                </a:lnTo>
                <a:lnTo>
                  <a:pt x="27193875" y="1238250"/>
                </a:lnTo>
                <a:lnTo>
                  <a:pt x="27765375" y="914400"/>
                </a:lnTo>
                <a:lnTo>
                  <a:pt x="28336875" y="514350"/>
                </a:lnTo>
                <a:lnTo>
                  <a:pt x="28927425" y="0"/>
                </a:lnTo>
              </a:path>
            </a:pathLst>
          </a:custGeom>
          <a:noFill/>
          <a:ln w="133350">
            <a:solidFill>
              <a:srgbClr val="045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milestone-M1"/>
          <p:cNvGrpSpPr/>
          <p:nvPr/>
        </p:nvGrpSpPr>
        <p:grpSpPr>
          <a:xfrm>
            <a:off x="3571875" y="7885748"/>
            <a:ext cx="4695825" cy="3863089"/>
            <a:chOff x="3571875" y="7885748"/>
            <a:chExt cx="4695825" cy="3863089"/>
          </a:xfrm>
        </p:grpSpPr>
        <p:sp>
          <p:nvSpPr>
            <p:cNvPr id="13" name="M1-leader"/>
            <p:cNvSpPr/>
            <p:nvPr/>
          </p:nvSpPr>
          <p:spPr>
            <a:xfrm>
              <a:off x="3648075" y="8048625"/>
              <a:ext cx="280601" cy="3700212"/>
            </a:xfrm>
            <a:custGeom>
              <a:avLst/>
              <a:gdLst/>
              <a:ahLst/>
              <a:cxnLst/>
              <a:rect l="l" t="t" r="r" b="b"/>
              <a:pathLst>
                <a:path w="280601" h="3700212">
                  <a:moveTo>
                    <a:pt x="280601" y="3700212"/>
                  </a:moveTo>
                  <a:lnTo>
                    <a:pt x="0" y="337185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M1-arrow"/>
            <p:cNvSpPr/>
            <p:nvPr/>
          </p:nvSpPr>
          <p:spPr>
            <a:xfrm>
              <a:off x="3571875" y="79152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lnTo>
                    <a:pt x="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M1-date"/>
            <p:cNvSpPr txBox="1"/>
            <p:nvPr/>
          </p:nvSpPr>
          <p:spPr>
            <a:xfrm>
              <a:off x="3933825" y="7885748"/>
              <a:ext cx="3143250" cy="866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75" b="1" i="0" spc="116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2026-05-01</a:t>
              </a:r>
            </a:p>
          </p:txBody>
        </p:sp>
        <p:sp>
          <p:nvSpPr>
            <p:cNvPr id="16" name="M1-name"/>
            <p:cNvSpPr txBox="1"/>
            <p:nvPr/>
          </p:nvSpPr>
          <p:spPr>
            <a:xfrm>
              <a:off x="3933825" y="8744902"/>
              <a:ext cx="33528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项目启动会</a:t>
              </a:r>
            </a:p>
          </p:txBody>
        </p:sp>
        <p:sp>
          <p:nvSpPr>
            <p:cNvPr id="17" name="M1-desc1"/>
            <p:cNvSpPr txBox="1"/>
            <p:nvPr/>
          </p:nvSpPr>
          <p:spPr>
            <a:xfrm>
              <a:off x="3914775" y="9583102"/>
              <a:ext cx="4352925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公司高层批准项目立</a:t>
              </a:r>
            </a:p>
          </p:txBody>
        </p:sp>
        <p:sp>
          <p:nvSpPr>
            <p:cNvPr id="18" name="M1-desc2"/>
            <p:cNvSpPr txBox="1"/>
            <p:nvPr/>
          </p:nvSpPr>
          <p:spPr>
            <a:xfrm>
              <a:off x="3914775" y="10187940"/>
              <a:ext cx="4333875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项、核心干系人到场</a:t>
              </a:r>
            </a:p>
          </p:txBody>
        </p:sp>
      </p:grpSp>
      <p:grpSp>
        <p:nvGrpSpPr>
          <p:cNvPr id="84" name="milestone-M2"/>
          <p:cNvGrpSpPr/>
          <p:nvPr/>
        </p:nvGrpSpPr>
        <p:grpSpPr>
          <a:xfrm>
            <a:off x="6648450" y="11782102"/>
            <a:ext cx="4800600" cy="3905573"/>
            <a:chOff x="6648450" y="11782102"/>
            <a:chExt cx="4800600" cy="3905573"/>
          </a:xfrm>
        </p:grpSpPr>
        <p:sp>
          <p:nvSpPr>
            <p:cNvPr id="19" name="M2-leader"/>
            <p:cNvSpPr/>
            <p:nvPr/>
          </p:nvSpPr>
          <p:spPr>
            <a:xfrm>
              <a:off x="6724650" y="11782102"/>
              <a:ext cx="188622" cy="3772223"/>
            </a:xfrm>
            <a:custGeom>
              <a:avLst/>
              <a:gdLst/>
              <a:ahLst/>
              <a:cxnLst/>
              <a:rect l="l" t="t" r="r" b="b"/>
              <a:pathLst>
                <a:path w="188622" h="3772223">
                  <a:moveTo>
                    <a:pt x="188622" y="0"/>
                  </a:moveTo>
                  <a:lnTo>
                    <a:pt x="0" y="305123"/>
                  </a:lnTo>
                  <a:lnTo>
                    <a:pt x="0" y="3772223"/>
                  </a:lnTo>
                </a:path>
              </a:pathLst>
            </a:custGeom>
            <a:noFill/>
            <a:ln w="38100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M2-arrow"/>
            <p:cNvSpPr/>
            <p:nvPr/>
          </p:nvSpPr>
          <p:spPr>
            <a:xfrm>
              <a:off x="6648450" y="155352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M2-date"/>
            <p:cNvSpPr txBox="1"/>
            <p:nvPr/>
          </p:nvSpPr>
          <p:spPr>
            <a:xfrm>
              <a:off x="7115175" y="11952922"/>
              <a:ext cx="3143250" cy="866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75" b="1" i="0" spc="116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2026-06-15</a:t>
              </a:r>
            </a:p>
          </p:txBody>
        </p:sp>
        <p:sp>
          <p:nvSpPr>
            <p:cNvPr id="22" name="M2-name"/>
            <p:cNvSpPr txBox="1"/>
            <p:nvPr/>
          </p:nvSpPr>
          <p:spPr>
            <a:xfrm>
              <a:off x="7115175" y="12812078"/>
              <a:ext cx="3447288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需求规格获批</a:t>
              </a:r>
            </a:p>
          </p:txBody>
        </p:sp>
        <p:sp>
          <p:nvSpPr>
            <p:cNvPr id="23" name="M2-desc1"/>
            <p:cNvSpPr txBox="1"/>
            <p:nvPr/>
          </p:nvSpPr>
          <p:spPr>
            <a:xfrm>
              <a:off x="7096125" y="13755052"/>
              <a:ext cx="4352925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需求调研充分、问卷</a:t>
              </a:r>
            </a:p>
          </p:txBody>
        </p:sp>
        <p:sp>
          <p:nvSpPr>
            <p:cNvPr id="24" name="M2-desc2"/>
            <p:cNvSpPr txBox="1"/>
            <p:nvPr/>
          </p:nvSpPr>
          <p:spPr>
            <a:xfrm>
              <a:off x="7096125" y="14350365"/>
              <a:ext cx="432435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回收、原型图获业务</a:t>
              </a:r>
            </a:p>
          </p:txBody>
        </p:sp>
        <p:sp>
          <p:nvSpPr>
            <p:cNvPr id="25" name="M2-desc3"/>
            <p:cNvSpPr txBox="1"/>
            <p:nvPr/>
          </p:nvSpPr>
          <p:spPr>
            <a:xfrm>
              <a:off x="7096125" y="14945678"/>
              <a:ext cx="2085975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部门认可</a:t>
              </a:r>
            </a:p>
          </p:txBody>
        </p:sp>
      </p:grpSp>
      <p:grpSp>
        <p:nvGrpSpPr>
          <p:cNvPr id="80" name="milestone-M3"/>
          <p:cNvGrpSpPr/>
          <p:nvPr/>
        </p:nvGrpSpPr>
        <p:grpSpPr>
          <a:xfrm>
            <a:off x="9886950" y="4818698"/>
            <a:ext cx="5162550" cy="5468625"/>
            <a:chOff x="9886950" y="4818698"/>
            <a:chExt cx="5162550" cy="5468625"/>
          </a:xfrm>
        </p:grpSpPr>
        <p:sp>
          <p:nvSpPr>
            <p:cNvPr id="26" name="M3-leader"/>
            <p:cNvSpPr/>
            <p:nvPr/>
          </p:nvSpPr>
          <p:spPr>
            <a:xfrm>
              <a:off x="9963150" y="4981575"/>
              <a:ext cx="188622" cy="5305748"/>
            </a:xfrm>
            <a:custGeom>
              <a:avLst/>
              <a:gdLst/>
              <a:ahLst/>
              <a:cxnLst/>
              <a:rect l="l" t="t" r="r" b="b"/>
              <a:pathLst>
                <a:path w="188622" h="5305748">
                  <a:moveTo>
                    <a:pt x="188622" y="5305748"/>
                  </a:moveTo>
                  <a:lnTo>
                    <a:pt x="0" y="5000625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M3-arrow"/>
            <p:cNvSpPr/>
            <p:nvPr/>
          </p:nvSpPr>
          <p:spPr>
            <a:xfrm>
              <a:off x="9886950" y="48482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lnTo>
                    <a:pt x="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M3-date"/>
            <p:cNvSpPr txBox="1"/>
            <p:nvPr/>
          </p:nvSpPr>
          <p:spPr>
            <a:xfrm>
              <a:off x="10258425" y="4818698"/>
              <a:ext cx="3143250" cy="866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75" b="1" i="0" spc="116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2026-07-30</a:t>
              </a:r>
            </a:p>
          </p:txBody>
        </p:sp>
        <p:sp>
          <p:nvSpPr>
            <p:cNvPr id="29" name="M3-name"/>
            <p:cNvSpPr txBox="1"/>
            <p:nvPr/>
          </p:nvSpPr>
          <p:spPr>
            <a:xfrm>
              <a:off x="10258425" y="5673090"/>
              <a:ext cx="3447288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系统设计完成</a:t>
              </a:r>
            </a:p>
          </p:txBody>
        </p:sp>
        <p:sp>
          <p:nvSpPr>
            <p:cNvPr id="30" name="M3-desc1"/>
            <p:cNvSpPr txBox="1"/>
            <p:nvPr/>
          </p:nvSpPr>
          <p:spPr>
            <a:xfrm>
              <a:off x="10239375" y="6625590"/>
              <a:ext cx="480060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需求规格稳定、技术选</a:t>
              </a:r>
            </a:p>
          </p:txBody>
        </p:sp>
        <p:sp>
          <p:nvSpPr>
            <p:cNvPr id="31" name="M3-desc2"/>
            <p:cNvSpPr txBox="1"/>
            <p:nvPr/>
          </p:nvSpPr>
          <p:spPr>
            <a:xfrm>
              <a:off x="10239375" y="7230428"/>
              <a:ext cx="4810125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型（如云原生架构、数</a:t>
              </a:r>
            </a:p>
          </p:txBody>
        </p:sp>
        <p:sp>
          <p:nvSpPr>
            <p:cNvPr id="32" name="M3-desc3"/>
            <p:cNvSpPr txBox="1"/>
            <p:nvPr/>
          </p:nvSpPr>
          <p:spPr>
            <a:xfrm>
              <a:off x="10239375" y="7806690"/>
              <a:ext cx="344805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据库选型）确认</a:t>
              </a:r>
            </a:p>
          </p:txBody>
        </p:sp>
      </p:grpSp>
      <p:grpSp>
        <p:nvGrpSpPr>
          <p:cNvPr id="85" name="milestone-M4"/>
          <p:cNvGrpSpPr/>
          <p:nvPr/>
        </p:nvGrpSpPr>
        <p:grpSpPr>
          <a:xfrm>
            <a:off x="12820650" y="9151962"/>
            <a:ext cx="4676775" cy="4125888"/>
            <a:chOff x="12820650" y="9151962"/>
            <a:chExt cx="4676775" cy="4125888"/>
          </a:xfrm>
        </p:grpSpPr>
        <p:sp>
          <p:nvSpPr>
            <p:cNvPr id="33" name="M4-leader"/>
            <p:cNvSpPr/>
            <p:nvPr/>
          </p:nvSpPr>
          <p:spPr>
            <a:xfrm>
              <a:off x="12896850" y="9151962"/>
              <a:ext cx="229737" cy="3992538"/>
            </a:xfrm>
            <a:custGeom>
              <a:avLst/>
              <a:gdLst/>
              <a:ahLst/>
              <a:cxnLst/>
              <a:rect l="l" t="t" r="r" b="b"/>
              <a:pathLst>
                <a:path w="229737" h="3992538">
                  <a:moveTo>
                    <a:pt x="229737" y="0"/>
                  </a:moveTo>
                  <a:lnTo>
                    <a:pt x="0" y="315888"/>
                  </a:lnTo>
                  <a:lnTo>
                    <a:pt x="0" y="3992538"/>
                  </a:lnTo>
                </a:path>
              </a:pathLst>
            </a:custGeom>
            <a:noFill/>
            <a:ln w="38100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M4-arrow"/>
            <p:cNvSpPr/>
            <p:nvPr/>
          </p:nvSpPr>
          <p:spPr>
            <a:xfrm>
              <a:off x="12820650" y="131254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M4-date"/>
            <p:cNvSpPr txBox="1"/>
            <p:nvPr/>
          </p:nvSpPr>
          <p:spPr>
            <a:xfrm>
              <a:off x="13173075" y="9533572"/>
              <a:ext cx="3143250" cy="866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75" b="1" i="0" spc="116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2026-09-15</a:t>
              </a:r>
            </a:p>
          </p:txBody>
        </p:sp>
        <p:sp>
          <p:nvSpPr>
            <p:cNvPr id="36" name="M4-name"/>
            <p:cNvSpPr txBox="1"/>
            <p:nvPr/>
          </p:nvSpPr>
          <p:spPr>
            <a:xfrm>
              <a:off x="13173075" y="10387965"/>
              <a:ext cx="3447288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核心功能开发</a:t>
              </a:r>
            </a:p>
          </p:txBody>
        </p:sp>
        <p:sp>
          <p:nvSpPr>
            <p:cNvPr id="37" name="M4-desc1"/>
            <p:cNvSpPr txBox="1"/>
            <p:nvPr/>
          </p:nvSpPr>
          <p:spPr>
            <a:xfrm>
              <a:off x="13154025" y="11335702"/>
              <a:ext cx="434340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设计文档定稿、开发</a:t>
              </a:r>
            </a:p>
          </p:txBody>
        </p:sp>
        <p:sp>
          <p:nvSpPr>
            <p:cNvPr id="38" name="M4-desc2"/>
            <p:cNvSpPr txBox="1"/>
            <p:nvPr/>
          </p:nvSpPr>
          <p:spPr>
            <a:xfrm>
              <a:off x="13154025" y="11935778"/>
              <a:ext cx="434340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环境就绪、前后端联</a:t>
              </a:r>
            </a:p>
          </p:txBody>
        </p:sp>
        <p:sp>
          <p:nvSpPr>
            <p:cNvPr id="39" name="M4-desc3"/>
            <p:cNvSpPr txBox="1"/>
            <p:nvPr/>
          </p:nvSpPr>
          <p:spPr>
            <a:xfrm>
              <a:off x="13154025" y="12531090"/>
              <a:ext cx="344805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调环境搭建完成</a:t>
              </a:r>
            </a:p>
          </p:txBody>
        </p:sp>
      </p:grpSp>
      <p:grpSp>
        <p:nvGrpSpPr>
          <p:cNvPr id="82" name="milestone-M5"/>
          <p:cNvGrpSpPr/>
          <p:nvPr/>
        </p:nvGrpSpPr>
        <p:grpSpPr>
          <a:xfrm>
            <a:off x="15630525" y="3456622"/>
            <a:ext cx="5095875" cy="4190502"/>
            <a:chOff x="15630525" y="3456622"/>
            <a:chExt cx="5095875" cy="4190502"/>
          </a:xfrm>
        </p:grpSpPr>
        <p:sp>
          <p:nvSpPr>
            <p:cNvPr id="40" name="M5-leader"/>
            <p:cNvSpPr/>
            <p:nvPr/>
          </p:nvSpPr>
          <p:spPr>
            <a:xfrm>
              <a:off x="15706725" y="3619500"/>
              <a:ext cx="182010" cy="4027624"/>
            </a:xfrm>
            <a:custGeom>
              <a:avLst/>
              <a:gdLst/>
              <a:ahLst/>
              <a:cxnLst/>
              <a:rect l="l" t="t" r="r" b="b"/>
              <a:pathLst>
                <a:path w="182010" h="4027624">
                  <a:moveTo>
                    <a:pt x="182010" y="4027624"/>
                  </a:moveTo>
                  <a:lnTo>
                    <a:pt x="0" y="3724275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M5-arrow"/>
            <p:cNvSpPr/>
            <p:nvPr/>
          </p:nvSpPr>
          <p:spPr>
            <a:xfrm>
              <a:off x="15630525" y="34861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lnTo>
                    <a:pt x="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M5-date"/>
            <p:cNvSpPr txBox="1"/>
            <p:nvPr/>
          </p:nvSpPr>
          <p:spPr>
            <a:xfrm>
              <a:off x="15944850" y="3456622"/>
              <a:ext cx="3143250" cy="866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75" b="1" i="0" spc="116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2026-10-10</a:t>
              </a:r>
            </a:p>
          </p:txBody>
        </p:sp>
        <p:sp>
          <p:nvSpPr>
            <p:cNvPr id="43" name="M5-name"/>
            <p:cNvSpPr txBox="1"/>
            <p:nvPr/>
          </p:nvSpPr>
          <p:spPr>
            <a:xfrm>
              <a:off x="15944850" y="4311015"/>
              <a:ext cx="3401324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UAT验收开始</a:t>
              </a:r>
            </a:p>
          </p:txBody>
        </p:sp>
        <p:sp>
          <p:nvSpPr>
            <p:cNvPr id="44" name="M5-desc1"/>
            <p:cNvSpPr txBox="1"/>
            <p:nvPr/>
          </p:nvSpPr>
          <p:spPr>
            <a:xfrm>
              <a:off x="15925800" y="5263515"/>
              <a:ext cx="480060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开发自测通过、测试环</a:t>
              </a:r>
            </a:p>
          </p:txBody>
        </p:sp>
        <p:sp>
          <p:nvSpPr>
            <p:cNvPr id="45" name="M5-desc2"/>
            <p:cNvSpPr txBox="1"/>
            <p:nvPr/>
          </p:nvSpPr>
          <p:spPr>
            <a:xfrm>
              <a:off x="15925800" y="5854065"/>
              <a:ext cx="4772025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境就绪、业务用户培训</a:t>
              </a:r>
            </a:p>
          </p:txBody>
        </p:sp>
        <p:sp>
          <p:nvSpPr>
            <p:cNvPr id="46" name="M5-desc3"/>
            <p:cNvSpPr txBox="1"/>
            <p:nvPr/>
          </p:nvSpPr>
          <p:spPr>
            <a:xfrm>
              <a:off x="15925800" y="6449378"/>
              <a:ext cx="118110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完成</a:t>
              </a:r>
            </a:p>
          </p:txBody>
        </p:sp>
      </p:grpSp>
      <p:grpSp>
        <p:nvGrpSpPr>
          <p:cNvPr id="83" name="milestone-M6"/>
          <p:cNvGrpSpPr/>
          <p:nvPr/>
        </p:nvGrpSpPr>
        <p:grpSpPr>
          <a:xfrm>
            <a:off x="18640425" y="7774979"/>
            <a:ext cx="4695825" cy="3969346"/>
            <a:chOff x="18640425" y="7774979"/>
            <a:chExt cx="4695825" cy="3969346"/>
          </a:xfrm>
        </p:grpSpPr>
        <p:sp>
          <p:nvSpPr>
            <p:cNvPr id="47" name="M6-leader"/>
            <p:cNvSpPr/>
            <p:nvPr/>
          </p:nvSpPr>
          <p:spPr>
            <a:xfrm>
              <a:off x="18716625" y="7774979"/>
              <a:ext cx="251175" cy="3835996"/>
            </a:xfrm>
            <a:custGeom>
              <a:avLst/>
              <a:gdLst/>
              <a:ahLst/>
              <a:cxnLst/>
              <a:rect l="l" t="t" r="r" b="b"/>
              <a:pathLst>
                <a:path w="251175" h="3835996">
                  <a:moveTo>
                    <a:pt x="251175" y="0"/>
                  </a:moveTo>
                  <a:lnTo>
                    <a:pt x="0" y="321271"/>
                  </a:lnTo>
                  <a:lnTo>
                    <a:pt x="0" y="3835996"/>
                  </a:lnTo>
                </a:path>
              </a:pathLst>
            </a:custGeom>
            <a:noFill/>
            <a:ln w="38100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M6-arrow"/>
            <p:cNvSpPr/>
            <p:nvPr/>
          </p:nvSpPr>
          <p:spPr>
            <a:xfrm>
              <a:off x="18640425" y="115919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15240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M6-date"/>
            <p:cNvSpPr txBox="1"/>
            <p:nvPr/>
          </p:nvSpPr>
          <p:spPr>
            <a:xfrm>
              <a:off x="19011900" y="8009572"/>
              <a:ext cx="3143250" cy="866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75" b="1" i="0" spc="116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2026-11-20</a:t>
              </a:r>
            </a:p>
          </p:txBody>
        </p:sp>
        <p:sp>
          <p:nvSpPr>
            <p:cNvPr id="50" name="M6-name"/>
            <p:cNvSpPr txBox="1"/>
            <p:nvPr/>
          </p:nvSpPr>
          <p:spPr>
            <a:xfrm>
              <a:off x="19011900" y="8863965"/>
              <a:ext cx="3447288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系统正式上线</a:t>
              </a:r>
            </a:p>
          </p:txBody>
        </p:sp>
        <p:sp>
          <p:nvSpPr>
            <p:cNvPr id="51" name="M6-desc1"/>
            <p:cNvSpPr txBox="1"/>
            <p:nvPr/>
          </p:nvSpPr>
          <p:spPr>
            <a:xfrm>
              <a:off x="18992850" y="9816465"/>
              <a:ext cx="4314825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 spc="-6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UAT测试通过、数据</a:t>
              </a:r>
            </a:p>
          </p:txBody>
        </p:sp>
        <p:sp>
          <p:nvSpPr>
            <p:cNvPr id="52" name="M6-desc2"/>
            <p:cNvSpPr txBox="1"/>
            <p:nvPr/>
          </p:nvSpPr>
          <p:spPr>
            <a:xfrm>
              <a:off x="18992850" y="10407015"/>
              <a:ext cx="4343400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迁移方案验证、运维</a:t>
              </a:r>
            </a:p>
          </p:txBody>
        </p:sp>
        <p:sp>
          <p:nvSpPr>
            <p:cNvPr id="53" name="M6-desc3"/>
            <p:cNvSpPr txBox="1"/>
            <p:nvPr/>
          </p:nvSpPr>
          <p:spPr>
            <a:xfrm>
              <a:off x="18992850" y="11002328"/>
              <a:ext cx="3264408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团队支持就绪。</a:t>
              </a:r>
            </a:p>
          </p:txBody>
        </p:sp>
      </p:grpSp>
      <p:grpSp>
        <p:nvGrpSpPr>
          <p:cNvPr id="86" name="milestone-M7"/>
          <p:cNvGrpSpPr/>
          <p:nvPr/>
        </p:nvGrpSpPr>
        <p:grpSpPr>
          <a:xfrm>
            <a:off x="22231350" y="2894648"/>
            <a:ext cx="4820001" cy="4093440"/>
            <a:chOff x="22231350" y="2894648"/>
            <a:chExt cx="4820001" cy="4093440"/>
          </a:xfrm>
        </p:grpSpPr>
        <p:sp>
          <p:nvSpPr>
            <p:cNvPr id="54" name="M7-leader"/>
            <p:cNvSpPr/>
            <p:nvPr/>
          </p:nvSpPr>
          <p:spPr>
            <a:xfrm>
              <a:off x="22307550" y="3057525"/>
              <a:ext cx="288099" cy="3930563"/>
            </a:xfrm>
            <a:custGeom>
              <a:avLst/>
              <a:gdLst/>
              <a:ahLst/>
              <a:cxnLst/>
              <a:rect l="l" t="t" r="r" b="b"/>
              <a:pathLst>
                <a:path w="288099" h="3930563">
                  <a:moveTo>
                    <a:pt x="288099" y="3930563"/>
                  </a:moveTo>
                  <a:lnTo>
                    <a:pt x="0" y="360045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M7-arrow"/>
            <p:cNvSpPr/>
            <p:nvPr/>
          </p:nvSpPr>
          <p:spPr>
            <a:xfrm>
              <a:off x="22231350" y="29241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lnTo>
                    <a:pt x="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M7-date"/>
            <p:cNvSpPr txBox="1"/>
            <p:nvPr/>
          </p:nvSpPr>
          <p:spPr>
            <a:xfrm>
              <a:off x="22602825" y="2894648"/>
              <a:ext cx="3143250" cy="866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75" b="1" i="0" spc="116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2026-12-15</a:t>
              </a:r>
            </a:p>
          </p:txBody>
        </p:sp>
        <p:sp>
          <p:nvSpPr>
            <p:cNvPr id="57" name="M7-name"/>
            <p:cNvSpPr txBox="1"/>
            <p:nvPr/>
          </p:nvSpPr>
          <p:spPr>
            <a:xfrm>
              <a:off x="22602825" y="3753802"/>
              <a:ext cx="3447288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350" b="1" i="0">
                  <a:solidFill>
                    <a:srgbClr val="045CB5"/>
                  </a:solidFill>
                  <a:latin typeface="Microsoft YaHei"/>
                  <a:ea typeface="Microsoft YaHei"/>
                  <a:cs typeface="Microsoft YaHei"/>
                </a:rPr>
                <a:t>项目验收完成</a:t>
              </a:r>
            </a:p>
          </p:txBody>
        </p:sp>
        <p:sp>
          <p:nvSpPr>
            <p:cNvPr id="58" name="M7-desc1"/>
            <p:cNvSpPr txBox="1"/>
            <p:nvPr/>
          </p:nvSpPr>
          <p:spPr>
            <a:xfrm>
              <a:off x="22583775" y="4701540"/>
              <a:ext cx="4467576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 spc="-195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系统稳定运行1个月、</a:t>
              </a:r>
            </a:p>
          </p:txBody>
        </p:sp>
        <p:sp>
          <p:nvSpPr>
            <p:cNvPr id="59" name="M7-desc2"/>
            <p:cNvSpPr txBox="1"/>
            <p:nvPr/>
          </p:nvSpPr>
          <p:spPr>
            <a:xfrm>
              <a:off x="22583775" y="5292090"/>
              <a:ext cx="4197096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业务价值数据达标、</a:t>
              </a:r>
            </a:p>
          </p:txBody>
        </p:sp>
        <p:sp>
          <p:nvSpPr>
            <p:cNvPr id="60" name="M7-desc3"/>
            <p:cNvSpPr txBox="1"/>
            <p:nvPr/>
          </p:nvSpPr>
          <p:spPr>
            <a:xfrm>
              <a:off x="22583775" y="5854065"/>
              <a:ext cx="2981325" cy="628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文档归档完整</a:t>
              </a:r>
            </a:p>
          </p:txBody>
        </p:sp>
      </p:grpSp>
      <p:sp>
        <p:nvSpPr>
          <p:cNvPr id="61" name="node-M1-halo"/>
          <p:cNvSpPr/>
          <p:nvPr/>
        </p:nvSpPr>
        <p:spPr>
          <a:xfrm>
            <a:off x="3829050" y="116776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ode-M1"/>
          <p:cNvSpPr/>
          <p:nvPr/>
        </p:nvSpPr>
        <p:spPr>
          <a:xfrm>
            <a:off x="3914775" y="11763375"/>
            <a:ext cx="361950" cy="361950"/>
          </a:xfrm>
          <a:prstGeom prst="ellipse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ode-M2-halo"/>
          <p:cNvSpPr/>
          <p:nvPr/>
        </p:nvSpPr>
        <p:spPr>
          <a:xfrm>
            <a:off x="6781800" y="112966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ode-M2"/>
          <p:cNvSpPr/>
          <p:nvPr/>
        </p:nvSpPr>
        <p:spPr>
          <a:xfrm>
            <a:off x="6867525" y="11382375"/>
            <a:ext cx="361950" cy="361950"/>
          </a:xfrm>
          <a:prstGeom prst="ellipse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ode-M3-halo"/>
          <p:cNvSpPr/>
          <p:nvPr/>
        </p:nvSpPr>
        <p:spPr>
          <a:xfrm>
            <a:off x="10020300" y="10239375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ode-M3"/>
          <p:cNvSpPr/>
          <p:nvPr/>
        </p:nvSpPr>
        <p:spPr>
          <a:xfrm>
            <a:off x="10106025" y="10325100"/>
            <a:ext cx="361950" cy="361950"/>
          </a:xfrm>
          <a:prstGeom prst="ellipse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ode-M4-halo"/>
          <p:cNvSpPr/>
          <p:nvPr/>
        </p:nvSpPr>
        <p:spPr>
          <a:xfrm>
            <a:off x="13011150" y="8677275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ode-M4"/>
          <p:cNvSpPr/>
          <p:nvPr/>
        </p:nvSpPr>
        <p:spPr>
          <a:xfrm>
            <a:off x="13096875" y="8763000"/>
            <a:ext cx="361950" cy="361950"/>
          </a:xfrm>
          <a:prstGeom prst="ellipse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ode-M5-halo"/>
          <p:cNvSpPr/>
          <p:nvPr/>
        </p:nvSpPr>
        <p:spPr>
          <a:xfrm>
            <a:off x="15754350" y="76009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ode-M5"/>
          <p:cNvSpPr/>
          <p:nvPr/>
        </p:nvSpPr>
        <p:spPr>
          <a:xfrm>
            <a:off x="15840075" y="7686675"/>
            <a:ext cx="361950" cy="361950"/>
          </a:xfrm>
          <a:prstGeom prst="ellipse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ode-M6-halo"/>
          <p:cNvSpPr/>
          <p:nvPr/>
        </p:nvSpPr>
        <p:spPr>
          <a:xfrm>
            <a:off x="18859500" y="7305675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ode-M6"/>
          <p:cNvSpPr/>
          <p:nvPr/>
        </p:nvSpPr>
        <p:spPr>
          <a:xfrm>
            <a:off x="18945225" y="7391400"/>
            <a:ext cx="361950" cy="361950"/>
          </a:xfrm>
          <a:prstGeom prst="ellipse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ode-M7-halo"/>
          <p:cNvSpPr/>
          <p:nvPr/>
        </p:nvSpPr>
        <p:spPr>
          <a:xfrm>
            <a:off x="22498050" y="691515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ode-M7"/>
          <p:cNvSpPr/>
          <p:nvPr/>
        </p:nvSpPr>
        <p:spPr>
          <a:xfrm>
            <a:off x="22583775" y="7000875"/>
            <a:ext cx="361950" cy="361950"/>
          </a:xfrm>
          <a:prstGeom prst="ellipse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yramid-band-0"/>
          <p:cNvSpPr/>
          <p:nvPr/>
        </p:nvSpPr>
        <p:spPr>
          <a:xfrm>
            <a:off x="19888200" y="10591800"/>
            <a:ext cx="9658350" cy="5657850"/>
          </a:xfrm>
          <a:custGeom>
            <a:avLst/>
            <a:gdLst/>
            <a:ahLst/>
            <a:cxnLst/>
            <a:rect l="l" t="t" r="r" b="b"/>
            <a:pathLst>
              <a:path w="9658350" h="5657850">
                <a:moveTo>
                  <a:pt x="0" y="5600700"/>
                </a:moveTo>
                <a:lnTo>
                  <a:pt x="57150" y="5543550"/>
                </a:lnTo>
                <a:lnTo>
                  <a:pt x="114300" y="5486400"/>
                </a:lnTo>
                <a:lnTo>
                  <a:pt x="171450" y="5429250"/>
                </a:lnTo>
                <a:lnTo>
                  <a:pt x="228600" y="5372100"/>
                </a:lnTo>
                <a:lnTo>
                  <a:pt x="285750" y="5314950"/>
                </a:lnTo>
                <a:lnTo>
                  <a:pt x="342900" y="5257800"/>
                </a:lnTo>
                <a:lnTo>
                  <a:pt x="400050" y="5200650"/>
                </a:lnTo>
                <a:lnTo>
                  <a:pt x="457200" y="5143500"/>
                </a:lnTo>
                <a:lnTo>
                  <a:pt x="514350" y="5086350"/>
                </a:lnTo>
                <a:lnTo>
                  <a:pt x="571500" y="5029200"/>
                </a:lnTo>
                <a:lnTo>
                  <a:pt x="628650" y="4972050"/>
                </a:lnTo>
                <a:lnTo>
                  <a:pt x="685800" y="4914900"/>
                </a:lnTo>
                <a:lnTo>
                  <a:pt x="742950" y="4857750"/>
                </a:lnTo>
                <a:lnTo>
                  <a:pt x="800100" y="4800600"/>
                </a:lnTo>
                <a:lnTo>
                  <a:pt x="857250" y="4743450"/>
                </a:lnTo>
                <a:lnTo>
                  <a:pt x="914400" y="4686300"/>
                </a:lnTo>
                <a:lnTo>
                  <a:pt x="971550" y="4629150"/>
                </a:lnTo>
                <a:lnTo>
                  <a:pt x="1028700" y="4572000"/>
                </a:lnTo>
                <a:lnTo>
                  <a:pt x="1085850" y="4514850"/>
                </a:lnTo>
                <a:lnTo>
                  <a:pt x="1143000" y="4457700"/>
                </a:lnTo>
                <a:lnTo>
                  <a:pt x="1200150" y="4400550"/>
                </a:lnTo>
                <a:lnTo>
                  <a:pt x="1257300" y="4343400"/>
                </a:lnTo>
                <a:lnTo>
                  <a:pt x="1314450" y="4286250"/>
                </a:lnTo>
                <a:lnTo>
                  <a:pt x="1371600" y="4229100"/>
                </a:lnTo>
                <a:lnTo>
                  <a:pt x="1428750" y="4171950"/>
                </a:lnTo>
                <a:lnTo>
                  <a:pt x="1485900" y="4114800"/>
                </a:lnTo>
                <a:lnTo>
                  <a:pt x="1543050" y="4057650"/>
                </a:lnTo>
                <a:lnTo>
                  <a:pt x="1600200" y="4000500"/>
                </a:lnTo>
                <a:lnTo>
                  <a:pt x="1657350" y="3943350"/>
                </a:lnTo>
                <a:lnTo>
                  <a:pt x="1714500" y="3886200"/>
                </a:lnTo>
                <a:lnTo>
                  <a:pt x="1771650" y="3829050"/>
                </a:lnTo>
                <a:lnTo>
                  <a:pt x="1828800" y="3771900"/>
                </a:lnTo>
                <a:lnTo>
                  <a:pt x="1885950" y="3714750"/>
                </a:lnTo>
                <a:lnTo>
                  <a:pt x="1943100" y="3657600"/>
                </a:lnTo>
                <a:lnTo>
                  <a:pt x="2000250" y="3600450"/>
                </a:lnTo>
                <a:lnTo>
                  <a:pt x="2057400" y="3543300"/>
                </a:lnTo>
                <a:lnTo>
                  <a:pt x="2114550" y="3486150"/>
                </a:lnTo>
                <a:lnTo>
                  <a:pt x="2171700" y="3429000"/>
                </a:lnTo>
                <a:lnTo>
                  <a:pt x="2228850" y="3371850"/>
                </a:lnTo>
                <a:lnTo>
                  <a:pt x="2286000" y="3314700"/>
                </a:lnTo>
                <a:lnTo>
                  <a:pt x="2343150" y="3257550"/>
                </a:lnTo>
                <a:lnTo>
                  <a:pt x="2400300" y="3200400"/>
                </a:lnTo>
                <a:lnTo>
                  <a:pt x="2457450" y="3143250"/>
                </a:lnTo>
                <a:lnTo>
                  <a:pt x="2514600" y="3086100"/>
                </a:lnTo>
                <a:lnTo>
                  <a:pt x="2571750" y="3028950"/>
                </a:lnTo>
                <a:lnTo>
                  <a:pt x="2628900" y="2971800"/>
                </a:lnTo>
                <a:lnTo>
                  <a:pt x="2686050" y="2914650"/>
                </a:lnTo>
                <a:lnTo>
                  <a:pt x="2743200" y="2857500"/>
                </a:lnTo>
                <a:lnTo>
                  <a:pt x="2800350" y="2800350"/>
                </a:lnTo>
                <a:lnTo>
                  <a:pt x="2857500" y="2743200"/>
                </a:lnTo>
                <a:lnTo>
                  <a:pt x="2914650" y="2686050"/>
                </a:lnTo>
                <a:lnTo>
                  <a:pt x="2971800" y="2628900"/>
                </a:lnTo>
                <a:lnTo>
                  <a:pt x="3028950" y="2571750"/>
                </a:lnTo>
                <a:lnTo>
                  <a:pt x="3086100" y="2514600"/>
                </a:lnTo>
                <a:lnTo>
                  <a:pt x="3143250" y="2457450"/>
                </a:lnTo>
                <a:lnTo>
                  <a:pt x="3200400" y="2400300"/>
                </a:lnTo>
                <a:lnTo>
                  <a:pt x="3257550" y="2343150"/>
                </a:lnTo>
                <a:lnTo>
                  <a:pt x="3314700" y="2286000"/>
                </a:lnTo>
                <a:lnTo>
                  <a:pt x="3371850" y="2228850"/>
                </a:lnTo>
                <a:lnTo>
                  <a:pt x="3429000" y="2171700"/>
                </a:lnTo>
                <a:lnTo>
                  <a:pt x="3486150" y="2114550"/>
                </a:lnTo>
                <a:lnTo>
                  <a:pt x="3543300" y="2057400"/>
                </a:lnTo>
                <a:lnTo>
                  <a:pt x="3600450" y="2000250"/>
                </a:lnTo>
                <a:lnTo>
                  <a:pt x="3657600" y="1943100"/>
                </a:lnTo>
                <a:lnTo>
                  <a:pt x="3714750" y="1885950"/>
                </a:lnTo>
                <a:lnTo>
                  <a:pt x="3771900" y="1828800"/>
                </a:lnTo>
                <a:lnTo>
                  <a:pt x="3829050" y="1771650"/>
                </a:lnTo>
                <a:lnTo>
                  <a:pt x="3886200" y="1714500"/>
                </a:lnTo>
                <a:lnTo>
                  <a:pt x="3943350" y="1657350"/>
                </a:lnTo>
                <a:lnTo>
                  <a:pt x="4000500" y="1600200"/>
                </a:lnTo>
                <a:lnTo>
                  <a:pt x="4057650" y="1543050"/>
                </a:lnTo>
                <a:lnTo>
                  <a:pt x="4114800" y="1485900"/>
                </a:lnTo>
                <a:lnTo>
                  <a:pt x="4171950" y="1428750"/>
                </a:lnTo>
                <a:lnTo>
                  <a:pt x="4229100" y="1371600"/>
                </a:lnTo>
                <a:lnTo>
                  <a:pt x="4286250" y="1314450"/>
                </a:lnTo>
                <a:lnTo>
                  <a:pt x="4343400" y="1257300"/>
                </a:lnTo>
                <a:lnTo>
                  <a:pt x="4400550" y="1200150"/>
                </a:lnTo>
                <a:lnTo>
                  <a:pt x="4457700" y="1143000"/>
                </a:lnTo>
                <a:lnTo>
                  <a:pt x="4514850" y="1085850"/>
                </a:lnTo>
                <a:lnTo>
                  <a:pt x="4572000" y="1028700"/>
                </a:lnTo>
                <a:lnTo>
                  <a:pt x="4629150" y="971550"/>
                </a:lnTo>
                <a:lnTo>
                  <a:pt x="4686300" y="914400"/>
                </a:lnTo>
                <a:lnTo>
                  <a:pt x="4743450" y="857250"/>
                </a:lnTo>
                <a:lnTo>
                  <a:pt x="4800600" y="800100"/>
                </a:lnTo>
                <a:lnTo>
                  <a:pt x="4857750" y="742950"/>
                </a:lnTo>
                <a:lnTo>
                  <a:pt x="4914900" y="685800"/>
                </a:lnTo>
                <a:lnTo>
                  <a:pt x="4972050" y="628650"/>
                </a:lnTo>
                <a:lnTo>
                  <a:pt x="5029200" y="571500"/>
                </a:lnTo>
                <a:lnTo>
                  <a:pt x="5086350" y="514350"/>
                </a:lnTo>
                <a:lnTo>
                  <a:pt x="5143500" y="457200"/>
                </a:lnTo>
                <a:lnTo>
                  <a:pt x="5200650" y="400050"/>
                </a:lnTo>
                <a:lnTo>
                  <a:pt x="5257800" y="342900"/>
                </a:lnTo>
                <a:lnTo>
                  <a:pt x="5314950" y="285750"/>
                </a:lnTo>
                <a:lnTo>
                  <a:pt x="5372100" y="228600"/>
                </a:lnTo>
                <a:lnTo>
                  <a:pt x="5429250" y="171450"/>
                </a:lnTo>
                <a:lnTo>
                  <a:pt x="5486400" y="114300"/>
                </a:lnTo>
                <a:lnTo>
                  <a:pt x="5543550" y="57150"/>
                </a:lnTo>
                <a:lnTo>
                  <a:pt x="5600700" y="0"/>
                </a:lnTo>
                <a:lnTo>
                  <a:pt x="5657850" y="38100"/>
                </a:lnTo>
                <a:lnTo>
                  <a:pt x="5715000" y="95250"/>
                </a:lnTo>
                <a:lnTo>
                  <a:pt x="5772150" y="152400"/>
                </a:lnTo>
                <a:lnTo>
                  <a:pt x="5829300" y="209550"/>
                </a:lnTo>
                <a:lnTo>
                  <a:pt x="5886450" y="266700"/>
                </a:lnTo>
                <a:lnTo>
                  <a:pt x="5943600" y="323850"/>
                </a:lnTo>
                <a:lnTo>
                  <a:pt x="6000750" y="381000"/>
                </a:lnTo>
                <a:lnTo>
                  <a:pt x="6057900" y="438150"/>
                </a:lnTo>
                <a:lnTo>
                  <a:pt x="6115050" y="495300"/>
                </a:lnTo>
                <a:lnTo>
                  <a:pt x="6172200" y="552450"/>
                </a:lnTo>
                <a:lnTo>
                  <a:pt x="6229350" y="609600"/>
                </a:lnTo>
                <a:lnTo>
                  <a:pt x="6286500" y="666750"/>
                </a:lnTo>
                <a:lnTo>
                  <a:pt x="6343650" y="723900"/>
                </a:lnTo>
                <a:lnTo>
                  <a:pt x="6400800" y="781050"/>
                </a:lnTo>
                <a:lnTo>
                  <a:pt x="6457950" y="838200"/>
                </a:lnTo>
                <a:lnTo>
                  <a:pt x="6515100" y="895350"/>
                </a:lnTo>
                <a:lnTo>
                  <a:pt x="6572250" y="952500"/>
                </a:lnTo>
                <a:lnTo>
                  <a:pt x="6629400" y="1009650"/>
                </a:lnTo>
                <a:lnTo>
                  <a:pt x="6686550" y="1066800"/>
                </a:lnTo>
                <a:lnTo>
                  <a:pt x="6743700" y="1123950"/>
                </a:lnTo>
                <a:lnTo>
                  <a:pt x="6800850" y="1181100"/>
                </a:lnTo>
                <a:lnTo>
                  <a:pt x="6858000" y="1238250"/>
                </a:lnTo>
                <a:lnTo>
                  <a:pt x="6915150" y="1295400"/>
                </a:lnTo>
                <a:lnTo>
                  <a:pt x="6972300" y="1352550"/>
                </a:lnTo>
                <a:lnTo>
                  <a:pt x="7029450" y="1409700"/>
                </a:lnTo>
                <a:lnTo>
                  <a:pt x="7086600" y="1466850"/>
                </a:lnTo>
                <a:lnTo>
                  <a:pt x="7143750" y="1524000"/>
                </a:lnTo>
                <a:lnTo>
                  <a:pt x="7200900" y="1581150"/>
                </a:lnTo>
                <a:lnTo>
                  <a:pt x="7258050" y="1638300"/>
                </a:lnTo>
                <a:lnTo>
                  <a:pt x="7315200" y="1695450"/>
                </a:lnTo>
                <a:lnTo>
                  <a:pt x="7372350" y="1752600"/>
                </a:lnTo>
                <a:lnTo>
                  <a:pt x="7429500" y="1809750"/>
                </a:lnTo>
                <a:lnTo>
                  <a:pt x="7486650" y="1866900"/>
                </a:lnTo>
                <a:lnTo>
                  <a:pt x="7543800" y="1924050"/>
                </a:lnTo>
                <a:lnTo>
                  <a:pt x="7600950" y="1981200"/>
                </a:lnTo>
                <a:lnTo>
                  <a:pt x="7658100" y="2038350"/>
                </a:lnTo>
                <a:lnTo>
                  <a:pt x="7715250" y="2095500"/>
                </a:lnTo>
                <a:lnTo>
                  <a:pt x="7772400" y="2152650"/>
                </a:lnTo>
                <a:lnTo>
                  <a:pt x="7829550" y="2209800"/>
                </a:lnTo>
                <a:lnTo>
                  <a:pt x="7886700" y="2266950"/>
                </a:lnTo>
                <a:lnTo>
                  <a:pt x="7943850" y="2324100"/>
                </a:lnTo>
                <a:lnTo>
                  <a:pt x="8001000" y="2381250"/>
                </a:lnTo>
                <a:lnTo>
                  <a:pt x="8058150" y="2438400"/>
                </a:lnTo>
                <a:lnTo>
                  <a:pt x="8115300" y="2495550"/>
                </a:lnTo>
                <a:lnTo>
                  <a:pt x="8172450" y="2552700"/>
                </a:lnTo>
                <a:lnTo>
                  <a:pt x="8229600" y="2609850"/>
                </a:lnTo>
                <a:lnTo>
                  <a:pt x="8286750" y="2667000"/>
                </a:lnTo>
                <a:lnTo>
                  <a:pt x="8343900" y="2724150"/>
                </a:lnTo>
                <a:lnTo>
                  <a:pt x="8401050" y="2781300"/>
                </a:lnTo>
                <a:lnTo>
                  <a:pt x="8458200" y="2838450"/>
                </a:lnTo>
                <a:lnTo>
                  <a:pt x="8515350" y="2895600"/>
                </a:lnTo>
                <a:lnTo>
                  <a:pt x="8572500" y="2952750"/>
                </a:lnTo>
                <a:lnTo>
                  <a:pt x="8629650" y="3009900"/>
                </a:lnTo>
                <a:lnTo>
                  <a:pt x="8686800" y="3067050"/>
                </a:lnTo>
                <a:lnTo>
                  <a:pt x="8743950" y="3124200"/>
                </a:lnTo>
                <a:lnTo>
                  <a:pt x="8801100" y="3181350"/>
                </a:lnTo>
                <a:lnTo>
                  <a:pt x="8858250" y="3238500"/>
                </a:lnTo>
                <a:lnTo>
                  <a:pt x="8915400" y="3295650"/>
                </a:lnTo>
                <a:lnTo>
                  <a:pt x="8972550" y="3352800"/>
                </a:lnTo>
                <a:lnTo>
                  <a:pt x="9029700" y="3409950"/>
                </a:lnTo>
                <a:lnTo>
                  <a:pt x="9086850" y="3467100"/>
                </a:lnTo>
                <a:lnTo>
                  <a:pt x="9144000" y="3524250"/>
                </a:lnTo>
                <a:lnTo>
                  <a:pt x="9201150" y="3581400"/>
                </a:lnTo>
                <a:lnTo>
                  <a:pt x="9258300" y="3638550"/>
                </a:lnTo>
                <a:lnTo>
                  <a:pt x="9315450" y="3695700"/>
                </a:lnTo>
                <a:lnTo>
                  <a:pt x="9372600" y="3752850"/>
                </a:lnTo>
                <a:lnTo>
                  <a:pt x="9429750" y="3810000"/>
                </a:lnTo>
                <a:lnTo>
                  <a:pt x="9486900" y="3867150"/>
                </a:lnTo>
                <a:lnTo>
                  <a:pt x="9544050" y="3924300"/>
                </a:lnTo>
                <a:lnTo>
                  <a:pt x="9601200" y="3981450"/>
                </a:lnTo>
                <a:lnTo>
                  <a:pt x="9658350" y="4038600"/>
                </a:lnTo>
                <a:lnTo>
                  <a:pt x="9658350" y="5029200"/>
                </a:lnTo>
                <a:lnTo>
                  <a:pt x="9601200" y="4972050"/>
                </a:lnTo>
                <a:lnTo>
                  <a:pt x="9544050" y="4914900"/>
                </a:lnTo>
                <a:lnTo>
                  <a:pt x="9486900" y="4857750"/>
                </a:lnTo>
                <a:lnTo>
                  <a:pt x="9429750" y="4800600"/>
                </a:lnTo>
                <a:lnTo>
                  <a:pt x="9372600" y="4743450"/>
                </a:lnTo>
                <a:lnTo>
                  <a:pt x="9315450" y="4686300"/>
                </a:lnTo>
                <a:lnTo>
                  <a:pt x="9258300" y="4629150"/>
                </a:lnTo>
                <a:lnTo>
                  <a:pt x="9201150" y="4572000"/>
                </a:lnTo>
                <a:lnTo>
                  <a:pt x="9144000" y="4514850"/>
                </a:lnTo>
                <a:lnTo>
                  <a:pt x="9086850" y="4457700"/>
                </a:lnTo>
                <a:lnTo>
                  <a:pt x="9029700" y="4400550"/>
                </a:lnTo>
                <a:lnTo>
                  <a:pt x="8972550" y="4343400"/>
                </a:lnTo>
                <a:lnTo>
                  <a:pt x="8915400" y="4286250"/>
                </a:lnTo>
                <a:lnTo>
                  <a:pt x="8858250" y="4229100"/>
                </a:lnTo>
                <a:lnTo>
                  <a:pt x="8801100" y="4171950"/>
                </a:lnTo>
                <a:lnTo>
                  <a:pt x="8743950" y="4114800"/>
                </a:lnTo>
                <a:lnTo>
                  <a:pt x="8686800" y="4057650"/>
                </a:lnTo>
                <a:lnTo>
                  <a:pt x="8629650" y="4000500"/>
                </a:lnTo>
                <a:lnTo>
                  <a:pt x="8572500" y="3943350"/>
                </a:lnTo>
                <a:lnTo>
                  <a:pt x="8515350" y="3886200"/>
                </a:lnTo>
                <a:lnTo>
                  <a:pt x="8458200" y="3829050"/>
                </a:lnTo>
                <a:lnTo>
                  <a:pt x="8401050" y="3771900"/>
                </a:lnTo>
                <a:lnTo>
                  <a:pt x="8343900" y="3714750"/>
                </a:lnTo>
                <a:lnTo>
                  <a:pt x="8286750" y="3657600"/>
                </a:lnTo>
                <a:lnTo>
                  <a:pt x="8229600" y="3600450"/>
                </a:lnTo>
                <a:lnTo>
                  <a:pt x="8172450" y="3543300"/>
                </a:lnTo>
                <a:lnTo>
                  <a:pt x="8115300" y="3486150"/>
                </a:lnTo>
                <a:lnTo>
                  <a:pt x="8058150" y="3429000"/>
                </a:lnTo>
                <a:lnTo>
                  <a:pt x="8001000" y="3371850"/>
                </a:lnTo>
                <a:lnTo>
                  <a:pt x="7943850" y="3314700"/>
                </a:lnTo>
                <a:lnTo>
                  <a:pt x="7886700" y="3257550"/>
                </a:lnTo>
                <a:lnTo>
                  <a:pt x="7829550" y="3200400"/>
                </a:lnTo>
                <a:lnTo>
                  <a:pt x="7772400" y="3143250"/>
                </a:lnTo>
                <a:lnTo>
                  <a:pt x="7715250" y="3086100"/>
                </a:lnTo>
                <a:lnTo>
                  <a:pt x="7658100" y="3028950"/>
                </a:lnTo>
                <a:lnTo>
                  <a:pt x="7600950" y="2971800"/>
                </a:lnTo>
                <a:lnTo>
                  <a:pt x="7543800" y="2914650"/>
                </a:lnTo>
                <a:lnTo>
                  <a:pt x="7486650" y="2857500"/>
                </a:lnTo>
                <a:lnTo>
                  <a:pt x="7429500" y="2800350"/>
                </a:lnTo>
                <a:lnTo>
                  <a:pt x="7372350" y="2743200"/>
                </a:lnTo>
                <a:lnTo>
                  <a:pt x="7315200" y="2686050"/>
                </a:lnTo>
                <a:lnTo>
                  <a:pt x="7258050" y="2628900"/>
                </a:lnTo>
                <a:lnTo>
                  <a:pt x="7200900" y="2571750"/>
                </a:lnTo>
                <a:lnTo>
                  <a:pt x="7143750" y="2514600"/>
                </a:lnTo>
                <a:lnTo>
                  <a:pt x="7086600" y="2457450"/>
                </a:lnTo>
                <a:lnTo>
                  <a:pt x="7029450" y="2400300"/>
                </a:lnTo>
                <a:lnTo>
                  <a:pt x="6972300" y="2343150"/>
                </a:lnTo>
                <a:lnTo>
                  <a:pt x="6915150" y="2286000"/>
                </a:lnTo>
                <a:lnTo>
                  <a:pt x="6858000" y="2228850"/>
                </a:lnTo>
                <a:lnTo>
                  <a:pt x="6800850" y="2171700"/>
                </a:lnTo>
                <a:lnTo>
                  <a:pt x="6743700" y="2114550"/>
                </a:lnTo>
                <a:lnTo>
                  <a:pt x="6686550" y="2057400"/>
                </a:lnTo>
                <a:lnTo>
                  <a:pt x="6629400" y="2000250"/>
                </a:lnTo>
                <a:lnTo>
                  <a:pt x="6572250" y="1943100"/>
                </a:lnTo>
                <a:lnTo>
                  <a:pt x="6515100" y="1885950"/>
                </a:lnTo>
                <a:lnTo>
                  <a:pt x="6457950" y="1828800"/>
                </a:lnTo>
                <a:lnTo>
                  <a:pt x="6400800" y="1771650"/>
                </a:lnTo>
                <a:lnTo>
                  <a:pt x="6343650" y="1714500"/>
                </a:lnTo>
                <a:lnTo>
                  <a:pt x="6286500" y="1657350"/>
                </a:lnTo>
                <a:lnTo>
                  <a:pt x="6229350" y="1600200"/>
                </a:lnTo>
                <a:lnTo>
                  <a:pt x="6172200" y="1543050"/>
                </a:lnTo>
                <a:lnTo>
                  <a:pt x="6115050" y="1485900"/>
                </a:lnTo>
                <a:lnTo>
                  <a:pt x="6057900" y="1428750"/>
                </a:lnTo>
                <a:lnTo>
                  <a:pt x="6000750" y="1371600"/>
                </a:lnTo>
                <a:lnTo>
                  <a:pt x="5943600" y="1314450"/>
                </a:lnTo>
                <a:lnTo>
                  <a:pt x="5886450" y="1257300"/>
                </a:lnTo>
                <a:lnTo>
                  <a:pt x="5829300" y="1200150"/>
                </a:lnTo>
                <a:lnTo>
                  <a:pt x="5772150" y="1143000"/>
                </a:lnTo>
                <a:lnTo>
                  <a:pt x="5715000" y="1085850"/>
                </a:lnTo>
                <a:lnTo>
                  <a:pt x="5657850" y="1028700"/>
                </a:lnTo>
                <a:lnTo>
                  <a:pt x="5600700" y="990600"/>
                </a:lnTo>
                <a:lnTo>
                  <a:pt x="5543550" y="1047750"/>
                </a:lnTo>
                <a:lnTo>
                  <a:pt x="5486400" y="1104900"/>
                </a:lnTo>
                <a:lnTo>
                  <a:pt x="5429250" y="1162050"/>
                </a:lnTo>
                <a:lnTo>
                  <a:pt x="5372100" y="1219200"/>
                </a:lnTo>
                <a:lnTo>
                  <a:pt x="5314950" y="1276350"/>
                </a:lnTo>
                <a:lnTo>
                  <a:pt x="5257800" y="1333500"/>
                </a:lnTo>
                <a:lnTo>
                  <a:pt x="5200650" y="1390650"/>
                </a:lnTo>
                <a:lnTo>
                  <a:pt x="5143500" y="1447800"/>
                </a:lnTo>
                <a:lnTo>
                  <a:pt x="5086350" y="1504950"/>
                </a:lnTo>
                <a:lnTo>
                  <a:pt x="5029200" y="1562100"/>
                </a:lnTo>
                <a:lnTo>
                  <a:pt x="4972050" y="1619250"/>
                </a:lnTo>
                <a:lnTo>
                  <a:pt x="4914900" y="1676400"/>
                </a:lnTo>
                <a:lnTo>
                  <a:pt x="4857750" y="1733550"/>
                </a:lnTo>
                <a:lnTo>
                  <a:pt x="4800600" y="1790700"/>
                </a:lnTo>
                <a:lnTo>
                  <a:pt x="4743450" y="1847850"/>
                </a:lnTo>
                <a:lnTo>
                  <a:pt x="4686300" y="1905000"/>
                </a:lnTo>
                <a:lnTo>
                  <a:pt x="4629150" y="1962150"/>
                </a:lnTo>
                <a:lnTo>
                  <a:pt x="4572000" y="2019300"/>
                </a:lnTo>
                <a:lnTo>
                  <a:pt x="4514850" y="2076450"/>
                </a:lnTo>
                <a:lnTo>
                  <a:pt x="4457700" y="2133600"/>
                </a:lnTo>
                <a:lnTo>
                  <a:pt x="4400550" y="2190750"/>
                </a:lnTo>
                <a:lnTo>
                  <a:pt x="4343400" y="2247900"/>
                </a:lnTo>
                <a:lnTo>
                  <a:pt x="4286250" y="2305050"/>
                </a:lnTo>
                <a:lnTo>
                  <a:pt x="4229100" y="2362200"/>
                </a:lnTo>
                <a:lnTo>
                  <a:pt x="4171950" y="2419350"/>
                </a:lnTo>
                <a:lnTo>
                  <a:pt x="4114800" y="2476500"/>
                </a:lnTo>
                <a:lnTo>
                  <a:pt x="4057650" y="2533650"/>
                </a:lnTo>
                <a:lnTo>
                  <a:pt x="4000500" y="2590800"/>
                </a:lnTo>
                <a:lnTo>
                  <a:pt x="3943350" y="2647950"/>
                </a:lnTo>
                <a:lnTo>
                  <a:pt x="3886200" y="2705100"/>
                </a:lnTo>
                <a:lnTo>
                  <a:pt x="3829050" y="2762250"/>
                </a:lnTo>
                <a:lnTo>
                  <a:pt x="3771900" y="2819400"/>
                </a:lnTo>
                <a:lnTo>
                  <a:pt x="3714750" y="2876550"/>
                </a:lnTo>
                <a:lnTo>
                  <a:pt x="3657600" y="2933700"/>
                </a:lnTo>
                <a:lnTo>
                  <a:pt x="3600450" y="2990850"/>
                </a:lnTo>
                <a:lnTo>
                  <a:pt x="3543300" y="3048000"/>
                </a:lnTo>
                <a:lnTo>
                  <a:pt x="3486150" y="3105150"/>
                </a:lnTo>
                <a:lnTo>
                  <a:pt x="3429000" y="3162300"/>
                </a:lnTo>
                <a:lnTo>
                  <a:pt x="3371850" y="3219450"/>
                </a:lnTo>
                <a:lnTo>
                  <a:pt x="3314700" y="3276600"/>
                </a:lnTo>
                <a:lnTo>
                  <a:pt x="3257550" y="3333750"/>
                </a:lnTo>
                <a:lnTo>
                  <a:pt x="3200400" y="3390900"/>
                </a:lnTo>
                <a:lnTo>
                  <a:pt x="3143250" y="3448050"/>
                </a:lnTo>
                <a:lnTo>
                  <a:pt x="3086100" y="3505200"/>
                </a:lnTo>
                <a:lnTo>
                  <a:pt x="3028950" y="3562350"/>
                </a:lnTo>
                <a:lnTo>
                  <a:pt x="2971800" y="3619500"/>
                </a:lnTo>
                <a:lnTo>
                  <a:pt x="2914650" y="3676650"/>
                </a:lnTo>
                <a:lnTo>
                  <a:pt x="2857500" y="3733800"/>
                </a:lnTo>
                <a:lnTo>
                  <a:pt x="2800350" y="3790950"/>
                </a:lnTo>
                <a:lnTo>
                  <a:pt x="2743200" y="3848100"/>
                </a:lnTo>
                <a:lnTo>
                  <a:pt x="2686050" y="3905250"/>
                </a:lnTo>
                <a:lnTo>
                  <a:pt x="2628900" y="3962400"/>
                </a:lnTo>
                <a:lnTo>
                  <a:pt x="2571750" y="4019550"/>
                </a:lnTo>
                <a:lnTo>
                  <a:pt x="2514600" y="4076700"/>
                </a:lnTo>
                <a:lnTo>
                  <a:pt x="2457450" y="4133850"/>
                </a:lnTo>
                <a:lnTo>
                  <a:pt x="2400300" y="4191000"/>
                </a:lnTo>
                <a:lnTo>
                  <a:pt x="2343150" y="4248150"/>
                </a:lnTo>
                <a:lnTo>
                  <a:pt x="2286000" y="4305300"/>
                </a:lnTo>
                <a:lnTo>
                  <a:pt x="2228850" y="4362450"/>
                </a:lnTo>
                <a:lnTo>
                  <a:pt x="2171700" y="4419600"/>
                </a:lnTo>
                <a:lnTo>
                  <a:pt x="2114550" y="4476750"/>
                </a:lnTo>
                <a:lnTo>
                  <a:pt x="2057400" y="4533900"/>
                </a:lnTo>
                <a:lnTo>
                  <a:pt x="2000250" y="4591050"/>
                </a:lnTo>
                <a:lnTo>
                  <a:pt x="1943100" y="4648200"/>
                </a:lnTo>
                <a:lnTo>
                  <a:pt x="1885950" y="4705350"/>
                </a:lnTo>
                <a:lnTo>
                  <a:pt x="1828800" y="4762500"/>
                </a:lnTo>
                <a:lnTo>
                  <a:pt x="1771650" y="4819650"/>
                </a:lnTo>
                <a:lnTo>
                  <a:pt x="1714500" y="4876800"/>
                </a:lnTo>
                <a:lnTo>
                  <a:pt x="1657350" y="4933950"/>
                </a:lnTo>
                <a:lnTo>
                  <a:pt x="1600200" y="4991100"/>
                </a:lnTo>
                <a:lnTo>
                  <a:pt x="1543050" y="5048250"/>
                </a:lnTo>
                <a:lnTo>
                  <a:pt x="1485900" y="5105400"/>
                </a:lnTo>
                <a:lnTo>
                  <a:pt x="1428750" y="5162550"/>
                </a:lnTo>
                <a:lnTo>
                  <a:pt x="1371600" y="5219700"/>
                </a:lnTo>
                <a:lnTo>
                  <a:pt x="1314450" y="5276850"/>
                </a:lnTo>
                <a:lnTo>
                  <a:pt x="1257300" y="5334000"/>
                </a:lnTo>
                <a:lnTo>
                  <a:pt x="1200150" y="5391150"/>
                </a:lnTo>
                <a:lnTo>
                  <a:pt x="1143000" y="5448300"/>
                </a:lnTo>
                <a:lnTo>
                  <a:pt x="1085850" y="5505450"/>
                </a:lnTo>
                <a:lnTo>
                  <a:pt x="1028700" y="5562600"/>
                </a:lnTo>
                <a:lnTo>
                  <a:pt x="971550" y="5619750"/>
                </a:lnTo>
                <a:lnTo>
                  <a:pt x="914400" y="5657850"/>
                </a:lnTo>
                <a:lnTo>
                  <a:pt x="857250" y="5657850"/>
                </a:lnTo>
                <a:lnTo>
                  <a:pt x="800100" y="5657850"/>
                </a:lnTo>
                <a:lnTo>
                  <a:pt x="742950" y="5657850"/>
                </a:lnTo>
                <a:lnTo>
                  <a:pt x="685800" y="5657850"/>
                </a:lnTo>
                <a:lnTo>
                  <a:pt x="628650" y="5657850"/>
                </a:lnTo>
                <a:lnTo>
                  <a:pt x="571500" y="5657850"/>
                </a:lnTo>
                <a:lnTo>
                  <a:pt x="514350" y="5657850"/>
                </a:lnTo>
                <a:lnTo>
                  <a:pt x="457200" y="5657850"/>
                </a:lnTo>
                <a:lnTo>
                  <a:pt x="400050" y="5657850"/>
                </a:lnTo>
                <a:lnTo>
                  <a:pt x="342900" y="5657850"/>
                </a:lnTo>
                <a:lnTo>
                  <a:pt x="285750" y="5657850"/>
                </a:lnTo>
                <a:lnTo>
                  <a:pt x="228600" y="5657850"/>
                </a:lnTo>
                <a:lnTo>
                  <a:pt x="171450" y="5657850"/>
                </a:lnTo>
                <a:lnTo>
                  <a:pt x="114300" y="5657850"/>
                </a:lnTo>
                <a:lnTo>
                  <a:pt x="57150" y="5657850"/>
                </a:lnTo>
                <a:lnTo>
                  <a:pt x="0" y="5657850"/>
                </a:lnTo>
                <a:close/>
              </a:path>
            </a:pathLst>
          </a:cu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yramid-band-1"/>
          <p:cNvSpPr/>
          <p:nvPr/>
        </p:nvSpPr>
        <p:spPr>
          <a:xfrm>
            <a:off x="20859750" y="11582400"/>
            <a:ext cx="8686800" cy="4667250"/>
          </a:xfrm>
          <a:custGeom>
            <a:avLst/>
            <a:gdLst/>
            <a:ahLst/>
            <a:cxnLst/>
            <a:rect l="l" t="t" r="r" b="b"/>
            <a:pathLst>
              <a:path w="8686800" h="4667250">
                <a:moveTo>
                  <a:pt x="0" y="4629150"/>
                </a:moveTo>
                <a:lnTo>
                  <a:pt x="57150" y="4572000"/>
                </a:lnTo>
                <a:lnTo>
                  <a:pt x="114300" y="4514850"/>
                </a:lnTo>
                <a:lnTo>
                  <a:pt x="171450" y="4457700"/>
                </a:lnTo>
                <a:lnTo>
                  <a:pt x="228600" y="4400550"/>
                </a:lnTo>
                <a:lnTo>
                  <a:pt x="285750" y="4343400"/>
                </a:lnTo>
                <a:lnTo>
                  <a:pt x="342900" y="4286250"/>
                </a:lnTo>
                <a:lnTo>
                  <a:pt x="400050" y="4229100"/>
                </a:lnTo>
                <a:lnTo>
                  <a:pt x="457200" y="4171950"/>
                </a:lnTo>
                <a:lnTo>
                  <a:pt x="514350" y="4114800"/>
                </a:lnTo>
                <a:lnTo>
                  <a:pt x="571500" y="4057650"/>
                </a:lnTo>
                <a:lnTo>
                  <a:pt x="628650" y="4000500"/>
                </a:lnTo>
                <a:lnTo>
                  <a:pt x="685800" y="3943350"/>
                </a:lnTo>
                <a:lnTo>
                  <a:pt x="742950" y="3886200"/>
                </a:lnTo>
                <a:lnTo>
                  <a:pt x="800100" y="3829050"/>
                </a:lnTo>
                <a:lnTo>
                  <a:pt x="857250" y="3771900"/>
                </a:lnTo>
                <a:lnTo>
                  <a:pt x="914400" y="3714750"/>
                </a:lnTo>
                <a:lnTo>
                  <a:pt x="971550" y="3657600"/>
                </a:lnTo>
                <a:lnTo>
                  <a:pt x="1028700" y="3600450"/>
                </a:lnTo>
                <a:lnTo>
                  <a:pt x="1085850" y="3543300"/>
                </a:lnTo>
                <a:lnTo>
                  <a:pt x="1143000" y="3486150"/>
                </a:lnTo>
                <a:lnTo>
                  <a:pt x="1200150" y="3429000"/>
                </a:lnTo>
                <a:lnTo>
                  <a:pt x="1257300" y="3371850"/>
                </a:lnTo>
                <a:lnTo>
                  <a:pt x="1314450" y="3314700"/>
                </a:lnTo>
                <a:lnTo>
                  <a:pt x="1371600" y="3257550"/>
                </a:lnTo>
                <a:lnTo>
                  <a:pt x="1428750" y="3200400"/>
                </a:lnTo>
                <a:lnTo>
                  <a:pt x="1485900" y="3143250"/>
                </a:lnTo>
                <a:lnTo>
                  <a:pt x="1543050" y="3086100"/>
                </a:lnTo>
                <a:lnTo>
                  <a:pt x="1600200" y="3028950"/>
                </a:lnTo>
                <a:lnTo>
                  <a:pt x="1657350" y="2971800"/>
                </a:lnTo>
                <a:lnTo>
                  <a:pt x="1714500" y="2914650"/>
                </a:lnTo>
                <a:lnTo>
                  <a:pt x="1771650" y="2857500"/>
                </a:lnTo>
                <a:lnTo>
                  <a:pt x="1828800" y="2800350"/>
                </a:lnTo>
                <a:lnTo>
                  <a:pt x="1885950" y="2743200"/>
                </a:lnTo>
                <a:lnTo>
                  <a:pt x="1943100" y="2686050"/>
                </a:lnTo>
                <a:lnTo>
                  <a:pt x="2000250" y="2628900"/>
                </a:lnTo>
                <a:lnTo>
                  <a:pt x="2057400" y="2571750"/>
                </a:lnTo>
                <a:lnTo>
                  <a:pt x="2114550" y="2514600"/>
                </a:lnTo>
                <a:lnTo>
                  <a:pt x="2171700" y="2457450"/>
                </a:lnTo>
                <a:lnTo>
                  <a:pt x="2228850" y="2400300"/>
                </a:lnTo>
                <a:lnTo>
                  <a:pt x="2286000" y="2343150"/>
                </a:lnTo>
                <a:lnTo>
                  <a:pt x="2343150" y="2286000"/>
                </a:lnTo>
                <a:lnTo>
                  <a:pt x="2400300" y="2228850"/>
                </a:lnTo>
                <a:lnTo>
                  <a:pt x="2457450" y="2171700"/>
                </a:lnTo>
                <a:lnTo>
                  <a:pt x="2514600" y="2114550"/>
                </a:lnTo>
                <a:lnTo>
                  <a:pt x="2571750" y="2057400"/>
                </a:lnTo>
                <a:lnTo>
                  <a:pt x="2628900" y="2000250"/>
                </a:lnTo>
                <a:lnTo>
                  <a:pt x="2686050" y="1943100"/>
                </a:lnTo>
                <a:lnTo>
                  <a:pt x="2743200" y="1885950"/>
                </a:lnTo>
                <a:lnTo>
                  <a:pt x="2800350" y="1828800"/>
                </a:lnTo>
                <a:lnTo>
                  <a:pt x="2857500" y="1771650"/>
                </a:lnTo>
                <a:lnTo>
                  <a:pt x="2914650" y="1714500"/>
                </a:lnTo>
                <a:lnTo>
                  <a:pt x="2971800" y="1657350"/>
                </a:lnTo>
                <a:lnTo>
                  <a:pt x="3028950" y="1600200"/>
                </a:lnTo>
                <a:lnTo>
                  <a:pt x="3086100" y="1543050"/>
                </a:lnTo>
                <a:lnTo>
                  <a:pt x="3143250" y="1485900"/>
                </a:lnTo>
                <a:lnTo>
                  <a:pt x="3200400" y="1428750"/>
                </a:lnTo>
                <a:lnTo>
                  <a:pt x="3257550" y="1371600"/>
                </a:lnTo>
                <a:lnTo>
                  <a:pt x="3314700" y="1314450"/>
                </a:lnTo>
                <a:lnTo>
                  <a:pt x="3371850" y="1257300"/>
                </a:lnTo>
                <a:lnTo>
                  <a:pt x="3429000" y="1200150"/>
                </a:lnTo>
                <a:lnTo>
                  <a:pt x="3486150" y="1143000"/>
                </a:lnTo>
                <a:lnTo>
                  <a:pt x="3543300" y="1085850"/>
                </a:lnTo>
                <a:lnTo>
                  <a:pt x="3600450" y="1028700"/>
                </a:lnTo>
                <a:lnTo>
                  <a:pt x="3657600" y="971550"/>
                </a:lnTo>
                <a:lnTo>
                  <a:pt x="3714750" y="914400"/>
                </a:lnTo>
                <a:lnTo>
                  <a:pt x="3771900" y="857250"/>
                </a:lnTo>
                <a:lnTo>
                  <a:pt x="3829050" y="800100"/>
                </a:lnTo>
                <a:lnTo>
                  <a:pt x="3886200" y="742950"/>
                </a:lnTo>
                <a:lnTo>
                  <a:pt x="3943350" y="685800"/>
                </a:lnTo>
                <a:lnTo>
                  <a:pt x="4000500" y="628650"/>
                </a:lnTo>
                <a:lnTo>
                  <a:pt x="4057650" y="571500"/>
                </a:lnTo>
                <a:lnTo>
                  <a:pt x="4114800" y="514350"/>
                </a:lnTo>
                <a:lnTo>
                  <a:pt x="4171950" y="457200"/>
                </a:lnTo>
                <a:lnTo>
                  <a:pt x="4229100" y="400050"/>
                </a:lnTo>
                <a:lnTo>
                  <a:pt x="4286250" y="342900"/>
                </a:lnTo>
                <a:lnTo>
                  <a:pt x="4343400" y="285750"/>
                </a:lnTo>
                <a:lnTo>
                  <a:pt x="4400550" y="228600"/>
                </a:lnTo>
                <a:lnTo>
                  <a:pt x="4457700" y="171450"/>
                </a:lnTo>
                <a:lnTo>
                  <a:pt x="4514850" y="114300"/>
                </a:lnTo>
                <a:lnTo>
                  <a:pt x="4572000" y="57150"/>
                </a:lnTo>
                <a:lnTo>
                  <a:pt x="4629150" y="0"/>
                </a:lnTo>
                <a:lnTo>
                  <a:pt x="4686300" y="38100"/>
                </a:lnTo>
                <a:lnTo>
                  <a:pt x="4743450" y="95250"/>
                </a:lnTo>
                <a:lnTo>
                  <a:pt x="4800600" y="152400"/>
                </a:lnTo>
                <a:lnTo>
                  <a:pt x="4857750" y="209550"/>
                </a:lnTo>
                <a:lnTo>
                  <a:pt x="4914900" y="266700"/>
                </a:lnTo>
                <a:lnTo>
                  <a:pt x="4972050" y="323850"/>
                </a:lnTo>
                <a:lnTo>
                  <a:pt x="5029200" y="381000"/>
                </a:lnTo>
                <a:lnTo>
                  <a:pt x="5086350" y="438150"/>
                </a:lnTo>
                <a:lnTo>
                  <a:pt x="5143500" y="495300"/>
                </a:lnTo>
                <a:lnTo>
                  <a:pt x="5200650" y="552450"/>
                </a:lnTo>
                <a:lnTo>
                  <a:pt x="5257800" y="609600"/>
                </a:lnTo>
                <a:lnTo>
                  <a:pt x="5314950" y="666750"/>
                </a:lnTo>
                <a:lnTo>
                  <a:pt x="5372100" y="723900"/>
                </a:lnTo>
                <a:lnTo>
                  <a:pt x="5429250" y="781050"/>
                </a:lnTo>
                <a:lnTo>
                  <a:pt x="5486400" y="838200"/>
                </a:lnTo>
                <a:lnTo>
                  <a:pt x="5543550" y="895350"/>
                </a:lnTo>
                <a:lnTo>
                  <a:pt x="5600700" y="952500"/>
                </a:lnTo>
                <a:lnTo>
                  <a:pt x="5657850" y="1009650"/>
                </a:lnTo>
                <a:lnTo>
                  <a:pt x="5715000" y="1066800"/>
                </a:lnTo>
                <a:lnTo>
                  <a:pt x="5772150" y="1123950"/>
                </a:lnTo>
                <a:lnTo>
                  <a:pt x="5829300" y="1181100"/>
                </a:lnTo>
                <a:lnTo>
                  <a:pt x="5886450" y="1238250"/>
                </a:lnTo>
                <a:lnTo>
                  <a:pt x="5943600" y="1295400"/>
                </a:lnTo>
                <a:lnTo>
                  <a:pt x="6000750" y="1352550"/>
                </a:lnTo>
                <a:lnTo>
                  <a:pt x="6057900" y="1409700"/>
                </a:lnTo>
                <a:lnTo>
                  <a:pt x="6115050" y="1466850"/>
                </a:lnTo>
                <a:lnTo>
                  <a:pt x="6172200" y="1524000"/>
                </a:lnTo>
                <a:lnTo>
                  <a:pt x="6229350" y="1581150"/>
                </a:lnTo>
                <a:lnTo>
                  <a:pt x="6286500" y="1638300"/>
                </a:lnTo>
                <a:lnTo>
                  <a:pt x="6343650" y="1695450"/>
                </a:lnTo>
                <a:lnTo>
                  <a:pt x="6400800" y="1752600"/>
                </a:lnTo>
                <a:lnTo>
                  <a:pt x="6457950" y="1809750"/>
                </a:lnTo>
                <a:lnTo>
                  <a:pt x="6515100" y="1866900"/>
                </a:lnTo>
                <a:lnTo>
                  <a:pt x="6572250" y="1924050"/>
                </a:lnTo>
                <a:lnTo>
                  <a:pt x="6629400" y="1981200"/>
                </a:lnTo>
                <a:lnTo>
                  <a:pt x="6686550" y="2038350"/>
                </a:lnTo>
                <a:lnTo>
                  <a:pt x="6743700" y="2095500"/>
                </a:lnTo>
                <a:lnTo>
                  <a:pt x="6800850" y="2152650"/>
                </a:lnTo>
                <a:lnTo>
                  <a:pt x="6858000" y="2209800"/>
                </a:lnTo>
                <a:lnTo>
                  <a:pt x="6915150" y="2266950"/>
                </a:lnTo>
                <a:lnTo>
                  <a:pt x="6972300" y="2324100"/>
                </a:lnTo>
                <a:lnTo>
                  <a:pt x="7029450" y="2381250"/>
                </a:lnTo>
                <a:lnTo>
                  <a:pt x="7086600" y="2438400"/>
                </a:lnTo>
                <a:lnTo>
                  <a:pt x="7143750" y="2495550"/>
                </a:lnTo>
                <a:lnTo>
                  <a:pt x="7200900" y="2552700"/>
                </a:lnTo>
                <a:lnTo>
                  <a:pt x="7258050" y="2609850"/>
                </a:lnTo>
                <a:lnTo>
                  <a:pt x="7315200" y="2667000"/>
                </a:lnTo>
                <a:lnTo>
                  <a:pt x="7372350" y="2724150"/>
                </a:lnTo>
                <a:lnTo>
                  <a:pt x="7429500" y="2781300"/>
                </a:lnTo>
                <a:lnTo>
                  <a:pt x="7486650" y="2838450"/>
                </a:lnTo>
                <a:lnTo>
                  <a:pt x="7543800" y="2895600"/>
                </a:lnTo>
                <a:lnTo>
                  <a:pt x="7600950" y="2952750"/>
                </a:lnTo>
                <a:lnTo>
                  <a:pt x="7658100" y="3009900"/>
                </a:lnTo>
                <a:lnTo>
                  <a:pt x="7715250" y="3067050"/>
                </a:lnTo>
                <a:lnTo>
                  <a:pt x="7772400" y="3124200"/>
                </a:lnTo>
                <a:lnTo>
                  <a:pt x="7829550" y="3181350"/>
                </a:lnTo>
                <a:lnTo>
                  <a:pt x="7886700" y="3238500"/>
                </a:lnTo>
                <a:lnTo>
                  <a:pt x="7943850" y="3295650"/>
                </a:lnTo>
                <a:lnTo>
                  <a:pt x="8001000" y="3352800"/>
                </a:lnTo>
                <a:lnTo>
                  <a:pt x="8058150" y="3409950"/>
                </a:lnTo>
                <a:lnTo>
                  <a:pt x="8115300" y="3467100"/>
                </a:lnTo>
                <a:lnTo>
                  <a:pt x="8172450" y="3524250"/>
                </a:lnTo>
                <a:lnTo>
                  <a:pt x="8229600" y="3581400"/>
                </a:lnTo>
                <a:lnTo>
                  <a:pt x="8286750" y="3638550"/>
                </a:lnTo>
                <a:lnTo>
                  <a:pt x="8343900" y="3695700"/>
                </a:lnTo>
                <a:lnTo>
                  <a:pt x="8401050" y="3752850"/>
                </a:lnTo>
                <a:lnTo>
                  <a:pt x="8458200" y="3810000"/>
                </a:lnTo>
                <a:lnTo>
                  <a:pt x="8515350" y="3867150"/>
                </a:lnTo>
                <a:lnTo>
                  <a:pt x="8572500" y="3924300"/>
                </a:lnTo>
                <a:lnTo>
                  <a:pt x="8629650" y="3981450"/>
                </a:lnTo>
                <a:lnTo>
                  <a:pt x="8686800" y="4038600"/>
                </a:lnTo>
                <a:lnTo>
                  <a:pt x="8686800" y="4667250"/>
                </a:lnTo>
                <a:lnTo>
                  <a:pt x="8629650" y="4667250"/>
                </a:lnTo>
                <a:lnTo>
                  <a:pt x="8572500" y="4667250"/>
                </a:lnTo>
                <a:lnTo>
                  <a:pt x="8515350" y="4667250"/>
                </a:lnTo>
                <a:lnTo>
                  <a:pt x="8458200" y="4667250"/>
                </a:lnTo>
                <a:lnTo>
                  <a:pt x="8401050" y="4667250"/>
                </a:lnTo>
                <a:lnTo>
                  <a:pt x="8343900" y="4667250"/>
                </a:lnTo>
                <a:lnTo>
                  <a:pt x="8286750" y="4629150"/>
                </a:lnTo>
                <a:lnTo>
                  <a:pt x="8229600" y="4572000"/>
                </a:lnTo>
                <a:lnTo>
                  <a:pt x="8172450" y="4514850"/>
                </a:lnTo>
                <a:lnTo>
                  <a:pt x="8115300" y="4457700"/>
                </a:lnTo>
                <a:lnTo>
                  <a:pt x="8058150" y="4400550"/>
                </a:lnTo>
                <a:lnTo>
                  <a:pt x="8001000" y="4343400"/>
                </a:lnTo>
                <a:lnTo>
                  <a:pt x="7943850" y="4286250"/>
                </a:lnTo>
                <a:lnTo>
                  <a:pt x="7886700" y="4229100"/>
                </a:lnTo>
                <a:lnTo>
                  <a:pt x="7829550" y="4171950"/>
                </a:lnTo>
                <a:lnTo>
                  <a:pt x="7772400" y="4114800"/>
                </a:lnTo>
                <a:lnTo>
                  <a:pt x="7715250" y="4057650"/>
                </a:lnTo>
                <a:lnTo>
                  <a:pt x="7658100" y="4000500"/>
                </a:lnTo>
                <a:lnTo>
                  <a:pt x="7600950" y="3943350"/>
                </a:lnTo>
                <a:lnTo>
                  <a:pt x="7543800" y="3886200"/>
                </a:lnTo>
                <a:lnTo>
                  <a:pt x="7486650" y="3829050"/>
                </a:lnTo>
                <a:lnTo>
                  <a:pt x="7429500" y="3771900"/>
                </a:lnTo>
                <a:lnTo>
                  <a:pt x="7372350" y="3714750"/>
                </a:lnTo>
                <a:lnTo>
                  <a:pt x="7315200" y="3657600"/>
                </a:lnTo>
                <a:lnTo>
                  <a:pt x="7258050" y="3600450"/>
                </a:lnTo>
                <a:lnTo>
                  <a:pt x="7200900" y="3543300"/>
                </a:lnTo>
                <a:lnTo>
                  <a:pt x="7143750" y="3486150"/>
                </a:lnTo>
                <a:lnTo>
                  <a:pt x="7086600" y="3429000"/>
                </a:lnTo>
                <a:lnTo>
                  <a:pt x="7029450" y="3371850"/>
                </a:lnTo>
                <a:lnTo>
                  <a:pt x="6972300" y="3314700"/>
                </a:lnTo>
                <a:lnTo>
                  <a:pt x="6915150" y="3257550"/>
                </a:lnTo>
                <a:lnTo>
                  <a:pt x="6858000" y="3200400"/>
                </a:lnTo>
                <a:lnTo>
                  <a:pt x="6800850" y="3143250"/>
                </a:lnTo>
                <a:lnTo>
                  <a:pt x="6743700" y="3086100"/>
                </a:lnTo>
                <a:lnTo>
                  <a:pt x="6686550" y="3028950"/>
                </a:lnTo>
                <a:lnTo>
                  <a:pt x="6629400" y="2971800"/>
                </a:lnTo>
                <a:lnTo>
                  <a:pt x="6572250" y="2914650"/>
                </a:lnTo>
                <a:lnTo>
                  <a:pt x="6515100" y="2857500"/>
                </a:lnTo>
                <a:lnTo>
                  <a:pt x="6457950" y="2800350"/>
                </a:lnTo>
                <a:lnTo>
                  <a:pt x="6400800" y="2743200"/>
                </a:lnTo>
                <a:lnTo>
                  <a:pt x="6343650" y="2686050"/>
                </a:lnTo>
                <a:lnTo>
                  <a:pt x="6286500" y="2628900"/>
                </a:lnTo>
                <a:lnTo>
                  <a:pt x="6229350" y="2571750"/>
                </a:lnTo>
                <a:lnTo>
                  <a:pt x="6172200" y="2514600"/>
                </a:lnTo>
                <a:lnTo>
                  <a:pt x="6115050" y="2457450"/>
                </a:lnTo>
                <a:lnTo>
                  <a:pt x="6057900" y="2400300"/>
                </a:lnTo>
                <a:lnTo>
                  <a:pt x="6000750" y="2343150"/>
                </a:lnTo>
                <a:lnTo>
                  <a:pt x="5943600" y="2286000"/>
                </a:lnTo>
                <a:lnTo>
                  <a:pt x="5886450" y="2228850"/>
                </a:lnTo>
                <a:lnTo>
                  <a:pt x="5829300" y="2171700"/>
                </a:lnTo>
                <a:lnTo>
                  <a:pt x="5772150" y="2114550"/>
                </a:lnTo>
                <a:lnTo>
                  <a:pt x="5715000" y="2057400"/>
                </a:lnTo>
                <a:lnTo>
                  <a:pt x="5657850" y="2000250"/>
                </a:lnTo>
                <a:lnTo>
                  <a:pt x="5600700" y="1943100"/>
                </a:lnTo>
                <a:lnTo>
                  <a:pt x="5543550" y="1885950"/>
                </a:lnTo>
                <a:lnTo>
                  <a:pt x="5486400" y="1828800"/>
                </a:lnTo>
                <a:lnTo>
                  <a:pt x="5429250" y="1771650"/>
                </a:lnTo>
                <a:lnTo>
                  <a:pt x="5372100" y="1714500"/>
                </a:lnTo>
                <a:lnTo>
                  <a:pt x="5314950" y="1657350"/>
                </a:lnTo>
                <a:lnTo>
                  <a:pt x="5257800" y="1600200"/>
                </a:lnTo>
                <a:lnTo>
                  <a:pt x="5200650" y="1543050"/>
                </a:lnTo>
                <a:lnTo>
                  <a:pt x="5143500" y="1485900"/>
                </a:lnTo>
                <a:lnTo>
                  <a:pt x="5086350" y="1428750"/>
                </a:lnTo>
                <a:lnTo>
                  <a:pt x="5029200" y="1371600"/>
                </a:lnTo>
                <a:lnTo>
                  <a:pt x="4972050" y="1314450"/>
                </a:lnTo>
                <a:lnTo>
                  <a:pt x="4914900" y="1257300"/>
                </a:lnTo>
                <a:lnTo>
                  <a:pt x="4857750" y="1200150"/>
                </a:lnTo>
                <a:lnTo>
                  <a:pt x="4800600" y="1143000"/>
                </a:lnTo>
                <a:lnTo>
                  <a:pt x="4743450" y="1085850"/>
                </a:lnTo>
                <a:lnTo>
                  <a:pt x="4686300" y="1028700"/>
                </a:lnTo>
                <a:lnTo>
                  <a:pt x="4629150" y="990600"/>
                </a:lnTo>
                <a:lnTo>
                  <a:pt x="4572000" y="1047750"/>
                </a:lnTo>
                <a:lnTo>
                  <a:pt x="4514850" y="1104900"/>
                </a:lnTo>
                <a:lnTo>
                  <a:pt x="4457700" y="1162050"/>
                </a:lnTo>
                <a:lnTo>
                  <a:pt x="4400550" y="1219200"/>
                </a:lnTo>
                <a:lnTo>
                  <a:pt x="4343400" y="1276350"/>
                </a:lnTo>
                <a:lnTo>
                  <a:pt x="4286250" y="1333500"/>
                </a:lnTo>
                <a:lnTo>
                  <a:pt x="4229100" y="1390650"/>
                </a:lnTo>
                <a:lnTo>
                  <a:pt x="4171950" y="1447800"/>
                </a:lnTo>
                <a:lnTo>
                  <a:pt x="4114800" y="1504950"/>
                </a:lnTo>
                <a:lnTo>
                  <a:pt x="4057650" y="1562100"/>
                </a:lnTo>
                <a:lnTo>
                  <a:pt x="4000500" y="1619250"/>
                </a:lnTo>
                <a:lnTo>
                  <a:pt x="3943350" y="1676400"/>
                </a:lnTo>
                <a:lnTo>
                  <a:pt x="3886200" y="1733550"/>
                </a:lnTo>
                <a:lnTo>
                  <a:pt x="3829050" y="1790700"/>
                </a:lnTo>
                <a:lnTo>
                  <a:pt x="3771900" y="1847850"/>
                </a:lnTo>
                <a:lnTo>
                  <a:pt x="3714750" y="1905000"/>
                </a:lnTo>
                <a:lnTo>
                  <a:pt x="3657600" y="1962150"/>
                </a:lnTo>
                <a:lnTo>
                  <a:pt x="3600450" y="2019300"/>
                </a:lnTo>
                <a:lnTo>
                  <a:pt x="3543300" y="2076450"/>
                </a:lnTo>
                <a:lnTo>
                  <a:pt x="3486150" y="2133600"/>
                </a:lnTo>
                <a:lnTo>
                  <a:pt x="3429000" y="2190750"/>
                </a:lnTo>
                <a:lnTo>
                  <a:pt x="3371850" y="2247900"/>
                </a:lnTo>
                <a:lnTo>
                  <a:pt x="3314700" y="2305050"/>
                </a:lnTo>
                <a:lnTo>
                  <a:pt x="3257550" y="2362200"/>
                </a:lnTo>
                <a:lnTo>
                  <a:pt x="3200400" y="2419350"/>
                </a:lnTo>
                <a:lnTo>
                  <a:pt x="3143250" y="2476500"/>
                </a:lnTo>
                <a:lnTo>
                  <a:pt x="3086100" y="2533650"/>
                </a:lnTo>
                <a:lnTo>
                  <a:pt x="3028950" y="2590800"/>
                </a:lnTo>
                <a:lnTo>
                  <a:pt x="2971800" y="2647950"/>
                </a:lnTo>
                <a:lnTo>
                  <a:pt x="2914650" y="2705100"/>
                </a:lnTo>
                <a:lnTo>
                  <a:pt x="2857500" y="2762250"/>
                </a:lnTo>
                <a:lnTo>
                  <a:pt x="2800350" y="2819400"/>
                </a:lnTo>
                <a:lnTo>
                  <a:pt x="2743200" y="2876550"/>
                </a:lnTo>
                <a:lnTo>
                  <a:pt x="2686050" y="2933700"/>
                </a:lnTo>
                <a:lnTo>
                  <a:pt x="2628900" y="2990850"/>
                </a:lnTo>
                <a:lnTo>
                  <a:pt x="2571750" y="3048000"/>
                </a:lnTo>
                <a:lnTo>
                  <a:pt x="2514600" y="3105150"/>
                </a:lnTo>
                <a:lnTo>
                  <a:pt x="2457450" y="3162300"/>
                </a:lnTo>
                <a:lnTo>
                  <a:pt x="2400300" y="3219450"/>
                </a:lnTo>
                <a:lnTo>
                  <a:pt x="2343150" y="3276600"/>
                </a:lnTo>
                <a:lnTo>
                  <a:pt x="2286000" y="3333750"/>
                </a:lnTo>
                <a:lnTo>
                  <a:pt x="2228850" y="3390900"/>
                </a:lnTo>
                <a:lnTo>
                  <a:pt x="2171700" y="3448050"/>
                </a:lnTo>
                <a:lnTo>
                  <a:pt x="2114550" y="3505200"/>
                </a:lnTo>
                <a:lnTo>
                  <a:pt x="2057400" y="3562350"/>
                </a:lnTo>
                <a:lnTo>
                  <a:pt x="2000250" y="3619500"/>
                </a:lnTo>
                <a:lnTo>
                  <a:pt x="1943100" y="3676650"/>
                </a:lnTo>
                <a:lnTo>
                  <a:pt x="1885950" y="3733800"/>
                </a:lnTo>
                <a:lnTo>
                  <a:pt x="1828800" y="3790950"/>
                </a:lnTo>
                <a:lnTo>
                  <a:pt x="1771650" y="3848100"/>
                </a:lnTo>
                <a:lnTo>
                  <a:pt x="1714500" y="3905250"/>
                </a:lnTo>
                <a:lnTo>
                  <a:pt x="1657350" y="3962400"/>
                </a:lnTo>
                <a:lnTo>
                  <a:pt x="1600200" y="4019550"/>
                </a:lnTo>
                <a:lnTo>
                  <a:pt x="1543050" y="4076700"/>
                </a:lnTo>
                <a:lnTo>
                  <a:pt x="1485900" y="4133850"/>
                </a:lnTo>
                <a:lnTo>
                  <a:pt x="1428750" y="4191000"/>
                </a:lnTo>
                <a:lnTo>
                  <a:pt x="1371600" y="4248150"/>
                </a:lnTo>
                <a:lnTo>
                  <a:pt x="1314450" y="4305300"/>
                </a:lnTo>
                <a:lnTo>
                  <a:pt x="1257300" y="4362450"/>
                </a:lnTo>
                <a:lnTo>
                  <a:pt x="1200150" y="4419600"/>
                </a:lnTo>
                <a:lnTo>
                  <a:pt x="1143000" y="4476750"/>
                </a:lnTo>
                <a:lnTo>
                  <a:pt x="1085850" y="4533900"/>
                </a:lnTo>
                <a:lnTo>
                  <a:pt x="1028700" y="4591050"/>
                </a:lnTo>
                <a:lnTo>
                  <a:pt x="971550" y="4648200"/>
                </a:lnTo>
                <a:lnTo>
                  <a:pt x="914400" y="4667250"/>
                </a:lnTo>
                <a:lnTo>
                  <a:pt x="857250" y="4667250"/>
                </a:lnTo>
                <a:lnTo>
                  <a:pt x="800100" y="4667250"/>
                </a:lnTo>
                <a:lnTo>
                  <a:pt x="742950" y="4667250"/>
                </a:lnTo>
                <a:lnTo>
                  <a:pt x="685800" y="4667250"/>
                </a:lnTo>
                <a:lnTo>
                  <a:pt x="628650" y="4667250"/>
                </a:lnTo>
                <a:lnTo>
                  <a:pt x="571500" y="4667250"/>
                </a:lnTo>
                <a:lnTo>
                  <a:pt x="514350" y="4667250"/>
                </a:lnTo>
                <a:lnTo>
                  <a:pt x="457200" y="4667250"/>
                </a:lnTo>
                <a:lnTo>
                  <a:pt x="400050" y="4667250"/>
                </a:lnTo>
                <a:lnTo>
                  <a:pt x="342900" y="4667250"/>
                </a:lnTo>
                <a:lnTo>
                  <a:pt x="285750" y="4667250"/>
                </a:lnTo>
                <a:lnTo>
                  <a:pt x="228600" y="4667250"/>
                </a:lnTo>
                <a:lnTo>
                  <a:pt x="171450" y="4667250"/>
                </a:lnTo>
                <a:lnTo>
                  <a:pt x="114300" y="4667250"/>
                </a:lnTo>
                <a:lnTo>
                  <a:pt x="57150" y="4667250"/>
                </a:lnTo>
                <a:lnTo>
                  <a:pt x="0" y="4667250"/>
                </a:lnTo>
                <a:close/>
              </a:path>
            </a:pathLst>
          </a:custGeom>
          <a:solidFill>
            <a:srgbClr val="035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pyramid-band-2"/>
          <p:cNvSpPr/>
          <p:nvPr/>
        </p:nvSpPr>
        <p:spPr>
          <a:xfrm>
            <a:off x="21831300" y="12573000"/>
            <a:ext cx="7315200" cy="3676650"/>
          </a:xfrm>
          <a:custGeom>
            <a:avLst/>
            <a:gdLst/>
            <a:ahLst/>
            <a:cxnLst/>
            <a:rect l="l" t="t" r="r" b="b"/>
            <a:pathLst>
              <a:path w="7315200" h="3676650">
                <a:moveTo>
                  <a:pt x="0" y="3657600"/>
                </a:moveTo>
                <a:lnTo>
                  <a:pt x="57150" y="3600450"/>
                </a:lnTo>
                <a:lnTo>
                  <a:pt x="114300" y="3543300"/>
                </a:lnTo>
                <a:lnTo>
                  <a:pt x="171450" y="3486150"/>
                </a:lnTo>
                <a:lnTo>
                  <a:pt x="228600" y="3429000"/>
                </a:lnTo>
                <a:lnTo>
                  <a:pt x="285750" y="3371850"/>
                </a:lnTo>
                <a:lnTo>
                  <a:pt x="342900" y="3314700"/>
                </a:lnTo>
                <a:lnTo>
                  <a:pt x="400050" y="3257550"/>
                </a:lnTo>
                <a:lnTo>
                  <a:pt x="457200" y="3200400"/>
                </a:lnTo>
                <a:lnTo>
                  <a:pt x="514350" y="3143250"/>
                </a:lnTo>
                <a:lnTo>
                  <a:pt x="571500" y="3086100"/>
                </a:lnTo>
                <a:lnTo>
                  <a:pt x="628650" y="3028950"/>
                </a:lnTo>
                <a:lnTo>
                  <a:pt x="685800" y="2971800"/>
                </a:lnTo>
                <a:lnTo>
                  <a:pt x="742950" y="2914650"/>
                </a:lnTo>
                <a:lnTo>
                  <a:pt x="800100" y="2857500"/>
                </a:lnTo>
                <a:lnTo>
                  <a:pt x="857250" y="2800350"/>
                </a:lnTo>
                <a:lnTo>
                  <a:pt x="914400" y="2743200"/>
                </a:lnTo>
                <a:lnTo>
                  <a:pt x="971550" y="2686050"/>
                </a:lnTo>
                <a:lnTo>
                  <a:pt x="1028700" y="2628900"/>
                </a:lnTo>
                <a:lnTo>
                  <a:pt x="1085850" y="2571750"/>
                </a:lnTo>
                <a:lnTo>
                  <a:pt x="1143000" y="2514600"/>
                </a:lnTo>
                <a:lnTo>
                  <a:pt x="1200150" y="2457450"/>
                </a:lnTo>
                <a:lnTo>
                  <a:pt x="1257300" y="2400300"/>
                </a:lnTo>
                <a:lnTo>
                  <a:pt x="1314450" y="2343150"/>
                </a:lnTo>
                <a:lnTo>
                  <a:pt x="1371600" y="2286000"/>
                </a:lnTo>
                <a:lnTo>
                  <a:pt x="1428750" y="2228850"/>
                </a:lnTo>
                <a:lnTo>
                  <a:pt x="1485900" y="2171700"/>
                </a:lnTo>
                <a:lnTo>
                  <a:pt x="1543050" y="2114550"/>
                </a:lnTo>
                <a:lnTo>
                  <a:pt x="1600200" y="2057400"/>
                </a:lnTo>
                <a:lnTo>
                  <a:pt x="1657350" y="2000250"/>
                </a:lnTo>
                <a:lnTo>
                  <a:pt x="1714500" y="1943100"/>
                </a:lnTo>
                <a:lnTo>
                  <a:pt x="1771650" y="1885950"/>
                </a:lnTo>
                <a:lnTo>
                  <a:pt x="1828800" y="1828800"/>
                </a:lnTo>
                <a:lnTo>
                  <a:pt x="1885950" y="1771650"/>
                </a:lnTo>
                <a:lnTo>
                  <a:pt x="1943100" y="1714500"/>
                </a:lnTo>
                <a:lnTo>
                  <a:pt x="2000250" y="1657350"/>
                </a:lnTo>
                <a:lnTo>
                  <a:pt x="2057400" y="1600200"/>
                </a:lnTo>
                <a:lnTo>
                  <a:pt x="2114550" y="1543050"/>
                </a:lnTo>
                <a:lnTo>
                  <a:pt x="2171700" y="1485900"/>
                </a:lnTo>
                <a:lnTo>
                  <a:pt x="2228850" y="1428750"/>
                </a:lnTo>
                <a:lnTo>
                  <a:pt x="2286000" y="1371600"/>
                </a:lnTo>
                <a:lnTo>
                  <a:pt x="2343150" y="1314450"/>
                </a:lnTo>
                <a:lnTo>
                  <a:pt x="2400300" y="1257300"/>
                </a:lnTo>
                <a:lnTo>
                  <a:pt x="2457450" y="1200150"/>
                </a:lnTo>
                <a:lnTo>
                  <a:pt x="2514600" y="1143000"/>
                </a:lnTo>
                <a:lnTo>
                  <a:pt x="2571750" y="1085850"/>
                </a:lnTo>
                <a:lnTo>
                  <a:pt x="2628900" y="1028700"/>
                </a:lnTo>
                <a:lnTo>
                  <a:pt x="2686050" y="971550"/>
                </a:lnTo>
                <a:lnTo>
                  <a:pt x="2743200" y="914400"/>
                </a:lnTo>
                <a:lnTo>
                  <a:pt x="2800350" y="857250"/>
                </a:lnTo>
                <a:lnTo>
                  <a:pt x="2857500" y="800100"/>
                </a:lnTo>
                <a:lnTo>
                  <a:pt x="2914650" y="742950"/>
                </a:lnTo>
                <a:lnTo>
                  <a:pt x="2971800" y="685800"/>
                </a:lnTo>
                <a:lnTo>
                  <a:pt x="3028950" y="628650"/>
                </a:lnTo>
                <a:lnTo>
                  <a:pt x="3086100" y="571500"/>
                </a:lnTo>
                <a:lnTo>
                  <a:pt x="3143250" y="514350"/>
                </a:lnTo>
                <a:lnTo>
                  <a:pt x="3200400" y="457200"/>
                </a:lnTo>
                <a:lnTo>
                  <a:pt x="3257550" y="400050"/>
                </a:lnTo>
                <a:lnTo>
                  <a:pt x="3314700" y="342900"/>
                </a:lnTo>
                <a:lnTo>
                  <a:pt x="3371850" y="285750"/>
                </a:lnTo>
                <a:lnTo>
                  <a:pt x="3429000" y="228600"/>
                </a:lnTo>
                <a:lnTo>
                  <a:pt x="3486150" y="171450"/>
                </a:lnTo>
                <a:lnTo>
                  <a:pt x="3543300" y="114300"/>
                </a:lnTo>
                <a:lnTo>
                  <a:pt x="3600450" y="57150"/>
                </a:lnTo>
                <a:lnTo>
                  <a:pt x="3657600" y="0"/>
                </a:lnTo>
                <a:lnTo>
                  <a:pt x="3714750" y="38100"/>
                </a:lnTo>
                <a:lnTo>
                  <a:pt x="3771900" y="95250"/>
                </a:lnTo>
                <a:lnTo>
                  <a:pt x="3829050" y="152400"/>
                </a:lnTo>
                <a:lnTo>
                  <a:pt x="3886200" y="209550"/>
                </a:lnTo>
                <a:lnTo>
                  <a:pt x="3943350" y="266700"/>
                </a:lnTo>
                <a:lnTo>
                  <a:pt x="4000500" y="323850"/>
                </a:lnTo>
                <a:lnTo>
                  <a:pt x="4057650" y="381000"/>
                </a:lnTo>
                <a:lnTo>
                  <a:pt x="4114800" y="438150"/>
                </a:lnTo>
                <a:lnTo>
                  <a:pt x="4171950" y="495300"/>
                </a:lnTo>
                <a:lnTo>
                  <a:pt x="4229100" y="552450"/>
                </a:lnTo>
                <a:lnTo>
                  <a:pt x="4286250" y="609600"/>
                </a:lnTo>
                <a:lnTo>
                  <a:pt x="4343400" y="666750"/>
                </a:lnTo>
                <a:lnTo>
                  <a:pt x="4400550" y="723900"/>
                </a:lnTo>
                <a:lnTo>
                  <a:pt x="4457700" y="781050"/>
                </a:lnTo>
                <a:lnTo>
                  <a:pt x="4514850" y="838200"/>
                </a:lnTo>
                <a:lnTo>
                  <a:pt x="4572000" y="895350"/>
                </a:lnTo>
                <a:lnTo>
                  <a:pt x="4629150" y="952500"/>
                </a:lnTo>
                <a:lnTo>
                  <a:pt x="4686300" y="1009650"/>
                </a:lnTo>
                <a:lnTo>
                  <a:pt x="4743450" y="1066800"/>
                </a:lnTo>
                <a:lnTo>
                  <a:pt x="4800600" y="1123950"/>
                </a:lnTo>
                <a:lnTo>
                  <a:pt x="4857750" y="1181100"/>
                </a:lnTo>
                <a:lnTo>
                  <a:pt x="4914900" y="1238250"/>
                </a:lnTo>
                <a:lnTo>
                  <a:pt x="4972050" y="1295400"/>
                </a:lnTo>
                <a:lnTo>
                  <a:pt x="5029200" y="1352550"/>
                </a:lnTo>
                <a:lnTo>
                  <a:pt x="5086350" y="1409700"/>
                </a:lnTo>
                <a:lnTo>
                  <a:pt x="5143500" y="1466850"/>
                </a:lnTo>
                <a:lnTo>
                  <a:pt x="5200650" y="1524000"/>
                </a:lnTo>
                <a:lnTo>
                  <a:pt x="5257800" y="1581150"/>
                </a:lnTo>
                <a:lnTo>
                  <a:pt x="5314950" y="1638300"/>
                </a:lnTo>
                <a:lnTo>
                  <a:pt x="5372100" y="1695450"/>
                </a:lnTo>
                <a:lnTo>
                  <a:pt x="5429250" y="1752600"/>
                </a:lnTo>
                <a:lnTo>
                  <a:pt x="5486400" y="1809750"/>
                </a:lnTo>
                <a:lnTo>
                  <a:pt x="5543550" y="1866900"/>
                </a:lnTo>
                <a:lnTo>
                  <a:pt x="5600700" y="1924050"/>
                </a:lnTo>
                <a:lnTo>
                  <a:pt x="5657850" y="1981200"/>
                </a:lnTo>
                <a:lnTo>
                  <a:pt x="5715000" y="2038350"/>
                </a:lnTo>
                <a:lnTo>
                  <a:pt x="5772150" y="2095500"/>
                </a:lnTo>
                <a:lnTo>
                  <a:pt x="5829300" y="2152650"/>
                </a:lnTo>
                <a:lnTo>
                  <a:pt x="5886450" y="2209800"/>
                </a:lnTo>
                <a:lnTo>
                  <a:pt x="5943600" y="2266950"/>
                </a:lnTo>
                <a:lnTo>
                  <a:pt x="6000750" y="2324100"/>
                </a:lnTo>
                <a:lnTo>
                  <a:pt x="6057900" y="2381250"/>
                </a:lnTo>
                <a:lnTo>
                  <a:pt x="6115050" y="2438400"/>
                </a:lnTo>
                <a:lnTo>
                  <a:pt x="6172200" y="2495550"/>
                </a:lnTo>
                <a:lnTo>
                  <a:pt x="6229350" y="2552700"/>
                </a:lnTo>
                <a:lnTo>
                  <a:pt x="6286500" y="2609850"/>
                </a:lnTo>
                <a:lnTo>
                  <a:pt x="6343650" y="2667000"/>
                </a:lnTo>
                <a:lnTo>
                  <a:pt x="6400800" y="2724150"/>
                </a:lnTo>
                <a:lnTo>
                  <a:pt x="6457950" y="2781300"/>
                </a:lnTo>
                <a:lnTo>
                  <a:pt x="6515100" y="2838450"/>
                </a:lnTo>
                <a:lnTo>
                  <a:pt x="6572250" y="2895600"/>
                </a:lnTo>
                <a:lnTo>
                  <a:pt x="6629400" y="2952750"/>
                </a:lnTo>
                <a:lnTo>
                  <a:pt x="6686550" y="3009900"/>
                </a:lnTo>
                <a:lnTo>
                  <a:pt x="6743700" y="3067050"/>
                </a:lnTo>
                <a:lnTo>
                  <a:pt x="6800850" y="3124200"/>
                </a:lnTo>
                <a:lnTo>
                  <a:pt x="6858000" y="3181350"/>
                </a:lnTo>
                <a:lnTo>
                  <a:pt x="6915150" y="3238500"/>
                </a:lnTo>
                <a:lnTo>
                  <a:pt x="6972300" y="3295650"/>
                </a:lnTo>
                <a:lnTo>
                  <a:pt x="7029450" y="3352800"/>
                </a:lnTo>
                <a:lnTo>
                  <a:pt x="7086600" y="3409950"/>
                </a:lnTo>
                <a:lnTo>
                  <a:pt x="7143750" y="3467100"/>
                </a:lnTo>
                <a:lnTo>
                  <a:pt x="7200900" y="3524250"/>
                </a:lnTo>
                <a:lnTo>
                  <a:pt x="7258050" y="3581400"/>
                </a:lnTo>
                <a:lnTo>
                  <a:pt x="7315200" y="3638550"/>
                </a:lnTo>
                <a:lnTo>
                  <a:pt x="7315200" y="3676650"/>
                </a:lnTo>
                <a:lnTo>
                  <a:pt x="7258050" y="3676650"/>
                </a:lnTo>
                <a:lnTo>
                  <a:pt x="7200900" y="3676650"/>
                </a:lnTo>
                <a:lnTo>
                  <a:pt x="7143750" y="3676650"/>
                </a:lnTo>
                <a:lnTo>
                  <a:pt x="7086600" y="3676650"/>
                </a:lnTo>
                <a:lnTo>
                  <a:pt x="7029450" y="3676650"/>
                </a:lnTo>
                <a:lnTo>
                  <a:pt x="6972300" y="3676650"/>
                </a:lnTo>
                <a:lnTo>
                  <a:pt x="6915150" y="3676650"/>
                </a:lnTo>
                <a:lnTo>
                  <a:pt x="6858000" y="3676650"/>
                </a:lnTo>
                <a:lnTo>
                  <a:pt x="6800850" y="3676650"/>
                </a:lnTo>
                <a:lnTo>
                  <a:pt x="6743700" y="3676650"/>
                </a:lnTo>
                <a:lnTo>
                  <a:pt x="6686550" y="3676650"/>
                </a:lnTo>
                <a:lnTo>
                  <a:pt x="6629400" y="3676650"/>
                </a:lnTo>
                <a:lnTo>
                  <a:pt x="6572250" y="3676650"/>
                </a:lnTo>
                <a:lnTo>
                  <a:pt x="6515100" y="3676650"/>
                </a:lnTo>
                <a:lnTo>
                  <a:pt x="6457950" y="3676650"/>
                </a:lnTo>
                <a:lnTo>
                  <a:pt x="6400800" y="3676650"/>
                </a:lnTo>
                <a:lnTo>
                  <a:pt x="6343650" y="3657600"/>
                </a:lnTo>
                <a:lnTo>
                  <a:pt x="6286500" y="3600450"/>
                </a:lnTo>
                <a:lnTo>
                  <a:pt x="6229350" y="3543300"/>
                </a:lnTo>
                <a:lnTo>
                  <a:pt x="6172200" y="3486150"/>
                </a:lnTo>
                <a:lnTo>
                  <a:pt x="6115050" y="3429000"/>
                </a:lnTo>
                <a:lnTo>
                  <a:pt x="6057900" y="3371850"/>
                </a:lnTo>
                <a:lnTo>
                  <a:pt x="6000750" y="3314700"/>
                </a:lnTo>
                <a:lnTo>
                  <a:pt x="5943600" y="3257550"/>
                </a:lnTo>
                <a:lnTo>
                  <a:pt x="5886450" y="3200400"/>
                </a:lnTo>
                <a:lnTo>
                  <a:pt x="5829300" y="3143250"/>
                </a:lnTo>
                <a:lnTo>
                  <a:pt x="5772150" y="3086100"/>
                </a:lnTo>
                <a:lnTo>
                  <a:pt x="5715000" y="3028950"/>
                </a:lnTo>
                <a:lnTo>
                  <a:pt x="5657850" y="2971800"/>
                </a:lnTo>
                <a:lnTo>
                  <a:pt x="5600700" y="2914650"/>
                </a:lnTo>
                <a:lnTo>
                  <a:pt x="5543550" y="2857500"/>
                </a:lnTo>
                <a:lnTo>
                  <a:pt x="5486400" y="2800350"/>
                </a:lnTo>
                <a:lnTo>
                  <a:pt x="5429250" y="2743200"/>
                </a:lnTo>
                <a:lnTo>
                  <a:pt x="5372100" y="2686050"/>
                </a:lnTo>
                <a:lnTo>
                  <a:pt x="5314950" y="2628900"/>
                </a:lnTo>
                <a:lnTo>
                  <a:pt x="5257800" y="2571750"/>
                </a:lnTo>
                <a:lnTo>
                  <a:pt x="5200650" y="2514600"/>
                </a:lnTo>
                <a:lnTo>
                  <a:pt x="5143500" y="2457450"/>
                </a:lnTo>
                <a:lnTo>
                  <a:pt x="5086350" y="2400300"/>
                </a:lnTo>
                <a:lnTo>
                  <a:pt x="5029200" y="2343150"/>
                </a:lnTo>
                <a:lnTo>
                  <a:pt x="4972050" y="2286000"/>
                </a:lnTo>
                <a:lnTo>
                  <a:pt x="4914900" y="2228850"/>
                </a:lnTo>
                <a:lnTo>
                  <a:pt x="4857750" y="2171700"/>
                </a:lnTo>
                <a:lnTo>
                  <a:pt x="4800600" y="2114550"/>
                </a:lnTo>
                <a:lnTo>
                  <a:pt x="4743450" y="2057400"/>
                </a:lnTo>
                <a:lnTo>
                  <a:pt x="4686300" y="2000250"/>
                </a:lnTo>
                <a:lnTo>
                  <a:pt x="4629150" y="1943100"/>
                </a:lnTo>
                <a:lnTo>
                  <a:pt x="4572000" y="1885950"/>
                </a:lnTo>
                <a:lnTo>
                  <a:pt x="4514850" y="1828800"/>
                </a:lnTo>
                <a:lnTo>
                  <a:pt x="4457700" y="1771650"/>
                </a:lnTo>
                <a:lnTo>
                  <a:pt x="4400550" y="1714500"/>
                </a:lnTo>
                <a:lnTo>
                  <a:pt x="4343400" y="1657350"/>
                </a:lnTo>
                <a:lnTo>
                  <a:pt x="4286250" y="1600200"/>
                </a:lnTo>
                <a:lnTo>
                  <a:pt x="4229100" y="1543050"/>
                </a:lnTo>
                <a:lnTo>
                  <a:pt x="4171950" y="1485900"/>
                </a:lnTo>
                <a:lnTo>
                  <a:pt x="4114800" y="1428750"/>
                </a:lnTo>
                <a:lnTo>
                  <a:pt x="4057650" y="1371600"/>
                </a:lnTo>
                <a:lnTo>
                  <a:pt x="4000500" y="1314450"/>
                </a:lnTo>
                <a:lnTo>
                  <a:pt x="3943350" y="1257300"/>
                </a:lnTo>
                <a:lnTo>
                  <a:pt x="3886200" y="1200150"/>
                </a:lnTo>
                <a:lnTo>
                  <a:pt x="3829050" y="1143000"/>
                </a:lnTo>
                <a:lnTo>
                  <a:pt x="3771900" y="1085850"/>
                </a:lnTo>
                <a:lnTo>
                  <a:pt x="3714750" y="1028700"/>
                </a:lnTo>
                <a:lnTo>
                  <a:pt x="3657600" y="990600"/>
                </a:lnTo>
                <a:lnTo>
                  <a:pt x="3600450" y="1047750"/>
                </a:lnTo>
                <a:lnTo>
                  <a:pt x="3543300" y="1104900"/>
                </a:lnTo>
                <a:lnTo>
                  <a:pt x="3486150" y="1162050"/>
                </a:lnTo>
                <a:lnTo>
                  <a:pt x="3429000" y="1219200"/>
                </a:lnTo>
                <a:lnTo>
                  <a:pt x="3371850" y="1276350"/>
                </a:lnTo>
                <a:lnTo>
                  <a:pt x="3314700" y="1333500"/>
                </a:lnTo>
                <a:lnTo>
                  <a:pt x="3257550" y="1390650"/>
                </a:lnTo>
                <a:lnTo>
                  <a:pt x="3200400" y="1447800"/>
                </a:lnTo>
                <a:lnTo>
                  <a:pt x="3143250" y="1504950"/>
                </a:lnTo>
                <a:lnTo>
                  <a:pt x="3086100" y="1562100"/>
                </a:lnTo>
                <a:lnTo>
                  <a:pt x="3028950" y="1619250"/>
                </a:lnTo>
                <a:lnTo>
                  <a:pt x="2971800" y="1676400"/>
                </a:lnTo>
                <a:lnTo>
                  <a:pt x="2914650" y="1733550"/>
                </a:lnTo>
                <a:lnTo>
                  <a:pt x="2857500" y="1790700"/>
                </a:lnTo>
                <a:lnTo>
                  <a:pt x="2800350" y="1847850"/>
                </a:lnTo>
                <a:lnTo>
                  <a:pt x="2743200" y="1905000"/>
                </a:lnTo>
                <a:lnTo>
                  <a:pt x="2686050" y="1962150"/>
                </a:lnTo>
                <a:lnTo>
                  <a:pt x="2628900" y="2019300"/>
                </a:lnTo>
                <a:lnTo>
                  <a:pt x="2571750" y="2076450"/>
                </a:lnTo>
                <a:lnTo>
                  <a:pt x="2514600" y="2133600"/>
                </a:lnTo>
                <a:lnTo>
                  <a:pt x="2457450" y="2190750"/>
                </a:lnTo>
                <a:lnTo>
                  <a:pt x="2400300" y="2247900"/>
                </a:lnTo>
                <a:lnTo>
                  <a:pt x="2343150" y="2305050"/>
                </a:lnTo>
                <a:lnTo>
                  <a:pt x="2286000" y="2362200"/>
                </a:lnTo>
                <a:lnTo>
                  <a:pt x="2228850" y="2419350"/>
                </a:lnTo>
                <a:lnTo>
                  <a:pt x="2171700" y="2476500"/>
                </a:lnTo>
                <a:lnTo>
                  <a:pt x="2114550" y="2533650"/>
                </a:lnTo>
                <a:lnTo>
                  <a:pt x="2057400" y="2590800"/>
                </a:lnTo>
                <a:lnTo>
                  <a:pt x="2000250" y="2647950"/>
                </a:lnTo>
                <a:lnTo>
                  <a:pt x="1943100" y="2705100"/>
                </a:lnTo>
                <a:lnTo>
                  <a:pt x="1885950" y="2762250"/>
                </a:lnTo>
                <a:lnTo>
                  <a:pt x="1828800" y="2819400"/>
                </a:lnTo>
                <a:lnTo>
                  <a:pt x="1771650" y="2876550"/>
                </a:lnTo>
                <a:lnTo>
                  <a:pt x="1714500" y="2933700"/>
                </a:lnTo>
                <a:lnTo>
                  <a:pt x="1657350" y="2990850"/>
                </a:lnTo>
                <a:lnTo>
                  <a:pt x="1600200" y="3048000"/>
                </a:lnTo>
                <a:lnTo>
                  <a:pt x="1543050" y="3105150"/>
                </a:lnTo>
                <a:lnTo>
                  <a:pt x="1485900" y="3162300"/>
                </a:lnTo>
                <a:lnTo>
                  <a:pt x="1428750" y="3219450"/>
                </a:lnTo>
                <a:lnTo>
                  <a:pt x="1371600" y="3276600"/>
                </a:lnTo>
                <a:lnTo>
                  <a:pt x="1314450" y="3333750"/>
                </a:lnTo>
                <a:lnTo>
                  <a:pt x="1257300" y="3390900"/>
                </a:lnTo>
                <a:lnTo>
                  <a:pt x="1200150" y="3448050"/>
                </a:lnTo>
                <a:lnTo>
                  <a:pt x="1143000" y="3505200"/>
                </a:lnTo>
                <a:lnTo>
                  <a:pt x="1085850" y="3562350"/>
                </a:lnTo>
                <a:lnTo>
                  <a:pt x="1028700" y="3619500"/>
                </a:lnTo>
                <a:lnTo>
                  <a:pt x="971550" y="3676650"/>
                </a:lnTo>
                <a:lnTo>
                  <a:pt x="914400" y="3676650"/>
                </a:lnTo>
                <a:lnTo>
                  <a:pt x="857250" y="3676650"/>
                </a:lnTo>
                <a:lnTo>
                  <a:pt x="800100" y="3676650"/>
                </a:lnTo>
                <a:lnTo>
                  <a:pt x="742950" y="3676650"/>
                </a:lnTo>
                <a:lnTo>
                  <a:pt x="685800" y="3676650"/>
                </a:lnTo>
                <a:lnTo>
                  <a:pt x="628650" y="3676650"/>
                </a:lnTo>
                <a:lnTo>
                  <a:pt x="571500" y="3676650"/>
                </a:lnTo>
                <a:lnTo>
                  <a:pt x="514350" y="3676650"/>
                </a:lnTo>
                <a:lnTo>
                  <a:pt x="457200" y="3676650"/>
                </a:lnTo>
                <a:lnTo>
                  <a:pt x="400050" y="3676650"/>
                </a:lnTo>
                <a:lnTo>
                  <a:pt x="342900" y="3676650"/>
                </a:lnTo>
                <a:lnTo>
                  <a:pt x="285750" y="3676650"/>
                </a:lnTo>
                <a:lnTo>
                  <a:pt x="228600" y="3676650"/>
                </a:lnTo>
                <a:lnTo>
                  <a:pt x="171450" y="3676650"/>
                </a:lnTo>
                <a:lnTo>
                  <a:pt x="114300" y="3676650"/>
                </a:lnTo>
                <a:lnTo>
                  <a:pt x="57150" y="3676650"/>
                </a:lnTo>
                <a:lnTo>
                  <a:pt x="0" y="3676650"/>
                </a:lnTo>
                <a:close/>
              </a:path>
            </a:pathLst>
          </a:custGeom>
          <a:solidFill>
            <a:srgbClr val="024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pyramid-band-3"/>
          <p:cNvSpPr/>
          <p:nvPr/>
        </p:nvSpPr>
        <p:spPr>
          <a:xfrm>
            <a:off x="22860000" y="13563600"/>
            <a:ext cx="5314950" cy="2686050"/>
          </a:xfrm>
          <a:custGeom>
            <a:avLst/>
            <a:gdLst/>
            <a:ahLst/>
            <a:cxnLst/>
            <a:rect l="l" t="t" r="r" b="b"/>
            <a:pathLst>
              <a:path w="5314950" h="2686050">
                <a:moveTo>
                  <a:pt x="0" y="2628900"/>
                </a:moveTo>
                <a:lnTo>
                  <a:pt x="57150" y="2571750"/>
                </a:lnTo>
                <a:lnTo>
                  <a:pt x="114300" y="2514600"/>
                </a:lnTo>
                <a:lnTo>
                  <a:pt x="171450" y="2457450"/>
                </a:lnTo>
                <a:lnTo>
                  <a:pt x="228600" y="2400300"/>
                </a:lnTo>
                <a:lnTo>
                  <a:pt x="285750" y="2343150"/>
                </a:lnTo>
                <a:lnTo>
                  <a:pt x="342900" y="2286000"/>
                </a:lnTo>
                <a:lnTo>
                  <a:pt x="400050" y="2228850"/>
                </a:lnTo>
                <a:lnTo>
                  <a:pt x="457200" y="2171700"/>
                </a:lnTo>
                <a:lnTo>
                  <a:pt x="514350" y="2114550"/>
                </a:lnTo>
                <a:lnTo>
                  <a:pt x="571500" y="2057400"/>
                </a:lnTo>
                <a:lnTo>
                  <a:pt x="628650" y="2000250"/>
                </a:lnTo>
                <a:lnTo>
                  <a:pt x="685800" y="1943100"/>
                </a:lnTo>
                <a:lnTo>
                  <a:pt x="742950" y="1885950"/>
                </a:lnTo>
                <a:lnTo>
                  <a:pt x="800100" y="1828800"/>
                </a:lnTo>
                <a:lnTo>
                  <a:pt x="857250" y="1771650"/>
                </a:lnTo>
                <a:lnTo>
                  <a:pt x="914400" y="1714500"/>
                </a:lnTo>
                <a:lnTo>
                  <a:pt x="971550" y="1657350"/>
                </a:lnTo>
                <a:lnTo>
                  <a:pt x="1028700" y="1600200"/>
                </a:lnTo>
                <a:lnTo>
                  <a:pt x="1085850" y="1543050"/>
                </a:lnTo>
                <a:lnTo>
                  <a:pt x="1143000" y="1485900"/>
                </a:lnTo>
                <a:lnTo>
                  <a:pt x="1200150" y="1428750"/>
                </a:lnTo>
                <a:lnTo>
                  <a:pt x="1257300" y="1371600"/>
                </a:lnTo>
                <a:lnTo>
                  <a:pt x="1314450" y="1314450"/>
                </a:lnTo>
                <a:lnTo>
                  <a:pt x="1371600" y="1257300"/>
                </a:lnTo>
                <a:lnTo>
                  <a:pt x="1428750" y="1200150"/>
                </a:lnTo>
                <a:lnTo>
                  <a:pt x="1485900" y="1143000"/>
                </a:lnTo>
                <a:lnTo>
                  <a:pt x="1543050" y="1085850"/>
                </a:lnTo>
                <a:lnTo>
                  <a:pt x="1600200" y="1028700"/>
                </a:lnTo>
                <a:lnTo>
                  <a:pt x="1657350" y="971550"/>
                </a:lnTo>
                <a:lnTo>
                  <a:pt x="1714500" y="914400"/>
                </a:lnTo>
                <a:lnTo>
                  <a:pt x="1771650" y="857250"/>
                </a:lnTo>
                <a:lnTo>
                  <a:pt x="1828800" y="800100"/>
                </a:lnTo>
                <a:lnTo>
                  <a:pt x="1885950" y="742950"/>
                </a:lnTo>
                <a:lnTo>
                  <a:pt x="1943100" y="685800"/>
                </a:lnTo>
                <a:lnTo>
                  <a:pt x="2000250" y="628650"/>
                </a:lnTo>
                <a:lnTo>
                  <a:pt x="2057400" y="571500"/>
                </a:lnTo>
                <a:lnTo>
                  <a:pt x="2114550" y="514350"/>
                </a:lnTo>
                <a:lnTo>
                  <a:pt x="2171700" y="457200"/>
                </a:lnTo>
                <a:lnTo>
                  <a:pt x="2228850" y="400050"/>
                </a:lnTo>
                <a:lnTo>
                  <a:pt x="2286000" y="342900"/>
                </a:lnTo>
                <a:lnTo>
                  <a:pt x="2343150" y="285750"/>
                </a:lnTo>
                <a:lnTo>
                  <a:pt x="2400300" y="228600"/>
                </a:lnTo>
                <a:lnTo>
                  <a:pt x="2457450" y="171450"/>
                </a:lnTo>
                <a:lnTo>
                  <a:pt x="2514600" y="114300"/>
                </a:lnTo>
                <a:lnTo>
                  <a:pt x="2571750" y="57150"/>
                </a:lnTo>
                <a:lnTo>
                  <a:pt x="2628900" y="0"/>
                </a:lnTo>
                <a:lnTo>
                  <a:pt x="2686050" y="38100"/>
                </a:lnTo>
                <a:lnTo>
                  <a:pt x="2743200" y="95250"/>
                </a:lnTo>
                <a:lnTo>
                  <a:pt x="2800350" y="152400"/>
                </a:lnTo>
                <a:lnTo>
                  <a:pt x="2857500" y="209550"/>
                </a:lnTo>
                <a:lnTo>
                  <a:pt x="2914650" y="266700"/>
                </a:lnTo>
                <a:lnTo>
                  <a:pt x="2971800" y="323850"/>
                </a:lnTo>
                <a:lnTo>
                  <a:pt x="3028950" y="381000"/>
                </a:lnTo>
                <a:lnTo>
                  <a:pt x="3086100" y="438150"/>
                </a:lnTo>
                <a:lnTo>
                  <a:pt x="3143250" y="495300"/>
                </a:lnTo>
                <a:lnTo>
                  <a:pt x="3200400" y="552450"/>
                </a:lnTo>
                <a:lnTo>
                  <a:pt x="3257550" y="609600"/>
                </a:lnTo>
                <a:lnTo>
                  <a:pt x="3314700" y="666750"/>
                </a:lnTo>
                <a:lnTo>
                  <a:pt x="3371850" y="723900"/>
                </a:lnTo>
                <a:lnTo>
                  <a:pt x="3429000" y="781050"/>
                </a:lnTo>
                <a:lnTo>
                  <a:pt x="3486150" y="838200"/>
                </a:lnTo>
                <a:lnTo>
                  <a:pt x="3543300" y="895350"/>
                </a:lnTo>
                <a:lnTo>
                  <a:pt x="3600450" y="952500"/>
                </a:lnTo>
                <a:lnTo>
                  <a:pt x="3657600" y="1009650"/>
                </a:lnTo>
                <a:lnTo>
                  <a:pt x="3714750" y="1066800"/>
                </a:lnTo>
                <a:lnTo>
                  <a:pt x="3771900" y="1123950"/>
                </a:lnTo>
                <a:lnTo>
                  <a:pt x="3829050" y="1181100"/>
                </a:lnTo>
                <a:lnTo>
                  <a:pt x="3886200" y="1238250"/>
                </a:lnTo>
                <a:lnTo>
                  <a:pt x="3943350" y="1295400"/>
                </a:lnTo>
                <a:lnTo>
                  <a:pt x="4000500" y="1352550"/>
                </a:lnTo>
                <a:lnTo>
                  <a:pt x="4057650" y="1409700"/>
                </a:lnTo>
                <a:lnTo>
                  <a:pt x="4114800" y="1466850"/>
                </a:lnTo>
                <a:lnTo>
                  <a:pt x="4171950" y="1524000"/>
                </a:lnTo>
                <a:lnTo>
                  <a:pt x="4229100" y="1581150"/>
                </a:lnTo>
                <a:lnTo>
                  <a:pt x="4286250" y="1638300"/>
                </a:lnTo>
                <a:lnTo>
                  <a:pt x="4343400" y="1695450"/>
                </a:lnTo>
                <a:lnTo>
                  <a:pt x="4400550" y="1752600"/>
                </a:lnTo>
                <a:lnTo>
                  <a:pt x="4457700" y="1809750"/>
                </a:lnTo>
                <a:lnTo>
                  <a:pt x="4514850" y="1866900"/>
                </a:lnTo>
                <a:lnTo>
                  <a:pt x="4572000" y="1924050"/>
                </a:lnTo>
                <a:lnTo>
                  <a:pt x="4629150" y="1981200"/>
                </a:lnTo>
                <a:lnTo>
                  <a:pt x="4686300" y="2038350"/>
                </a:lnTo>
                <a:lnTo>
                  <a:pt x="4743450" y="2095500"/>
                </a:lnTo>
                <a:lnTo>
                  <a:pt x="4800600" y="2152650"/>
                </a:lnTo>
                <a:lnTo>
                  <a:pt x="4857750" y="2209800"/>
                </a:lnTo>
                <a:lnTo>
                  <a:pt x="4914900" y="2266950"/>
                </a:lnTo>
                <a:lnTo>
                  <a:pt x="4972050" y="2324100"/>
                </a:lnTo>
                <a:lnTo>
                  <a:pt x="5029200" y="2381250"/>
                </a:lnTo>
                <a:lnTo>
                  <a:pt x="5086350" y="2438400"/>
                </a:lnTo>
                <a:lnTo>
                  <a:pt x="5143500" y="2495550"/>
                </a:lnTo>
                <a:lnTo>
                  <a:pt x="5200650" y="2552700"/>
                </a:lnTo>
                <a:lnTo>
                  <a:pt x="5257800" y="2609850"/>
                </a:lnTo>
                <a:lnTo>
                  <a:pt x="5314950" y="2667000"/>
                </a:lnTo>
                <a:lnTo>
                  <a:pt x="5314950" y="2686050"/>
                </a:lnTo>
                <a:lnTo>
                  <a:pt x="5257800" y="2686050"/>
                </a:lnTo>
                <a:lnTo>
                  <a:pt x="5200650" y="2686050"/>
                </a:lnTo>
                <a:lnTo>
                  <a:pt x="5143500" y="2686050"/>
                </a:lnTo>
                <a:lnTo>
                  <a:pt x="5086350" y="2686050"/>
                </a:lnTo>
                <a:lnTo>
                  <a:pt x="5029200" y="2686050"/>
                </a:lnTo>
                <a:lnTo>
                  <a:pt x="4972050" y="2686050"/>
                </a:lnTo>
                <a:lnTo>
                  <a:pt x="4914900" y="2686050"/>
                </a:lnTo>
                <a:lnTo>
                  <a:pt x="4857750" y="2686050"/>
                </a:lnTo>
                <a:lnTo>
                  <a:pt x="4800600" y="2686050"/>
                </a:lnTo>
                <a:lnTo>
                  <a:pt x="4743450" y="2686050"/>
                </a:lnTo>
                <a:lnTo>
                  <a:pt x="4686300" y="2686050"/>
                </a:lnTo>
                <a:lnTo>
                  <a:pt x="4629150" y="2686050"/>
                </a:lnTo>
                <a:lnTo>
                  <a:pt x="4572000" y="2686050"/>
                </a:lnTo>
                <a:lnTo>
                  <a:pt x="4514850" y="2686050"/>
                </a:lnTo>
                <a:lnTo>
                  <a:pt x="4457700" y="2686050"/>
                </a:lnTo>
                <a:lnTo>
                  <a:pt x="4400550" y="2686050"/>
                </a:lnTo>
                <a:lnTo>
                  <a:pt x="4343400" y="2686050"/>
                </a:lnTo>
                <a:lnTo>
                  <a:pt x="4286250" y="2686050"/>
                </a:lnTo>
                <a:lnTo>
                  <a:pt x="4229100" y="2686050"/>
                </a:lnTo>
                <a:lnTo>
                  <a:pt x="4171950" y="2686050"/>
                </a:lnTo>
                <a:lnTo>
                  <a:pt x="4114800" y="2686050"/>
                </a:lnTo>
                <a:lnTo>
                  <a:pt x="4057650" y="2686050"/>
                </a:lnTo>
                <a:lnTo>
                  <a:pt x="4000500" y="2686050"/>
                </a:lnTo>
                <a:lnTo>
                  <a:pt x="3943350" y="2686050"/>
                </a:lnTo>
                <a:lnTo>
                  <a:pt x="3886200" y="2686050"/>
                </a:lnTo>
                <a:lnTo>
                  <a:pt x="3829050" y="2686050"/>
                </a:lnTo>
                <a:lnTo>
                  <a:pt x="3771900" y="2686050"/>
                </a:lnTo>
                <a:lnTo>
                  <a:pt x="3714750" y="2686050"/>
                </a:lnTo>
                <a:lnTo>
                  <a:pt x="3657600" y="2686050"/>
                </a:lnTo>
                <a:lnTo>
                  <a:pt x="3600450" y="2686050"/>
                </a:lnTo>
                <a:lnTo>
                  <a:pt x="3543300" y="2686050"/>
                </a:lnTo>
                <a:lnTo>
                  <a:pt x="3486150" y="2686050"/>
                </a:lnTo>
                <a:lnTo>
                  <a:pt x="3429000" y="2686050"/>
                </a:lnTo>
                <a:lnTo>
                  <a:pt x="3371850" y="2686050"/>
                </a:lnTo>
                <a:lnTo>
                  <a:pt x="3314700" y="2686050"/>
                </a:lnTo>
                <a:lnTo>
                  <a:pt x="3257550" y="2686050"/>
                </a:lnTo>
                <a:lnTo>
                  <a:pt x="3200400" y="2686050"/>
                </a:lnTo>
                <a:lnTo>
                  <a:pt x="3143250" y="2686050"/>
                </a:lnTo>
                <a:lnTo>
                  <a:pt x="3086100" y="2686050"/>
                </a:lnTo>
                <a:lnTo>
                  <a:pt x="3028950" y="2686050"/>
                </a:lnTo>
                <a:lnTo>
                  <a:pt x="2971800" y="2686050"/>
                </a:lnTo>
                <a:lnTo>
                  <a:pt x="2914650" y="2686050"/>
                </a:lnTo>
                <a:lnTo>
                  <a:pt x="2857500" y="2686050"/>
                </a:lnTo>
                <a:lnTo>
                  <a:pt x="2800350" y="2686050"/>
                </a:lnTo>
                <a:lnTo>
                  <a:pt x="2743200" y="2686050"/>
                </a:lnTo>
                <a:lnTo>
                  <a:pt x="2686050" y="2686050"/>
                </a:lnTo>
                <a:lnTo>
                  <a:pt x="2628900" y="2686050"/>
                </a:lnTo>
                <a:lnTo>
                  <a:pt x="2571750" y="2686050"/>
                </a:lnTo>
                <a:lnTo>
                  <a:pt x="2514600" y="2686050"/>
                </a:lnTo>
                <a:lnTo>
                  <a:pt x="2457450" y="2686050"/>
                </a:lnTo>
                <a:lnTo>
                  <a:pt x="2400300" y="2686050"/>
                </a:lnTo>
                <a:lnTo>
                  <a:pt x="2343150" y="2686050"/>
                </a:lnTo>
                <a:lnTo>
                  <a:pt x="2286000" y="2686050"/>
                </a:lnTo>
                <a:lnTo>
                  <a:pt x="2228850" y="2686050"/>
                </a:lnTo>
                <a:lnTo>
                  <a:pt x="2171700" y="2686050"/>
                </a:lnTo>
                <a:lnTo>
                  <a:pt x="2114550" y="2686050"/>
                </a:lnTo>
                <a:lnTo>
                  <a:pt x="2057400" y="2686050"/>
                </a:lnTo>
                <a:lnTo>
                  <a:pt x="2000250" y="2686050"/>
                </a:lnTo>
                <a:lnTo>
                  <a:pt x="1943100" y="2686050"/>
                </a:lnTo>
                <a:lnTo>
                  <a:pt x="1885950" y="2686050"/>
                </a:lnTo>
                <a:lnTo>
                  <a:pt x="1828800" y="2686050"/>
                </a:lnTo>
                <a:lnTo>
                  <a:pt x="1771650" y="2686050"/>
                </a:lnTo>
                <a:lnTo>
                  <a:pt x="1714500" y="2686050"/>
                </a:lnTo>
                <a:lnTo>
                  <a:pt x="1657350" y="2686050"/>
                </a:lnTo>
                <a:lnTo>
                  <a:pt x="1600200" y="2686050"/>
                </a:lnTo>
                <a:lnTo>
                  <a:pt x="1543050" y="2686050"/>
                </a:lnTo>
                <a:lnTo>
                  <a:pt x="1485900" y="2686050"/>
                </a:lnTo>
                <a:lnTo>
                  <a:pt x="1428750" y="2686050"/>
                </a:lnTo>
                <a:lnTo>
                  <a:pt x="1371600" y="2686050"/>
                </a:lnTo>
                <a:lnTo>
                  <a:pt x="1314450" y="2686050"/>
                </a:lnTo>
                <a:lnTo>
                  <a:pt x="1257300" y="2686050"/>
                </a:lnTo>
                <a:lnTo>
                  <a:pt x="1200150" y="2686050"/>
                </a:lnTo>
                <a:lnTo>
                  <a:pt x="1143000" y="2686050"/>
                </a:lnTo>
                <a:lnTo>
                  <a:pt x="1085850" y="2686050"/>
                </a:lnTo>
                <a:lnTo>
                  <a:pt x="1028700" y="2686050"/>
                </a:lnTo>
                <a:lnTo>
                  <a:pt x="971550" y="2686050"/>
                </a:lnTo>
                <a:lnTo>
                  <a:pt x="914400" y="2686050"/>
                </a:lnTo>
                <a:lnTo>
                  <a:pt x="857250" y="2686050"/>
                </a:lnTo>
                <a:lnTo>
                  <a:pt x="800100" y="2686050"/>
                </a:lnTo>
                <a:lnTo>
                  <a:pt x="742950" y="2686050"/>
                </a:lnTo>
                <a:lnTo>
                  <a:pt x="685800" y="2686050"/>
                </a:lnTo>
                <a:lnTo>
                  <a:pt x="628650" y="2686050"/>
                </a:lnTo>
                <a:lnTo>
                  <a:pt x="571500" y="2686050"/>
                </a:lnTo>
                <a:lnTo>
                  <a:pt x="514350" y="2686050"/>
                </a:lnTo>
                <a:lnTo>
                  <a:pt x="457200" y="2686050"/>
                </a:lnTo>
                <a:lnTo>
                  <a:pt x="400050" y="2686050"/>
                </a:lnTo>
                <a:lnTo>
                  <a:pt x="342900" y="2686050"/>
                </a:lnTo>
                <a:lnTo>
                  <a:pt x="285750" y="2686050"/>
                </a:lnTo>
                <a:lnTo>
                  <a:pt x="228600" y="2686050"/>
                </a:lnTo>
                <a:lnTo>
                  <a:pt x="171450" y="2686050"/>
                </a:lnTo>
                <a:lnTo>
                  <a:pt x="114300" y="2686050"/>
                </a:lnTo>
                <a:lnTo>
                  <a:pt x="57150" y="2686050"/>
                </a:lnTo>
                <a:lnTo>
                  <a:pt x="0" y="2686050"/>
                </a:lnTo>
                <a:close/>
              </a:path>
            </a:pathLst>
          </a:custGeom>
          <a:solidFill>
            <a:srgbClr val="083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