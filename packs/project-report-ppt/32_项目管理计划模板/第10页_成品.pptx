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651200" cy="153828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8651200" cy="15382875"/>
          </a:xfrm>
          <a:prstGeom prst="rect">
            <a:avLst/>
          </a:pr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bbon-1"/>
          <p:cNvSpPr/>
          <p:nvPr/>
        </p:nvSpPr>
        <p:spPr>
          <a:xfrm>
            <a:off x="0" y="0"/>
            <a:ext cx="6267450" cy="6267450"/>
          </a:xfrm>
          <a:custGeom>
            <a:avLst/>
            <a:gdLst/>
            <a:ahLst/>
            <a:cxnLst/>
            <a:rect l="l" t="t" r="r" b="b"/>
            <a:pathLst>
              <a:path w="6267450" h="6267450">
                <a:moveTo>
                  <a:pt x="4610100" y="0"/>
                </a:moveTo>
                <a:lnTo>
                  <a:pt x="6267450" y="0"/>
                </a:lnTo>
                <a:lnTo>
                  <a:pt x="0" y="6267450"/>
                </a:lnTo>
                <a:lnTo>
                  <a:pt x="0" y="4610100"/>
                </a:lnTo>
                <a:close/>
              </a:path>
            </a:pathLst>
          </a:custGeom>
          <a:solidFill>
            <a:srgbClr val="03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bbon-2"/>
          <p:cNvSpPr/>
          <p:nvPr/>
        </p:nvSpPr>
        <p:spPr>
          <a:xfrm>
            <a:off x="0" y="0"/>
            <a:ext cx="7924800" cy="7924800"/>
          </a:xfrm>
          <a:custGeom>
            <a:avLst/>
            <a:gdLst/>
            <a:ahLst/>
            <a:cxnLst/>
            <a:rect l="l" t="t" r="r" b="b"/>
            <a:pathLst>
              <a:path w="7924800" h="7924800">
                <a:moveTo>
                  <a:pt x="6267450" y="0"/>
                </a:moveTo>
                <a:lnTo>
                  <a:pt x="7924800" y="0"/>
                </a:lnTo>
                <a:lnTo>
                  <a:pt x="0" y="7924800"/>
                </a:lnTo>
                <a:lnTo>
                  <a:pt x="0" y="6267450"/>
                </a:lnTo>
                <a:close/>
              </a:path>
            </a:pathLst>
          </a:custGeom>
          <a:solidFill>
            <a:srgbClr val="014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nel-white"/>
          <p:cNvSpPr/>
          <p:nvPr/>
        </p:nvSpPr>
        <p:spPr>
          <a:xfrm>
            <a:off x="457200" y="3448050"/>
            <a:ext cx="28194000" cy="5705475"/>
          </a:xfrm>
          <a:custGeom>
            <a:avLst/>
            <a:gdLst/>
            <a:ahLst/>
            <a:cxnLst/>
            <a:rect l="l" t="t" r="r" b="b"/>
            <a:pathLst>
              <a:path w="28194000" h="5705475">
                <a:moveTo>
                  <a:pt x="5695950" y="0"/>
                </a:moveTo>
                <a:lnTo>
                  <a:pt x="28194000" y="0"/>
                </a:lnTo>
                <a:lnTo>
                  <a:pt x="28194000" y="5705475"/>
                </a:lnTo>
                <a:lnTo>
                  <a:pt x="0" y="57054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tle-感谢观看"/>
          <p:cNvSpPr txBox="1"/>
          <p:nvPr/>
        </p:nvSpPr>
        <p:spPr>
          <a:xfrm>
            <a:off x="9549003" y="4305300"/>
            <a:ext cx="10143744" cy="2857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200" b="1" i="0">
                <a:solidFill>
                  <a:srgbClr val="045CB5"/>
                </a:solidFill>
                <a:latin typeface="Microsoft YaHei"/>
                <a:ea typeface="Microsoft YaHei"/>
                <a:cs typeface="Microsoft YaHei"/>
              </a:rPr>
              <a:t>感谢观看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4995291" y="7448550"/>
            <a:ext cx="19346418" cy="1400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975" b="1" i="0">
                <a:solidFill>
                  <a:srgbClr val="045CB5"/>
                </a:solidFill>
                <a:latin typeface="Microsoft YaHei"/>
                <a:ea typeface="Microsoft YaHei"/>
                <a:cs typeface="Microsoft YaHei"/>
              </a:rPr>
              <a:t>明确可交付成果与成功标准，保障项目高效落地</a:t>
            </a:r>
          </a:p>
        </p:txBody>
      </p:sp>
      <p:sp>
        <p:nvSpPr>
          <p:cNvPr id="8" name="footer-band"/>
          <p:cNvSpPr/>
          <p:nvPr/>
        </p:nvSpPr>
        <p:spPr>
          <a:xfrm>
            <a:off x="0" y="14220825"/>
            <a:ext cx="28651200" cy="1162050"/>
          </a:xfrm>
          <a:prstGeom prst="rect">
            <a:avLst/>
          </a:prstGeom>
          <a:solidFill>
            <a:srgbClr val="03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-搜索"/>
          <p:cNvSpPr txBox="1"/>
          <p:nvPr/>
        </p:nvSpPr>
        <p:spPr>
          <a:xfrm>
            <a:off x="1352550" y="14497050"/>
            <a:ext cx="11430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10" name="footer-关于我们"/>
          <p:cNvSpPr txBox="1"/>
          <p:nvPr/>
        </p:nvSpPr>
        <p:spPr>
          <a:xfrm>
            <a:off x="6896100" y="14497050"/>
            <a:ext cx="20955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关于我们</a:t>
            </a:r>
          </a:p>
        </p:txBody>
      </p:sp>
      <p:sp>
        <p:nvSpPr>
          <p:cNvPr id="11" name="footer-电话"/>
          <p:cNvSpPr txBox="1"/>
          <p:nvPr/>
        </p:nvSpPr>
        <p:spPr>
          <a:xfrm>
            <a:off x="12734925" y="14497050"/>
            <a:ext cx="600075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联系电话：010-88888888</a:t>
            </a:r>
          </a:p>
        </p:txBody>
      </p:sp>
      <p:sp>
        <p:nvSpPr>
          <p:cNvPr id="12" name="footer-地址"/>
          <p:cNvSpPr txBox="1"/>
          <p:nvPr/>
        </p:nvSpPr>
        <p:spPr>
          <a:xfrm>
            <a:off x="22774275" y="14497050"/>
            <a:ext cx="49530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地址：创新大道101号</a:t>
            </a:r>
          </a:p>
        </p:txBody>
      </p:sp>
      <p:sp>
        <p:nvSpPr>
          <p:cNvPr id="13" name="top-hairline"/>
          <p:cNvSpPr/>
          <p:nvPr/>
        </p:nvSpPr>
        <p:spPr>
          <a:xfrm>
            <a:off x="0" y="0"/>
            <a:ext cx="286512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