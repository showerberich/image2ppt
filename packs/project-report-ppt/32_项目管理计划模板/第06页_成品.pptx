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6" name="left-graphic"/>
          <p:cNvGrpSpPr/>
          <p:nvPr/>
        </p:nvGrpSpPr>
        <p:grpSpPr>
          <a:xfrm>
            <a:off x="866775" y="923925"/>
            <a:ext cx="13839825" cy="15325725"/>
            <a:chOff x="866775" y="923925"/>
            <a:chExt cx="13839825" cy="15325725"/>
          </a:xfrm>
        </p:grpSpPr>
        <p:sp>
          <p:nvSpPr>
            <p:cNvPr id="3" name="chevron-M"/>
            <p:cNvSpPr/>
            <p:nvPr/>
          </p:nvSpPr>
          <p:spPr>
            <a:xfrm>
              <a:off x="885825" y="8172450"/>
              <a:ext cx="13820775" cy="8077200"/>
            </a:xfrm>
            <a:custGeom>
              <a:avLst/>
              <a:gdLst/>
              <a:ahLst/>
              <a:cxnLst/>
              <a:rect l="l" t="t" r="r" b="b"/>
              <a:pathLst>
                <a:path w="13820775" h="8077200">
                  <a:moveTo>
                    <a:pt x="5762625" y="0"/>
                  </a:moveTo>
                  <a:lnTo>
                    <a:pt x="13820775" y="8077200"/>
                  </a:lnTo>
                  <a:lnTo>
                    <a:pt x="0" y="8077200"/>
                  </a:lnTo>
                  <a:lnTo>
                    <a:pt x="0" y="5762625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chevron-N"/>
            <p:cNvSpPr/>
            <p:nvPr/>
          </p:nvSpPr>
          <p:spPr>
            <a:xfrm>
              <a:off x="885825" y="9563100"/>
              <a:ext cx="12449175" cy="6686550"/>
            </a:xfrm>
            <a:custGeom>
              <a:avLst/>
              <a:gdLst/>
              <a:ahLst/>
              <a:cxnLst/>
              <a:rect l="l" t="t" r="r" b="b"/>
              <a:pathLst>
                <a:path w="12449175" h="6686550">
                  <a:moveTo>
                    <a:pt x="5762625" y="0"/>
                  </a:moveTo>
                  <a:lnTo>
                    <a:pt x="12449175" y="6686550"/>
                  </a:lnTo>
                  <a:lnTo>
                    <a:pt x="0" y="6686550"/>
                  </a:lnTo>
                  <a:lnTo>
                    <a:pt x="0" y="5762625"/>
                  </a:lnTo>
                  <a:close/>
                </a:path>
              </a:pathLst>
            </a:custGeom>
            <a:solidFill>
              <a:srgbClr val="0350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chevron-X"/>
            <p:cNvSpPr/>
            <p:nvPr/>
          </p:nvSpPr>
          <p:spPr>
            <a:xfrm>
              <a:off x="1362075" y="10963275"/>
              <a:ext cx="10572750" cy="5286375"/>
            </a:xfrm>
            <a:custGeom>
              <a:avLst/>
              <a:gdLst/>
              <a:ahLst/>
              <a:cxnLst/>
              <a:rect l="l" t="t" r="r" b="b"/>
              <a:pathLst>
                <a:path w="10572750" h="5286375">
                  <a:moveTo>
                    <a:pt x="5286375" y="0"/>
                  </a:moveTo>
                  <a:lnTo>
                    <a:pt x="10572750" y="5286375"/>
                  </a:lnTo>
                  <a:lnTo>
                    <a:pt x="0" y="5286375"/>
                  </a:lnTo>
                  <a:close/>
                </a:path>
              </a:pathLst>
            </a:custGeom>
            <a:solidFill>
              <a:srgbClr val="0241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chevron-D"/>
            <p:cNvSpPr/>
            <p:nvPr/>
          </p:nvSpPr>
          <p:spPr>
            <a:xfrm>
              <a:off x="2771775" y="12372975"/>
              <a:ext cx="7753350" cy="3876675"/>
            </a:xfrm>
            <a:custGeom>
              <a:avLst/>
              <a:gdLst/>
              <a:ahLst/>
              <a:cxnLst/>
              <a:rect l="l" t="t" r="r" b="b"/>
              <a:pathLst>
                <a:path w="7753350" h="3876675">
                  <a:moveTo>
                    <a:pt x="3876675" y="0"/>
                  </a:moveTo>
                  <a:lnTo>
                    <a:pt x="7753350" y="3876675"/>
                  </a:lnTo>
                  <a:lnTo>
                    <a:pt x="0" y="3876675"/>
                  </a:lnTo>
                  <a:close/>
                </a:path>
              </a:pathLst>
            </a:custGeom>
            <a:solidFill>
              <a:srgbClr val="0834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hevron-seam"/>
            <p:cNvCxnSpPr/>
            <p:nvPr/>
          </p:nvCxnSpPr>
          <p:spPr>
            <a:xfrm>
              <a:off x="6648450" y="12372975"/>
              <a:ext cx="3876675" cy="3876675"/>
            </a:xfrm>
            <a:prstGeom prst="line">
              <a:avLst/>
            </a:prstGeom>
            <a:ln w="28575">
              <a:solidFill>
                <a:srgbClr val="4F80C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diag-stripe"/>
            <p:cNvSpPr/>
            <p:nvPr/>
          </p:nvSpPr>
          <p:spPr>
            <a:xfrm>
              <a:off x="866775" y="923925"/>
              <a:ext cx="11077575" cy="11077575"/>
            </a:xfrm>
            <a:custGeom>
              <a:avLst/>
              <a:gdLst/>
              <a:ahLst/>
              <a:cxnLst/>
              <a:rect l="l" t="t" r="r" b="b"/>
              <a:pathLst>
                <a:path w="11077575" h="11077575">
                  <a:moveTo>
                    <a:pt x="10772775" y="0"/>
                  </a:moveTo>
                  <a:lnTo>
                    <a:pt x="11077575" y="0"/>
                  </a:lnTo>
                  <a:lnTo>
                    <a:pt x="0" y="11077575"/>
                  </a:lnTo>
                  <a:lnTo>
                    <a:pt x="0" y="10772775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part-plate"/>
            <p:cNvSpPr/>
            <p:nvPr/>
          </p:nvSpPr>
          <p:spPr>
            <a:xfrm>
              <a:off x="7267575" y="2714625"/>
              <a:ext cx="4752975" cy="9572625"/>
            </a:xfrm>
            <a:custGeom>
              <a:avLst/>
              <a:gdLst/>
              <a:ahLst/>
              <a:cxnLst/>
              <a:rect l="l" t="t" r="r" b="b"/>
              <a:pathLst>
                <a:path w="4752975" h="9572625">
                  <a:moveTo>
                    <a:pt x="4752975" y="0"/>
                  </a:moveTo>
                  <a:lnTo>
                    <a:pt x="0" y="4762500"/>
                  </a:lnTo>
                  <a:lnTo>
                    <a:pt x="4752975" y="9572625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-part"/>
            <p:cNvSpPr txBox="1"/>
            <p:nvPr/>
          </p:nvSpPr>
          <p:spPr>
            <a:xfrm>
              <a:off x="8601075" y="6543675"/>
              <a:ext cx="3238500" cy="1276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700" b="1" i="0" spc="525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PART</a:t>
              </a:r>
            </a:p>
          </p:txBody>
        </p:sp>
        <p:sp>
          <p:nvSpPr>
            <p:cNvPr id="11" name="t-02"/>
            <p:cNvSpPr txBox="1"/>
            <p:nvPr/>
          </p:nvSpPr>
          <p:spPr>
            <a:xfrm>
              <a:off x="8601075" y="7915275"/>
              <a:ext cx="3238500" cy="1276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400" b="1" i="0" spc="525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</p:grpSp>
      <p:grpSp>
        <p:nvGrpSpPr>
          <p:cNvPr id="15" name="title-block"/>
          <p:cNvGrpSpPr/>
          <p:nvPr/>
        </p:nvGrpSpPr>
        <p:grpSpPr>
          <a:xfrm>
            <a:off x="13163550" y="5095875"/>
            <a:ext cx="13251896" cy="4733925"/>
            <a:chOff x="13163550" y="5095875"/>
            <a:chExt cx="13251896" cy="4733925"/>
          </a:xfrm>
        </p:grpSpPr>
        <p:sp>
          <p:nvSpPr>
            <p:cNvPr id="12" name="t-title"/>
            <p:cNvSpPr txBox="1"/>
            <p:nvPr/>
          </p:nvSpPr>
          <p:spPr>
            <a:xfrm>
              <a:off x="13163550" y="5095875"/>
              <a:ext cx="11887200" cy="3048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5000" b="1" i="0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项目时间管理</a:t>
              </a:r>
            </a:p>
          </p:txBody>
        </p:sp>
        <p:sp>
          <p:nvSpPr>
            <p:cNvPr id="13" name="t-sub"/>
            <p:cNvSpPr txBox="1"/>
            <p:nvPr/>
          </p:nvSpPr>
          <p:spPr>
            <a:xfrm>
              <a:off x="13192125" y="8115300"/>
              <a:ext cx="13223321" cy="1714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7725" b="1" i="0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Project Time Management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