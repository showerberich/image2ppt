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hadow-r0"/>
          <p:cNvSpPr/>
          <p:nvPr/>
        </p:nvSpPr>
        <p:spPr>
          <a:xfrm>
            <a:off x="29565600" y="923925"/>
            <a:ext cx="28575" cy="15392400"/>
          </a:xfrm>
          <a:prstGeom prst="rect">
            <a:avLst/>
          </a:prstGeom>
          <a:solidFill>
            <a:srgbClr val="00000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adow-b0"/>
          <p:cNvSpPr/>
          <p:nvPr/>
        </p:nvSpPr>
        <p:spPr>
          <a:xfrm>
            <a:off x="885825" y="16240125"/>
            <a:ext cx="28898850" cy="76200"/>
          </a:xfrm>
          <a:prstGeom prst="rect">
            <a:avLst/>
          </a:prstGeom>
          <a:solidFill>
            <a:srgbClr val="000000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adow-b1"/>
          <p:cNvSpPr/>
          <p:nvPr/>
        </p:nvSpPr>
        <p:spPr>
          <a:xfrm>
            <a:off x="885825" y="16316325"/>
            <a:ext cx="28898850" cy="76200"/>
          </a:xfrm>
          <a:prstGeom prst="rect">
            <a:avLst/>
          </a:prstGeom>
          <a:solidFill>
            <a:srgbClr val="000000">
              <a:alpha val="7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dow-b2"/>
          <p:cNvSpPr/>
          <p:nvPr/>
        </p:nvSpPr>
        <p:spPr>
          <a:xfrm>
            <a:off x="885825" y="16392525"/>
            <a:ext cx="28898850" cy="76200"/>
          </a:xfrm>
          <a:prstGeom prst="rect">
            <a:avLst/>
          </a:prstGeom>
          <a:solidFill>
            <a:srgbClr val="000000">
              <a:alpha val="4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hadow-b3"/>
          <p:cNvSpPr/>
          <p:nvPr/>
        </p:nvSpPr>
        <p:spPr>
          <a:xfrm>
            <a:off x="885825" y="16468725"/>
            <a:ext cx="28898850" cy="76200"/>
          </a:xfrm>
          <a:prstGeom prst="rect">
            <a:avLst/>
          </a:prstGeom>
          <a:solidFill>
            <a:srgbClr val="000000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dow-b4"/>
          <p:cNvSpPr/>
          <p:nvPr/>
        </p:nvSpPr>
        <p:spPr>
          <a:xfrm>
            <a:off x="885825" y="16544925"/>
            <a:ext cx="28898850" cy="76200"/>
          </a:xfrm>
          <a:prstGeom prst="rect">
            <a:avLst/>
          </a:prstGeom>
          <a:solidFill>
            <a:srgbClr val="000000">
              <a:alpha val="1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adow-b5"/>
          <p:cNvSpPr/>
          <p:nvPr/>
        </p:nvSpPr>
        <p:spPr>
          <a:xfrm>
            <a:off x="885825" y="16621125"/>
            <a:ext cx="28898850" cy="76200"/>
          </a:xfrm>
          <a:prstGeom prst="rect">
            <a:avLst/>
          </a:prstGeom>
          <a:solidFill>
            <a:srgbClr val="000000">
              <a:alpha val="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hadow-b6"/>
          <p:cNvSpPr/>
          <p:nvPr/>
        </p:nvSpPr>
        <p:spPr>
          <a:xfrm>
            <a:off x="885825" y="16697325"/>
            <a:ext cx="28898850" cy="76200"/>
          </a:xfrm>
          <a:prstGeom prst="rect">
            <a:avLst/>
          </a:prstGeom>
          <a:solidFill>
            <a:srgbClr val="000000">
              <a:alpha val="4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lide-bg"/>
          <p:cNvSpPr/>
          <p:nvPr/>
        </p:nvSpPr>
        <p:spPr>
          <a:xfrm>
            <a:off x="885825" y="923925"/>
            <a:ext cx="28670250" cy="15316200"/>
          </a:xfrm>
          <a:prstGeom prst="rect">
            <a:avLst/>
          </a:prstGeom>
          <a:solidFill>
            <a:srgbClr val="045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ner-tl-white"/>
          <p:cNvSpPr/>
          <p:nvPr/>
        </p:nvSpPr>
        <p:spPr>
          <a:xfrm>
            <a:off x="885825" y="923925"/>
            <a:ext cx="2867025" cy="2867025"/>
          </a:xfrm>
          <a:custGeom>
            <a:avLst/>
            <a:gdLst/>
            <a:ahLst/>
            <a:cxnLst/>
            <a:rect l="l" t="t" r="r" b="b"/>
            <a:pathLst>
              <a:path w="2867025" h="2867025">
                <a:moveTo>
                  <a:pt x="0" y="0"/>
                </a:moveTo>
                <a:lnTo>
                  <a:pt x="2867025" y="0"/>
                </a:lnTo>
                <a:lnTo>
                  <a:pt x="0" y="28670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7" name="corner-tr"/>
          <p:cNvGrpSpPr/>
          <p:nvPr/>
        </p:nvGrpSpPr>
        <p:grpSpPr>
          <a:xfrm>
            <a:off x="21945600" y="933450"/>
            <a:ext cx="7610475" cy="7667625"/>
            <a:chOff x="21945600" y="933450"/>
            <a:chExt cx="7610475" cy="7667625"/>
          </a:xfrm>
        </p:grpSpPr>
        <p:sp>
          <p:nvSpPr>
            <p:cNvPr id="13" name="corner-tr-base"/>
            <p:cNvSpPr/>
            <p:nvPr/>
          </p:nvSpPr>
          <p:spPr>
            <a:xfrm>
              <a:off x="21945600" y="933450"/>
              <a:ext cx="7610475" cy="7667625"/>
            </a:xfrm>
            <a:custGeom>
              <a:avLst/>
              <a:gdLst/>
              <a:ahLst/>
              <a:cxnLst/>
              <a:rect l="l" t="t" r="r" b="b"/>
              <a:pathLst>
                <a:path w="7610475" h="7667625">
                  <a:moveTo>
                    <a:pt x="0" y="0"/>
                  </a:moveTo>
                  <a:lnTo>
                    <a:pt x="7610475" y="0"/>
                  </a:lnTo>
                  <a:lnTo>
                    <a:pt x="7610475" y="7667625"/>
                  </a:lnTo>
                  <a:close/>
                </a:path>
              </a:pathLst>
            </a:custGeom>
            <a:solidFill>
              <a:srgbClr val="035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orner-tr-band1"/>
            <p:cNvSpPr/>
            <p:nvPr/>
          </p:nvSpPr>
          <p:spPr>
            <a:xfrm>
              <a:off x="22193250" y="933450"/>
              <a:ext cx="7362825" cy="7667625"/>
            </a:xfrm>
            <a:custGeom>
              <a:avLst/>
              <a:gdLst/>
              <a:ahLst/>
              <a:cxnLst/>
              <a:rect l="l" t="t" r="r" b="b"/>
              <a:pathLst>
                <a:path w="7362825" h="7667625">
                  <a:moveTo>
                    <a:pt x="0" y="0"/>
                  </a:moveTo>
                  <a:lnTo>
                    <a:pt x="7362825" y="0"/>
                  </a:lnTo>
                  <a:lnTo>
                    <a:pt x="7362825" y="7667625"/>
                  </a:lnTo>
                  <a:lnTo>
                    <a:pt x="6762750" y="7067550"/>
                  </a:lnTo>
                  <a:lnTo>
                    <a:pt x="6762750" y="619125"/>
                  </a:lnTo>
                  <a:lnTo>
                    <a:pt x="619125" y="619125"/>
                  </a:lnTo>
                  <a:close/>
                </a:path>
              </a:pathLst>
            </a:custGeom>
            <a:solidFill>
              <a:srgbClr val="0834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corner-tr-band3"/>
            <p:cNvSpPr/>
            <p:nvPr/>
          </p:nvSpPr>
          <p:spPr>
            <a:xfrm>
              <a:off x="23479125" y="2219325"/>
              <a:ext cx="4791075" cy="5095875"/>
            </a:xfrm>
            <a:custGeom>
              <a:avLst/>
              <a:gdLst/>
              <a:ahLst/>
              <a:cxnLst/>
              <a:rect l="l" t="t" r="r" b="b"/>
              <a:pathLst>
                <a:path w="4791075" h="5095875">
                  <a:moveTo>
                    <a:pt x="0" y="0"/>
                  </a:moveTo>
                  <a:lnTo>
                    <a:pt x="4791075" y="0"/>
                  </a:lnTo>
                  <a:lnTo>
                    <a:pt x="4791075" y="5095875"/>
                  </a:lnTo>
                  <a:lnTo>
                    <a:pt x="4181475" y="4486275"/>
                  </a:lnTo>
                  <a:lnTo>
                    <a:pt x="4181475" y="733425"/>
                  </a:lnTo>
                  <a:lnTo>
                    <a:pt x="733425" y="733425"/>
                  </a:lnTo>
                  <a:close/>
                </a:path>
              </a:pathLst>
            </a:custGeom>
            <a:solidFill>
              <a:srgbClr val="0834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title-block"/>
          <p:cNvGrpSpPr/>
          <p:nvPr/>
        </p:nvGrpSpPr>
        <p:grpSpPr>
          <a:xfrm>
            <a:off x="7211378" y="5257800"/>
            <a:ext cx="16047720" cy="4810125"/>
            <a:chOff x="7211378" y="5257800"/>
            <a:chExt cx="16047720" cy="4810125"/>
          </a:xfrm>
        </p:grpSpPr>
        <p:sp>
          <p:nvSpPr>
            <p:cNvPr id="16" name="title"/>
            <p:cNvSpPr txBox="1"/>
            <p:nvPr/>
          </p:nvSpPr>
          <p:spPr>
            <a:xfrm>
              <a:off x="7211378" y="5257800"/>
              <a:ext cx="16047720" cy="26193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02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项目管理计划</a:t>
              </a:r>
            </a:p>
          </p:txBody>
        </p:sp>
        <p:sp>
          <p:nvSpPr>
            <p:cNvPr id="17" name="divider"/>
            <p:cNvSpPr/>
            <p:nvPr/>
          </p:nvSpPr>
          <p:spPr>
            <a:xfrm>
              <a:off x="13954125" y="8467725"/>
              <a:ext cx="2552700" cy="95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ubtitle"/>
            <p:cNvSpPr txBox="1"/>
            <p:nvPr/>
          </p:nvSpPr>
          <p:spPr>
            <a:xfrm>
              <a:off x="8083867" y="8934450"/>
              <a:ext cx="14264640" cy="11334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成功项目的蓝图与行动指南</a:t>
              </a:r>
            </a:p>
          </p:txBody>
        </p:sp>
      </p:grpSp>
      <p:grpSp>
        <p:nvGrpSpPr>
          <p:cNvPr id="30" name="pill"/>
          <p:cNvGrpSpPr/>
          <p:nvPr/>
        </p:nvGrpSpPr>
        <p:grpSpPr>
          <a:xfrm>
            <a:off x="10896600" y="11296650"/>
            <a:ext cx="8667750" cy="1257300"/>
            <a:chOff x="10896600" y="11296650"/>
            <a:chExt cx="8667750" cy="1257300"/>
          </a:xfrm>
        </p:grpSpPr>
        <p:sp>
          <p:nvSpPr>
            <p:cNvPr id="19" name="pill-bg"/>
            <p:cNvSpPr/>
            <p:nvPr/>
          </p:nvSpPr>
          <p:spPr>
            <a:xfrm>
              <a:off x="10896600" y="11296650"/>
              <a:ext cx="8667750" cy="1257300"/>
            </a:xfrm>
            <a:prstGeom prst="roundRect">
              <a:avLst>
                <a:gd name="adj" fmla="val 50000"/>
              </a:avLst>
            </a:prstGeom>
            <a:solidFill>
              <a:srgbClr val="035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pill-text"/>
            <p:cNvSpPr txBox="1"/>
            <p:nvPr/>
          </p:nvSpPr>
          <p:spPr>
            <a:xfrm>
              <a:off x="11601450" y="11553825"/>
              <a:ext cx="7239000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汇报人：XXX | 时间：202X.XX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885825" y="14668500"/>
            <a:ext cx="28670250" cy="1571625"/>
            <a:chOff x="885825" y="14668500"/>
            <a:chExt cx="28670250" cy="1571625"/>
          </a:xfrm>
        </p:grpSpPr>
        <p:sp>
          <p:nvSpPr>
            <p:cNvPr id="21" name="footer-bar"/>
            <p:cNvSpPr/>
            <p:nvPr/>
          </p:nvSpPr>
          <p:spPr>
            <a:xfrm>
              <a:off x="885825" y="14668500"/>
              <a:ext cx="28670250" cy="1571625"/>
            </a:xfrm>
            <a:prstGeom prst="rect">
              <a:avLst/>
            </a:prstGeom>
            <a:solidFill>
              <a:srgbClr val="0350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oot-search"/>
            <p:cNvSpPr txBox="1"/>
            <p:nvPr/>
          </p:nvSpPr>
          <p:spPr>
            <a:xfrm>
              <a:off x="2247900" y="15287625"/>
              <a:ext cx="108585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搜索</a:t>
              </a:r>
            </a:p>
          </p:txBody>
        </p:sp>
        <p:sp>
          <p:nvSpPr>
            <p:cNvPr id="23" name="foot-about"/>
            <p:cNvSpPr txBox="1"/>
            <p:nvPr/>
          </p:nvSpPr>
          <p:spPr>
            <a:xfrm>
              <a:off x="7791450" y="15287625"/>
              <a:ext cx="2124075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关于我们</a:t>
              </a:r>
            </a:p>
          </p:txBody>
        </p:sp>
        <p:sp>
          <p:nvSpPr>
            <p:cNvPr id="24" name="foot-tel"/>
            <p:cNvSpPr txBox="1"/>
            <p:nvPr/>
          </p:nvSpPr>
          <p:spPr>
            <a:xfrm>
              <a:off x="13630275" y="15287625"/>
              <a:ext cx="6429375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联系电话：010-88888888</a:t>
              </a:r>
            </a:p>
          </p:txBody>
        </p:sp>
        <p:sp>
          <p:nvSpPr>
            <p:cNvPr id="25" name="foot-addr"/>
            <p:cNvSpPr txBox="1"/>
            <p:nvPr/>
          </p:nvSpPr>
          <p:spPr>
            <a:xfrm>
              <a:off x="23669625" y="15287625"/>
              <a:ext cx="5257800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地址：创新大道101号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