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708600" cy="17335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708600" cy="17335500"/>
          </a:xfrm>
          <a:prstGeom prst="rect">
            <a:avLst/>
          </a:prstGeom>
          <a:solidFill>
            <a:srgbClr val="FDF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708600" cy="17335500"/>
          </a:xfrm>
          <a:prstGeom prst="rect">
            <a:avLst/>
          </a:prstGeom>
          <a:solidFill>
            <a:srgbClr val="FDF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-tl"/>
          <p:cNvSpPr/>
          <p:nvPr/>
        </p:nvSpPr>
        <p:spPr>
          <a:xfrm>
            <a:off x="990600" y="1019175"/>
            <a:ext cx="7696200" cy="1228725"/>
          </a:xfrm>
          <a:custGeom>
            <a:avLst/>
            <a:gdLst/>
            <a:ahLst/>
            <a:cxnLst/>
            <a:rect l="l" t="t" r="r" b="b"/>
            <a:pathLst>
              <a:path w="7696200" h="1228725">
                <a:moveTo>
                  <a:pt x="0" y="0"/>
                </a:moveTo>
                <a:lnTo>
                  <a:pt x="38100" y="0"/>
                </a:lnTo>
                <a:lnTo>
                  <a:pt x="76200" y="0"/>
                </a:lnTo>
                <a:lnTo>
                  <a:pt x="114300" y="0"/>
                </a:lnTo>
                <a:lnTo>
                  <a:pt x="152400" y="0"/>
                </a:lnTo>
                <a:lnTo>
                  <a:pt x="190500" y="0"/>
                </a:lnTo>
                <a:lnTo>
                  <a:pt x="228600" y="0"/>
                </a:lnTo>
                <a:lnTo>
                  <a:pt x="266700" y="0"/>
                </a:lnTo>
                <a:lnTo>
                  <a:pt x="304800" y="0"/>
                </a:lnTo>
                <a:lnTo>
                  <a:pt x="342900" y="0"/>
                </a:lnTo>
                <a:lnTo>
                  <a:pt x="381000" y="0"/>
                </a:lnTo>
                <a:lnTo>
                  <a:pt x="419100" y="0"/>
                </a:lnTo>
                <a:lnTo>
                  <a:pt x="457200" y="0"/>
                </a:lnTo>
                <a:lnTo>
                  <a:pt x="495300" y="0"/>
                </a:lnTo>
                <a:lnTo>
                  <a:pt x="533400" y="0"/>
                </a:lnTo>
                <a:lnTo>
                  <a:pt x="571500" y="0"/>
                </a:lnTo>
                <a:lnTo>
                  <a:pt x="609600" y="0"/>
                </a:lnTo>
                <a:lnTo>
                  <a:pt x="647700" y="0"/>
                </a:lnTo>
                <a:lnTo>
                  <a:pt x="685800" y="0"/>
                </a:lnTo>
                <a:lnTo>
                  <a:pt x="723900" y="0"/>
                </a:lnTo>
                <a:lnTo>
                  <a:pt x="762000" y="0"/>
                </a:lnTo>
                <a:lnTo>
                  <a:pt x="800100" y="0"/>
                </a:lnTo>
                <a:lnTo>
                  <a:pt x="838200" y="0"/>
                </a:lnTo>
                <a:lnTo>
                  <a:pt x="876300" y="0"/>
                </a:lnTo>
                <a:lnTo>
                  <a:pt x="914400" y="0"/>
                </a:lnTo>
                <a:lnTo>
                  <a:pt x="952500" y="0"/>
                </a:lnTo>
                <a:lnTo>
                  <a:pt x="990600" y="0"/>
                </a:lnTo>
                <a:lnTo>
                  <a:pt x="1028700" y="0"/>
                </a:lnTo>
                <a:lnTo>
                  <a:pt x="1066800" y="0"/>
                </a:lnTo>
                <a:lnTo>
                  <a:pt x="1104900" y="0"/>
                </a:lnTo>
                <a:lnTo>
                  <a:pt x="1143000" y="0"/>
                </a:lnTo>
                <a:lnTo>
                  <a:pt x="1181100" y="0"/>
                </a:lnTo>
                <a:lnTo>
                  <a:pt x="1219200" y="0"/>
                </a:lnTo>
                <a:lnTo>
                  <a:pt x="1257300" y="0"/>
                </a:lnTo>
                <a:lnTo>
                  <a:pt x="1295400" y="0"/>
                </a:lnTo>
                <a:lnTo>
                  <a:pt x="1333500" y="0"/>
                </a:lnTo>
                <a:lnTo>
                  <a:pt x="1371600" y="0"/>
                </a:lnTo>
                <a:lnTo>
                  <a:pt x="1409700" y="0"/>
                </a:lnTo>
                <a:lnTo>
                  <a:pt x="1447800" y="0"/>
                </a:lnTo>
                <a:lnTo>
                  <a:pt x="1485900" y="0"/>
                </a:lnTo>
                <a:lnTo>
                  <a:pt x="1524000" y="0"/>
                </a:lnTo>
                <a:lnTo>
                  <a:pt x="1562100" y="0"/>
                </a:lnTo>
                <a:lnTo>
                  <a:pt x="1600200" y="0"/>
                </a:lnTo>
                <a:lnTo>
                  <a:pt x="1638300" y="0"/>
                </a:lnTo>
                <a:lnTo>
                  <a:pt x="1676400" y="0"/>
                </a:lnTo>
                <a:lnTo>
                  <a:pt x="1714500" y="0"/>
                </a:lnTo>
                <a:lnTo>
                  <a:pt x="1752600" y="0"/>
                </a:lnTo>
                <a:lnTo>
                  <a:pt x="1790700" y="0"/>
                </a:lnTo>
                <a:lnTo>
                  <a:pt x="1828800" y="0"/>
                </a:lnTo>
                <a:lnTo>
                  <a:pt x="1866900" y="0"/>
                </a:lnTo>
                <a:lnTo>
                  <a:pt x="1905000" y="0"/>
                </a:lnTo>
                <a:lnTo>
                  <a:pt x="1943100" y="0"/>
                </a:lnTo>
                <a:lnTo>
                  <a:pt x="1981200" y="0"/>
                </a:lnTo>
                <a:lnTo>
                  <a:pt x="2019300" y="0"/>
                </a:lnTo>
                <a:lnTo>
                  <a:pt x="2057400" y="0"/>
                </a:lnTo>
                <a:lnTo>
                  <a:pt x="2095500" y="0"/>
                </a:lnTo>
                <a:lnTo>
                  <a:pt x="2133600" y="0"/>
                </a:lnTo>
                <a:lnTo>
                  <a:pt x="2171700" y="0"/>
                </a:lnTo>
                <a:lnTo>
                  <a:pt x="2209800" y="0"/>
                </a:lnTo>
                <a:lnTo>
                  <a:pt x="2247900" y="0"/>
                </a:lnTo>
                <a:lnTo>
                  <a:pt x="2286000" y="0"/>
                </a:lnTo>
                <a:lnTo>
                  <a:pt x="2324100" y="0"/>
                </a:lnTo>
                <a:lnTo>
                  <a:pt x="2362200" y="0"/>
                </a:lnTo>
                <a:lnTo>
                  <a:pt x="2400300" y="0"/>
                </a:lnTo>
                <a:lnTo>
                  <a:pt x="2438400" y="0"/>
                </a:lnTo>
                <a:lnTo>
                  <a:pt x="2476500" y="0"/>
                </a:lnTo>
                <a:lnTo>
                  <a:pt x="2514600" y="0"/>
                </a:lnTo>
                <a:lnTo>
                  <a:pt x="2552700" y="0"/>
                </a:lnTo>
                <a:lnTo>
                  <a:pt x="2590800" y="0"/>
                </a:lnTo>
                <a:lnTo>
                  <a:pt x="2628900" y="0"/>
                </a:lnTo>
                <a:lnTo>
                  <a:pt x="2667000" y="0"/>
                </a:lnTo>
                <a:lnTo>
                  <a:pt x="2705100" y="0"/>
                </a:lnTo>
                <a:lnTo>
                  <a:pt x="2743200" y="0"/>
                </a:lnTo>
                <a:lnTo>
                  <a:pt x="2781300" y="0"/>
                </a:lnTo>
                <a:lnTo>
                  <a:pt x="2819400" y="0"/>
                </a:lnTo>
                <a:lnTo>
                  <a:pt x="2857500" y="0"/>
                </a:lnTo>
                <a:lnTo>
                  <a:pt x="2895600" y="0"/>
                </a:lnTo>
                <a:lnTo>
                  <a:pt x="2933700" y="0"/>
                </a:lnTo>
                <a:lnTo>
                  <a:pt x="2971800" y="0"/>
                </a:lnTo>
                <a:lnTo>
                  <a:pt x="3009900" y="0"/>
                </a:lnTo>
                <a:lnTo>
                  <a:pt x="3048000" y="0"/>
                </a:lnTo>
                <a:lnTo>
                  <a:pt x="3086100" y="0"/>
                </a:lnTo>
                <a:lnTo>
                  <a:pt x="3124200" y="0"/>
                </a:lnTo>
                <a:lnTo>
                  <a:pt x="3162300" y="0"/>
                </a:lnTo>
                <a:lnTo>
                  <a:pt x="3200400" y="0"/>
                </a:lnTo>
                <a:lnTo>
                  <a:pt x="3238500" y="0"/>
                </a:lnTo>
                <a:lnTo>
                  <a:pt x="3276600" y="0"/>
                </a:lnTo>
                <a:lnTo>
                  <a:pt x="3314700" y="0"/>
                </a:lnTo>
                <a:lnTo>
                  <a:pt x="3352800" y="0"/>
                </a:lnTo>
                <a:lnTo>
                  <a:pt x="3390900" y="0"/>
                </a:lnTo>
                <a:lnTo>
                  <a:pt x="3429000" y="0"/>
                </a:lnTo>
                <a:lnTo>
                  <a:pt x="3467100" y="0"/>
                </a:lnTo>
                <a:lnTo>
                  <a:pt x="3505200" y="0"/>
                </a:lnTo>
                <a:lnTo>
                  <a:pt x="3543300" y="0"/>
                </a:lnTo>
                <a:lnTo>
                  <a:pt x="3581400" y="0"/>
                </a:lnTo>
                <a:lnTo>
                  <a:pt x="3619500" y="0"/>
                </a:lnTo>
                <a:lnTo>
                  <a:pt x="3657600" y="0"/>
                </a:lnTo>
                <a:lnTo>
                  <a:pt x="3695700" y="0"/>
                </a:lnTo>
                <a:lnTo>
                  <a:pt x="3733800" y="0"/>
                </a:lnTo>
                <a:lnTo>
                  <a:pt x="3771900" y="0"/>
                </a:lnTo>
                <a:lnTo>
                  <a:pt x="3810000" y="0"/>
                </a:lnTo>
                <a:lnTo>
                  <a:pt x="3848100" y="0"/>
                </a:lnTo>
                <a:lnTo>
                  <a:pt x="3886200" y="0"/>
                </a:lnTo>
                <a:lnTo>
                  <a:pt x="3924300" y="0"/>
                </a:lnTo>
                <a:lnTo>
                  <a:pt x="3962400" y="0"/>
                </a:lnTo>
                <a:lnTo>
                  <a:pt x="4000500" y="0"/>
                </a:lnTo>
                <a:lnTo>
                  <a:pt x="4038600" y="0"/>
                </a:lnTo>
                <a:lnTo>
                  <a:pt x="4076700" y="0"/>
                </a:lnTo>
                <a:lnTo>
                  <a:pt x="4114800" y="0"/>
                </a:lnTo>
                <a:lnTo>
                  <a:pt x="4152900" y="0"/>
                </a:lnTo>
                <a:lnTo>
                  <a:pt x="4191000" y="0"/>
                </a:lnTo>
                <a:lnTo>
                  <a:pt x="4229100" y="0"/>
                </a:lnTo>
                <a:lnTo>
                  <a:pt x="4267200" y="0"/>
                </a:lnTo>
                <a:lnTo>
                  <a:pt x="4305300" y="0"/>
                </a:lnTo>
                <a:lnTo>
                  <a:pt x="4343400" y="0"/>
                </a:lnTo>
                <a:lnTo>
                  <a:pt x="4381500" y="0"/>
                </a:lnTo>
                <a:lnTo>
                  <a:pt x="4419600" y="0"/>
                </a:lnTo>
                <a:lnTo>
                  <a:pt x="4457700" y="0"/>
                </a:lnTo>
                <a:lnTo>
                  <a:pt x="4495800" y="0"/>
                </a:lnTo>
                <a:lnTo>
                  <a:pt x="4533900" y="0"/>
                </a:lnTo>
                <a:lnTo>
                  <a:pt x="4572000" y="0"/>
                </a:lnTo>
                <a:lnTo>
                  <a:pt x="4610100" y="0"/>
                </a:lnTo>
                <a:lnTo>
                  <a:pt x="4648200" y="0"/>
                </a:lnTo>
                <a:lnTo>
                  <a:pt x="4686300" y="0"/>
                </a:lnTo>
                <a:lnTo>
                  <a:pt x="4724400" y="0"/>
                </a:lnTo>
                <a:lnTo>
                  <a:pt x="4762500" y="0"/>
                </a:lnTo>
                <a:lnTo>
                  <a:pt x="4800600" y="0"/>
                </a:lnTo>
                <a:lnTo>
                  <a:pt x="4838700" y="0"/>
                </a:lnTo>
                <a:lnTo>
                  <a:pt x="4876800" y="0"/>
                </a:lnTo>
                <a:lnTo>
                  <a:pt x="4914900" y="0"/>
                </a:lnTo>
                <a:lnTo>
                  <a:pt x="4953000" y="0"/>
                </a:lnTo>
                <a:lnTo>
                  <a:pt x="4991100" y="0"/>
                </a:lnTo>
                <a:lnTo>
                  <a:pt x="5029200" y="0"/>
                </a:lnTo>
                <a:lnTo>
                  <a:pt x="5067300" y="0"/>
                </a:lnTo>
                <a:lnTo>
                  <a:pt x="5105400" y="0"/>
                </a:lnTo>
                <a:lnTo>
                  <a:pt x="5143500" y="0"/>
                </a:lnTo>
                <a:lnTo>
                  <a:pt x="5181600" y="0"/>
                </a:lnTo>
                <a:lnTo>
                  <a:pt x="5219700" y="0"/>
                </a:lnTo>
                <a:lnTo>
                  <a:pt x="5257800" y="0"/>
                </a:lnTo>
                <a:lnTo>
                  <a:pt x="5295900" y="0"/>
                </a:lnTo>
                <a:lnTo>
                  <a:pt x="5334000" y="0"/>
                </a:lnTo>
                <a:lnTo>
                  <a:pt x="5372100" y="0"/>
                </a:lnTo>
                <a:lnTo>
                  <a:pt x="5410200" y="0"/>
                </a:lnTo>
                <a:lnTo>
                  <a:pt x="5448300" y="0"/>
                </a:lnTo>
                <a:lnTo>
                  <a:pt x="5486400" y="0"/>
                </a:lnTo>
                <a:lnTo>
                  <a:pt x="5524500" y="0"/>
                </a:lnTo>
                <a:lnTo>
                  <a:pt x="5562600" y="0"/>
                </a:lnTo>
                <a:lnTo>
                  <a:pt x="5600700" y="0"/>
                </a:lnTo>
                <a:lnTo>
                  <a:pt x="5638800" y="0"/>
                </a:lnTo>
                <a:lnTo>
                  <a:pt x="5676900" y="0"/>
                </a:lnTo>
                <a:lnTo>
                  <a:pt x="5715000" y="0"/>
                </a:lnTo>
                <a:lnTo>
                  <a:pt x="5753100" y="0"/>
                </a:lnTo>
                <a:lnTo>
                  <a:pt x="5791200" y="0"/>
                </a:lnTo>
                <a:lnTo>
                  <a:pt x="5829300" y="0"/>
                </a:lnTo>
                <a:lnTo>
                  <a:pt x="5867400" y="0"/>
                </a:lnTo>
                <a:lnTo>
                  <a:pt x="5905500" y="0"/>
                </a:lnTo>
                <a:lnTo>
                  <a:pt x="5943600" y="0"/>
                </a:lnTo>
                <a:lnTo>
                  <a:pt x="5981700" y="0"/>
                </a:lnTo>
                <a:lnTo>
                  <a:pt x="6019800" y="0"/>
                </a:lnTo>
                <a:lnTo>
                  <a:pt x="6057900" y="0"/>
                </a:lnTo>
                <a:lnTo>
                  <a:pt x="6096000" y="0"/>
                </a:lnTo>
                <a:lnTo>
                  <a:pt x="6134100" y="0"/>
                </a:lnTo>
                <a:lnTo>
                  <a:pt x="6172200" y="0"/>
                </a:lnTo>
                <a:lnTo>
                  <a:pt x="6210300" y="0"/>
                </a:lnTo>
                <a:lnTo>
                  <a:pt x="6248400" y="0"/>
                </a:lnTo>
                <a:lnTo>
                  <a:pt x="6286500" y="0"/>
                </a:lnTo>
                <a:lnTo>
                  <a:pt x="6324600" y="0"/>
                </a:lnTo>
                <a:lnTo>
                  <a:pt x="6362700" y="0"/>
                </a:lnTo>
                <a:lnTo>
                  <a:pt x="6400800" y="0"/>
                </a:lnTo>
                <a:lnTo>
                  <a:pt x="6438900" y="0"/>
                </a:lnTo>
                <a:lnTo>
                  <a:pt x="6477000" y="0"/>
                </a:lnTo>
                <a:lnTo>
                  <a:pt x="6515100" y="0"/>
                </a:lnTo>
                <a:lnTo>
                  <a:pt x="6553200" y="0"/>
                </a:lnTo>
                <a:lnTo>
                  <a:pt x="6591300" y="0"/>
                </a:lnTo>
                <a:lnTo>
                  <a:pt x="6629400" y="0"/>
                </a:lnTo>
                <a:lnTo>
                  <a:pt x="6667500" y="0"/>
                </a:lnTo>
                <a:lnTo>
                  <a:pt x="6705600" y="0"/>
                </a:lnTo>
                <a:lnTo>
                  <a:pt x="6743700" y="0"/>
                </a:lnTo>
                <a:lnTo>
                  <a:pt x="6781800" y="0"/>
                </a:lnTo>
                <a:lnTo>
                  <a:pt x="6819900" y="0"/>
                </a:lnTo>
                <a:lnTo>
                  <a:pt x="6858000" y="0"/>
                </a:lnTo>
                <a:lnTo>
                  <a:pt x="6896100" y="0"/>
                </a:lnTo>
                <a:lnTo>
                  <a:pt x="6934200" y="0"/>
                </a:lnTo>
                <a:lnTo>
                  <a:pt x="6972300" y="0"/>
                </a:lnTo>
                <a:lnTo>
                  <a:pt x="7010400" y="0"/>
                </a:lnTo>
                <a:lnTo>
                  <a:pt x="7048500" y="0"/>
                </a:lnTo>
                <a:lnTo>
                  <a:pt x="7086600" y="0"/>
                </a:lnTo>
                <a:lnTo>
                  <a:pt x="7124700" y="0"/>
                </a:lnTo>
                <a:lnTo>
                  <a:pt x="7162800" y="0"/>
                </a:lnTo>
                <a:lnTo>
                  <a:pt x="7200900" y="0"/>
                </a:lnTo>
                <a:lnTo>
                  <a:pt x="7239000" y="0"/>
                </a:lnTo>
                <a:lnTo>
                  <a:pt x="7277100" y="0"/>
                </a:lnTo>
                <a:lnTo>
                  <a:pt x="7315200" y="0"/>
                </a:lnTo>
                <a:lnTo>
                  <a:pt x="7353300" y="0"/>
                </a:lnTo>
                <a:lnTo>
                  <a:pt x="7391400" y="0"/>
                </a:lnTo>
                <a:lnTo>
                  <a:pt x="7429500" y="0"/>
                </a:lnTo>
                <a:lnTo>
                  <a:pt x="7467600" y="0"/>
                </a:lnTo>
                <a:lnTo>
                  <a:pt x="7505700" y="0"/>
                </a:lnTo>
                <a:lnTo>
                  <a:pt x="7543800" y="0"/>
                </a:lnTo>
                <a:lnTo>
                  <a:pt x="7581900" y="0"/>
                </a:lnTo>
                <a:lnTo>
                  <a:pt x="7620000" y="0"/>
                </a:lnTo>
                <a:lnTo>
                  <a:pt x="7658100" y="0"/>
                </a:lnTo>
                <a:lnTo>
                  <a:pt x="7696200" y="0"/>
                </a:lnTo>
                <a:lnTo>
                  <a:pt x="7696200" y="38100"/>
                </a:lnTo>
                <a:lnTo>
                  <a:pt x="7658100" y="38100"/>
                </a:lnTo>
                <a:lnTo>
                  <a:pt x="7620000" y="38100"/>
                </a:lnTo>
                <a:lnTo>
                  <a:pt x="7581900" y="38100"/>
                </a:lnTo>
                <a:lnTo>
                  <a:pt x="7543800" y="38100"/>
                </a:lnTo>
                <a:lnTo>
                  <a:pt x="7505700" y="45720"/>
                </a:lnTo>
                <a:lnTo>
                  <a:pt x="7467600" y="66675"/>
                </a:lnTo>
                <a:lnTo>
                  <a:pt x="7429500" y="93345"/>
                </a:lnTo>
                <a:lnTo>
                  <a:pt x="7391400" y="116205"/>
                </a:lnTo>
                <a:lnTo>
                  <a:pt x="7353300" y="142875"/>
                </a:lnTo>
                <a:lnTo>
                  <a:pt x="7315200" y="169545"/>
                </a:lnTo>
                <a:lnTo>
                  <a:pt x="7277100" y="192405"/>
                </a:lnTo>
                <a:lnTo>
                  <a:pt x="7239000" y="219075"/>
                </a:lnTo>
                <a:lnTo>
                  <a:pt x="7200900" y="245745"/>
                </a:lnTo>
                <a:lnTo>
                  <a:pt x="7162800" y="268605"/>
                </a:lnTo>
                <a:lnTo>
                  <a:pt x="7124700" y="293370"/>
                </a:lnTo>
                <a:lnTo>
                  <a:pt x="7086600" y="316230"/>
                </a:lnTo>
                <a:lnTo>
                  <a:pt x="7048500" y="340995"/>
                </a:lnTo>
                <a:lnTo>
                  <a:pt x="7010400" y="363855"/>
                </a:lnTo>
                <a:lnTo>
                  <a:pt x="6972300" y="390525"/>
                </a:lnTo>
                <a:lnTo>
                  <a:pt x="6934200" y="417195"/>
                </a:lnTo>
                <a:lnTo>
                  <a:pt x="6896100" y="438150"/>
                </a:lnTo>
                <a:lnTo>
                  <a:pt x="6858000" y="459105"/>
                </a:lnTo>
                <a:lnTo>
                  <a:pt x="6819900" y="483870"/>
                </a:lnTo>
                <a:lnTo>
                  <a:pt x="6781800" y="506730"/>
                </a:lnTo>
                <a:lnTo>
                  <a:pt x="6743700" y="531495"/>
                </a:lnTo>
                <a:lnTo>
                  <a:pt x="6705600" y="552450"/>
                </a:lnTo>
                <a:lnTo>
                  <a:pt x="6667500" y="573405"/>
                </a:lnTo>
                <a:lnTo>
                  <a:pt x="6629400" y="598170"/>
                </a:lnTo>
                <a:lnTo>
                  <a:pt x="6591300" y="621030"/>
                </a:lnTo>
                <a:lnTo>
                  <a:pt x="6553200" y="645795"/>
                </a:lnTo>
                <a:lnTo>
                  <a:pt x="6515100" y="666750"/>
                </a:lnTo>
                <a:lnTo>
                  <a:pt x="6477000" y="685800"/>
                </a:lnTo>
                <a:lnTo>
                  <a:pt x="6438900" y="706755"/>
                </a:lnTo>
                <a:lnTo>
                  <a:pt x="6400800" y="731520"/>
                </a:lnTo>
                <a:lnTo>
                  <a:pt x="6362700" y="752475"/>
                </a:lnTo>
                <a:lnTo>
                  <a:pt x="6324600" y="771525"/>
                </a:lnTo>
                <a:lnTo>
                  <a:pt x="6286500" y="790575"/>
                </a:lnTo>
                <a:lnTo>
                  <a:pt x="6248400" y="809625"/>
                </a:lnTo>
                <a:lnTo>
                  <a:pt x="6210300" y="828675"/>
                </a:lnTo>
                <a:lnTo>
                  <a:pt x="6172200" y="847725"/>
                </a:lnTo>
                <a:lnTo>
                  <a:pt x="6134100" y="866775"/>
                </a:lnTo>
                <a:lnTo>
                  <a:pt x="6096000" y="885825"/>
                </a:lnTo>
                <a:lnTo>
                  <a:pt x="6057900" y="902970"/>
                </a:lnTo>
                <a:lnTo>
                  <a:pt x="6019800" y="916305"/>
                </a:lnTo>
                <a:lnTo>
                  <a:pt x="5981700" y="933450"/>
                </a:lnTo>
                <a:lnTo>
                  <a:pt x="5943600" y="952500"/>
                </a:lnTo>
                <a:lnTo>
                  <a:pt x="5905500" y="969645"/>
                </a:lnTo>
                <a:lnTo>
                  <a:pt x="5867400" y="982980"/>
                </a:lnTo>
                <a:lnTo>
                  <a:pt x="5829300" y="998220"/>
                </a:lnTo>
                <a:lnTo>
                  <a:pt x="5791200" y="1011555"/>
                </a:lnTo>
                <a:lnTo>
                  <a:pt x="5753100" y="1026795"/>
                </a:lnTo>
                <a:lnTo>
                  <a:pt x="5715000" y="1038225"/>
                </a:lnTo>
                <a:lnTo>
                  <a:pt x="5676900" y="1047750"/>
                </a:lnTo>
                <a:lnTo>
                  <a:pt x="5638800" y="1057275"/>
                </a:lnTo>
                <a:lnTo>
                  <a:pt x="5600700" y="1066800"/>
                </a:lnTo>
                <a:lnTo>
                  <a:pt x="5562600" y="1076325"/>
                </a:lnTo>
                <a:lnTo>
                  <a:pt x="5524500" y="1085850"/>
                </a:lnTo>
                <a:lnTo>
                  <a:pt x="5486400" y="1095375"/>
                </a:lnTo>
                <a:lnTo>
                  <a:pt x="5448300" y="1104900"/>
                </a:lnTo>
                <a:lnTo>
                  <a:pt x="5410200" y="1112520"/>
                </a:lnTo>
                <a:lnTo>
                  <a:pt x="5372100" y="1116330"/>
                </a:lnTo>
                <a:lnTo>
                  <a:pt x="5334000" y="1122045"/>
                </a:lnTo>
                <a:lnTo>
                  <a:pt x="5295900" y="1123950"/>
                </a:lnTo>
                <a:lnTo>
                  <a:pt x="5257800" y="1122045"/>
                </a:lnTo>
                <a:lnTo>
                  <a:pt x="5219700" y="1116330"/>
                </a:lnTo>
                <a:lnTo>
                  <a:pt x="5181600" y="1112520"/>
                </a:lnTo>
                <a:lnTo>
                  <a:pt x="5143500" y="1104900"/>
                </a:lnTo>
                <a:lnTo>
                  <a:pt x="5105400" y="1093470"/>
                </a:lnTo>
                <a:lnTo>
                  <a:pt x="5067300" y="1078230"/>
                </a:lnTo>
                <a:lnTo>
                  <a:pt x="5029200" y="1064895"/>
                </a:lnTo>
                <a:lnTo>
                  <a:pt x="4991100" y="1047750"/>
                </a:lnTo>
                <a:lnTo>
                  <a:pt x="4953000" y="1026795"/>
                </a:lnTo>
                <a:lnTo>
                  <a:pt x="4914900" y="1000125"/>
                </a:lnTo>
                <a:lnTo>
                  <a:pt x="4876800" y="971550"/>
                </a:lnTo>
                <a:lnTo>
                  <a:pt x="4838700" y="942975"/>
                </a:lnTo>
                <a:lnTo>
                  <a:pt x="4800600" y="914400"/>
                </a:lnTo>
                <a:lnTo>
                  <a:pt x="4762500" y="883920"/>
                </a:lnTo>
                <a:lnTo>
                  <a:pt x="4724400" y="847725"/>
                </a:lnTo>
                <a:lnTo>
                  <a:pt x="4686300" y="811530"/>
                </a:lnTo>
                <a:lnTo>
                  <a:pt x="4648200" y="779145"/>
                </a:lnTo>
                <a:lnTo>
                  <a:pt x="4610100" y="742950"/>
                </a:lnTo>
                <a:lnTo>
                  <a:pt x="4572000" y="704850"/>
                </a:lnTo>
                <a:lnTo>
                  <a:pt x="4533900" y="666750"/>
                </a:lnTo>
                <a:lnTo>
                  <a:pt x="4495800" y="630555"/>
                </a:lnTo>
                <a:lnTo>
                  <a:pt x="4457700" y="598170"/>
                </a:lnTo>
                <a:lnTo>
                  <a:pt x="4419600" y="563880"/>
                </a:lnTo>
                <a:lnTo>
                  <a:pt x="4381500" y="533400"/>
                </a:lnTo>
                <a:lnTo>
                  <a:pt x="4343400" y="504825"/>
                </a:lnTo>
                <a:lnTo>
                  <a:pt x="4305300" y="478155"/>
                </a:lnTo>
                <a:lnTo>
                  <a:pt x="4267200" y="457200"/>
                </a:lnTo>
                <a:lnTo>
                  <a:pt x="4229100" y="438150"/>
                </a:lnTo>
                <a:lnTo>
                  <a:pt x="4191000" y="419100"/>
                </a:lnTo>
                <a:lnTo>
                  <a:pt x="4152900" y="400050"/>
                </a:lnTo>
                <a:lnTo>
                  <a:pt x="4114800" y="382905"/>
                </a:lnTo>
                <a:lnTo>
                  <a:pt x="4076700" y="371475"/>
                </a:lnTo>
                <a:lnTo>
                  <a:pt x="4038600" y="363855"/>
                </a:lnTo>
                <a:lnTo>
                  <a:pt x="4000500" y="360045"/>
                </a:lnTo>
                <a:lnTo>
                  <a:pt x="3962400" y="354330"/>
                </a:lnTo>
                <a:lnTo>
                  <a:pt x="3924300" y="350520"/>
                </a:lnTo>
                <a:lnTo>
                  <a:pt x="3886200" y="344805"/>
                </a:lnTo>
                <a:lnTo>
                  <a:pt x="3848100" y="344805"/>
                </a:lnTo>
                <a:lnTo>
                  <a:pt x="3810000" y="350520"/>
                </a:lnTo>
                <a:lnTo>
                  <a:pt x="3771900" y="352425"/>
                </a:lnTo>
                <a:lnTo>
                  <a:pt x="3733800" y="354330"/>
                </a:lnTo>
                <a:lnTo>
                  <a:pt x="3695700" y="361950"/>
                </a:lnTo>
                <a:lnTo>
                  <a:pt x="3657600" y="371475"/>
                </a:lnTo>
                <a:lnTo>
                  <a:pt x="3619500" y="379095"/>
                </a:lnTo>
                <a:lnTo>
                  <a:pt x="3581400" y="382905"/>
                </a:lnTo>
                <a:lnTo>
                  <a:pt x="3543300" y="390525"/>
                </a:lnTo>
                <a:lnTo>
                  <a:pt x="3505200" y="401955"/>
                </a:lnTo>
                <a:lnTo>
                  <a:pt x="3467100" y="417195"/>
                </a:lnTo>
                <a:lnTo>
                  <a:pt x="3429000" y="428625"/>
                </a:lnTo>
                <a:lnTo>
                  <a:pt x="3390900" y="438150"/>
                </a:lnTo>
                <a:lnTo>
                  <a:pt x="3352800" y="449580"/>
                </a:lnTo>
                <a:lnTo>
                  <a:pt x="3314700" y="464820"/>
                </a:lnTo>
                <a:lnTo>
                  <a:pt x="3276600" y="478155"/>
                </a:lnTo>
                <a:lnTo>
                  <a:pt x="3238500" y="493395"/>
                </a:lnTo>
                <a:lnTo>
                  <a:pt x="3200400" y="504825"/>
                </a:lnTo>
                <a:lnTo>
                  <a:pt x="3162300" y="516255"/>
                </a:lnTo>
                <a:lnTo>
                  <a:pt x="3124200" y="531495"/>
                </a:lnTo>
                <a:lnTo>
                  <a:pt x="3086100" y="544830"/>
                </a:lnTo>
                <a:lnTo>
                  <a:pt x="3048000" y="560070"/>
                </a:lnTo>
                <a:lnTo>
                  <a:pt x="3009900" y="573405"/>
                </a:lnTo>
                <a:lnTo>
                  <a:pt x="2971800" y="590550"/>
                </a:lnTo>
                <a:lnTo>
                  <a:pt x="2933700" y="607695"/>
                </a:lnTo>
                <a:lnTo>
                  <a:pt x="2895600" y="621030"/>
                </a:lnTo>
                <a:lnTo>
                  <a:pt x="2857500" y="636270"/>
                </a:lnTo>
                <a:lnTo>
                  <a:pt x="2819400" y="649605"/>
                </a:lnTo>
                <a:lnTo>
                  <a:pt x="2781300" y="666750"/>
                </a:lnTo>
                <a:lnTo>
                  <a:pt x="2743200" y="685800"/>
                </a:lnTo>
                <a:lnTo>
                  <a:pt x="2705100" y="702945"/>
                </a:lnTo>
                <a:lnTo>
                  <a:pt x="2667000" y="716280"/>
                </a:lnTo>
                <a:lnTo>
                  <a:pt x="2628900" y="733425"/>
                </a:lnTo>
                <a:lnTo>
                  <a:pt x="2590800" y="750570"/>
                </a:lnTo>
                <a:lnTo>
                  <a:pt x="2552700" y="763905"/>
                </a:lnTo>
                <a:lnTo>
                  <a:pt x="2514600" y="781050"/>
                </a:lnTo>
                <a:lnTo>
                  <a:pt x="2476500" y="798195"/>
                </a:lnTo>
                <a:lnTo>
                  <a:pt x="2438400" y="811530"/>
                </a:lnTo>
                <a:lnTo>
                  <a:pt x="2400300" y="828675"/>
                </a:lnTo>
                <a:lnTo>
                  <a:pt x="2362200" y="847725"/>
                </a:lnTo>
                <a:lnTo>
                  <a:pt x="2324100" y="864870"/>
                </a:lnTo>
                <a:lnTo>
                  <a:pt x="2286000" y="878205"/>
                </a:lnTo>
                <a:lnTo>
                  <a:pt x="2247900" y="895350"/>
                </a:lnTo>
                <a:lnTo>
                  <a:pt x="2209800" y="912495"/>
                </a:lnTo>
                <a:lnTo>
                  <a:pt x="2171700" y="925830"/>
                </a:lnTo>
                <a:lnTo>
                  <a:pt x="2133600" y="942975"/>
                </a:lnTo>
                <a:lnTo>
                  <a:pt x="2095500" y="960120"/>
                </a:lnTo>
                <a:lnTo>
                  <a:pt x="2057400" y="973455"/>
                </a:lnTo>
                <a:lnTo>
                  <a:pt x="2019300" y="990600"/>
                </a:lnTo>
                <a:lnTo>
                  <a:pt x="1981200" y="1007745"/>
                </a:lnTo>
                <a:lnTo>
                  <a:pt x="1943100" y="1021080"/>
                </a:lnTo>
                <a:lnTo>
                  <a:pt x="1905000" y="1036320"/>
                </a:lnTo>
                <a:lnTo>
                  <a:pt x="1866900" y="1049655"/>
                </a:lnTo>
                <a:lnTo>
                  <a:pt x="1828800" y="1064895"/>
                </a:lnTo>
                <a:lnTo>
                  <a:pt x="1790700" y="1078230"/>
                </a:lnTo>
                <a:lnTo>
                  <a:pt x="1752600" y="1093470"/>
                </a:lnTo>
                <a:lnTo>
                  <a:pt x="1714500" y="1104900"/>
                </a:lnTo>
                <a:lnTo>
                  <a:pt x="1676400" y="1116330"/>
                </a:lnTo>
                <a:lnTo>
                  <a:pt x="1638300" y="1131570"/>
                </a:lnTo>
                <a:lnTo>
                  <a:pt x="1600200" y="1143000"/>
                </a:lnTo>
                <a:lnTo>
                  <a:pt x="1562100" y="1152525"/>
                </a:lnTo>
                <a:lnTo>
                  <a:pt x="1524000" y="1162050"/>
                </a:lnTo>
                <a:lnTo>
                  <a:pt x="1485900" y="1171575"/>
                </a:lnTo>
                <a:lnTo>
                  <a:pt x="1447800" y="1181100"/>
                </a:lnTo>
                <a:lnTo>
                  <a:pt x="1409700" y="1190625"/>
                </a:lnTo>
                <a:lnTo>
                  <a:pt x="1371600" y="1200150"/>
                </a:lnTo>
                <a:lnTo>
                  <a:pt x="1333500" y="1209675"/>
                </a:lnTo>
                <a:lnTo>
                  <a:pt x="1295400" y="1217295"/>
                </a:lnTo>
                <a:lnTo>
                  <a:pt x="1257300" y="1219200"/>
                </a:lnTo>
                <a:lnTo>
                  <a:pt x="1219200" y="1221105"/>
                </a:lnTo>
                <a:lnTo>
                  <a:pt x="1181100" y="1226820"/>
                </a:lnTo>
                <a:lnTo>
                  <a:pt x="1143000" y="1228725"/>
                </a:lnTo>
                <a:lnTo>
                  <a:pt x="1104900" y="1228725"/>
                </a:lnTo>
                <a:lnTo>
                  <a:pt x="1066800" y="1228725"/>
                </a:lnTo>
                <a:lnTo>
                  <a:pt x="1028700" y="1228725"/>
                </a:lnTo>
                <a:lnTo>
                  <a:pt x="990600" y="1228725"/>
                </a:lnTo>
                <a:lnTo>
                  <a:pt x="952500" y="1228725"/>
                </a:lnTo>
                <a:lnTo>
                  <a:pt x="914400" y="1226820"/>
                </a:lnTo>
                <a:lnTo>
                  <a:pt x="876300" y="1221105"/>
                </a:lnTo>
                <a:lnTo>
                  <a:pt x="838200" y="1219200"/>
                </a:lnTo>
                <a:lnTo>
                  <a:pt x="800100" y="1217295"/>
                </a:lnTo>
                <a:lnTo>
                  <a:pt x="762000" y="1209675"/>
                </a:lnTo>
                <a:lnTo>
                  <a:pt x="723900" y="1202055"/>
                </a:lnTo>
                <a:lnTo>
                  <a:pt x="685800" y="1198245"/>
                </a:lnTo>
                <a:lnTo>
                  <a:pt x="647700" y="1190625"/>
                </a:lnTo>
                <a:lnTo>
                  <a:pt x="609600" y="1181100"/>
                </a:lnTo>
                <a:lnTo>
                  <a:pt x="571500" y="1171575"/>
                </a:lnTo>
                <a:lnTo>
                  <a:pt x="533400" y="1162050"/>
                </a:lnTo>
                <a:lnTo>
                  <a:pt x="495300" y="1152525"/>
                </a:lnTo>
                <a:lnTo>
                  <a:pt x="457200" y="1143000"/>
                </a:lnTo>
                <a:lnTo>
                  <a:pt x="419100" y="1133475"/>
                </a:lnTo>
                <a:lnTo>
                  <a:pt x="381000" y="1122045"/>
                </a:lnTo>
                <a:lnTo>
                  <a:pt x="342900" y="1104900"/>
                </a:lnTo>
                <a:lnTo>
                  <a:pt x="304800" y="1087755"/>
                </a:lnTo>
                <a:lnTo>
                  <a:pt x="266700" y="1074420"/>
                </a:lnTo>
                <a:lnTo>
                  <a:pt x="228600" y="1057275"/>
                </a:lnTo>
                <a:lnTo>
                  <a:pt x="190500" y="1038225"/>
                </a:lnTo>
                <a:lnTo>
                  <a:pt x="152400" y="1019175"/>
                </a:lnTo>
                <a:lnTo>
                  <a:pt x="114300" y="1002030"/>
                </a:lnTo>
                <a:lnTo>
                  <a:pt x="76200" y="985837"/>
                </a:lnTo>
                <a:lnTo>
                  <a:pt x="38100" y="969645"/>
                </a:lnTo>
                <a:lnTo>
                  <a:pt x="0" y="962025"/>
                </a:lnTo>
                <a:close/>
              </a:path>
            </a:pathLst>
          </a:custGeom>
          <a:solidFill>
            <a:srgbClr val="13C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-tr"/>
          <p:cNvSpPr/>
          <p:nvPr/>
        </p:nvSpPr>
        <p:spPr>
          <a:xfrm>
            <a:off x="26670000" y="1019175"/>
            <a:ext cx="3048000" cy="1114425"/>
          </a:xfrm>
          <a:custGeom>
            <a:avLst/>
            <a:gdLst/>
            <a:ahLst/>
            <a:cxnLst/>
            <a:rect l="l" t="t" r="r" b="b"/>
            <a:pathLst>
              <a:path w="3048000" h="1114425">
                <a:moveTo>
                  <a:pt x="0" y="0"/>
                </a:moveTo>
                <a:lnTo>
                  <a:pt x="38100" y="0"/>
                </a:lnTo>
                <a:lnTo>
                  <a:pt x="76200" y="0"/>
                </a:lnTo>
                <a:lnTo>
                  <a:pt x="114300" y="0"/>
                </a:lnTo>
                <a:lnTo>
                  <a:pt x="152400" y="0"/>
                </a:lnTo>
                <a:lnTo>
                  <a:pt x="190500" y="0"/>
                </a:lnTo>
                <a:lnTo>
                  <a:pt x="228600" y="0"/>
                </a:lnTo>
                <a:lnTo>
                  <a:pt x="266700" y="0"/>
                </a:lnTo>
                <a:lnTo>
                  <a:pt x="304800" y="0"/>
                </a:lnTo>
                <a:lnTo>
                  <a:pt x="342900" y="0"/>
                </a:lnTo>
                <a:lnTo>
                  <a:pt x="381000" y="0"/>
                </a:lnTo>
                <a:lnTo>
                  <a:pt x="419100" y="0"/>
                </a:lnTo>
                <a:lnTo>
                  <a:pt x="457200" y="0"/>
                </a:lnTo>
                <a:lnTo>
                  <a:pt x="495300" y="0"/>
                </a:lnTo>
                <a:lnTo>
                  <a:pt x="533400" y="0"/>
                </a:lnTo>
                <a:lnTo>
                  <a:pt x="571500" y="0"/>
                </a:lnTo>
                <a:lnTo>
                  <a:pt x="609600" y="0"/>
                </a:lnTo>
                <a:lnTo>
                  <a:pt x="647700" y="0"/>
                </a:lnTo>
                <a:lnTo>
                  <a:pt x="685800" y="0"/>
                </a:lnTo>
                <a:lnTo>
                  <a:pt x="723900" y="0"/>
                </a:lnTo>
                <a:lnTo>
                  <a:pt x="762000" y="0"/>
                </a:lnTo>
                <a:lnTo>
                  <a:pt x="800100" y="0"/>
                </a:lnTo>
                <a:lnTo>
                  <a:pt x="838200" y="0"/>
                </a:lnTo>
                <a:lnTo>
                  <a:pt x="876300" y="0"/>
                </a:lnTo>
                <a:lnTo>
                  <a:pt x="914400" y="0"/>
                </a:lnTo>
                <a:lnTo>
                  <a:pt x="952500" y="0"/>
                </a:lnTo>
                <a:lnTo>
                  <a:pt x="990600" y="0"/>
                </a:lnTo>
                <a:lnTo>
                  <a:pt x="1028700" y="0"/>
                </a:lnTo>
                <a:lnTo>
                  <a:pt x="1066800" y="0"/>
                </a:lnTo>
                <a:lnTo>
                  <a:pt x="1104900" y="0"/>
                </a:lnTo>
                <a:lnTo>
                  <a:pt x="1143000" y="0"/>
                </a:lnTo>
                <a:lnTo>
                  <a:pt x="1181100" y="0"/>
                </a:lnTo>
                <a:lnTo>
                  <a:pt x="1219200" y="0"/>
                </a:lnTo>
                <a:lnTo>
                  <a:pt x="1257300" y="0"/>
                </a:lnTo>
                <a:lnTo>
                  <a:pt x="1295400" y="0"/>
                </a:lnTo>
                <a:lnTo>
                  <a:pt x="1333500" y="0"/>
                </a:lnTo>
                <a:lnTo>
                  <a:pt x="1371600" y="0"/>
                </a:lnTo>
                <a:lnTo>
                  <a:pt x="1409700" y="0"/>
                </a:lnTo>
                <a:lnTo>
                  <a:pt x="1447800" y="0"/>
                </a:lnTo>
                <a:lnTo>
                  <a:pt x="1485900" y="0"/>
                </a:lnTo>
                <a:lnTo>
                  <a:pt x="1524000" y="0"/>
                </a:lnTo>
                <a:lnTo>
                  <a:pt x="1562100" y="0"/>
                </a:lnTo>
                <a:lnTo>
                  <a:pt x="1600200" y="0"/>
                </a:lnTo>
                <a:lnTo>
                  <a:pt x="1638300" y="0"/>
                </a:lnTo>
                <a:lnTo>
                  <a:pt x="1676400" y="0"/>
                </a:lnTo>
                <a:lnTo>
                  <a:pt x="1714500" y="0"/>
                </a:lnTo>
                <a:lnTo>
                  <a:pt x="1752600" y="0"/>
                </a:lnTo>
                <a:lnTo>
                  <a:pt x="1790700" y="0"/>
                </a:lnTo>
                <a:lnTo>
                  <a:pt x="1828800" y="0"/>
                </a:lnTo>
                <a:lnTo>
                  <a:pt x="1866900" y="0"/>
                </a:lnTo>
                <a:lnTo>
                  <a:pt x="1905000" y="0"/>
                </a:lnTo>
                <a:lnTo>
                  <a:pt x="1943100" y="0"/>
                </a:lnTo>
                <a:lnTo>
                  <a:pt x="1981200" y="0"/>
                </a:lnTo>
                <a:lnTo>
                  <a:pt x="2019300" y="0"/>
                </a:lnTo>
                <a:lnTo>
                  <a:pt x="2057400" y="0"/>
                </a:lnTo>
                <a:lnTo>
                  <a:pt x="2095500" y="0"/>
                </a:lnTo>
                <a:lnTo>
                  <a:pt x="2133600" y="0"/>
                </a:lnTo>
                <a:lnTo>
                  <a:pt x="2171700" y="0"/>
                </a:lnTo>
                <a:lnTo>
                  <a:pt x="2209800" y="0"/>
                </a:lnTo>
                <a:lnTo>
                  <a:pt x="2247900" y="0"/>
                </a:lnTo>
                <a:lnTo>
                  <a:pt x="2286000" y="0"/>
                </a:lnTo>
                <a:lnTo>
                  <a:pt x="2324100" y="0"/>
                </a:lnTo>
                <a:lnTo>
                  <a:pt x="2362200" y="0"/>
                </a:lnTo>
                <a:lnTo>
                  <a:pt x="2400300" y="0"/>
                </a:lnTo>
                <a:lnTo>
                  <a:pt x="2438400" y="0"/>
                </a:lnTo>
                <a:lnTo>
                  <a:pt x="2476500" y="0"/>
                </a:lnTo>
                <a:lnTo>
                  <a:pt x="2514600" y="0"/>
                </a:lnTo>
                <a:lnTo>
                  <a:pt x="2552700" y="0"/>
                </a:lnTo>
                <a:lnTo>
                  <a:pt x="2590800" y="0"/>
                </a:lnTo>
                <a:lnTo>
                  <a:pt x="2628900" y="0"/>
                </a:lnTo>
                <a:lnTo>
                  <a:pt x="2667000" y="0"/>
                </a:lnTo>
                <a:lnTo>
                  <a:pt x="2705100" y="0"/>
                </a:lnTo>
                <a:lnTo>
                  <a:pt x="2743200" y="0"/>
                </a:lnTo>
                <a:lnTo>
                  <a:pt x="2781300" y="0"/>
                </a:lnTo>
                <a:lnTo>
                  <a:pt x="2819400" y="0"/>
                </a:lnTo>
                <a:lnTo>
                  <a:pt x="2857500" y="0"/>
                </a:lnTo>
                <a:lnTo>
                  <a:pt x="2895600" y="0"/>
                </a:lnTo>
                <a:lnTo>
                  <a:pt x="2933700" y="0"/>
                </a:lnTo>
                <a:lnTo>
                  <a:pt x="2971800" y="0"/>
                </a:lnTo>
                <a:lnTo>
                  <a:pt x="3009900" y="0"/>
                </a:lnTo>
                <a:lnTo>
                  <a:pt x="3048000" y="0"/>
                </a:lnTo>
                <a:lnTo>
                  <a:pt x="3048000" y="1009650"/>
                </a:lnTo>
                <a:lnTo>
                  <a:pt x="3009900" y="1014413"/>
                </a:lnTo>
                <a:lnTo>
                  <a:pt x="2971800" y="1028700"/>
                </a:lnTo>
                <a:lnTo>
                  <a:pt x="2933700" y="1045845"/>
                </a:lnTo>
                <a:lnTo>
                  <a:pt x="2895600" y="1057275"/>
                </a:lnTo>
                <a:lnTo>
                  <a:pt x="2857500" y="1066800"/>
                </a:lnTo>
                <a:lnTo>
                  <a:pt x="2819400" y="1076325"/>
                </a:lnTo>
                <a:lnTo>
                  <a:pt x="2781300" y="1085850"/>
                </a:lnTo>
                <a:lnTo>
                  <a:pt x="2743200" y="1095375"/>
                </a:lnTo>
                <a:lnTo>
                  <a:pt x="2705100" y="1102995"/>
                </a:lnTo>
                <a:lnTo>
                  <a:pt x="2667000" y="1104900"/>
                </a:lnTo>
                <a:lnTo>
                  <a:pt x="2628900" y="1106805"/>
                </a:lnTo>
                <a:lnTo>
                  <a:pt x="2590800" y="1112520"/>
                </a:lnTo>
                <a:lnTo>
                  <a:pt x="2552700" y="1114425"/>
                </a:lnTo>
                <a:lnTo>
                  <a:pt x="2514600" y="1114425"/>
                </a:lnTo>
                <a:lnTo>
                  <a:pt x="2476500" y="1112520"/>
                </a:lnTo>
                <a:lnTo>
                  <a:pt x="2438400" y="1106805"/>
                </a:lnTo>
                <a:lnTo>
                  <a:pt x="2400300" y="1104900"/>
                </a:lnTo>
                <a:lnTo>
                  <a:pt x="2362200" y="1104900"/>
                </a:lnTo>
                <a:lnTo>
                  <a:pt x="2324100" y="1104900"/>
                </a:lnTo>
                <a:lnTo>
                  <a:pt x="2286000" y="1102995"/>
                </a:lnTo>
                <a:lnTo>
                  <a:pt x="2247900" y="1095375"/>
                </a:lnTo>
                <a:lnTo>
                  <a:pt x="2209800" y="1085850"/>
                </a:lnTo>
                <a:lnTo>
                  <a:pt x="2171700" y="1076325"/>
                </a:lnTo>
                <a:lnTo>
                  <a:pt x="2133600" y="1068705"/>
                </a:lnTo>
                <a:lnTo>
                  <a:pt x="2095500" y="1064895"/>
                </a:lnTo>
                <a:lnTo>
                  <a:pt x="2057400" y="1057275"/>
                </a:lnTo>
                <a:lnTo>
                  <a:pt x="2019300" y="1047750"/>
                </a:lnTo>
                <a:lnTo>
                  <a:pt x="1981200" y="1038225"/>
                </a:lnTo>
                <a:lnTo>
                  <a:pt x="1943100" y="1028700"/>
                </a:lnTo>
                <a:lnTo>
                  <a:pt x="1905000" y="1019175"/>
                </a:lnTo>
                <a:lnTo>
                  <a:pt x="1866900" y="1007745"/>
                </a:lnTo>
                <a:lnTo>
                  <a:pt x="1828800" y="992505"/>
                </a:lnTo>
                <a:lnTo>
                  <a:pt x="1790700" y="981075"/>
                </a:lnTo>
                <a:lnTo>
                  <a:pt x="1752600" y="971550"/>
                </a:lnTo>
                <a:lnTo>
                  <a:pt x="1714500" y="960120"/>
                </a:lnTo>
                <a:lnTo>
                  <a:pt x="1676400" y="944880"/>
                </a:lnTo>
                <a:lnTo>
                  <a:pt x="1638300" y="931545"/>
                </a:lnTo>
                <a:lnTo>
                  <a:pt x="1600200" y="916305"/>
                </a:lnTo>
                <a:lnTo>
                  <a:pt x="1562100" y="902970"/>
                </a:lnTo>
                <a:lnTo>
                  <a:pt x="1524000" y="887730"/>
                </a:lnTo>
                <a:lnTo>
                  <a:pt x="1485900" y="874395"/>
                </a:lnTo>
                <a:lnTo>
                  <a:pt x="1447800" y="857250"/>
                </a:lnTo>
                <a:lnTo>
                  <a:pt x="1409700" y="840105"/>
                </a:lnTo>
                <a:lnTo>
                  <a:pt x="1371600" y="826770"/>
                </a:lnTo>
                <a:lnTo>
                  <a:pt x="1333500" y="809625"/>
                </a:lnTo>
                <a:lnTo>
                  <a:pt x="1295400" y="790575"/>
                </a:lnTo>
                <a:lnTo>
                  <a:pt x="1257300" y="773430"/>
                </a:lnTo>
                <a:lnTo>
                  <a:pt x="1219200" y="760095"/>
                </a:lnTo>
                <a:lnTo>
                  <a:pt x="1181100" y="742950"/>
                </a:lnTo>
                <a:lnTo>
                  <a:pt x="1143000" y="723900"/>
                </a:lnTo>
                <a:lnTo>
                  <a:pt x="1104900" y="704850"/>
                </a:lnTo>
                <a:lnTo>
                  <a:pt x="1066800" y="685800"/>
                </a:lnTo>
                <a:lnTo>
                  <a:pt x="1028700" y="666750"/>
                </a:lnTo>
                <a:lnTo>
                  <a:pt x="990600" y="647700"/>
                </a:lnTo>
                <a:lnTo>
                  <a:pt x="952500" y="628650"/>
                </a:lnTo>
                <a:lnTo>
                  <a:pt x="914400" y="607695"/>
                </a:lnTo>
                <a:lnTo>
                  <a:pt x="876300" y="582930"/>
                </a:lnTo>
                <a:lnTo>
                  <a:pt x="838200" y="561975"/>
                </a:lnTo>
                <a:lnTo>
                  <a:pt x="800100" y="542925"/>
                </a:lnTo>
                <a:lnTo>
                  <a:pt x="762000" y="521970"/>
                </a:lnTo>
                <a:lnTo>
                  <a:pt x="723900" y="497205"/>
                </a:lnTo>
                <a:lnTo>
                  <a:pt x="685800" y="474345"/>
                </a:lnTo>
                <a:lnTo>
                  <a:pt x="647700" y="449580"/>
                </a:lnTo>
                <a:lnTo>
                  <a:pt x="609600" y="426720"/>
                </a:lnTo>
                <a:lnTo>
                  <a:pt x="571500" y="401955"/>
                </a:lnTo>
                <a:lnTo>
                  <a:pt x="533400" y="379095"/>
                </a:lnTo>
                <a:lnTo>
                  <a:pt x="495300" y="352425"/>
                </a:lnTo>
                <a:lnTo>
                  <a:pt x="457200" y="323850"/>
                </a:lnTo>
                <a:lnTo>
                  <a:pt x="419100" y="297180"/>
                </a:lnTo>
                <a:lnTo>
                  <a:pt x="381000" y="274320"/>
                </a:lnTo>
                <a:lnTo>
                  <a:pt x="342900" y="247650"/>
                </a:lnTo>
                <a:lnTo>
                  <a:pt x="304800" y="219075"/>
                </a:lnTo>
                <a:lnTo>
                  <a:pt x="266700" y="190500"/>
                </a:lnTo>
                <a:lnTo>
                  <a:pt x="228600" y="160020"/>
                </a:lnTo>
                <a:lnTo>
                  <a:pt x="190500" y="125730"/>
                </a:lnTo>
                <a:lnTo>
                  <a:pt x="152400" y="95250"/>
                </a:lnTo>
                <a:lnTo>
                  <a:pt x="114300" y="66675"/>
                </a:lnTo>
                <a:lnTo>
                  <a:pt x="76200" y="45720"/>
                </a:lnTo>
                <a:lnTo>
                  <a:pt x="381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13C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-br"/>
          <p:cNvSpPr/>
          <p:nvPr/>
        </p:nvSpPr>
        <p:spPr>
          <a:xfrm>
            <a:off x="26193750" y="15451455"/>
            <a:ext cx="3505200" cy="874395"/>
          </a:xfrm>
          <a:custGeom>
            <a:avLst/>
            <a:gdLst/>
            <a:ahLst/>
            <a:cxnLst/>
            <a:rect l="l" t="t" r="r" b="b"/>
            <a:pathLst>
              <a:path w="3505200" h="874395">
                <a:moveTo>
                  <a:pt x="0" y="836295"/>
                </a:moveTo>
                <a:lnTo>
                  <a:pt x="38100" y="836295"/>
                </a:lnTo>
                <a:lnTo>
                  <a:pt x="76200" y="831533"/>
                </a:lnTo>
                <a:lnTo>
                  <a:pt x="114300" y="817245"/>
                </a:lnTo>
                <a:lnTo>
                  <a:pt x="152400" y="798195"/>
                </a:lnTo>
                <a:lnTo>
                  <a:pt x="190500" y="779145"/>
                </a:lnTo>
                <a:lnTo>
                  <a:pt x="228600" y="760095"/>
                </a:lnTo>
                <a:lnTo>
                  <a:pt x="266700" y="742950"/>
                </a:lnTo>
                <a:lnTo>
                  <a:pt x="304800" y="729615"/>
                </a:lnTo>
                <a:lnTo>
                  <a:pt x="342900" y="712470"/>
                </a:lnTo>
                <a:lnTo>
                  <a:pt x="381000" y="695325"/>
                </a:lnTo>
                <a:lnTo>
                  <a:pt x="419100" y="681990"/>
                </a:lnTo>
                <a:lnTo>
                  <a:pt x="457200" y="666750"/>
                </a:lnTo>
                <a:lnTo>
                  <a:pt x="495300" y="653415"/>
                </a:lnTo>
                <a:lnTo>
                  <a:pt x="533400" y="636270"/>
                </a:lnTo>
                <a:lnTo>
                  <a:pt x="571500" y="619125"/>
                </a:lnTo>
                <a:lnTo>
                  <a:pt x="609600" y="605790"/>
                </a:lnTo>
                <a:lnTo>
                  <a:pt x="647700" y="590550"/>
                </a:lnTo>
                <a:lnTo>
                  <a:pt x="685800" y="579120"/>
                </a:lnTo>
                <a:lnTo>
                  <a:pt x="723900" y="567690"/>
                </a:lnTo>
                <a:lnTo>
                  <a:pt x="762000" y="552450"/>
                </a:lnTo>
                <a:lnTo>
                  <a:pt x="800100" y="539115"/>
                </a:lnTo>
                <a:lnTo>
                  <a:pt x="838200" y="523875"/>
                </a:lnTo>
                <a:lnTo>
                  <a:pt x="876300" y="512445"/>
                </a:lnTo>
                <a:lnTo>
                  <a:pt x="914400" y="501015"/>
                </a:lnTo>
                <a:lnTo>
                  <a:pt x="952500" y="485775"/>
                </a:lnTo>
                <a:lnTo>
                  <a:pt x="990600" y="474345"/>
                </a:lnTo>
                <a:lnTo>
                  <a:pt x="1028700" y="462915"/>
                </a:lnTo>
                <a:lnTo>
                  <a:pt x="1066800" y="447675"/>
                </a:lnTo>
                <a:lnTo>
                  <a:pt x="1104900" y="436245"/>
                </a:lnTo>
                <a:lnTo>
                  <a:pt x="1143000" y="426720"/>
                </a:lnTo>
                <a:lnTo>
                  <a:pt x="1181100" y="415290"/>
                </a:lnTo>
                <a:lnTo>
                  <a:pt x="1219200" y="400050"/>
                </a:lnTo>
                <a:lnTo>
                  <a:pt x="1257300" y="388620"/>
                </a:lnTo>
                <a:lnTo>
                  <a:pt x="1295400" y="379095"/>
                </a:lnTo>
                <a:lnTo>
                  <a:pt x="1333500" y="369570"/>
                </a:lnTo>
                <a:lnTo>
                  <a:pt x="1371600" y="360045"/>
                </a:lnTo>
                <a:lnTo>
                  <a:pt x="1409700" y="348615"/>
                </a:lnTo>
                <a:lnTo>
                  <a:pt x="1447800" y="333375"/>
                </a:lnTo>
                <a:lnTo>
                  <a:pt x="1485900" y="323850"/>
                </a:lnTo>
                <a:lnTo>
                  <a:pt x="1524000" y="317183"/>
                </a:lnTo>
                <a:lnTo>
                  <a:pt x="1562100" y="304800"/>
                </a:lnTo>
                <a:lnTo>
                  <a:pt x="1600200" y="293370"/>
                </a:lnTo>
                <a:lnTo>
                  <a:pt x="1638300" y="283845"/>
                </a:lnTo>
                <a:lnTo>
                  <a:pt x="1676400" y="274320"/>
                </a:lnTo>
                <a:lnTo>
                  <a:pt x="1714500" y="264795"/>
                </a:lnTo>
                <a:lnTo>
                  <a:pt x="1752600" y="255270"/>
                </a:lnTo>
                <a:lnTo>
                  <a:pt x="1790700" y="247650"/>
                </a:lnTo>
                <a:lnTo>
                  <a:pt x="1828800" y="243840"/>
                </a:lnTo>
                <a:lnTo>
                  <a:pt x="1866900" y="236220"/>
                </a:lnTo>
                <a:lnTo>
                  <a:pt x="1905000" y="226695"/>
                </a:lnTo>
                <a:lnTo>
                  <a:pt x="1943100" y="217170"/>
                </a:lnTo>
                <a:lnTo>
                  <a:pt x="1981200" y="207645"/>
                </a:lnTo>
                <a:lnTo>
                  <a:pt x="2019300" y="198120"/>
                </a:lnTo>
                <a:lnTo>
                  <a:pt x="2057400" y="188595"/>
                </a:lnTo>
                <a:lnTo>
                  <a:pt x="2095500" y="179070"/>
                </a:lnTo>
                <a:lnTo>
                  <a:pt x="2133600" y="171450"/>
                </a:lnTo>
                <a:lnTo>
                  <a:pt x="2171700" y="167640"/>
                </a:lnTo>
                <a:lnTo>
                  <a:pt x="2209800" y="160020"/>
                </a:lnTo>
                <a:lnTo>
                  <a:pt x="2247900" y="150495"/>
                </a:lnTo>
                <a:lnTo>
                  <a:pt x="2286000" y="140970"/>
                </a:lnTo>
                <a:lnTo>
                  <a:pt x="2324100" y="131445"/>
                </a:lnTo>
                <a:lnTo>
                  <a:pt x="2362200" y="123825"/>
                </a:lnTo>
                <a:lnTo>
                  <a:pt x="2400300" y="120015"/>
                </a:lnTo>
                <a:lnTo>
                  <a:pt x="2438400" y="112395"/>
                </a:lnTo>
                <a:lnTo>
                  <a:pt x="2476500" y="102870"/>
                </a:lnTo>
                <a:lnTo>
                  <a:pt x="2514600" y="95250"/>
                </a:lnTo>
                <a:lnTo>
                  <a:pt x="2552700" y="91440"/>
                </a:lnTo>
                <a:lnTo>
                  <a:pt x="2590800" y="83820"/>
                </a:lnTo>
                <a:lnTo>
                  <a:pt x="2628900" y="76200"/>
                </a:lnTo>
                <a:lnTo>
                  <a:pt x="2667000" y="72390"/>
                </a:lnTo>
                <a:lnTo>
                  <a:pt x="2705100" y="66675"/>
                </a:lnTo>
                <a:lnTo>
                  <a:pt x="2743200" y="62865"/>
                </a:lnTo>
                <a:lnTo>
                  <a:pt x="2781300" y="57150"/>
                </a:lnTo>
                <a:lnTo>
                  <a:pt x="2819400" y="53340"/>
                </a:lnTo>
                <a:lnTo>
                  <a:pt x="2857500" y="47625"/>
                </a:lnTo>
                <a:lnTo>
                  <a:pt x="2895600" y="43815"/>
                </a:lnTo>
                <a:lnTo>
                  <a:pt x="2933700" y="38100"/>
                </a:lnTo>
                <a:lnTo>
                  <a:pt x="2971800" y="36195"/>
                </a:lnTo>
                <a:lnTo>
                  <a:pt x="3009900" y="34290"/>
                </a:lnTo>
                <a:lnTo>
                  <a:pt x="3048000" y="26670"/>
                </a:lnTo>
                <a:lnTo>
                  <a:pt x="3086100" y="19050"/>
                </a:lnTo>
                <a:lnTo>
                  <a:pt x="3124200" y="17145"/>
                </a:lnTo>
                <a:lnTo>
                  <a:pt x="3162300" y="17145"/>
                </a:lnTo>
                <a:lnTo>
                  <a:pt x="3200400" y="15240"/>
                </a:lnTo>
                <a:lnTo>
                  <a:pt x="3238500" y="9525"/>
                </a:lnTo>
                <a:lnTo>
                  <a:pt x="3276600" y="7620"/>
                </a:lnTo>
                <a:lnTo>
                  <a:pt x="3314700" y="7620"/>
                </a:lnTo>
                <a:lnTo>
                  <a:pt x="3352800" y="5715"/>
                </a:lnTo>
                <a:lnTo>
                  <a:pt x="3390900" y="0"/>
                </a:lnTo>
                <a:lnTo>
                  <a:pt x="3429000" y="0"/>
                </a:lnTo>
                <a:lnTo>
                  <a:pt x="3467100" y="5715"/>
                </a:lnTo>
                <a:lnTo>
                  <a:pt x="3505200" y="7620"/>
                </a:lnTo>
                <a:lnTo>
                  <a:pt x="3505200" y="874395"/>
                </a:lnTo>
                <a:lnTo>
                  <a:pt x="3467100" y="874395"/>
                </a:lnTo>
                <a:lnTo>
                  <a:pt x="3429000" y="874395"/>
                </a:lnTo>
                <a:lnTo>
                  <a:pt x="3390900" y="874395"/>
                </a:lnTo>
                <a:lnTo>
                  <a:pt x="3352800" y="874395"/>
                </a:lnTo>
                <a:lnTo>
                  <a:pt x="3314700" y="874395"/>
                </a:lnTo>
                <a:lnTo>
                  <a:pt x="3276600" y="874395"/>
                </a:lnTo>
                <a:lnTo>
                  <a:pt x="3238500" y="874395"/>
                </a:lnTo>
                <a:lnTo>
                  <a:pt x="3200400" y="874395"/>
                </a:lnTo>
                <a:lnTo>
                  <a:pt x="3162300" y="874395"/>
                </a:lnTo>
                <a:lnTo>
                  <a:pt x="3124200" y="874395"/>
                </a:lnTo>
                <a:lnTo>
                  <a:pt x="3086100" y="874395"/>
                </a:lnTo>
                <a:lnTo>
                  <a:pt x="3048000" y="874395"/>
                </a:lnTo>
                <a:lnTo>
                  <a:pt x="3009900" y="874395"/>
                </a:lnTo>
                <a:lnTo>
                  <a:pt x="2971800" y="874395"/>
                </a:lnTo>
                <a:lnTo>
                  <a:pt x="2933700" y="874395"/>
                </a:lnTo>
                <a:lnTo>
                  <a:pt x="2895600" y="874395"/>
                </a:lnTo>
                <a:lnTo>
                  <a:pt x="2857500" y="874395"/>
                </a:lnTo>
                <a:lnTo>
                  <a:pt x="2819400" y="874395"/>
                </a:lnTo>
                <a:lnTo>
                  <a:pt x="2781300" y="874395"/>
                </a:lnTo>
                <a:lnTo>
                  <a:pt x="2743200" y="874395"/>
                </a:lnTo>
                <a:lnTo>
                  <a:pt x="2705100" y="874395"/>
                </a:lnTo>
                <a:lnTo>
                  <a:pt x="2667000" y="874395"/>
                </a:lnTo>
                <a:lnTo>
                  <a:pt x="2628900" y="874395"/>
                </a:lnTo>
                <a:lnTo>
                  <a:pt x="2590800" y="874395"/>
                </a:lnTo>
                <a:lnTo>
                  <a:pt x="2552700" y="874395"/>
                </a:lnTo>
                <a:lnTo>
                  <a:pt x="2514600" y="874395"/>
                </a:lnTo>
                <a:lnTo>
                  <a:pt x="2476500" y="874395"/>
                </a:lnTo>
                <a:lnTo>
                  <a:pt x="2438400" y="874395"/>
                </a:lnTo>
                <a:lnTo>
                  <a:pt x="2400300" y="874395"/>
                </a:lnTo>
                <a:lnTo>
                  <a:pt x="2362200" y="874395"/>
                </a:lnTo>
                <a:lnTo>
                  <a:pt x="2324100" y="874395"/>
                </a:lnTo>
                <a:lnTo>
                  <a:pt x="2286000" y="874395"/>
                </a:lnTo>
                <a:lnTo>
                  <a:pt x="2247900" y="874395"/>
                </a:lnTo>
                <a:lnTo>
                  <a:pt x="2209800" y="874395"/>
                </a:lnTo>
                <a:lnTo>
                  <a:pt x="2171700" y="874395"/>
                </a:lnTo>
                <a:lnTo>
                  <a:pt x="2133600" y="874395"/>
                </a:lnTo>
                <a:lnTo>
                  <a:pt x="2095500" y="874395"/>
                </a:lnTo>
                <a:lnTo>
                  <a:pt x="2057400" y="874395"/>
                </a:lnTo>
                <a:lnTo>
                  <a:pt x="2019300" y="874395"/>
                </a:lnTo>
                <a:lnTo>
                  <a:pt x="1981200" y="874395"/>
                </a:lnTo>
                <a:lnTo>
                  <a:pt x="1943100" y="874395"/>
                </a:lnTo>
                <a:lnTo>
                  <a:pt x="1905000" y="874395"/>
                </a:lnTo>
                <a:lnTo>
                  <a:pt x="1866900" y="874395"/>
                </a:lnTo>
                <a:lnTo>
                  <a:pt x="1828800" y="874395"/>
                </a:lnTo>
                <a:lnTo>
                  <a:pt x="1790700" y="874395"/>
                </a:lnTo>
                <a:lnTo>
                  <a:pt x="1752600" y="874395"/>
                </a:lnTo>
                <a:lnTo>
                  <a:pt x="1714500" y="874395"/>
                </a:lnTo>
                <a:lnTo>
                  <a:pt x="1676400" y="874395"/>
                </a:lnTo>
                <a:lnTo>
                  <a:pt x="1638300" y="874395"/>
                </a:lnTo>
                <a:lnTo>
                  <a:pt x="1600200" y="874395"/>
                </a:lnTo>
                <a:lnTo>
                  <a:pt x="1562100" y="874395"/>
                </a:lnTo>
                <a:lnTo>
                  <a:pt x="1524000" y="874395"/>
                </a:lnTo>
                <a:lnTo>
                  <a:pt x="1485900" y="874395"/>
                </a:lnTo>
                <a:lnTo>
                  <a:pt x="1447800" y="874395"/>
                </a:lnTo>
                <a:lnTo>
                  <a:pt x="1409700" y="874395"/>
                </a:lnTo>
                <a:lnTo>
                  <a:pt x="1371600" y="874395"/>
                </a:lnTo>
                <a:lnTo>
                  <a:pt x="1333500" y="874395"/>
                </a:lnTo>
                <a:lnTo>
                  <a:pt x="1295400" y="874395"/>
                </a:lnTo>
                <a:lnTo>
                  <a:pt x="1257300" y="874395"/>
                </a:lnTo>
                <a:lnTo>
                  <a:pt x="1219200" y="874395"/>
                </a:lnTo>
                <a:lnTo>
                  <a:pt x="1181100" y="874395"/>
                </a:lnTo>
                <a:lnTo>
                  <a:pt x="1143000" y="874395"/>
                </a:lnTo>
                <a:lnTo>
                  <a:pt x="1104900" y="874395"/>
                </a:lnTo>
                <a:lnTo>
                  <a:pt x="1066800" y="874395"/>
                </a:lnTo>
                <a:lnTo>
                  <a:pt x="1028700" y="874395"/>
                </a:lnTo>
                <a:lnTo>
                  <a:pt x="990600" y="874395"/>
                </a:lnTo>
                <a:lnTo>
                  <a:pt x="952500" y="874395"/>
                </a:lnTo>
                <a:lnTo>
                  <a:pt x="914400" y="874395"/>
                </a:lnTo>
                <a:lnTo>
                  <a:pt x="876300" y="874395"/>
                </a:lnTo>
                <a:lnTo>
                  <a:pt x="838200" y="874395"/>
                </a:lnTo>
                <a:lnTo>
                  <a:pt x="800100" y="874395"/>
                </a:lnTo>
                <a:lnTo>
                  <a:pt x="762000" y="874395"/>
                </a:lnTo>
                <a:lnTo>
                  <a:pt x="723900" y="874395"/>
                </a:lnTo>
                <a:lnTo>
                  <a:pt x="685800" y="874395"/>
                </a:lnTo>
                <a:lnTo>
                  <a:pt x="647700" y="874395"/>
                </a:lnTo>
                <a:lnTo>
                  <a:pt x="609600" y="874395"/>
                </a:lnTo>
                <a:lnTo>
                  <a:pt x="571500" y="874395"/>
                </a:lnTo>
                <a:lnTo>
                  <a:pt x="533400" y="874395"/>
                </a:lnTo>
                <a:lnTo>
                  <a:pt x="495300" y="874395"/>
                </a:lnTo>
                <a:lnTo>
                  <a:pt x="457200" y="874395"/>
                </a:lnTo>
                <a:lnTo>
                  <a:pt x="419100" y="874395"/>
                </a:lnTo>
                <a:lnTo>
                  <a:pt x="381000" y="874395"/>
                </a:lnTo>
                <a:lnTo>
                  <a:pt x="342900" y="874395"/>
                </a:lnTo>
                <a:lnTo>
                  <a:pt x="304800" y="874395"/>
                </a:lnTo>
                <a:lnTo>
                  <a:pt x="266700" y="874395"/>
                </a:lnTo>
                <a:lnTo>
                  <a:pt x="228600" y="874395"/>
                </a:lnTo>
                <a:lnTo>
                  <a:pt x="190500" y="874395"/>
                </a:lnTo>
                <a:lnTo>
                  <a:pt x="152400" y="874395"/>
                </a:lnTo>
                <a:lnTo>
                  <a:pt x="114300" y="874395"/>
                </a:lnTo>
                <a:lnTo>
                  <a:pt x="76200" y="874395"/>
                </a:lnTo>
                <a:lnTo>
                  <a:pt x="38100" y="874395"/>
                </a:lnTo>
                <a:lnTo>
                  <a:pt x="0" y="874395"/>
                </a:lnTo>
                <a:close/>
              </a:path>
            </a:pathLst>
          </a:custGeom>
          <a:solidFill>
            <a:srgbClr val="13C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-bl"/>
          <p:cNvSpPr/>
          <p:nvPr/>
        </p:nvSpPr>
        <p:spPr>
          <a:xfrm>
            <a:off x="990600" y="15592425"/>
            <a:ext cx="1752600" cy="733425"/>
          </a:xfrm>
          <a:custGeom>
            <a:avLst/>
            <a:gdLst/>
            <a:ahLst/>
            <a:cxnLst/>
            <a:rect l="l" t="t" r="r" b="b"/>
            <a:pathLst>
              <a:path w="1752600" h="733425">
                <a:moveTo>
                  <a:pt x="0" y="47625"/>
                </a:moveTo>
                <a:lnTo>
                  <a:pt x="38100" y="45720"/>
                </a:lnTo>
                <a:lnTo>
                  <a:pt x="76200" y="40005"/>
                </a:lnTo>
                <a:lnTo>
                  <a:pt x="114300" y="36195"/>
                </a:lnTo>
                <a:lnTo>
                  <a:pt x="152400" y="30480"/>
                </a:lnTo>
                <a:lnTo>
                  <a:pt x="190500" y="26670"/>
                </a:lnTo>
                <a:lnTo>
                  <a:pt x="228600" y="20955"/>
                </a:lnTo>
                <a:lnTo>
                  <a:pt x="266700" y="19050"/>
                </a:lnTo>
                <a:lnTo>
                  <a:pt x="304800" y="17145"/>
                </a:lnTo>
                <a:lnTo>
                  <a:pt x="342900" y="11430"/>
                </a:lnTo>
                <a:lnTo>
                  <a:pt x="381000" y="9525"/>
                </a:lnTo>
                <a:lnTo>
                  <a:pt x="419100" y="9525"/>
                </a:lnTo>
                <a:lnTo>
                  <a:pt x="457200" y="9525"/>
                </a:lnTo>
                <a:lnTo>
                  <a:pt x="495300" y="7620"/>
                </a:lnTo>
                <a:lnTo>
                  <a:pt x="533400" y="1905"/>
                </a:lnTo>
                <a:lnTo>
                  <a:pt x="571500" y="0"/>
                </a:lnTo>
                <a:lnTo>
                  <a:pt x="609600" y="0"/>
                </a:lnTo>
                <a:lnTo>
                  <a:pt x="647700" y="0"/>
                </a:lnTo>
                <a:lnTo>
                  <a:pt x="685800" y="0"/>
                </a:lnTo>
                <a:lnTo>
                  <a:pt x="723900" y="0"/>
                </a:lnTo>
                <a:lnTo>
                  <a:pt x="762000" y="0"/>
                </a:lnTo>
                <a:lnTo>
                  <a:pt x="800100" y="0"/>
                </a:lnTo>
                <a:lnTo>
                  <a:pt x="838200" y="0"/>
                </a:lnTo>
                <a:lnTo>
                  <a:pt x="876300" y="0"/>
                </a:lnTo>
                <a:lnTo>
                  <a:pt x="914400" y="0"/>
                </a:lnTo>
                <a:lnTo>
                  <a:pt x="952500" y="1905"/>
                </a:lnTo>
                <a:lnTo>
                  <a:pt x="990600" y="7620"/>
                </a:lnTo>
                <a:lnTo>
                  <a:pt x="1028700" y="9525"/>
                </a:lnTo>
                <a:lnTo>
                  <a:pt x="1066800" y="11430"/>
                </a:lnTo>
                <a:lnTo>
                  <a:pt x="1104900" y="17145"/>
                </a:lnTo>
                <a:lnTo>
                  <a:pt x="1143000" y="20955"/>
                </a:lnTo>
                <a:lnTo>
                  <a:pt x="1181100" y="26670"/>
                </a:lnTo>
                <a:lnTo>
                  <a:pt x="1219200" y="30480"/>
                </a:lnTo>
                <a:lnTo>
                  <a:pt x="1257300" y="38100"/>
                </a:lnTo>
                <a:lnTo>
                  <a:pt x="1295400" y="47625"/>
                </a:lnTo>
                <a:lnTo>
                  <a:pt x="1333500" y="57150"/>
                </a:lnTo>
                <a:lnTo>
                  <a:pt x="1371600" y="66675"/>
                </a:lnTo>
                <a:lnTo>
                  <a:pt x="1409700" y="76200"/>
                </a:lnTo>
                <a:lnTo>
                  <a:pt x="1447800" y="87630"/>
                </a:lnTo>
                <a:lnTo>
                  <a:pt x="1485900" y="104775"/>
                </a:lnTo>
                <a:lnTo>
                  <a:pt x="1524000" y="123825"/>
                </a:lnTo>
                <a:lnTo>
                  <a:pt x="1562100" y="144780"/>
                </a:lnTo>
                <a:lnTo>
                  <a:pt x="1600200" y="171450"/>
                </a:lnTo>
                <a:lnTo>
                  <a:pt x="1638300" y="204787"/>
                </a:lnTo>
                <a:lnTo>
                  <a:pt x="1676400" y="255270"/>
                </a:lnTo>
                <a:lnTo>
                  <a:pt x="1714500" y="304800"/>
                </a:lnTo>
                <a:lnTo>
                  <a:pt x="1752600" y="323850"/>
                </a:lnTo>
                <a:lnTo>
                  <a:pt x="1752600" y="523875"/>
                </a:lnTo>
                <a:lnTo>
                  <a:pt x="1714500" y="550545"/>
                </a:lnTo>
                <a:lnTo>
                  <a:pt x="1676400" y="623887"/>
                </a:lnTo>
                <a:lnTo>
                  <a:pt x="1638300" y="697230"/>
                </a:lnTo>
                <a:lnTo>
                  <a:pt x="1600200" y="728663"/>
                </a:lnTo>
                <a:lnTo>
                  <a:pt x="1562100" y="733425"/>
                </a:lnTo>
                <a:lnTo>
                  <a:pt x="1524000" y="733425"/>
                </a:lnTo>
                <a:lnTo>
                  <a:pt x="1485900" y="733425"/>
                </a:lnTo>
                <a:lnTo>
                  <a:pt x="1447800" y="733425"/>
                </a:lnTo>
                <a:lnTo>
                  <a:pt x="1409700" y="733425"/>
                </a:lnTo>
                <a:lnTo>
                  <a:pt x="1371600" y="733425"/>
                </a:lnTo>
                <a:lnTo>
                  <a:pt x="1333500" y="733425"/>
                </a:lnTo>
                <a:lnTo>
                  <a:pt x="1295400" y="733425"/>
                </a:lnTo>
                <a:lnTo>
                  <a:pt x="1257300" y="733425"/>
                </a:lnTo>
                <a:lnTo>
                  <a:pt x="1219200" y="733425"/>
                </a:lnTo>
                <a:lnTo>
                  <a:pt x="1181100" y="733425"/>
                </a:lnTo>
                <a:lnTo>
                  <a:pt x="1143000" y="733425"/>
                </a:lnTo>
                <a:lnTo>
                  <a:pt x="1104900" y="733425"/>
                </a:lnTo>
                <a:lnTo>
                  <a:pt x="1066800" y="733425"/>
                </a:lnTo>
                <a:lnTo>
                  <a:pt x="1028700" y="733425"/>
                </a:lnTo>
                <a:lnTo>
                  <a:pt x="990600" y="733425"/>
                </a:lnTo>
                <a:lnTo>
                  <a:pt x="952500" y="733425"/>
                </a:lnTo>
                <a:lnTo>
                  <a:pt x="914400" y="733425"/>
                </a:lnTo>
                <a:lnTo>
                  <a:pt x="876300" y="733425"/>
                </a:lnTo>
                <a:lnTo>
                  <a:pt x="838200" y="733425"/>
                </a:lnTo>
                <a:lnTo>
                  <a:pt x="800100" y="733425"/>
                </a:lnTo>
                <a:lnTo>
                  <a:pt x="762000" y="733425"/>
                </a:lnTo>
                <a:lnTo>
                  <a:pt x="723900" y="733425"/>
                </a:lnTo>
                <a:lnTo>
                  <a:pt x="685800" y="733425"/>
                </a:lnTo>
                <a:lnTo>
                  <a:pt x="647700" y="733425"/>
                </a:lnTo>
                <a:lnTo>
                  <a:pt x="609600" y="733425"/>
                </a:lnTo>
                <a:lnTo>
                  <a:pt x="571500" y="733425"/>
                </a:lnTo>
                <a:lnTo>
                  <a:pt x="533400" y="733425"/>
                </a:lnTo>
                <a:lnTo>
                  <a:pt x="495300" y="733425"/>
                </a:lnTo>
                <a:lnTo>
                  <a:pt x="457200" y="733425"/>
                </a:lnTo>
                <a:lnTo>
                  <a:pt x="419100" y="733425"/>
                </a:lnTo>
                <a:lnTo>
                  <a:pt x="381000" y="733425"/>
                </a:lnTo>
                <a:lnTo>
                  <a:pt x="342900" y="733425"/>
                </a:lnTo>
                <a:lnTo>
                  <a:pt x="304800" y="733425"/>
                </a:lnTo>
                <a:lnTo>
                  <a:pt x="266700" y="733425"/>
                </a:lnTo>
                <a:lnTo>
                  <a:pt x="228600" y="733425"/>
                </a:lnTo>
                <a:lnTo>
                  <a:pt x="190500" y="733425"/>
                </a:lnTo>
                <a:lnTo>
                  <a:pt x="152400" y="733425"/>
                </a:lnTo>
                <a:lnTo>
                  <a:pt x="114300" y="733425"/>
                </a:lnTo>
                <a:lnTo>
                  <a:pt x="76200" y="733425"/>
                </a:lnTo>
                <a:lnTo>
                  <a:pt x="38100" y="733425"/>
                </a:lnTo>
                <a:lnTo>
                  <a:pt x="0" y="733425"/>
                </a:lnTo>
                <a:close/>
              </a:path>
            </a:pathLst>
          </a:custGeom>
          <a:solidFill>
            <a:srgbClr val="13C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ad-band"/>
          <p:cNvSpPr/>
          <p:nvPr/>
        </p:nvSpPr>
        <p:spPr>
          <a:xfrm>
            <a:off x="1238250" y="4797742"/>
            <a:ext cx="27965400" cy="9954578"/>
          </a:xfrm>
          <a:custGeom>
            <a:avLst/>
            <a:gdLst/>
            <a:ahLst/>
            <a:cxnLst/>
            <a:rect l="l" t="t" r="r" b="b"/>
            <a:pathLst>
              <a:path w="27965400" h="9954578">
                <a:moveTo>
                  <a:pt x="0" y="7041833"/>
                </a:moveTo>
                <a:lnTo>
                  <a:pt x="65722" y="7041833"/>
                </a:lnTo>
                <a:lnTo>
                  <a:pt x="156210" y="7040880"/>
                </a:lnTo>
                <a:lnTo>
                  <a:pt x="261938" y="7040880"/>
                </a:lnTo>
                <a:lnTo>
                  <a:pt x="380048" y="7039928"/>
                </a:lnTo>
                <a:lnTo>
                  <a:pt x="501968" y="7039928"/>
                </a:lnTo>
                <a:lnTo>
                  <a:pt x="621030" y="7038976"/>
                </a:lnTo>
                <a:lnTo>
                  <a:pt x="732472" y="7038023"/>
                </a:lnTo>
                <a:lnTo>
                  <a:pt x="838200" y="7038023"/>
                </a:lnTo>
                <a:lnTo>
                  <a:pt x="943928" y="7041833"/>
                </a:lnTo>
                <a:lnTo>
                  <a:pt x="1049655" y="7041833"/>
                </a:lnTo>
                <a:lnTo>
                  <a:pt x="1155382" y="7045643"/>
                </a:lnTo>
                <a:lnTo>
                  <a:pt x="1261110" y="7044690"/>
                </a:lnTo>
                <a:lnTo>
                  <a:pt x="1366838" y="7043738"/>
                </a:lnTo>
                <a:lnTo>
                  <a:pt x="1473518" y="7046596"/>
                </a:lnTo>
                <a:lnTo>
                  <a:pt x="1580198" y="7039928"/>
                </a:lnTo>
                <a:lnTo>
                  <a:pt x="1687830" y="7038976"/>
                </a:lnTo>
                <a:lnTo>
                  <a:pt x="1795462" y="7038023"/>
                </a:lnTo>
                <a:lnTo>
                  <a:pt x="1902142" y="7045643"/>
                </a:lnTo>
                <a:lnTo>
                  <a:pt x="2009775" y="7046596"/>
                </a:lnTo>
                <a:lnTo>
                  <a:pt x="2117408" y="7046596"/>
                </a:lnTo>
                <a:lnTo>
                  <a:pt x="2224088" y="7039928"/>
                </a:lnTo>
                <a:lnTo>
                  <a:pt x="2330768" y="7046596"/>
                </a:lnTo>
                <a:lnTo>
                  <a:pt x="2438400" y="7038023"/>
                </a:lnTo>
                <a:lnTo>
                  <a:pt x="2546032" y="7046596"/>
                </a:lnTo>
                <a:lnTo>
                  <a:pt x="2654618" y="7043738"/>
                </a:lnTo>
                <a:lnTo>
                  <a:pt x="2762250" y="7043738"/>
                </a:lnTo>
                <a:lnTo>
                  <a:pt x="2870835" y="7038976"/>
                </a:lnTo>
                <a:lnTo>
                  <a:pt x="2976562" y="7025640"/>
                </a:lnTo>
                <a:lnTo>
                  <a:pt x="3082290" y="7011353"/>
                </a:lnTo>
                <a:lnTo>
                  <a:pt x="3187065" y="6985636"/>
                </a:lnTo>
                <a:lnTo>
                  <a:pt x="3291840" y="6957060"/>
                </a:lnTo>
                <a:lnTo>
                  <a:pt x="3391852" y="6919913"/>
                </a:lnTo>
                <a:lnTo>
                  <a:pt x="3493770" y="6886576"/>
                </a:lnTo>
                <a:lnTo>
                  <a:pt x="3586162" y="6831330"/>
                </a:lnTo>
                <a:lnTo>
                  <a:pt x="3680460" y="6783706"/>
                </a:lnTo>
                <a:lnTo>
                  <a:pt x="3772852" y="6731318"/>
                </a:lnTo>
                <a:lnTo>
                  <a:pt x="3858578" y="6670358"/>
                </a:lnTo>
                <a:lnTo>
                  <a:pt x="3942398" y="6603683"/>
                </a:lnTo>
                <a:lnTo>
                  <a:pt x="4019550" y="6530340"/>
                </a:lnTo>
                <a:lnTo>
                  <a:pt x="4096702" y="6456998"/>
                </a:lnTo>
                <a:lnTo>
                  <a:pt x="4169092" y="6379846"/>
                </a:lnTo>
                <a:lnTo>
                  <a:pt x="4237672" y="6299836"/>
                </a:lnTo>
                <a:lnTo>
                  <a:pt x="4297680" y="6213158"/>
                </a:lnTo>
                <a:lnTo>
                  <a:pt x="4355782" y="6124576"/>
                </a:lnTo>
                <a:lnTo>
                  <a:pt x="4406265" y="6031230"/>
                </a:lnTo>
                <a:lnTo>
                  <a:pt x="4452938" y="5935028"/>
                </a:lnTo>
                <a:lnTo>
                  <a:pt x="4496752" y="5837873"/>
                </a:lnTo>
                <a:lnTo>
                  <a:pt x="4528185" y="5737860"/>
                </a:lnTo>
                <a:lnTo>
                  <a:pt x="4563428" y="5637848"/>
                </a:lnTo>
                <a:lnTo>
                  <a:pt x="4594860" y="5536883"/>
                </a:lnTo>
                <a:lnTo>
                  <a:pt x="4603432" y="5429250"/>
                </a:lnTo>
                <a:lnTo>
                  <a:pt x="4618672" y="5321618"/>
                </a:lnTo>
                <a:lnTo>
                  <a:pt x="4626292" y="5216843"/>
                </a:lnTo>
                <a:lnTo>
                  <a:pt x="4634865" y="5109210"/>
                </a:lnTo>
                <a:lnTo>
                  <a:pt x="4640580" y="4999673"/>
                </a:lnTo>
                <a:lnTo>
                  <a:pt x="4648200" y="4893946"/>
                </a:lnTo>
                <a:lnTo>
                  <a:pt x="4662488" y="4789170"/>
                </a:lnTo>
                <a:lnTo>
                  <a:pt x="4680585" y="4683443"/>
                </a:lnTo>
                <a:lnTo>
                  <a:pt x="4710112" y="4579620"/>
                </a:lnTo>
                <a:lnTo>
                  <a:pt x="4739640" y="4477703"/>
                </a:lnTo>
                <a:lnTo>
                  <a:pt x="4777740" y="4379596"/>
                </a:lnTo>
                <a:lnTo>
                  <a:pt x="4820602" y="4280536"/>
                </a:lnTo>
                <a:lnTo>
                  <a:pt x="4867275" y="4187190"/>
                </a:lnTo>
                <a:lnTo>
                  <a:pt x="4917758" y="4092893"/>
                </a:lnTo>
                <a:lnTo>
                  <a:pt x="4981575" y="4008120"/>
                </a:lnTo>
                <a:lnTo>
                  <a:pt x="5042535" y="3920490"/>
                </a:lnTo>
                <a:lnTo>
                  <a:pt x="5114925" y="3841433"/>
                </a:lnTo>
                <a:lnTo>
                  <a:pt x="5188268" y="3763328"/>
                </a:lnTo>
                <a:lnTo>
                  <a:pt x="5267325" y="3694748"/>
                </a:lnTo>
                <a:lnTo>
                  <a:pt x="5349240" y="3629978"/>
                </a:lnTo>
                <a:lnTo>
                  <a:pt x="5435918" y="3571876"/>
                </a:lnTo>
                <a:lnTo>
                  <a:pt x="5523548" y="3513773"/>
                </a:lnTo>
                <a:lnTo>
                  <a:pt x="5614988" y="3460433"/>
                </a:lnTo>
                <a:lnTo>
                  <a:pt x="5710238" y="3411856"/>
                </a:lnTo>
                <a:lnTo>
                  <a:pt x="5810250" y="3377566"/>
                </a:lnTo>
                <a:lnTo>
                  <a:pt x="5908358" y="3340418"/>
                </a:lnTo>
                <a:lnTo>
                  <a:pt x="6007418" y="3312796"/>
                </a:lnTo>
                <a:lnTo>
                  <a:pt x="6107430" y="3287078"/>
                </a:lnTo>
                <a:lnTo>
                  <a:pt x="6211252" y="3271838"/>
                </a:lnTo>
                <a:lnTo>
                  <a:pt x="6315075" y="3257550"/>
                </a:lnTo>
                <a:lnTo>
                  <a:pt x="6420802" y="3248026"/>
                </a:lnTo>
                <a:lnTo>
                  <a:pt x="6525578" y="3244216"/>
                </a:lnTo>
                <a:lnTo>
                  <a:pt x="6631305" y="3246120"/>
                </a:lnTo>
                <a:lnTo>
                  <a:pt x="6734175" y="3254693"/>
                </a:lnTo>
                <a:lnTo>
                  <a:pt x="6835140" y="3268028"/>
                </a:lnTo>
                <a:lnTo>
                  <a:pt x="6938962" y="3283268"/>
                </a:lnTo>
                <a:lnTo>
                  <a:pt x="7041832" y="3304223"/>
                </a:lnTo>
                <a:lnTo>
                  <a:pt x="7142798" y="3334703"/>
                </a:lnTo>
                <a:lnTo>
                  <a:pt x="7242810" y="3371850"/>
                </a:lnTo>
                <a:lnTo>
                  <a:pt x="7340918" y="3408998"/>
                </a:lnTo>
                <a:lnTo>
                  <a:pt x="7435215" y="3449956"/>
                </a:lnTo>
                <a:lnTo>
                  <a:pt x="7525702" y="3502343"/>
                </a:lnTo>
                <a:lnTo>
                  <a:pt x="7616190" y="3556636"/>
                </a:lnTo>
                <a:lnTo>
                  <a:pt x="7704772" y="3614738"/>
                </a:lnTo>
                <a:lnTo>
                  <a:pt x="7786688" y="3683318"/>
                </a:lnTo>
                <a:lnTo>
                  <a:pt x="7868602" y="3751898"/>
                </a:lnTo>
                <a:lnTo>
                  <a:pt x="7941945" y="3828098"/>
                </a:lnTo>
                <a:lnTo>
                  <a:pt x="8008620" y="3910013"/>
                </a:lnTo>
                <a:lnTo>
                  <a:pt x="8076248" y="3989070"/>
                </a:lnTo>
                <a:lnTo>
                  <a:pt x="8133398" y="4078606"/>
                </a:lnTo>
                <a:lnTo>
                  <a:pt x="8192452" y="4166236"/>
                </a:lnTo>
                <a:lnTo>
                  <a:pt x="8240078" y="4262438"/>
                </a:lnTo>
                <a:lnTo>
                  <a:pt x="8282940" y="4360546"/>
                </a:lnTo>
                <a:lnTo>
                  <a:pt x="8318182" y="4461510"/>
                </a:lnTo>
                <a:lnTo>
                  <a:pt x="8352472" y="4560570"/>
                </a:lnTo>
                <a:lnTo>
                  <a:pt x="8377238" y="4662488"/>
                </a:lnTo>
                <a:lnTo>
                  <a:pt x="8402002" y="4765358"/>
                </a:lnTo>
                <a:lnTo>
                  <a:pt x="8417242" y="4871086"/>
                </a:lnTo>
                <a:lnTo>
                  <a:pt x="8424862" y="4977766"/>
                </a:lnTo>
                <a:lnTo>
                  <a:pt x="8434388" y="5083493"/>
                </a:lnTo>
                <a:lnTo>
                  <a:pt x="8436292" y="5190173"/>
                </a:lnTo>
                <a:lnTo>
                  <a:pt x="8432482" y="5296853"/>
                </a:lnTo>
                <a:lnTo>
                  <a:pt x="8435340" y="5400676"/>
                </a:lnTo>
                <a:lnTo>
                  <a:pt x="8434388" y="5507356"/>
                </a:lnTo>
                <a:lnTo>
                  <a:pt x="8436292" y="5612130"/>
                </a:lnTo>
                <a:lnTo>
                  <a:pt x="8430578" y="5718810"/>
                </a:lnTo>
                <a:lnTo>
                  <a:pt x="8434388" y="5825490"/>
                </a:lnTo>
                <a:lnTo>
                  <a:pt x="8436292" y="5931218"/>
                </a:lnTo>
                <a:lnTo>
                  <a:pt x="8438198" y="6036946"/>
                </a:lnTo>
                <a:lnTo>
                  <a:pt x="8430578" y="6142673"/>
                </a:lnTo>
                <a:lnTo>
                  <a:pt x="8430578" y="6248400"/>
                </a:lnTo>
                <a:lnTo>
                  <a:pt x="8434388" y="6355080"/>
                </a:lnTo>
                <a:lnTo>
                  <a:pt x="8437245" y="6460808"/>
                </a:lnTo>
                <a:lnTo>
                  <a:pt x="8435340" y="6567488"/>
                </a:lnTo>
                <a:lnTo>
                  <a:pt x="8434388" y="6673216"/>
                </a:lnTo>
                <a:lnTo>
                  <a:pt x="8432482" y="6778943"/>
                </a:lnTo>
                <a:lnTo>
                  <a:pt x="8431530" y="6884670"/>
                </a:lnTo>
                <a:lnTo>
                  <a:pt x="8438198" y="6989446"/>
                </a:lnTo>
                <a:lnTo>
                  <a:pt x="8436292" y="7095173"/>
                </a:lnTo>
                <a:lnTo>
                  <a:pt x="8434388" y="7200900"/>
                </a:lnTo>
                <a:lnTo>
                  <a:pt x="8432482" y="7305676"/>
                </a:lnTo>
                <a:lnTo>
                  <a:pt x="8432482" y="7409498"/>
                </a:lnTo>
                <a:lnTo>
                  <a:pt x="8434388" y="7514273"/>
                </a:lnTo>
                <a:lnTo>
                  <a:pt x="8437245" y="7618096"/>
                </a:lnTo>
                <a:lnTo>
                  <a:pt x="8434388" y="7721918"/>
                </a:lnTo>
                <a:lnTo>
                  <a:pt x="8433435" y="7824788"/>
                </a:lnTo>
                <a:lnTo>
                  <a:pt x="8433435" y="7927658"/>
                </a:lnTo>
                <a:lnTo>
                  <a:pt x="8436292" y="8030528"/>
                </a:lnTo>
                <a:lnTo>
                  <a:pt x="8432482" y="8133398"/>
                </a:lnTo>
                <a:lnTo>
                  <a:pt x="8442008" y="8235316"/>
                </a:lnTo>
                <a:lnTo>
                  <a:pt x="8446770" y="8336280"/>
                </a:lnTo>
                <a:lnTo>
                  <a:pt x="8465820" y="8436293"/>
                </a:lnTo>
                <a:lnTo>
                  <a:pt x="8480108" y="8538210"/>
                </a:lnTo>
                <a:lnTo>
                  <a:pt x="8505825" y="8635366"/>
                </a:lnTo>
                <a:lnTo>
                  <a:pt x="8536305" y="8732520"/>
                </a:lnTo>
                <a:lnTo>
                  <a:pt x="8571548" y="8825866"/>
                </a:lnTo>
                <a:lnTo>
                  <a:pt x="8607742" y="8918258"/>
                </a:lnTo>
                <a:lnTo>
                  <a:pt x="8652510" y="9005888"/>
                </a:lnTo>
                <a:lnTo>
                  <a:pt x="8702992" y="9092566"/>
                </a:lnTo>
                <a:lnTo>
                  <a:pt x="8754428" y="9178290"/>
                </a:lnTo>
                <a:lnTo>
                  <a:pt x="8817292" y="9256396"/>
                </a:lnTo>
                <a:lnTo>
                  <a:pt x="8880158" y="9334500"/>
                </a:lnTo>
                <a:lnTo>
                  <a:pt x="8947785" y="9405938"/>
                </a:lnTo>
                <a:lnTo>
                  <a:pt x="9018270" y="9474518"/>
                </a:lnTo>
                <a:lnTo>
                  <a:pt x="9094470" y="9536430"/>
                </a:lnTo>
                <a:lnTo>
                  <a:pt x="9175432" y="9595486"/>
                </a:lnTo>
                <a:lnTo>
                  <a:pt x="9257348" y="9654540"/>
                </a:lnTo>
                <a:lnTo>
                  <a:pt x="9346882" y="9704070"/>
                </a:lnTo>
                <a:lnTo>
                  <a:pt x="9435465" y="9754553"/>
                </a:lnTo>
                <a:lnTo>
                  <a:pt x="9528810" y="9794558"/>
                </a:lnTo>
                <a:lnTo>
                  <a:pt x="9621202" y="9832658"/>
                </a:lnTo>
                <a:lnTo>
                  <a:pt x="9717405" y="9862186"/>
                </a:lnTo>
                <a:lnTo>
                  <a:pt x="9816465" y="9890760"/>
                </a:lnTo>
                <a:lnTo>
                  <a:pt x="9918382" y="9914573"/>
                </a:lnTo>
                <a:lnTo>
                  <a:pt x="10022205" y="9932670"/>
                </a:lnTo>
                <a:lnTo>
                  <a:pt x="10126980" y="9941243"/>
                </a:lnTo>
                <a:lnTo>
                  <a:pt x="10230802" y="9954578"/>
                </a:lnTo>
                <a:lnTo>
                  <a:pt x="10333672" y="9952673"/>
                </a:lnTo>
                <a:lnTo>
                  <a:pt x="10436542" y="9948863"/>
                </a:lnTo>
                <a:lnTo>
                  <a:pt x="10541318" y="9941243"/>
                </a:lnTo>
                <a:lnTo>
                  <a:pt x="10647045" y="9927908"/>
                </a:lnTo>
                <a:lnTo>
                  <a:pt x="10752772" y="9912668"/>
                </a:lnTo>
                <a:lnTo>
                  <a:pt x="10856595" y="9888856"/>
                </a:lnTo>
                <a:lnTo>
                  <a:pt x="10957560" y="9858376"/>
                </a:lnTo>
                <a:lnTo>
                  <a:pt x="11056620" y="9823133"/>
                </a:lnTo>
                <a:lnTo>
                  <a:pt x="11152822" y="9783128"/>
                </a:lnTo>
                <a:lnTo>
                  <a:pt x="11250930" y="9740266"/>
                </a:lnTo>
                <a:lnTo>
                  <a:pt x="11347132" y="9692640"/>
                </a:lnTo>
                <a:lnTo>
                  <a:pt x="11435715" y="9630728"/>
                </a:lnTo>
                <a:lnTo>
                  <a:pt x="11527155" y="9572626"/>
                </a:lnTo>
                <a:lnTo>
                  <a:pt x="11611928" y="9505950"/>
                </a:lnTo>
                <a:lnTo>
                  <a:pt x="11691938" y="9434513"/>
                </a:lnTo>
                <a:lnTo>
                  <a:pt x="11764328" y="9355456"/>
                </a:lnTo>
                <a:lnTo>
                  <a:pt x="11835765" y="9275446"/>
                </a:lnTo>
                <a:lnTo>
                  <a:pt x="11907202" y="9192578"/>
                </a:lnTo>
                <a:lnTo>
                  <a:pt x="11962448" y="9097328"/>
                </a:lnTo>
                <a:lnTo>
                  <a:pt x="12018645" y="9003030"/>
                </a:lnTo>
                <a:lnTo>
                  <a:pt x="12064365" y="8903970"/>
                </a:lnTo>
                <a:lnTo>
                  <a:pt x="12107228" y="8803958"/>
                </a:lnTo>
                <a:lnTo>
                  <a:pt x="12144375" y="8702040"/>
                </a:lnTo>
                <a:lnTo>
                  <a:pt x="12171998" y="8597266"/>
                </a:lnTo>
                <a:lnTo>
                  <a:pt x="12194858" y="8490586"/>
                </a:lnTo>
                <a:lnTo>
                  <a:pt x="12209145" y="8382000"/>
                </a:lnTo>
                <a:lnTo>
                  <a:pt x="12230100" y="8274368"/>
                </a:lnTo>
                <a:lnTo>
                  <a:pt x="12228195" y="8164830"/>
                </a:lnTo>
                <a:lnTo>
                  <a:pt x="12230100" y="8056246"/>
                </a:lnTo>
                <a:lnTo>
                  <a:pt x="12227242" y="7948613"/>
                </a:lnTo>
                <a:lnTo>
                  <a:pt x="12232005" y="7840028"/>
                </a:lnTo>
                <a:lnTo>
                  <a:pt x="12232958" y="7732396"/>
                </a:lnTo>
                <a:lnTo>
                  <a:pt x="12227242" y="7624763"/>
                </a:lnTo>
                <a:lnTo>
                  <a:pt x="12233910" y="7516178"/>
                </a:lnTo>
                <a:lnTo>
                  <a:pt x="12234862" y="7408546"/>
                </a:lnTo>
                <a:lnTo>
                  <a:pt x="12226290" y="7300913"/>
                </a:lnTo>
                <a:lnTo>
                  <a:pt x="12231052" y="7194233"/>
                </a:lnTo>
                <a:lnTo>
                  <a:pt x="12230100" y="7085648"/>
                </a:lnTo>
                <a:lnTo>
                  <a:pt x="12227242" y="6978968"/>
                </a:lnTo>
                <a:lnTo>
                  <a:pt x="12228195" y="6870383"/>
                </a:lnTo>
                <a:lnTo>
                  <a:pt x="12228195" y="6762750"/>
                </a:lnTo>
                <a:lnTo>
                  <a:pt x="12229148" y="6656070"/>
                </a:lnTo>
                <a:lnTo>
                  <a:pt x="12229148" y="6548438"/>
                </a:lnTo>
                <a:lnTo>
                  <a:pt x="12230100" y="6440806"/>
                </a:lnTo>
                <a:lnTo>
                  <a:pt x="12231052" y="6334126"/>
                </a:lnTo>
                <a:lnTo>
                  <a:pt x="12231052" y="6227446"/>
                </a:lnTo>
                <a:lnTo>
                  <a:pt x="12221528" y="6120766"/>
                </a:lnTo>
                <a:lnTo>
                  <a:pt x="12221528" y="6014086"/>
                </a:lnTo>
                <a:lnTo>
                  <a:pt x="12225338" y="5907406"/>
                </a:lnTo>
                <a:lnTo>
                  <a:pt x="12221528" y="5800726"/>
                </a:lnTo>
                <a:lnTo>
                  <a:pt x="12221528" y="5694046"/>
                </a:lnTo>
                <a:lnTo>
                  <a:pt x="12221528" y="5588318"/>
                </a:lnTo>
                <a:lnTo>
                  <a:pt x="12221528" y="5481638"/>
                </a:lnTo>
                <a:lnTo>
                  <a:pt x="12222480" y="5375910"/>
                </a:lnTo>
                <a:lnTo>
                  <a:pt x="12222480" y="5270183"/>
                </a:lnTo>
                <a:lnTo>
                  <a:pt x="12222480" y="5164456"/>
                </a:lnTo>
                <a:lnTo>
                  <a:pt x="12223432" y="5058728"/>
                </a:lnTo>
                <a:lnTo>
                  <a:pt x="12224385" y="4952048"/>
                </a:lnTo>
                <a:lnTo>
                  <a:pt x="12224385" y="4846320"/>
                </a:lnTo>
                <a:lnTo>
                  <a:pt x="12224385" y="4740593"/>
                </a:lnTo>
                <a:lnTo>
                  <a:pt x="12220575" y="4633913"/>
                </a:lnTo>
                <a:lnTo>
                  <a:pt x="12216765" y="4528186"/>
                </a:lnTo>
                <a:lnTo>
                  <a:pt x="12218670" y="4422458"/>
                </a:lnTo>
                <a:lnTo>
                  <a:pt x="12221528" y="4316730"/>
                </a:lnTo>
                <a:lnTo>
                  <a:pt x="12215812" y="4211003"/>
                </a:lnTo>
                <a:lnTo>
                  <a:pt x="12218670" y="4104323"/>
                </a:lnTo>
                <a:lnTo>
                  <a:pt x="12222480" y="3998596"/>
                </a:lnTo>
                <a:lnTo>
                  <a:pt x="12217718" y="3891916"/>
                </a:lnTo>
                <a:lnTo>
                  <a:pt x="12224385" y="3785236"/>
                </a:lnTo>
                <a:lnTo>
                  <a:pt x="12223432" y="3679508"/>
                </a:lnTo>
                <a:lnTo>
                  <a:pt x="12221528" y="3574733"/>
                </a:lnTo>
                <a:lnTo>
                  <a:pt x="12228195" y="3469006"/>
                </a:lnTo>
                <a:lnTo>
                  <a:pt x="12225338" y="3362326"/>
                </a:lnTo>
                <a:lnTo>
                  <a:pt x="12234862" y="3256598"/>
                </a:lnTo>
                <a:lnTo>
                  <a:pt x="12247245" y="3149918"/>
                </a:lnTo>
                <a:lnTo>
                  <a:pt x="12272962" y="3047048"/>
                </a:lnTo>
                <a:lnTo>
                  <a:pt x="12293918" y="2944178"/>
                </a:lnTo>
                <a:lnTo>
                  <a:pt x="12325350" y="2844166"/>
                </a:lnTo>
                <a:lnTo>
                  <a:pt x="12365355" y="2747010"/>
                </a:lnTo>
                <a:lnTo>
                  <a:pt x="12403455" y="2646998"/>
                </a:lnTo>
                <a:lnTo>
                  <a:pt x="12456795" y="2554606"/>
                </a:lnTo>
                <a:lnTo>
                  <a:pt x="12512040" y="2464118"/>
                </a:lnTo>
                <a:lnTo>
                  <a:pt x="12566332" y="2373630"/>
                </a:lnTo>
                <a:lnTo>
                  <a:pt x="12628245" y="2289810"/>
                </a:lnTo>
                <a:lnTo>
                  <a:pt x="12696825" y="2216468"/>
                </a:lnTo>
                <a:lnTo>
                  <a:pt x="12776835" y="2132648"/>
                </a:lnTo>
                <a:lnTo>
                  <a:pt x="12864465" y="2055496"/>
                </a:lnTo>
                <a:lnTo>
                  <a:pt x="12959715" y="1987868"/>
                </a:lnTo>
                <a:lnTo>
                  <a:pt x="13054012" y="1924050"/>
                </a:lnTo>
                <a:lnTo>
                  <a:pt x="13151168" y="1866900"/>
                </a:lnTo>
                <a:lnTo>
                  <a:pt x="13247370" y="1824038"/>
                </a:lnTo>
                <a:lnTo>
                  <a:pt x="13354050" y="1772603"/>
                </a:lnTo>
                <a:lnTo>
                  <a:pt x="13463588" y="1729740"/>
                </a:lnTo>
                <a:lnTo>
                  <a:pt x="13575030" y="1702118"/>
                </a:lnTo>
                <a:lnTo>
                  <a:pt x="13686472" y="1677353"/>
                </a:lnTo>
                <a:lnTo>
                  <a:pt x="13795058" y="1656398"/>
                </a:lnTo>
                <a:lnTo>
                  <a:pt x="13919835" y="1638300"/>
                </a:lnTo>
                <a:lnTo>
                  <a:pt x="14040802" y="1630680"/>
                </a:lnTo>
                <a:lnTo>
                  <a:pt x="14160818" y="1625918"/>
                </a:lnTo>
                <a:lnTo>
                  <a:pt x="14285595" y="1630680"/>
                </a:lnTo>
                <a:lnTo>
                  <a:pt x="14392275" y="1643063"/>
                </a:lnTo>
                <a:lnTo>
                  <a:pt x="14496098" y="1664970"/>
                </a:lnTo>
                <a:lnTo>
                  <a:pt x="14601825" y="1679258"/>
                </a:lnTo>
                <a:lnTo>
                  <a:pt x="14707552" y="1714500"/>
                </a:lnTo>
                <a:lnTo>
                  <a:pt x="14818042" y="1744028"/>
                </a:lnTo>
                <a:lnTo>
                  <a:pt x="14916150" y="1781176"/>
                </a:lnTo>
                <a:lnTo>
                  <a:pt x="15014258" y="1825943"/>
                </a:lnTo>
                <a:lnTo>
                  <a:pt x="15115222" y="1877378"/>
                </a:lnTo>
                <a:lnTo>
                  <a:pt x="15208568" y="1937386"/>
                </a:lnTo>
                <a:lnTo>
                  <a:pt x="15304770" y="1997393"/>
                </a:lnTo>
                <a:lnTo>
                  <a:pt x="15394305" y="2065973"/>
                </a:lnTo>
                <a:lnTo>
                  <a:pt x="15482888" y="2141220"/>
                </a:lnTo>
                <a:lnTo>
                  <a:pt x="15568612" y="2225040"/>
                </a:lnTo>
                <a:lnTo>
                  <a:pt x="15643860" y="2322196"/>
                </a:lnTo>
                <a:lnTo>
                  <a:pt x="15716250" y="2421256"/>
                </a:lnTo>
                <a:lnTo>
                  <a:pt x="15779115" y="2526983"/>
                </a:lnTo>
                <a:lnTo>
                  <a:pt x="15838170" y="2632710"/>
                </a:lnTo>
                <a:lnTo>
                  <a:pt x="15878175" y="2729866"/>
                </a:lnTo>
                <a:lnTo>
                  <a:pt x="15918180" y="2827973"/>
                </a:lnTo>
                <a:lnTo>
                  <a:pt x="15948660" y="2930843"/>
                </a:lnTo>
                <a:lnTo>
                  <a:pt x="15976282" y="3035618"/>
                </a:lnTo>
                <a:lnTo>
                  <a:pt x="15993428" y="3141346"/>
                </a:lnTo>
                <a:lnTo>
                  <a:pt x="16012478" y="3246120"/>
                </a:lnTo>
                <a:lnTo>
                  <a:pt x="16023908" y="3350896"/>
                </a:lnTo>
                <a:lnTo>
                  <a:pt x="16026765" y="3457576"/>
                </a:lnTo>
                <a:lnTo>
                  <a:pt x="16029622" y="3563303"/>
                </a:lnTo>
                <a:lnTo>
                  <a:pt x="16035338" y="3669983"/>
                </a:lnTo>
                <a:lnTo>
                  <a:pt x="16027718" y="3775710"/>
                </a:lnTo>
                <a:lnTo>
                  <a:pt x="16027718" y="3882390"/>
                </a:lnTo>
                <a:lnTo>
                  <a:pt x="16030575" y="3988118"/>
                </a:lnTo>
                <a:lnTo>
                  <a:pt x="16028670" y="4092893"/>
                </a:lnTo>
                <a:lnTo>
                  <a:pt x="16034385" y="4199573"/>
                </a:lnTo>
                <a:lnTo>
                  <a:pt x="16028670" y="4304348"/>
                </a:lnTo>
                <a:lnTo>
                  <a:pt x="16025812" y="4411980"/>
                </a:lnTo>
                <a:lnTo>
                  <a:pt x="16031528" y="4517708"/>
                </a:lnTo>
                <a:lnTo>
                  <a:pt x="16032480" y="4624388"/>
                </a:lnTo>
                <a:lnTo>
                  <a:pt x="16032480" y="4731068"/>
                </a:lnTo>
                <a:lnTo>
                  <a:pt x="16033432" y="4836796"/>
                </a:lnTo>
                <a:lnTo>
                  <a:pt x="16034385" y="4942523"/>
                </a:lnTo>
                <a:lnTo>
                  <a:pt x="16034385" y="5047298"/>
                </a:lnTo>
                <a:lnTo>
                  <a:pt x="16033432" y="5153026"/>
                </a:lnTo>
                <a:lnTo>
                  <a:pt x="16033432" y="5257800"/>
                </a:lnTo>
                <a:lnTo>
                  <a:pt x="16033432" y="5362576"/>
                </a:lnTo>
                <a:lnTo>
                  <a:pt x="16035338" y="5468303"/>
                </a:lnTo>
                <a:lnTo>
                  <a:pt x="16039148" y="5572126"/>
                </a:lnTo>
                <a:lnTo>
                  <a:pt x="16035338" y="5674996"/>
                </a:lnTo>
                <a:lnTo>
                  <a:pt x="16035338" y="5779770"/>
                </a:lnTo>
                <a:lnTo>
                  <a:pt x="16036290" y="5884546"/>
                </a:lnTo>
                <a:lnTo>
                  <a:pt x="16034385" y="5988368"/>
                </a:lnTo>
                <a:lnTo>
                  <a:pt x="16031528" y="6093143"/>
                </a:lnTo>
                <a:lnTo>
                  <a:pt x="16035338" y="6196966"/>
                </a:lnTo>
                <a:lnTo>
                  <a:pt x="16034385" y="6301740"/>
                </a:lnTo>
                <a:lnTo>
                  <a:pt x="16036290" y="6408420"/>
                </a:lnTo>
                <a:lnTo>
                  <a:pt x="16056292" y="6512243"/>
                </a:lnTo>
                <a:lnTo>
                  <a:pt x="16068675" y="6617970"/>
                </a:lnTo>
                <a:lnTo>
                  <a:pt x="16094392" y="6721793"/>
                </a:lnTo>
                <a:lnTo>
                  <a:pt x="16121062" y="6824663"/>
                </a:lnTo>
                <a:lnTo>
                  <a:pt x="16156305" y="6925628"/>
                </a:lnTo>
                <a:lnTo>
                  <a:pt x="16192500" y="7024688"/>
                </a:lnTo>
                <a:lnTo>
                  <a:pt x="16242030" y="7118033"/>
                </a:lnTo>
                <a:lnTo>
                  <a:pt x="16289655" y="7215188"/>
                </a:lnTo>
                <a:lnTo>
                  <a:pt x="16345852" y="7306628"/>
                </a:lnTo>
                <a:lnTo>
                  <a:pt x="16410622" y="7393306"/>
                </a:lnTo>
                <a:lnTo>
                  <a:pt x="16480155" y="7476173"/>
                </a:lnTo>
                <a:lnTo>
                  <a:pt x="16557308" y="7550468"/>
                </a:lnTo>
                <a:lnTo>
                  <a:pt x="16626840" y="7630478"/>
                </a:lnTo>
                <a:lnTo>
                  <a:pt x="16712565" y="7694296"/>
                </a:lnTo>
                <a:lnTo>
                  <a:pt x="16799242" y="7758113"/>
                </a:lnTo>
                <a:lnTo>
                  <a:pt x="16894492" y="7812406"/>
                </a:lnTo>
                <a:lnTo>
                  <a:pt x="16987838" y="7866698"/>
                </a:lnTo>
                <a:lnTo>
                  <a:pt x="17084992" y="7916228"/>
                </a:lnTo>
                <a:lnTo>
                  <a:pt x="17184052" y="7959090"/>
                </a:lnTo>
                <a:lnTo>
                  <a:pt x="17283112" y="7995286"/>
                </a:lnTo>
                <a:lnTo>
                  <a:pt x="17387888" y="8017193"/>
                </a:lnTo>
                <a:lnTo>
                  <a:pt x="17491710" y="8046720"/>
                </a:lnTo>
                <a:lnTo>
                  <a:pt x="17598390" y="8072438"/>
                </a:lnTo>
                <a:lnTo>
                  <a:pt x="17707928" y="8081963"/>
                </a:lnTo>
                <a:lnTo>
                  <a:pt x="17816512" y="8090536"/>
                </a:lnTo>
                <a:lnTo>
                  <a:pt x="17924145" y="8093393"/>
                </a:lnTo>
                <a:lnTo>
                  <a:pt x="18029872" y="8085773"/>
                </a:lnTo>
                <a:lnTo>
                  <a:pt x="18137505" y="8085773"/>
                </a:lnTo>
                <a:lnTo>
                  <a:pt x="18243232" y="8071486"/>
                </a:lnTo>
                <a:lnTo>
                  <a:pt x="18349912" y="8049578"/>
                </a:lnTo>
                <a:lnTo>
                  <a:pt x="18456592" y="8026718"/>
                </a:lnTo>
                <a:lnTo>
                  <a:pt x="18561368" y="7999096"/>
                </a:lnTo>
                <a:lnTo>
                  <a:pt x="18666142" y="7968616"/>
                </a:lnTo>
                <a:lnTo>
                  <a:pt x="18765202" y="7929563"/>
                </a:lnTo>
                <a:lnTo>
                  <a:pt x="18860452" y="7879080"/>
                </a:lnTo>
                <a:lnTo>
                  <a:pt x="18955702" y="7826693"/>
                </a:lnTo>
                <a:lnTo>
                  <a:pt x="19050000" y="7772400"/>
                </a:lnTo>
                <a:lnTo>
                  <a:pt x="19140488" y="7708583"/>
                </a:lnTo>
                <a:lnTo>
                  <a:pt x="19227165" y="7639050"/>
                </a:lnTo>
                <a:lnTo>
                  <a:pt x="19309080" y="7566660"/>
                </a:lnTo>
                <a:lnTo>
                  <a:pt x="19387185" y="7489508"/>
                </a:lnTo>
                <a:lnTo>
                  <a:pt x="19458622" y="7404736"/>
                </a:lnTo>
                <a:lnTo>
                  <a:pt x="19519582" y="7313296"/>
                </a:lnTo>
                <a:lnTo>
                  <a:pt x="19584352" y="7222808"/>
                </a:lnTo>
                <a:lnTo>
                  <a:pt x="19634835" y="7121843"/>
                </a:lnTo>
                <a:lnTo>
                  <a:pt x="19678650" y="7018973"/>
                </a:lnTo>
                <a:lnTo>
                  <a:pt x="19722465" y="6917056"/>
                </a:lnTo>
                <a:lnTo>
                  <a:pt x="19753898" y="6812280"/>
                </a:lnTo>
                <a:lnTo>
                  <a:pt x="19780568" y="6705600"/>
                </a:lnTo>
                <a:lnTo>
                  <a:pt x="19806285" y="6600826"/>
                </a:lnTo>
                <a:lnTo>
                  <a:pt x="19817715" y="6492240"/>
                </a:lnTo>
                <a:lnTo>
                  <a:pt x="19836765" y="6383656"/>
                </a:lnTo>
                <a:lnTo>
                  <a:pt x="19841528" y="6275070"/>
                </a:lnTo>
                <a:lnTo>
                  <a:pt x="19839622" y="6165533"/>
                </a:lnTo>
                <a:lnTo>
                  <a:pt x="19840575" y="6057900"/>
                </a:lnTo>
                <a:lnTo>
                  <a:pt x="19838670" y="5951220"/>
                </a:lnTo>
                <a:lnTo>
                  <a:pt x="19842480" y="5845493"/>
                </a:lnTo>
                <a:lnTo>
                  <a:pt x="19843432" y="5739766"/>
                </a:lnTo>
                <a:lnTo>
                  <a:pt x="19837718" y="5634038"/>
                </a:lnTo>
                <a:lnTo>
                  <a:pt x="19844385" y="5527358"/>
                </a:lnTo>
                <a:lnTo>
                  <a:pt x="19841528" y="5421630"/>
                </a:lnTo>
                <a:lnTo>
                  <a:pt x="19837718" y="5316856"/>
                </a:lnTo>
                <a:lnTo>
                  <a:pt x="19842480" y="5211128"/>
                </a:lnTo>
                <a:lnTo>
                  <a:pt x="19836765" y="5106353"/>
                </a:lnTo>
                <a:lnTo>
                  <a:pt x="19838670" y="5000626"/>
                </a:lnTo>
                <a:lnTo>
                  <a:pt x="19839622" y="4894898"/>
                </a:lnTo>
                <a:lnTo>
                  <a:pt x="19835812" y="4789170"/>
                </a:lnTo>
                <a:lnTo>
                  <a:pt x="19832002" y="4683443"/>
                </a:lnTo>
                <a:lnTo>
                  <a:pt x="19832955" y="4577716"/>
                </a:lnTo>
                <a:lnTo>
                  <a:pt x="19834860" y="4471988"/>
                </a:lnTo>
                <a:lnTo>
                  <a:pt x="19835812" y="4365308"/>
                </a:lnTo>
                <a:lnTo>
                  <a:pt x="19835812" y="4259580"/>
                </a:lnTo>
                <a:lnTo>
                  <a:pt x="19836765" y="4152900"/>
                </a:lnTo>
                <a:lnTo>
                  <a:pt x="19836765" y="4047173"/>
                </a:lnTo>
                <a:lnTo>
                  <a:pt x="19836765" y="3940493"/>
                </a:lnTo>
                <a:lnTo>
                  <a:pt x="19828192" y="3833813"/>
                </a:lnTo>
                <a:lnTo>
                  <a:pt x="19828192" y="3728086"/>
                </a:lnTo>
                <a:lnTo>
                  <a:pt x="19828192" y="3621406"/>
                </a:lnTo>
                <a:lnTo>
                  <a:pt x="19828192" y="3514726"/>
                </a:lnTo>
                <a:lnTo>
                  <a:pt x="19828192" y="3408998"/>
                </a:lnTo>
                <a:lnTo>
                  <a:pt x="19829145" y="3302318"/>
                </a:lnTo>
                <a:lnTo>
                  <a:pt x="19829145" y="3195638"/>
                </a:lnTo>
                <a:lnTo>
                  <a:pt x="19830098" y="3089910"/>
                </a:lnTo>
                <a:lnTo>
                  <a:pt x="19831050" y="2983230"/>
                </a:lnTo>
                <a:lnTo>
                  <a:pt x="19832002" y="2876550"/>
                </a:lnTo>
                <a:lnTo>
                  <a:pt x="19832002" y="2769870"/>
                </a:lnTo>
                <a:lnTo>
                  <a:pt x="19832955" y="2663190"/>
                </a:lnTo>
                <a:lnTo>
                  <a:pt x="19834860" y="2557463"/>
                </a:lnTo>
                <a:lnTo>
                  <a:pt x="19830098" y="2450783"/>
                </a:lnTo>
                <a:lnTo>
                  <a:pt x="19826288" y="2345056"/>
                </a:lnTo>
                <a:lnTo>
                  <a:pt x="19833908" y="2239328"/>
                </a:lnTo>
                <a:lnTo>
                  <a:pt x="19827240" y="2131696"/>
                </a:lnTo>
                <a:lnTo>
                  <a:pt x="19827240" y="2025016"/>
                </a:lnTo>
                <a:lnTo>
                  <a:pt x="19824382" y="1917383"/>
                </a:lnTo>
                <a:lnTo>
                  <a:pt x="19824382" y="1809750"/>
                </a:lnTo>
                <a:lnTo>
                  <a:pt x="19833908" y="1704023"/>
                </a:lnTo>
                <a:lnTo>
                  <a:pt x="19847242" y="1597343"/>
                </a:lnTo>
                <a:lnTo>
                  <a:pt x="19866292" y="1492568"/>
                </a:lnTo>
                <a:lnTo>
                  <a:pt x="19888200" y="1386840"/>
                </a:lnTo>
                <a:lnTo>
                  <a:pt x="19917728" y="1283018"/>
                </a:lnTo>
                <a:lnTo>
                  <a:pt x="19943445" y="1177290"/>
                </a:lnTo>
                <a:lnTo>
                  <a:pt x="19991070" y="1080136"/>
                </a:lnTo>
                <a:lnTo>
                  <a:pt x="20033932" y="982028"/>
                </a:lnTo>
                <a:lnTo>
                  <a:pt x="20083462" y="887730"/>
                </a:lnTo>
                <a:lnTo>
                  <a:pt x="20142518" y="798196"/>
                </a:lnTo>
                <a:lnTo>
                  <a:pt x="20211098" y="714376"/>
                </a:lnTo>
                <a:lnTo>
                  <a:pt x="20279678" y="630556"/>
                </a:lnTo>
                <a:lnTo>
                  <a:pt x="20353020" y="550546"/>
                </a:lnTo>
                <a:lnTo>
                  <a:pt x="20429220" y="475298"/>
                </a:lnTo>
                <a:lnTo>
                  <a:pt x="20512088" y="407670"/>
                </a:lnTo>
                <a:lnTo>
                  <a:pt x="20596860" y="343853"/>
                </a:lnTo>
                <a:lnTo>
                  <a:pt x="20683538" y="283846"/>
                </a:lnTo>
                <a:lnTo>
                  <a:pt x="20779740" y="237173"/>
                </a:lnTo>
                <a:lnTo>
                  <a:pt x="20875942" y="190500"/>
                </a:lnTo>
                <a:lnTo>
                  <a:pt x="20973098" y="145733"/>
                </a:lnTo>
                <a:lnTo>
                  <a:pt x="21075968" y="114300"/>
                </a:lnTo>
                <a:lnTo>
                  <a:pt x="21175980" y="76200"/>
                </a:lnTo>
                <a:lnTo>
                  <a:pt x="21277898" y="52388"/>
                </a:lnTo>
                <a:lnTo>
                  <a:pt x="21379815" y="29528"/>
                </a:lnTo>
                <a:lnTo>
                  <a:pt x="21484590" y="13336"/>
                </a:lnTo>
                <a:lnTo>
                  <a:pt x="21591270" y="5716"/>
                </a:lnTo>
                <a:lnTo>
                  <a:pt x="21698902" y="953"/>
                </a:lnTo>
                <a:lnTo>
                  <a:pt x="21805582" y="0"/>
                </a:lnTo>
                <a:lnTo>
                  <a:pt x="21911310" y="4763"/>
                </a:lnTo>
                <a:lnTo>
                  <a:pt x="22015132" y="16193"/>
                </a:lnTo>
                <a:lnTo>
                  <a:pt x="22117050" y="38100"/>
                </a:lnTo>
                <a:lnTo>
                  <a:pt x="22221825" y="56198"/>
                </a:lnTo>
                <a:lnTo>
                  <a:pt x="22325648" y="80010"/>
                </a:lnTo>
                <a:lnTo>
                  <a:pt x="22425660" y="118110"/>
                </a:lnTo>
                <a:lnTo>
                  <a:pt x="22521862" y="160973"/>
                </a:lnTo>
                <a:lnTo>
                  <a:pt x="22620922" y="197168"/>
                </a:lnTo>
                <a:lnTo>
                  <a:pt x="22712362" y="246698"/>
                </a:lnTo>
                <a:lnTo>
                  <a:pt x="22799040" y="301943"/>
                </a:lnTo>
                <a:lnTo>
                  <a:pt x="22886670" y="359093"/>
                </a:lnTo>
                <a:lnTo>
                  <a:pt x="22966680" y="425768"/>
                </a:lnTo>
                <a:lnTo>
                  <a:pt x="23047642" y="493396"/>
                </a:lnTo>
                <a:lnTo>
                  <a:pt x="23124795" y="564833"/>
                </a:lnTo>
                <a:lnTo>
                  <a:pt x="23194328" y="644843"/>
                </a:lnTo>
                <a:lnTo>
                  <a:pt x="23255288" y="730568"/>
                </a:lnTo>
                <a:lnTo>
                  <a:pt x="23318152" y="812483"/>
                </a:lnTo>
                <a:lnTo>
                  <a:pt x="23372445" y="903923"/>
                </a:lnTo>
                <a:lnTo>
                  <a:pt x="23416260" y="1000126"/>
                </a:lnTo>
                <a:lnTo>
                  <a:pt x="23465790" y="1093470"/>
                </a:lnTo>
                <a:lnTo>
                  <a:pt x="23503890" y="1193483"/>
                </a:lnTo>
                <a:lnTo>
                  <a:pt x="23535322" y="1295400"/>
                </a:lnTo>
                <a:lnTo>
                  <a:pt x="23560088" y="1397318"/>
                </a:lnTo>
                <a:lnTo>
                  <a:pt x="23581995" y="1499236"/>
                </a:lnTo>
                <a:lnTo>
                  <a:pt x="23604855" y="1601153"/>
                </a:lnTo>
                <a:lnTo>
                  <a:pt x="23629620" y="1705928"/>
                </a:lnTo>
                <a:lnTo>
                  <a:pt x="23644860" y="1811656"/>
                </a:lnTo>
                <a:lnTo>
                  <a:pt x="23662958" y="1916430"/>
                </a:lnTo>
                <a:lnTo>
                  <a:pt x="23670578" y="2024063"/>
                </a:lnTo>
                <a:lnTo>
                  <a:pt x="23681055" y="2127886"/>
                </a:lnTo>
                <a:lnTo>
                  <a:pt x="23698200" y="2231708"/>
                </a:lnTo>
                <a:lnTo>
                  <a:pt x="23709630" y="2336483"/>
                </a:lnTo>
                <a:lnTo>
                  <a:pt x="23728680" y="2441258"/>
                </a:lnTo>
                <a:lnTo>
                  <a:pt x="23752492" y="2543176"/>
                </a:lnTo>
                <a:lnTo>
                  <a:pt x="23790592" y="2640330"/>
                </a:lnTo>
                <a:lnTo>
                  <a:pt x="23822978" y="2739390"/>
                </a:lnTo>
                <a:lnTo>
                  <a:pt x="23865840" y="2831783"/>
                </a:lnTo>
                <a:lnTo>
                  <a:pt x="23914418" y="2924176"/>
                </a:lnTo>
                <a:lnTo>
                  <a:pt x="23962995" y="3016568"/>
                </a:lnTo>
                <a:lnTo>
                  <a:pt x="24020145" y="3104198"/>
                </a:lnTo>
                <a:lnTo>
                  <a:pt x="24084915" y="3186113"/>
                </a:lnTo>
                <a:lnTo>
                  <a:pt x="24151590" y="3268980"/>
                </a:lnTo>
                <a:lnTo>
                  <a:pt x="24225885" y="3343276"/>
                </a:lnTo>
                <a:lnTo>
                  <a:pt x="24310658" y="3406140"/>
                </a:lnTo>
                <a:lnTo>
                  <a:pt x="24392572" y="3470910"/>
                </a:lnTo>
                <a:lnTo>
                  <a:pt x="24480202" y="3530918"/>
                </a:lnTo>
                <a:lnTo>
                  <a:pt x="24573548" y="3582353"/>
                </a:lnTo>
                <a:lnTo>
                  <a:pt x="24671655" y="3624263"/>
                </a:lnTo>
                <a:lnTo>
                  <a:pt x="24770715" y="3667126"/>
                </a:lnTo>
                <a:lnTo>
                  <a:pt x="24870728" y="3705226"/>
                </a:lnTo>
                <a:lnTo>
                  <a:pt x="24974550" y="3731896"/>
                </a:lnTo>
                <a:lnTo>
                  <a:pt x="25079325" y="3751898"/>
                </a:lnTo>
                <a:lnTo>
                  <a:pt x="25184100" y="3773806"/>
                </a:lnTo>
                <a:lnTo>
                  <a:pt x="25290780" y="3786188"/>
                </a:lnTo>
                <a:lnTo>
                  <a:pt x="25399365" y="3789046"/>
                </a:lnTo>
                <a:lnTo>
                  <a:pt x="25507950" y="3790950"/>
                </a:lnTo>
                <a:lnTo>
                  <a:pt x="25616535" y="3794760"/>
                </a:lnTo>
                <a:lnTo>
                  <a:pt x="25723215" y="3789998"/>
                </a:lnTo>
                <a:lnTo>
                  <a:pt x="25830848" y="3790950"/>
                </a:lnTo>
                <a:lnTo>
                  <a:pt x="25937528" y="3789998"/>
                </a:lnTo>
                <a:lnTo>
                  <a:pt x="26044208" y="3790950"/>
                </a:lnTo>
                <a:lnTo>
                  <a:pt x="26151840" y="3795713"/>
                </a:lnTo>
                <a:lnTo>
                  <a:pt x="26259472" y="3798570"/>
                </a:lnTo>
                <a:lnTo>
                  <a:pt x="26366152" y="3792856"/>
                </a:lnTo>
                <a:lnTo>
                  <a:pt x="26473785" y="3795713"/>
                </a:lnTo>
                <a:lnTo>
                  <a:pt x="26580465" y="3793808"/>
                </a:lnTo>
                <a:lnTo>
                  <a:pt x="26687145" y="3790950"/>
                </a:lnTo>
                <a:lnTo>
                  <a:pt x="26794778" y="3791903"/>
                </a:lnTo>
                <a:lnTo>
                  <a:pt x="26901458" y="3791903"/>
                </a:lnTo>
                <a:lnTo>
                  <a:pt x="27008138" y="3792856"/>
                </a:lnTo>
                <a:lnTo>
                  <a:pt x="27114818" y="3792856"/>
                </a:lnTo>
                <a:lnTo>
                  <a:pt x="27221498" y="3792856"/>
                </a:lnTo>
                <a:lnTo>
                  <a:pt x="27333892" y="3793808"/>
                </a:lnTo>
                <a:lnTo>
                  <a:pt x="27455812" y="3793808"/>
                </a:lnTo>
                <a:lnTo>
                  <a:pt x="27579638" y="3793808"/>
                </a:lnTo>
                <a:lnTo>
                  <a:pt x="27698700" y="3793808"/>
                </a:lnTo>
                <a:lnTo>
                  <a:pt x="27807285" y="3793808"/>
                </a:lnTo>
                <a:lnTo>
                  <a:pt x="27897772" y="3793808"/>
                </a:lnTo>
                <a:lnTo>
                  <a:pt x="27965400" y="3793808"/>
                </a:lnTo>
              </a:path>
            </a:pathLst>
          </a:custGeom>
          <a:noFill/>
          <a:ln w="1104900">
            <a:solidFill>
              <a:srgbClr val="C2C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sh-6"/>
          <p:cNvSpPr/>
          <p:nvPr/>
        </p:nvSpPr>
        <p:spPr>
          <a:xfrm>
            <a:off x="1515941" y="11775476"/>
            <a:ext cx="285993" cy="124388"/>
          </a:xfrm>
          <a:custGeom>
            <a:avLst/>
            <a:gdLst/>
            <a:ahLst/>
            <a:cxnLst/>
            <a:rect l="l" t="t" r="r" b="b"/>
            <a:pathLst>
              <a:path w="285993" h="124388">
                <a:moveTo>
                  <a:pt x="244" y="124388"/>
                </a:moveTo>
                <a:lnTo>
                  <a:pt x="285993" y="123825"/>
                </a:lnTo>
                <a:lnTo>
                  <a:pt x="285749" y="0"/>
                </a:lnTo>
                <a:lnTo>
                  <a:pt x="0" y="5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ash-7"/>
          <p:cNvSpPr/>
          <p:nvPr/>
        </p:nvSpPr>
        <p:spPr>
          <a:xfrm>
            <a:off x="2249934" y="11779548"/>
            <a:ext cx="287397" cy="127674"/>
          </a:xfrm>
          <a:custGeom>
            <a:avLst/>
            <a:gdLst/>
            <a:ahLst/>
            <a:cxnLst/>
            <a:rect l="l" t="t" r="r" b="b"/>
            <a:pathLst>
              <a:path w="287397" h="127674">
                <a:moveTo>
                  <a:pt x="0" y="123813"/>
                </a:moveTo>
                <a:lnTo>
                  <a:pt x="285724" y="127674"/>
                </a:lnTo>
                <a:lnTo>
                  <a:pt x="287397" y="3861"/>
                </a:lnTo>
                <a:lnTo>
                  <a:pt x="167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ash-8"/>
          <p:cNvSpPr/>
          <p:nvPr/>
        </p:nvSpPr>
        <p:spPr>
          <a:xfrm>
            <a:off x="3049996" y="11778797"/>
            <a:ext cx="288425" cy="130129"/>
          </a:xfrm>
          <a:custGeom>
            <a:avLst/>
            <a:gdLst/>
            <a:ahLst/>
            <a:cxnLst/>
            <a:rect l="l" t="t" r="r" b="b"/>
            <a:pathLst>
              <a:path w="288425" h="130129">
                <a:moveTo>
                  <a:pt x="0" y="123794"/>
                </a:moveTo>
                <a:lnTo>
                  <a:pt x="285680" y="130129"/>
                </a:lnTo>
                <a:lnTo>
                  <a:pt x="288425" y="6334"/>
                </a:lnTo>
                <a:lnTo>
                  <a:pt x="274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ash-9"/>
          <p:cNvSpPr/>
          <p:nvPr/>
        </p:nvSpPr>
        <p:spPr>
          <a:xfrm>
            <a:off x="3802740" y="11777060"/>
            <a:ext cx="287887" cy="128840"/>
          </a:xfrm>
          <a:custGeom>
            <a:avLst/>
            <a:gdLst/>
            <a:ahLst/>
            <a:cxnLst/>
            <a:rect l="l" t="t" r="r" b="b"/>
            <a:pathLst>
              <a:path w="287887" h="128840">
                <a:moveTo>
                  <a:pt x="2182" y="128840"/>
                </a:moveTo>
                <a:lnTo>
                  <a:pt x="287887" y="123806"/>
                </a:lnTo>
                <a:lnTo>
                  <a:pt x="285706" y="0"/>
                </a:lnTo>
                <a:lnTo>
                  <a:pt x="0" y="50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ash-10"/>
          <p:cNvSpPr/>
          <p:nvPr/>
        </p:nvSpPr>
        <p:spPr>
          <a:xfrm>
            <a:off x="4525406" y="11590303"/>
            <a:ext cx="311310" cy="221366"/>
          </a:xfrm>
          <a:custGeom>
            <a:avLst/>
            <a:gdLst/>
            <a:ahLst/>
            <a:cxnLst/>
            <a:rect l="l" t="t" r="r" b="b"/>
            <a:pathLst>
              <a:path w="311310" h="221366">
                <a:moveTo>
                  <a:pt x="46130" y="221366"/>
                </a:moveTo>
                <a:lnTo>
                  <a:pt x="311310" y="114912"/>
                </a:lnTo>
                <a:lnTo>
                  <a:pt x="265180" y="0"/>
                </a:lnTo>
                <a:lnTo>
                  <a:pt x="0" y="1064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ash-11"/>
          <p:cNvSpPr/>
          <p:nvPr/>
        </p:nvSpPr>
        <p:spPr>
          <a:xfrm>
            <a:off x="5150943" y="11147249"/>
            <a:ext cx="290866" cy="288325"/>
          </a:xfrm>
          <a:custGeom>
            <a:avLst/>
            <a:gdLst/>
            <a:ahLst/>
            <a:cxnLst/>
            <a:rect l="l" t="t" r="r" b="b"/>
            <a:pathLst>
              <a:path w="290866" h="288325">
                <a:moveTo>
                  <a:pt x="86581" y="288325"/>
                </a:moveTo>
                <a:lnTo>
                  <a:pt x="290866" y="88523"/>
                </a:lnTo>
                <a:lnTo>
                  <a:pt x="204285" y="0"/>
                </a:lnTo>
                <a:lnTo>
                  <a:pt x="0" y="199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ash-12"/>
          <p:cNvSpPr/>
          <p:nvPr/>
        </p:nvSpPr>
        <p:spPr>
          <a:xfrm>
            <a:off x="5626216" y="10480055"/>
            <a:ext cx="217573" cy="311120"/>
          </a:xfrm>
          <a:custGeom>
            <a:avLst/>
            <a:gdLst/>
            <a:ahLst/>
            <a:cxnLst/>
            <a:rect l="l" t="t" r="r" b="b"/>
            <a:pathLst>
              <a:path w="217573" h="311120">
                <a:moveTo>
                  <a:pt x="115686" y="311120"/>
                </a:moveTo>
                <a:lnTo>
                  <a:pt x="217573" y="44151"/>
                </a:lnTo>
                <a:lnTo>
                  <a:pt x="101887" y="0"/>
                </a:lnTo>
                <a:lnTo>
                  <a:pt x="0" y="2669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sh-13"/>
          <p:cNvSpPr/>
          <p:nvPr/>
        </p:nvSpPr>
        <p:spPr>
          <a:xfrm>
            <a:off x="5801957" y="9760321"/>
            <a:ext cx="142316" cy="293263"/>
          </a:xfrm>
          <a:custGeom>
            <a:avLst/>
            <a:gdLst/>
            <a:ahLst/>
            <a:cxnLst/>
            <a:rect l="l" t="t" r="r" b="b"/>
            <a:pathLst>
              <a:path w="142316" h="293263">
                <a:moveTo>
                  <a:pt x="123558" y="293263"/>
                </a:moveTo>
                <a:lnTo>
                  <a:pt x="142316" y="8129"/>
                </a:lnTo>
                <a:lnTo>
                  <a:pt x="18758" y="0"/>
                </a:lnTo>
                <a:lnTo>
                  <a:pt x="0" y="2851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sh-14"/>
          <p:cNvSpPr/>
          <p:nvPr/>
        </p:nvSpPr>
        <p:spPr>
          <a:xfrm>
            <a:off x="5904447" y="9021654"/>
            <a:ext cx="223086" cy="311367"/>
          </a:xfrm>
          <a:custGeom>
            <a:avLst/>
            <a:gdLst/>
            <a:ahLst/>
            <a:cxnLst/>
            <a:rect l="l" t="t" r="r" b="b"/>
            <a:pathLst>
              <a:path w="223086" h="311367">
                <a:moveTo>
                  <a:pt x="114544" y="311367"/>
                </a:moveTo>
                <a:lnTo>
                  <a:pt x="223086" y="47035"/>
                </a:lnTo>
                <a:lnTo>
                  <a:pt x="108542" y="0"/>
                </a:lnTo>
                <a:lnTo>
                  <a:pt x="0" y="2643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ash-15"/>
          <p:cNvSpPr/>
          <p:nvPr/>
        </p:nvSpPr>
        <p:spPr>
          <a:xfrm>
            <a:off x="6280644" y="8417384"/>
            <a:ext cx="291747" cy="287372"/>
          </a:xfrm>
          <a:custGeom>
            <a:avLst/>
            <a:gdLst/>
            <a:ahLst/>
            <a:cxnLst/>
            <a:rect l="l" t="t" r="r" b="b"/>
            <a:pathLst>
              <a:path w="291747" h="287372">
                <a:moveTo>
                  <a:pt x="85868" y="287372"/>
                </a:moveTo>
                <a:lnTo>
                  <a:pt x="291747" y="89214"/>
                </a:lnTo>
                <a:lnTo>
                  <a:pt x="205879" y="0"/>
                </a:lnTo>
                <a:lnTo>
                  <a:pt x="0" y="19815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ash-16"/>
          <p:cNvSpPr/>
          <p:nvPr/>
        </p:nvSpPr>
        <p:spPr>
          <a:xfrm>
            <a:off x="6942303" y="8051653"/>
            <a:ext cx="310501" cy="210161"/>
          </a:xfrm>
          <a:custGeom>
            <a:avLst/>
            <a:gdLst/>
            <a:ahLst/>
            <a:cxnLst/>
            <a:rect l="l" t="t" r="r" b="b"/>
            <a:pathLst>
              <a:path w="310501" h="210161">
                <a:moveTo>
                  <a:pt x="40340" y="210161"/>
                </a:moveTo>
                <a:lnTo>
                  <a:pt x="310501" y="117070"/>
                </a:lnTo>
                <a:lnTo>
                  <a:pt x="270161" y="0"/>
                </a:lnTo>
                <a:lnTo>
                  <a:pt x="0" y="930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ash-17"/>
          <p:cNvSpPr/>
          <p:nvPr/>
        </p:nvSpPr>
        <p:spPr>
          <a:xfrm>
            <a:off x="7672580" y="7978089"/>
            <a:ext cx="288222" cy="129642"/>
          </a:xfrm>
          <a:custGeom>
            <a:avLst/>
            <a:gdLst/>
            <a:ahLst/>
            <a:cxnLst/>
            <a:rect l="l" t="t" r="r" b="b"/>
            <a:pathLst>
              <a:path w="288222" h="129642">
                <a:moveTo>
                  <a:pt x="0" y="123799"/>
                </a:moveTo>
                <a:lnTo>
                  <a:pt x="285690" y="129642"/>
                </a:lnTo>
                <a:lnTo>
                  <a:pt x="288222" y="5843"/>
                </a:lnTo>
                <a:lnTo>
                  <a:pt x="25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ash-18"/>
          <p:cNvSpPr/>
          <p:nvPr/>
        </p:nvSpPr>
        <p:spPr>
          <a:xfrm>
            <a:off x="8423497" y="8095634"/>
            <a:ext cx="311341" cy="222212"/>
          </a:xfrm>
          <a:custGeom>
            <a:avLst/>
            <a:gdLst/>
            <a:ahLst/>
            <a:cxnLst/>
            <a:rect l="l" t="t" r="r" b="b"/>
            <a:pathLst>
              <a:path w="311341" h="222212">
                <a:moveTo>
                  <a:pt x="0" y="114732"/>
                </a:moveTo>
                <a:lnTo>
                  <a:pt x="264766" y="222212"/>
                </a:lnTo>
                <a:lnTo>
                  <a:pt x="311341" y="107480"/>
                </a:lnTo>
                <a:lnTo>
                  <a:pt x="465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ash-19"/>
          <p:cNvSpPr/>
          <p:nvPr/>
        </p:nvSpPr>
        <p:spPr>
          <a:xfrm>
            <a:off x="9039123" y="8477831"/>
            <a:ext cx="282144" cy="296018"/>
          </a:xfrm>
          <a:custGeom>
            <a:avLst/>
            <a:gdLst/>
            <a:ahLst/>
            <a:cxnLst/>
            <a:rect l="l" t="t" r="r" b="b"/>
            <a:pathLst>
              <a:path w="282144" h="296018">
                <a:moveTo>
                  <a:pt x="0" y="82091"/>
                </a:moveTo>
                <a:lnTo>
                  <a:pt x="189442" y="296018"/>
                </a:lnTo>
                <a:lnTo>
                  <a:pt x="282144" y="213927"/>
                </a:lnTo>
                <a:lnTo>
                  <a:pt x="927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ash-20"/>
          <p:cNvSpPr/>
          <p:nvPr/>
        </p:nvSpPr>
        <p:spPr>
          <a:xfrm>
            <a:off x="9470995" y="9153826"/>
            <a:ext cx="205165" cy="309913"/>
          </a:xfrm>
          <a:custGeom>
            <a:avLst/>
            <a:gdLst/>
            <a:ahLst/>
            <a:cxnLst/>
            <a:rect l="l" t="t" r="r" b="b"/>
            <a:pathLst>
              <a:path w="205165" h="309913">
                <a:moveTo>
                  <a:pt x="0" y="37810"/>
                </a:moveTo>
                <a:lnTo>
                  <a:pt x="87254" y="309913"/>
                </a:lnTo>
                <a:lnTo>
                  <a:pt x="205165" y="272103"/>
                </a:lnTo>
                <a:lnTo>
                  <a:pt x="1179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sh-21"/>
          <p:cNvSpPr/>
          <p:nvPr/>
        </p:nvSpPr>
        <p:spPr>
          <a:xfrm>
            <a:off x="9609763" y="9897966"/>
            <a:ext cx="125749" cy="286578"/>
          </a:xfrm>
          <a:custGeom>
            <a:avLst/>
            <a:gdLst/>
            <a:ahLst/>
            <a:cxnLst/>
            <a:rect l="l" t="t" r="r" b="b"/>
            <a:pathLst>
              <a:path w="125749" h="286578">
                <a:moveTo>
                  <a:pt x="1927" y="0"/>
                </a:moveTo>
                <a:lnTo>
                  <a:pt x="0" y="285743"/>
                </a:lnTo>
                <a:lnTo>
                  <a:pt x="123822" y="286578"/>
                </a:lnTo>
                <a:lnTo>
                  <a:pt x="125749" y="8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sh-22"/>
          <p:cNvSpPr/>
          <p:nvPr/>
        </p:nvSpPr>
        <p:spPr>
          <a:xfrm>
            <a:off x="9610698" y="10690192"/>
            <a:ext cx="131499" cy="288991"/>
          </a:xfrm>
          <a:custGeom>
            <a:avLst/>
            <a:gdLst/>
            <a:ahLst/>
            <a:cxnLst/>
            <a:rect l="l" t="t" r="r" b="b"/>
            <a:pathLst>
              <a:path w="131499" h="288991">
                <a:moveTo>
                  <a:pt x="7720" y="0"/>
                </a:moveTo>
                <a:lnTo>
                  <a:pt x="0" y="285646"/>
                </a:lnTo>
                <a:lnTo>
                  <a:pt x="123779" y="288991"/>
                </a:lnTo>
                <a:lnTo>
                  <a:pt x="131499" y="33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ash-23"/>
          <p:cNvSpPr/>
          <p:nvPr/>
        </p:nvSpPr>
        <p:spPr>
          <a:xfrm>
            <a:off x="9606895" y="11432986"/>
            <a:ext cx="127675" cy="287398"/>
          </a:xfrm>
          <a:custGeom>
            <a:avLst/>
            <a:gdLst/>
            <a:ahLst/>
            <a:cxnLst/>
            <a:rect l="l" t="t" r="r" b="b"/>
            <a:pathLst>
              <a:path w="127675" h="287398">
                <a:moveTo>
                  <a:pt x="3861" y="0"/>
                </a:moveTo>
                <a:lnTo>
                  <a:pt x="0" y="285724"/>
                </a:lnTo>
                <a:lnTo>
                  <a:pt x="123814" y="287398"/>
                </a:lnTo>
                <a:lnTo>
                  <a:pt x="127675" y="16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ash-24"/>
          <p:cNvSpPr/>
          <p:nvPr/>
        </p:nvSpPr>
        <p:spPr>
          <a:xfrm>
            <a:off x="9607480" y="12167764"/>
            <a:ext cx="130315" cy="288502"/>
          </a:xfrm>
          <a:custGeom>
            <a:avLst/>
            <a:gdLst/>
            <a:ahLst/>
            <a:cxnLst/>
            <a:rect l="l" t="t" r="r" b="b"/>
            <a:pathLst>
              <a:path w="130315" h="288502">
                <a:moveTo>
                  <a:pt x="0" y="2826"/>
                </a:moveTo>
                <a:lnTo>
                  <a:pt x="6522" y="288502"/>
                </a:lnTo>
                <a:lnTo>
                  <a:pt x="130315" y="285676"/>
                </a:lnTo>
                <a:lnTo>
                  <a:pt x="1237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ash-25"/>
          <p:cNvSpPr/>
          <p:nvPr/>
        </p:nvSpPr>
        <p:spPr>
          <a:xfrm>
            <a:off x="9607581" y="12935482"/>
            <a:ext cx="150116" cy="296116"/>
          </a:xfrm>
          <a:custGeom>
            <a:avLst/>
            <a:gdLst/>
            <a:ahLst/>
            <a:cxnLst/>
            <a:rect l="l" t="t" r="r" b="b"/>
            <a:pathLst>
              <a:path w="150116" h="296116">
                <a:moveTo>
                  <a:pt x="0" y="11630"/>
                </a:moveTo>
                <a:lnTo>
                  <a:pt x="26838" y="296116"/>
                </a:lnTo>
                <a:lnTo>
                  <a:pt x="150116" y="284486"/>
                </a:lnTo>
                <a:lnTo>
                  <a:pt x="12327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ash-26"/>
          <p:cNvSpPr/>
          <p:nvPr/>
        </p:nvSpPr>
        <p:spPr>
          <a:xfrm>
            <a:off x="9767918" y="13648565"/>
            <a:ext cx="245684" cy="310130"/>
          </a:xfrm>
          <a:custGeom>
            <a:avLst/>
            <a:gdLst/>
            <a:ahLst/>
            <a:cxnLst/>
            <a:rect l="l" t="t" r="r" b="b"/>
            <a:pathLst>
              <a:path w="245684" h="310130">
                <a:moveTo>
                  <a:pt x="0" y="59377"/>
                </a:moveTo>
                <a:lnTo>
                  <a:pt x="137024" y="310130"/>
                </a:lnTo>
                <a:lnTo>
                  <a:pt x="245684" y="250753"/>
                </a:lnTo>
                <a:lnTo>
                  <a:pt x="1086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ash-27"/>
          <p:cNvSpPr/>
          <p:nvPr/>
        </p:nvSpPr>
        <p:spPr>
          <a:xfrm>
            <a:off x="10261672" y="14259232"/>
            <a:ext cx="304021" cy="267991"/>
          </a:xfrm>
          <a:custGeom>
            <a:avLst/>
            <a:gdLst/>
            <a:ahLst/>
            <a:cxnLst/>
            <a:rect l="l" t="t" r="r" b="b"/>
            <a:pathLst>
              <a:path w="304021" h="267991">
                <a:moveTo>
                  <a:pt x="0" y="100243"/>
                </a:moveTo>
                <a:lnTo>
                  <a:pt x="231330" y="267991"/>
                </a:lnTo>
                <a:lnTo>
                  <a:pt x="304021" y="167748"/>
                </a:lnTo>
                <a:lnTo>
                  <a:pt x="7269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ash-28"/>
          <p:cNvSpPr/>
          <p:nvPr/>
        </p:nvSpPr>
        <p:spPr>
          <a:xfrm>
            <a:off x="10952507" y="14607826"/>
            <a:ext cx="306333" cy="185165"/>
          </a:xfrm>
          <a:custGeom>
            <a:avLst/>
            <a:gdLst/>
            <a:ahLst/>
            <a:cxnLst/>
            <a:rect l="l" t="t" r="r" b="b"/>
            <a:pathLst>
              <a:path w="306333" h="185165">
                <a:moveTo>
                  <a:pt x="0" y="120626"/>
                </a:moveTo>
                <a:lnTo>
                  <a:pt x="278366" y="185165"/>
                </a:lnTo>
                <a:lnTo>
                  <a:pt x="306333" y="64540"/>
                </a:lnTo>
                <a:lnTo>
                  <a:pt x="279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ash-29"/>
          <p:cNvSpPr/>
          <p:nvPr/>
        </p:nvSpPr>
        <p:spPr>
          <a:xfrm>
            <a:off x="11683313" y="14654171"/>
            <a:ext cx="298237" cy="156293"/>
          </a:xfrm>
          <a:custGeom>
            <a:avLst/>
            <a:gdLst/>
            <a:ahLst/>
            <a:cxnLst/>
            <a:rect l="l" t="t" r="r" b="b"/>
            <a:pathLst>
              <a:path w="298237" h="156293">
                <a:moveTo>
                  <a:pt x="14435" y="156293"/>
                </a:moveTo>
                <a:lnTo>
                  <a:pt x="298237" y="122980"/>
                </a:lnTo>
                <a:lnTo>
                  <a:pt x="283801" y="0"/>
                </a:lnTo>
                <a:lnTo>
                  <a:pt x="0" y="333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ash-30"/>
          <p:cNvSpPr/>
          <p:nvPr/>
        </p:nvSpPr>
        <p:spPr>
          <a:xfrm>
            <a:off x="12430908" y="14364269"/>
            <a:ext cx="308949" cy="252227"/>
          </a:xfrm>
          <a:custGeom>
            <a:avLst/>
            <a:gdLst/>
            <a:ahLst/>
            <a:cxnLst/>
            <a:rect l="l" t="t" r="r" b="b"/>
            <a:pathLst>
              <a:path w="308949" h="252227">
                <a:moveTo>
                  <a:pt x="63141" y="252227"/>
                </a:moveTo>
                <a:lnTo>
                  <a:pt x="308949" y="106516"/>
                </a:lnTo>
                <a:lnTo>
                  <a:pt x="245808" y="0"/>
                </a:lnTo>
                <a:lnTo>
                  <a:pt x="0" y="1457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ash-31"/>
          <p:cNvSpPr/>
          <p:nvPr/>
        </p:nvSpPr>
        <p:spPr>
          <a:xfrm>
            <a:off x="13012191" y="13838006"/>
            <a:ext cx="266523" cy="304628"/>
          </a:xfrm>
          <a:custGeom>
            <a:avLst/>
            <a:gdLst/>
            <a:ahLst/>
            <a:cxnLst/>
            <a:rect l="l" t="t" r="r" b="b"/>
            <a:pathLst>
              <a:path w="266523" h="304628">
                <a:moveTo>
                  <a:pt x="100906" y="304628"/>
                </a:moveTo>
                <a:lnTo>
                  <a:pt x="266523" y="71768"/>
                </a:lnTo>
                <a:lnTo>
                  <a:pt x="165617" y="0"/>
                </a:lnTo>
                <a:lnTo>
                  <a:pt x="0" y="2328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ash-32"/>
          <p:cNvSpPr/>
          <p:nvPr/>
        </p:nvSpPr>
        <p:spPr>
          <a:xfrm>
            <a:off x="13347800" y="13137005"/>
            <a:ext cx="170615" cy="302645"/>
          </a:xfrm>
          <a:custGeom>
            <a:avLst/>
            <a:gdLst/>
            <a:ahLst/>
            <a:cxnLst/>
            <a:rect l="l" t="t" r="r" b="b"/>
            <a:pathLst>
              <a:path w="170615" h="302645">
                <a:moveTo>
                  <a:pt x="122022" y="302645"/>
                </a:moveTo>
                <a:lnTo>
                  <a:pt x="170615" y="21057"/>
                </a:lnTo>
                <a:lnTo>
                  <a:pt x="48593" y="0"/>
                </a:lnTo>
                <a:lnTo>
                  <a:pt x="0" y="2815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ash-33"/>
          <p:cNvSpPr/>
          <p:nvPr/>
        </p:nvSpPr>
        <p:spPr>
          <a:xfrm>
            <a:off x="13406150" y="12385928"/>
            <a:ext cx="130115" cy="288419"/>
          </a:xfrm>
          <a:custGeom>
            <a:avLst/>
            <a:gdLst/>
            <a:ahLst/>
            <a:cxnLst/>
            <a:rect l="l" t="t" r="r" b="b"/>
            <a:pathLst>
              <a:path w="130115" h="288419">
                <a:moveTo>
                  <a:pt x="130115" y="285680"/>
                </a:moveTo>
                <a:lnTo>
                  <a:pt x="123795" y="0"/>
                </a:lnTo>
                <a:lnTo>
                  <a:pt x="0" y="2739"/>
                </a:lnTo>
                <a:lnTo>
                  <a:pt x="6320" y="2884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ash-34"/>
          <p:cNvSpPr/>
          <p:nvPr/>
        </p:nvSpPr>
        <p:spPr>
          <a:xfrm>
            <a:off x="13402318" y="11633293"/>
            <a:ext cx="126349" cy="286834"/>
          </a:xfrm>
          <a:custGeom>
            <a:avLst/>
            <a:gdLst/>
            <a:ahLst/>
            <a:cxnLst/>
            <a:rect l="l" t="t" r="r" b="b"/>
            <a:pathLst>
              <a:path w="126349" h="286834">
                <a:moveTo>
                  <a:pt x="126349" y="285739"/>
                </a:moveTo>
                <a:lnTo>
                  <a:pt x="123820" y="0"/>
                </a:lnTo>
                <a:lnTo>
                  <a:pt x="0" y="1095"/>
                </a:lnTo>
                <a:lnTo>
                  <a:pt x="2529" y="2868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ash-35"/>
          <p:cNvSpPr/>
          <p:nvPr/>
        </p:nvSpPr>
        <p:spPr>
          <a:xfrm>
            <a:off x="13401080" y="10879693"/>
            <a:ext cx="136445" cy="290989"/>
          </a:xfrm>
          <a:custGeom>
            <a:avLst/>
            <a:gdLst/>
            <a:ahLst/>
            <a:cxnLst/>
            <a:rect l="l" t="t" r="r" b="b"/>
            <a:pathLst>
              <a:path w="136445" h="290989">
                <a:moveTo>
                  <a:pt x="136445" y="285466"/>
                </a:moveTo>
                <a:lnTo>
                  <a:pt x="123701" y="0"/>
                </a:lnTo>
                <a:lnTo>
                  <a:pt x="0" y="5523"/>
                </a:lnTo>
                <a:lnTo>
                  <a:pt x="12744" y="29098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ash-36"/>
          <p:cNvSpPr/>
          <p:nvPr/>
        </p:nvSpPr>
        <p:spPr>
          <a:xfrm>
            <a:off x="13397225" y="10136229"/>
            <a:ext cx="125105" cy="286302"/>
          </a:xfrm>
          <a:custGeom>
            <a:avLst/>
            <a:gdLst/>
            <a:ahLst/>
            <a:cxnLst/>
            <a:rect l="l" t="t" r="r" b="b"/>
            <a:pathLst>
              <a:path w="125105" h="286302">
                <a:moveTo>
                  <a:pt x="123824" y="286302"/>
                </a:moveTo>
                <a:lnTo>
                  <a:pt x="125105" y="555"/>
                </a:lnTo>
                <a:lnTo>
                  <a:pt x="1281" y="0"/>
                </a:lnTo>
                <a:lnTo>
                  <a:pt x="0" y="2857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ash-37"/>
          <p:cNvSpPr/>
          <p:nvPr/>
        </p:nvSpPr>
        <p:spPr>
          <a:xfrm>
            <a:off x="13394997" y="9340506"/>
            <a:ext cx="131466" cy="288978"/>
          </a:xfrm>
          <a:custGeom>
            <a:avLst/>
            <a:gdLst/>
            <a:ahLst/>
            <a:cxnLst/>
            <a:rect l="l" t="t" r="r" b="b"/>
            <a:pathLst>
              <a:path w="131466" h="288978">
                <a:moveTo>
                  <a:pt x="131466" y="285647"/>
                </a:moveTo>
                <a:lnTo>
                  <a:pt x="123780" y="0"/>
                </a:lnTo>
                <a:lnTo>
                  <a:pt x="0" y="3331"/>
                </a:lnTo>
                <a:lnTo>
                  <a:pt x="7686" y="2889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ash-38"/>
          <p:cNvSpPr/>
          <p:nvPr/>
        </p:nvSpPr>
        <p:spPr>
          <a:xfrm>
            <a:off x="13396117" y="8599984"/>
            <a:ext cx="124464" cy="286027"/>
          </a:xfrm>
          <a:custGeom>
            <a:avLst/>
            <a:gdLst/>
            <a:ahLst/>
            <a:cxnLst/>
            <a:rect l="l" t="t" r="r" b="b"/>
            <a:pathLst>
              <a:path w="124464" h="286027">
                <a:moveTo>
                  <a:pt x="123824" y="286027"/>
                </a:moveTo>
                <a:lnTo>
                  <a:pt x="124464" y="277"/>
                </a:lnTo>
                <a:lnTo>
                  <a:pt x="639" y="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ash-39"/>
          <p:cNvSpPr/>
          <p:nvPr/>
        </p:nvSpPr>
        <p:spPr>
          <a:xfrm>
            <a:off x="13399023" y="7796014"/>
            <a:ext cx="172944" cy="303292"/>
          </a:xfrm>
          <a:custGeom>
            <a:avLst/>
            <a:gdLst/>
            <a:ahLst/>
            <a:cxnLst/>
            <a:rect l="l" t="t" r="r" b="b"/>
            <a:pathLst>
              <a:path w="172944" h="303292">
                <a:moveTo>
                  <a:pt x="121828" y="303292"/>
                </a:moveTo>
                <a:lnTo>
                  <a:pt x="172944" y="22151"/>
                </a:lnTo>
                <a:lnTo>
                  <a:pt x="51116" y="0"/>
                </a:lnTo>
                <a:lnTo>
                  <a:pt x="0" y="2811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ash-40"/>
          <p:cNvSpPr/>
          <p:nvPr/>
        </p:nvSpPr>
        <p:spPr>
          <a:xfrm>
            <a:off x="13623343" y="7107572"/>
            <a:ext cx="253894" cy="308576"/>
          </a:xfrm>
          <a:custGeom>
            <a:avLst/>
            <a:gdLst/>
            <a:ahLst/>
            <a:cxnLst/>
            <a:rect l="l" t="t" r="r" b="b"/>
            <a:pathLst>
              <a:path w="253894" h="308576">
                <a:moveTo>
                  <a:pt x="105932" y="308576"/>
                </a:moveTo>
                <a:lnTo>
                  <a:pt x="253894" y="64117"/>
                </a:lnTo>
                <a:lnTo>
                  <a:pt x="147962" y="0"/>
                </a:lnTo>
                <a:lnTo>
                  <a:pt x="0" y="2444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ash-41"/>
          <p:cNvSpPr/>
          <p:nvPr/>
        </p:nvSpPr>
        <p:spPr>
          <a:xfrm>
            <a:off x="14138407" y="6593136"/>
            <a:ext cx="307711" cy="257313"/>
          </a:xfrm>
          <a:custGeom>
            <a:avLst/>
            <a:gdLst/>
            <a:ahLst/>
            <a:cxnLst/>
            <a:rect l="l" t="t" r="r" b="b"/>
            <a:pathLst>
              <a:path w="307711" h="257313">
                <a:moveTo>
                  <a:pt x="66141" y="257313"/>
                </a:moveTo>
                <a:lnTo>
                  <a:pt x="307711" y="104680"/>
                </a:lnTo>
                <a:lnTo>
                  <a:pt x="241570" y="0"/>
                </a:lnTo>
                <a:lnTo>
                  <a:pt x="0" y="1526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ash-42"/>
          <p:cNvSpPr/>
          <p:nvPr/>
        </p:nvSpPr>
        <p:spPr>
          <a:xfrm>
            <a:off x="14827055" y="6376974"/>
            <a:ext cx="303920" cy="175287"/>
          </a:xfrm>
          <a:custGeom>
            <a:avLst/>
            <a:gdLst/>
            <a:ahLst/>
            <a:cxnLst/>
            <a:rect l="l" t="t" r="r" b="b"/>
            <a:pathLst>
              <a:path w="303920" h="175287">
                <a:moveTo>
                  <a:pt x="23255" y="175287"/>
                </a:moveTo>
                <a:lnTo>
                  <a:pt x="303920" y="121621"/>
                </a:lnTo>
                <a:lnTo>
                  <a:pt x="280665" y="0"/>
                </a:lnTo>
                <a:lnTo>
                  <a:pt x="0" y="536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ash-43"/>
          <p:cNvSpPr/>
          <p:nvPr/>
        </p:nvSpPr>
        <p:spPr>
          <a:xfrm>
            <a:off x="15583019" y="6377385"/>
            <a:ext cx="302657" cy="170655"/>
          </a:xfrm>
          <a:custGeom>
            <a:avLst/>
            <a:gdLst/>
            <a:ahLst/>
            <a:cxnLst/>
            <a:rect l="l" t="t" r="r" b="b"/>
            <a:pathLst>
              <a:path w="302657" h="170655">
                <a:moveTo>
                  <a:pt x="0" y="122018"/>
                </a:moveTo>
                <a:lnTo>
                  <a:pt x="281581" y="170655"/>
                </a:lnTo>
                <a:lnTo>
                  <a:pt x="302657" y="48637"/>
                </a:lnTo>
                <a:lnTo>
                  <a:pt x="2107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ash-44"/>
          <p:cNvSpPr/>
          <p:nvPr/>
        </p:nvSpPr>
        <p:spPr>
          <a:xfrm>
            <a:off x="16292985" y="6606388"/>
            <a:ext cx="307665" cy="257479"/>
          </a:xfrm>
          <a:custGeom>
            <a:avLst/>
            <a:gdLst/>
            <a:ahLst/>
            <a:cxnLst/>
            <a:rect l="l" t="t" r="r" b="b"/>
            <a:pathLst>
              <a:path w="307665" h="257479">
                <a:moveTo>
                  <a:pt x="0" y="104617"/>
                </a:moveTo>
                <a:lnTo>
                  <a:pt x="241425" y="257479"/>
                </a:lnTo>
                <a:lnTo>
                  <a:pt x="307665" y="152862"/>
                </a:lnTo>
                <a:lnTo>
                  <a:pt x="662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ash-45"/>
          <p:cNvSpPr/>
          <p:nvPr/>
        </p:nvSpPr>
        <p:spPr>
          <a:xfrm>
            <a:off x="16847103" y="7100302"/>
            <a:ext cx="256704" cy="307876"/>
          </a:xfrm>
          <a:custGeom>
            <a:avLst/>
            <a:gdLst/>
            <a:ahLst/>
            <a:cxnLst/>
            <a:rect l="l" t="t" r="r" b="b"/>
            <a:pathLst>
              <a:path w="256704" h="307876">
                <a:moveTo>
                  <a:pt x="0" y="65778"/>
                </a:moveTo>
                <a:lnTo>
                  <a:pt x="151795" y="307876"/>
                </a:lnTo>
                <a:lnTo>
                  <a:pt x="256704" y="242098"/>
                </a:lnTo>
                <a:lnTo>
                  <a:pt x="1049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ash-46"/>
          <p:cNvSpPr/>
          <p:nvPr/>
        </p:nvSpPr>
        <p:spPr>
          <a:xfrm>
            <a:off x="17157657" y="7840661"/>
            <a:ext cx="167091" cy="301628"/>
          </a:xfrm>
          <a:custGeom>
            <a:avLst/>
            <a:gdLst/>
            <a:ahLst/>
            <a:cxnLst/>
            <a:rect l="l" t="t" r="r" b="b"/>
            <a:pathLst>
              <a:path w="167091" h="301628">
                <a:moveTo>
                  <a:pt x="0" y="19411"/>
                </a:moveTo>
                <a:lnTo>
                  <a:pt x="44797" y="301628"/>
                </a:lnTo>
                <a:lnTo>
                  <a:pt x="167091" y="282217"/>
                </a:lnTo>
                <a:lnTo>
                  <a:pt x="1222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ash-47"/>
          <p:cNvSpPr/>
          <p:nvPr/>
        </p:nvSpPr>
        <p:spPr>
          <a:xfrm>
            <a:off x="17204199" y="8589569"/>
            <a:ext cx="126394" cy="286854"/>
          </a:xfrm>
          <a:custGeom>
            <a:avLst/>
            <a:gdLst/>
            <a:ahLst/>
            <a:cxnLst/>
            <a:rect l="l" t="t" r="r" b="b"/>
            <a:pathLst>
              <a:path w="126394" h="286854">
                <a:moveTo>
                  <a:pt x="0" y="1116"/>
                </a:moveTo>
                <a:lnTo>
                  <a:pt x="2574" y="286854"/>
                </a:lnTo>
                <a:lnTo>
                  <a:pt x="126394" y="285739"/>
                </a:lnTo>
                <a:lnTo>
                  <a:pt x="12382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ash-48"/>
          <p:cNvSpPr/>
          <p:nvPr/>
        </p:nvSpPr>
        <p:spPr>
          <a:xfrm>
            <a:off x="17208179" y="9332319"/>
            <a:ext cx="125102" cy="286302"/>
          </a:xfrm>
          <a:custGeom>
            <a:avLst/>
            <a:gdLst/>
            <a:ahLst/>
            <a:cxnLst/>
            <a:rect l="l" t="t" r="r" b="b"/>
            <a:pathLst>
              <a:path w="125102" h="286302">
                <a:moveTo>
                  <a:pt x="0" y="554"/>
                </a:moveTo>
                <a:lnTo>
                  <a:pt x="1278" y="286302"/>
                </a:lnTo>
                <a:lnTo>
                  <a:pt x="125102" y="285748"/>
                </a:lnTo>
                <a:lnTo>
                  <a:pt x="1238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ash-49"/>
          <p:cNvSpPr/>
          <p:nvPr/>
        </p:nvSpPr>
        <p:spPr>
          <a:xfrm>
            <a:off x="17207803" y="10121535"/>
            <a:ext cx="131569" cy="289020"/>
          </a:xfrm>
          <a:custGeom>
            <a:avLst/>
            <a:gdLst/>
            <a:ahLst/>
            <a:cxnLst/>
            <a:rect l="l" t="t" r="r" b="b"/>
            <a:pathLst>
              <a:path w="131569" h="289020">
                <a:moveTo>
                  <a:pt x="0" y="3376"/>
                </a:moveTo>
                <a:lnTo>
                  <a:pt x="7790" y="289020"/>
                </a:lnTo>
                <a:lnTo>
                  <a:pt x="131569" y="285644"/>
                </a:lnTo>
                <a:lnTo>
                  <a:pt x="1237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ash-50"/>
          <p:cNvSpPr/>
          <p:nvPr/>
        </p:nvSpPr>
        <p:spPr>
          <a:xfrm>
            <a:off x="17209905" y="10903664"/>
            <a:ext cx="126412" cy="286862"/>
          </a:xfrm>
          <a:custGeom>
            <a:avLst/>
            <a:gdLst/>
            <a:ahLst/>
            <a:cxnLst/>
            <a:rect l="l" t="t" r="r" b="b"/>
            <a:pathLst>
              <a:path w="126412" h="286862">
                <a:moveTo>
                  <a:pt x="0" y="1123"/>
                </a:moveTo>
                <a:lnTo>
                  <a:pt x="2592" y="286862"/>
                </a:lnTo>
                <a:lnTo>
                  <a:pt x="126412" y="285739"/>
                </a:lnTo>
                <a:lnTo>
                  <a:pt x="12382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ash-51"/>
          <p:cNvSpPr/>
          <p:nvPr/>
        </p:nvSpPr>
        <p:spPr>
          <a:xfrm>
            <a:off x="17302060" y="11617248"/>
            <a:ext cx="221185" cy="311304"/>
          </a:xfrm>
          <a:custGeom>
            <a:avLst/>
            <a:gdLst/>
            <a:ahLst/>
            <a:cxnLst/>
            <a:rect l="l" t="t" r="r" b="b"/>
            <a:pathLst>
              <a:path w="221185" h="311304">
                <a:moveTo>
                  <a:pt x="0" y="46036"/>
                </a:moveTo>
                <a:lnTo>
                  <a:pt x="106236" y="311304"/>
                </a:lnTo>
                <a:lnTo>
                  <a:pt x="221185" y="265268"/>
                </a:lnTo>
                <a:lnTo>
                  <a:pt x="1149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ash-52"/>
          <p:cNvSpPr/>
          <p:nvPr/>
        </p:nvSpPr>
        <p:spPr>
          <a:xfrm>
            <a:off x="17685157" y="12243775"/>
            <a:ext cx="290334" cy="288880"/>
          </a:xfrm>
          <a:custGeom>
            <a:avLst/>
            <a:gdLst/>
            <a:ahLst/>
            <a:cxnLst/>
            <a:rect l="l" t="t" r="r" b="b"/>
            <a:pathLst>
              <a:path w="290334" h="288880">
                <a:moveTo>
                  <a:pt x="0" y="88111"/>
                </a:moveTo>
                <a:lnTo>
                  <a:pt x="203334" y="288880"/>
                </a:lnTo>
                <a:lnTo>
                  <a:pt x="290334" y="200769"/>
                </a:lnTo>
                <a:lnTo>
                  <a:pt x="869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ash-53"/>
          <p:cNvSpPr/>
          <p:nvPr/>
        </p:nvSpPr>
        <p:spPr>
          <a:xfrm>
            <a:off x="18316619" y="12670194"/>
            <a:ext cx="310427" cy="209472"/>
          </a:xfrm>
          <a:custGeom>
            <a:avLst/>
            <a:gdLst/>
            <a:ahLst/>
            <a:cxnLst/>
            <a:rect l="l" t="t" r="r" b="b"/>
            <a:pathLst>
              <a:path w="310427" h="209472">
                <a:moveTo>
                  <a:pt x="0" y="117190"/>
                </a:moveTo>
                <a:lnTo>
                  <a:pt x="270438" y="209472"/>
                </a:lnTo>
                <a:lnTo>
                  <a:pt x="310427" y="92282"/>
                </a:lnTo>
                <a:lnTo>
                  <a:pt x="399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ash-54"/>
          <p:cNvSpPr/>
          <p:nvPr/>
        </p:nvSpPr>
        <p:spPr>
          <a:xfrm>
            <a:off x="19070648" y="12821294"/>
            <a:ext cx="289221" cy="132062"/>
          </a:xfrm>
          <a:custGeom>
            <a:avLst/>
            <a:gdLst/>
            <a:ahLst/>
            <a:cxnLst/>
            <a:rect l="l" t="t" r="r" b="b"/>
            <a:pathLst>
              <a:path w="289221" h="132062">
                <a:moveTo>
                  <a:pt x="3592" y="132062"/>
                </a:moveTo>
                <a:lnTo>
                  <a:pt x="289221" y="123773"/>
                </a:lnTo>
                <a:lnTo>
                  <a:pt x="285630" y="0"/>
                </a:lnTo>
                <a:lnTo>
                  <a:pt x="0" y="828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ash-55"/>
          <p:cNvSpPr/>
          <p:nvPr/>
        </p:nvSpPr>
        <p:spPr>
          <a:xfrm>
            <a:off x="19798275" y="12636330"/>
            <a:ext cx="311295" cy="221003"/>
          </a:xfrm>
          <a:custGeom>
            <a:avLst/>
            <a:gdLst/>
            <a:ahLst/>
            <a:cxnLst/>
            <a:rect l="l" t="t" r="r" b="b"/>
            <a:pathLst>
              <a:path w="311295" h="221003">
                <a:moveTo>
                  <a:pt x="45940" y="221003"/>
                </a:moveTo>
                <a:lnTo>
                  <a:pt x="311295" y="114987"/>
                </a:lnTo>
                <a:lnTo>
                  <a:pt x="265355" y="0"/>
                </a:lnTo>
                <a:lnTo>
                  <a:pt x="0" y="1060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ash-56"/>
          <p:cNvSpPr/>
          <p:nvPr/>
        </p:nvSpPr>
        <p:spPr>
          <a:xfrm>
            <a:off x="20441752" y="12180845"/>
            <a:ext cx="289261" cy="289963"/>
          </a:xfrm>
          <a:custGeom>
            <a:avLst/>
            <a:gdLst/>
            <a:ahLst/>
            <a:cxnLst/>
            <a:rect l="l" t="t" r="r" b="b"/>
            <a:pathLst>
              <a:path w="289261" h="289963">
                <a:moveTo>
                  <a:pt x="87826" y="289963"/>
                </a:moveTo>
                <a:lnTo>
                  <a:pt x="289261" y="87288"/>
                </a:lnTo>
                <a:lnTo>
                  <a:pt x="201435" y="0"/>
                </a:lnTo>
                <a:lnTo>
                  <a:pt x="0" y="2026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ash-57"/>
          <p:cNvSpPr/>
          <p:nvPr/>
        </p:nvSpPr>
        <p:spPr>
          <a:xfrm>
            <a:off x="20874036" y="11507478"/>
            <a:ext cx="204791" cy="309864"/>
          </a:xfrm>
          <a:custGeom>
            <a:avLst/>
            <a:gdLst/>
            <a:ahLst/>
            <a:cxnLst/>
            <a:rect l="l" t="t" r="r" b="b"/>
            <a:pathLst>
              <a:path w="204791" h="309864">
                <a:moveTo>
                  <a:pt x="117971" y="309864"/>
                </a:moveTo>
                <a:lnTo>
                  <a:pt x="204791" y="37622"/>
                </a:lnTo>
                <a:lnTo>
                  <a:pt x="86819" y="0"/>
                </a:lnTo>
                <a:lnTo>
                  <a:pt x="0" y="2722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ash-58"/>
          <p:cNvSpPr/>
          <p:nvPr/>
        </p:nvSpPr>
        <p:spPr>
          <a:xfrm>
            <a:off x="21015806" y="10766312"/>
            <a:ext cx="125085" cy="286294"/>
          </a:xfrm>
          <a:custGeom>
            <a:avLst/>
            <a:gdLst/>
            <a:ahLst/>
            <a:cxnLst/>
            <a:rect l="l" t="t" r="r" b="b"/>
            <a:pathLst>
              <a:path w="125085" h="286294">
                <a:moveTo>
                  <a:pt x="125085" y="285747"/>
                </a:moveTo>
                <a:lnTo>
                  <a:pt x="123824" y="0"/>
                </a:lnTo>
                <a:lnTo>
                  <a:pt x="0" y="546"/>
                </a:lnTo>
                <a:lnTo>
                  <a:pt x="1262" y="2862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ash-59"/>
          <p:cNvSpPr/>
          <p:nvPr/>
        </p:nvSpPr>
        <p:spPr>
          <a:xfrm>
            <a:off x="21014026" y="10023283"/>
            <a:ext cx="127693" cy="287404"/>
          </a:xfrm>
          <a:custGeom>
            <a:avLst/>
            <a:gdLst/>
            <a:ahLst/>
            <a:cxnLst/>
            <a:rect l="l" t="t" r="r" b="b"/>
            <a:pathLst>
              <a:path w="127693" h="287404">
                <a:moveTo>
                  <a:pt x="127693" y="285723"/>
                </a:moveTo>
                <a:lnTo>
                  <a:pt x="123814" y="0"/>
                </a:lnTo>
                <a:lnTo>
                  <a:pt x="0" y="1681"/>
                </a:lnTo>
                <a:lnTo>
                  <a:pt x="3879" y="2874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ash-60"/>
          <p:cNvSpPr/>
          <p:nvPr/>
        </p:nvSpPr>
        <p:spPr>
          <a:xfrm>
            <a:off x="21007368" y="9231759"/>
            <a:ext cx="127674" cy="287397"/>
          </a:xfrm>
          <a:custGeom>
            <a:avLst/>
            <a:gdLst/>
            <a:ahLst/>
            <a:cxnLst/>
            <a:rect l="l" t="t" r="r" b="b"/>
            <a:pathLst>
              <a:path w="127674" h="287397">
                <a:moveTo>
                  <a:pt x="123813" y="287397"/>
                </a:moveTo>
                <a:lnTo>
                  <a:pt x="127674" y="1673"/>
                </a:lnTo>
                <a:lnTo>
                  <a:pt x="3861" y="0"/>
                </a:lnTo>
                <a:lnTo>
                  <a:pt x="0" y="2857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ash-61"/>
          <p:cNvSpPr/>
          <p:nvPr/>
        </p:nvSpPr>
        <p:spPr>
          <a:xfrm>
            <a:off x="20998819" y="8486300"/>
            <a:ext cx="135247" cy="290510"/>
          </a:xfrm>
          <a:custGeom>
            <a:avLst/>
            <a:gdLst/>
            <a:ahLst/>
            <a:cxnLst/>
            <a:rect l="l" t="t" r="r" b="b"/>
            <a:pathLst>
              <a:path w="135247" h="290510">
                <a:moveTo>
                  <a:pt x="135247" y="285517"/>
                </a:moveTo>
                <a:lnTo>
                  <a:pt x="123724" y="0"/>
                </a:lnTo>
                <a:lnTo>
                  <a:pt x="0" y="4993"/>
                </a:lnTo>
                <a:lnTo>
                  <a:pt x="11523" y="2905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ash-62"/>
          <p:cNvSpPr/>
          <p:nvPr/>
        </p:nvSpPr>
        <p:spPr>
          <a:xfrm>
            <a:off x="21005635" y="7690889"/>
            <a:ext cx="126377" cy="286847"/>
          </a:xfrm>
          <a:custGeom>
            <a:avLst/>
            <a:gdLst/>
            <a:ahLst/>
            <a:cxnLst/>
            <a:rect l="l" t="t" r="r" b="b"/>
            <a:pathLst>
              <a:path w="126377" h="286847">
                <a:moveTo>
                  <a:pt x="123820" y="286847"/>
                </a:moveTo>
                <a:lnTo>
                  <a:pt x="126377" y="1108"/>
                </a:lnTo>
                <a:lnTo>
                  <a:pt x="2557" y="0"/>
                </a:lnTo>
                <a:lnTo>
                  <a:pt x="0" y="2857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ash-63"/>
          <p:cNvSpPr/>
          <p:nvPr/>
        </p:nvSpPr>
        <p:spPr>
          <a:xfrm>
            <a:off x="21004837" y="6946374"/>
            <a:ext cx="127021" cy="287120"/>
          </a:xfrm>
          <a:custGeom>
            <a:avLst/>
            <a:gdLst/>
            <a:ahLst/>
            <a:cxnLst/>
            <a:rect l="l" t="t" r="r" b="b"/>
            <a:pathLst>
              <a:path w="127021" h="287120">
                <a:moveTo>
                  <a:pt x="123817" y="287120"/>
                </a:moveTo>
                <a:lnTo>
                  <a:pt x="127021" y="1388"/>
                </a:lnTo>
                <a:lnTo>
                  <a:pt x="3204" y="0"/>
                </a:lnTo>
                <a:lnTo>
                  <a:pt x="0" y="2857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ash-64"/>
          <p:cNvSpPr/>
          <p:nvPr/>
        </p:nvSpPr>
        <p:spPr>
          <a:xfrm>
            <a:off x="21009553" y="6191331"/>
            <a:ext cx="170929" cy="302733"/>
          </a:xfrm>
          <a:custGeom>
            <a:avLst/>
            <a:gdLst/>
            <a:ahLst/>
            <a:cxnLst/>
            <a:rect l="l" t="t" r="r" b="b"/>
            <a:pathLst>
              <a:path w="170929" h="302733">
                <a:moveTo>
                  <a:pt x="121995" y="302733"/>
                </a:moveTo>
                <a:lnTo>
                  <a:pt x="170929" y="21204"/>
                </a:lnTo>
                <a:lnTo>
                  <a:pt x="48934" y="0"/>
                </a:lnTo>
                <a:lnTo>
                  <a:pt x="0" y="2815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ash-65"/>
          <p:cNvSpPr/>
          <p:nvPr/>
        </p:nvSpPr>
        <p:spPr>
          <a:xfrm>
            <a:off x="21220787" y="5487381"/>
            <a:ext cx="260906" cy="306648"/>
          </a:xfrm>
          <a:custGeom>
            <a:avLst/>
            <a:gdLst/>
            <a:ahLst/>
            <a:cxnLst/>
            <a:rect l="l" t="t" r="r" b="b"/>
            <a:pathLst>
              <a:path w="260906" h="306648">
                <a:moveTo>
                  <a:pt x="103282" y="306648"/>
                </a:moveTo>
                <a:lnTo>
                  <a:pt x="260906" y="68304"/>
                </a:lnTo>
                <a:lnTo>
                  <a:pt x="157624" y="0"/>
                </a:lnTo>
                <a:lnTo>
                  <a:pt x="0" y="2383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ash-66"/>
          <p:cNvSpPr/>
          <p:nvPr/>
        </p:nvSpPr>
        <p:spPr>
          <a:xfrm>
            <a:off x="21724924" y="4981783"/>
            <a:ext cx="307049" cy="259616"/>
          </a:xfrm>
          <a:custGeom>
            <a:avLst/>
            <a:gdLst/>
            <a:ahLst/>
            <a:cxnLst/>
            <a:rect l="l" t="t" r="r" b="b"/>
            <a:pathLst>
              <a:path w="307049" h="259616">
                <a:moveTo>
                  <a:pt x="67523" y="259616"/>
                </a:moveTo>
                <a:lnTo>
                  <a:pt x="307049" y="103795"/>
                </a:lnTo>
                <a:lnTo>
                  <a:pt x="239527" y="0"/>
                </a:lnTo>
                <a:lnTo>
                  <a:pt x="0" y="1558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ash-67"/>
          <p:cNvSpPr/>
          <p:nvPr/>
        </p:nvSpPr>
        <p:spPr>
          <a:xfrm>
            <a:off x="22466180" y="4739908"/>
            <a:ext cx="303770" cy="174724"/>
          </a:xfrm>
          <a:custGeom>
            <a:avLst/>
            <a:gdLst/>
            <a:ahLst/>
            <a:cxnLst/>
            <a:rect l="l" t="t" r="r" b="b"/>
            <a:pathLst>
              <a:path w="303770" h="174724">
                <a:moveTo>
                  <a:pt x="22988" y="174724"/>
                </a:moveTo>
                <a:lnTo>
                  <a:pt x="303770" y="121673"/>
                </a:lnTo>
                <a:lnTo>
                  <a:pt x="280782" y="0"/>
                </a:lnTo>
                <a:lnTo>
                  <a:pt x="0" y="530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ash-68"/>
          <p:cNvSpPr/>
          <p:nvPr/>
        </p:nvSpPr>
        <p:spPr>
          <a:xfrm>
            <a:off x="23203263" y="4747909"/>
            <a:ext cx="304074" cy="175867"/>
          </a:xfrm>
          <a:custGeom>
            <a:avLst/>
            <a:gdLst/>
            <a:ahLst/>
            <a:cxnLst/>
            <a:rect l="l" t="t" r="r" b="b"/>
            <a:pathLst>
              <a:path w="304074" h="175867">
                <a:moveTo>
                  <a:pt x="0" y="121569"/>
                </a:moveTo>
                <a:lnTo>
                  <a:pt x="280544" y="175867"/>
                </a:lnTo>
                <a:lnTo>
                  <a:pt x="304074" y="54298"/>
                </a:lnTo>
                <a:lnTo>
                  <a:pt x="2353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ash-69"/>
          <p:cNvSpPr/>
          <p:nvPr/>
        </p:nvSpPr>
        <p:spPr>
          <a:xfrm>
            <a:off x="23928362" y="4996114"/>
            <a:ext cx="305486" cy="264292"/>
          </a:xfrm>
          <a:custGeom>
            <a:avLst/>
            <a:gdLst/>
            <a:ahLst/>
            <a:cxnLst/>
            <a:rect l="l" t="t" r="r" b="b"/>
            <a:pathLst>
              <a:path w="305486" h="264292">
                <a:moveTo>
                  <a:pt x="0" y="101879"/>
                </a:moveTo>
                <a:lnTo>
                  <a:pt x="235107" y="264292"/>
                </a:lnTo>
                <a:lnTo>
                  <a:pt x="305486" y="162413"/>
                </a:lnTo>
                <a:lnTo>
                  <a:pt x="703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ash-70"/>
          <p:cNvSpPr/>
          <p:nvPr/>
        </p:nvSpPr>
        <p:spPr>
          <a:xfrm>
            <a:off x="24457198" y="5501522"/>
            <a:ext cx="252702" cy="308846"/>
          </a:xfrm>
          <a:custGeom>
            <a:avLst/>
            <a:gdLst/>
            <a:ahLst/>
            <a:cxnLst/>
            <a:rect l="l" t="t" r="r" b="b"/>
            <a:pathLst>
              <a:path w="252702" h="308846">
                <a:moveTo>
                  <a:pt x="0" y="63418"/>
                </a:moveTo>
                <a:lnTo>
                  <a:pt x="146350" y="308846"/>
                </a:lnTo>
                <a:lnTo>
                  <a:pt x="252702" y="245428"/>
                </a:lnTo>
                <a:lnTo>
                  <a:pt x="10635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ash-71"/>
          <p:cNvSpPr/>
          <p:nvPr/>
        </p:nvSpPr>
        <p:spPr>
          <a:xfrm>
            <a:off x="24750693" y="6245767"/>
            <a:ext cx="184824" cy="306256"/>
          </a:xfrm>
          <a:custGeom>
            <a:avLst/>
            <a:gdLst/>
            <a:ahLst/>
            <a:cxnLst/>
            <a:rect l="l" t="t" r="r" b="b"/>
            <a:pathLst>
              <a:path w="184824" h="306256">
                <a:moveTo>
                  <a:pt x="0" y="27802"/>
                </a:moveTo>
                <a:lnTo>
                  <a:pt x="64160" y="306256"/>
                </a:lnTo>
                <a:lnTo>
                  <a:pt x="184824" y="278454"/>
                </a:lnTo>
                <a:lnTo>
                  <a:pt x="12066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ash-72"/>
          <p:cNvSpPr/>
          <p:nvPr/>
        </p:nvSpPr>
        <p:spPr>
          <a:xfrm>
            <a:off x="24866047" y="6983926"/>
            <a:ext cx="163666" cy="300598"/>
          </a:xfrm>
          <a:custGeom>
            <a:avLst/>
            <a:gdLst/>
            <a:ahLst/>
            <a:cxnLst/>
            <a:rect l="l" t="t" r="r" b="b"/>
            <a:pathLst>
              <a:path w="163666" h="300598">
                <a:moveTo>
                  <a:pt x="0" y="17824"/>
                </a:moveTo>
                <a:lnTo>
                  <a:pt x="41131" y="300598"/>
                </a:lnTo>
                <a:lnTo>
                  <a:pt x="163666" y="282774"/>
                </a:lnTo>
                <a:lnTo>
                  <a:pt x="1225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ash-73"/>
          <p:cNvSpPr/>
          <p:nvPr/>
        </p:nvSpPr>
        <p:spPr>
          <a:xfrm>
            <a:off x="25099971" y="7704613"/>
            <a:ext cx="259698" cy="307024"/>
          </a:xfrm>
          <a:custGeom>
            <a:avLst/>
            <a:gdLst/>
            <a:ahLst/>
            <a:cxnLst/>
            <a:rect l="l" t="t" r="r" b="b"/>
            <a:pathLst>
              <a:path w="259698" h="307024">
                <a:moveTo>
                  <a:pt x="0" y="67573"/>
                </a:moveTo>
                <a:lnTo>
                  <a:pt x="155936" y="307024"/>
                </a:lnTo>
                <a:lnTo>
                  <a:pt x="259698" y="239451"/>
                </a:lnTo>
                <a:lnTo>
                  <a:pt x="1037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ash-74"/>
          <p:cNvSpPr/>
          <p:nvPr/>
        </p:nvSpPr>
        <p:spPr>
          <a:xfrm>
            <a:off x="25610097" y="8231284"/>
            <a:ext cx="310056" cy="246187"/>
          </a:xfrm>
          <a:custGeom>
            <a:avLst/>
            <a:gdLst/>
            <a:ahLst/>
            <a:cxnLst/>
            <a:rect l="l" t="t" r="r" b="b"/>
            <a:pathLst>
              <a:path w="310056" h="246187">
                <a:moveTo>
                  <a:pt x="0" y="108503"/>
                </a:moveTo>
                <a:lnTo>
                  <a:pt x="250393" y="246187"/>
                </a:lnTo>
                <a:lnTo>
                  <a:pt x="310056" y="137684"/>
                </a:lnTo>
                <a:lnTo>
                  <a:pt x="596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ash-75"/>
          <p:cNvSpPr/>
          <p:nvPr/>
        </p:nvSpPr>
        <p:spPr>
          <a:xfrm>
            <a:off x="26326629" y="8499766"/>
            <a:ext cx="298122" cy="155945"/>
          </a:xfrm>
          <a:custGeom>
            <a:avLst/>
            <a:gdLst/>
            <a:ahLst/>
            <a:cxnLst/>
            <a:rect l="l" t="t" r="r" b="b"/>
            <a:pathLst>
              <a:path w="298122" h="155945">
                <a:moveTo>
                  <a:pt x="0" y="122999"/>
                </a:moveTo>
                <a:lnTo>
                  <a:pt x="283845" y="155945"/>
                </a:lnTo>
                <a:lnTo>
                  <a:pt x="298122" y="32946"/>
                </a:lnTo>
                <a:lnTo>
                  <a:pt x="1427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ash-76"/>
          <p:cNvSpPr/>
          <p:nvPr/>
        </p:nvSpPr>
        <p:spPr>
          <a:xfrm>
            <a:off x="27085428" y="8524400"/>
            <a:ext cx="287379" cy="127632"/>
          </a:xfrm>
          <a:custGeom>
            <a:avLst/>
            <a:gdLst/>
            <a:ahLst/>
            <a:cxnLst/>
            <a:rect l="l" t="t" r="r" b="b"/>
            <a:pathLst>
              <a:path w="287379" h="127632">
                <a:moveTo>
                  <a:pt x="0" y="123814"/>
                </a:moveTo>
                <a:lnTo>
                  <a:pt x="285724" y="127632"/>
                </a:lnTo>
                <a:lnTo>
                  <a:pt x="287379" y="3818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ash-77"/>
          <p:cNvSpPr/>
          <p:nvPr/>
        </p:nvSpPr>
        <p:spPr>
          <a:xfrm>
            <a:off x="27889879" y="8527098"/>
            <a:ext cx="286297" cy="125094"/>
          </a:xfrm>
          <a:custGeom>
            <a:avLst/>
            <a:gdLst/>
            <a:ahLst/>
            <a:cxnLst/>
            <a:rect l="l" t="t" r="r" b="b"/>
            <a:pathLst>
              <a:path w="286297" h="125094">
                <a:moveTo>
                  <a:pt x="0" y="123824"/>
                </a:moveTo>
                <a:lnTo>
                  <a:pt x="285747" y="125094"/>
                </a:lnTo>
                <a:lnTo>
                  <a:pt x="286297" y="1270"/>
                </a:lnTo>
                <a:lnTo>
                  <a:pt x="5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ash-78"/>
          <p:cNvSpPr/>
          <p:nvPr/>
        </p:nvSpPr>
        <p:spPr>
          <a:xfrm>
            <a:off x="28633738" y="8529638"/>
            <a:ext cx="285750" cy="123824"/>
          </a:xfrm>
          <a:custGeom>
            <a:avLst/>
            <a:gdLst/>
            <a:ahLst/>
            <a:cxnLst/>
            <a:rect l="l" t="t" r="r" b="b"/>
            <a:pathLst>
              <a:path w="285750" h="123824">
                <a:moveTo>
                  <a:pt x="0" y="123824"/>
                </a:moveTo>
                <a:lnTo>
                  <a:pt x="285750" y="123824"/>
                </a:lnTo>
                <a:lnTo>
                  <a:pt x="28575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49" name="m1-block"/>
          <p:cNvGrpSpPr/>
          <p:nvPr/>
        </p:nvGrpSpPr>
        <p:grpSpPr>
          <a:xfrm>
            <a:off x="6696075" y="8886825"/>
            <a:ext cx="2190750" cy="4800600"/>
            <a:chOff x="6696075" y="8886825"/>
            <a:chExt cx="2190750" cy="4800600"/>
          </a:xfrm>
        </p:grpSpPr>
        <p:sp>
          <p:nvSpPr>
            <p:cNvPr id="82" name="m1-stem-dot"/>
            <p:cNvSpPr/>
            <p:nvPr/>
          </p:nvSpPr>
          <p:spPr>
            <a:xfrm>
              <a:off x="7610475" y="13325475"/>
              <a:ext cx="361950" cy="361950"/>
            </a:xfrm>
            <a:prstGeom prst="ellipse">
              <a:avLst/>
            </a:prstGeom>
            <a:solidFill>
              <a:srgbClr val="53D8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3" name="m1-stem"/>
            <p:cNvCxnSpPr/>
            <p:nvPr/>
          </p:nvCxnSpPr>
          <p:spPr>
            <a:xfrm>
              <a:off x="7791450" y="11125200"/>
              <a:ext cx="0" cy="2247900"/>
            </a:xfrm>
            <a:prstGeom prst="line">
              <a:avLst/>
            </a:prstGeom>
            <a:ln w="104775">
              <a:solidFill>
                <a:srgbClr val="53D8D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m1-ring"/>
            <p:cNvSpPr/>
            <p:nvPr/>
          </p:nvSpPr>
          <p:spPr>
            <a:xfrm>
              <a:off x="6696075" y="8886825"/>
              <a:ext cx="2190750" cy="2190750"/>
            </a:xfrm>
            <a:prstGeom prst="ellipse">
              <a:avLst/>
            </a:prstGeom>
            <a:solidFill>
              <a:srgbClr val="FFFFFF"/>
            </a:solidFill>
            <a:ln w="123825">
              <a:solidFill>
                <a:srgbClr val="53D8D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44" name="m1-icon"/>
            <p:cNvGrpSpPr/>
            <p:nvPr/>
          </p:nvGrpSpPr>
          <p:grpSpPr>
            <a:xfrm>
              <a:off x="7471410" y="9566148"/>
              <a:ext cx="640080" cy="832104"/>
              <a:chOff x="7471410" y="9566148"/>
              <a:chExt cx="640080" cy="832104"/>
            </a:xfrm>
          </p:grpSpPr>
          <p:sp>
            <p:nvSpPr>
              <p:cNvPr id="85" name="Rounded Rectangle 84"/>
              <p:cNvSpPr/>
              <p:nvPr/>
            </p:nvSpPr>
            <p:spPr>
              <a:xfrm>
                <a:off x="7471410" y="9566148"/>
                <a:ext cx="640080" cy="832104"/>
              </a:xfrm>
              <a:prstGeom prst="roundRect">
                <a:avLst>
                  <a:gd name="adj" fmla="val 18333"/>
                </a:avLst>
              </a:prstGeom>
              <a:solidFill>
                <a:srgbClr val="53D8D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86" name="Connector 85"/>
              <p:cNvCxnSpPr/>
              <p:nvPr/>
            </p:nvCxnSpPr>
            <p:spPr>
              <a:xfrm>
                <a:off x="7620762" y="9822180"/>
                <a:ext cx="341376" cy="0"/>
              </a:xfrm>
              <a:prstGeom prst="line">
                <a:avLst/>
              </a:prstGeom>
              <a:ln w="83210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nector 86"/>
              <p:cNvCxnSpPr/>
              <p:nvPr/>
            </p:nvCxnSpPr>
            <p:spPr>
              <a:xfrm>
                <a:off x="7620762" y="10014204"/>
                <a:ext cx="341376" cy="0"/>
              </a:xfrm>
              <a:prstGeom prst="line">
                <a:avLst/>
              </a:prstGeom>
              <a:ln w="83210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nector 87"/>
              <p:cNvCxnSpPr/>
              <p:nvPr/>
            </p:nvCxnSpPr>
            <p:spPr>
              <a:xfrm>
                <a:off x="7620762" y="10206228"/>
                <a:ext cx="224028" cy="0"/>
              </a:xfrm>
              <a:prstGeom prst="line">
                <a:avLst/>
              </a:prstGeom>
              <a:ln w="83210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9" name="m1-head"/>
          <p:cNvSpPr txBox="1"/>
          <p:nvPr/>
        </p:nvSpPr>
        <p:spPr>
          <a:xfrm>
            <a:off x="5615940" y="13716000"/>
            <a:ext cx="3246120" cy="800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37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概念与原型</a:t>
            </a:r>
          </a:p>
        </p:txBody>
      </p:sp>
      <p:sp>
        <p:nvSpPr>
          <p:cNvPr id="90" name="m1-l1"/>
          <p:cNvSpPr txBox="1"/>
          <p:nvPr/>
        </p:nvSpPr>
        <p:spPr>
          <a:xfrm>
            <a:off x="4049078" y="14504670"/>
            <a:ext cx="5807392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25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Kick-off 会议结束</a:t>
            </a:r>
          </a:p>
        </p:txBody>
      </p:sp>
      <p:sp>
        <p:nvSpPr>
          <p:cNvPr id="91" name="m1-l2"/>
          <p:cNvSpPr txBox="1"/>
          <p:nvPr/>
        </p:nvSpPr>
        <p:spPr>
          <a:xfrm>
            <a:off x="2331720" y="15152370"/>
            <a:ext cx="703326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25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原型评审通过，确定 MVP 范围</a:t>
            </a:r>
          </a:p>
        </p:txBody>
      </p:sp>
      <p:grpSp>
        <p:nvGrpSpPr>
          <p:cNvPr id="153" name="m2-block"/>
          <p:cNvGrpSpPr/>
          <p:nvPr/>
        </p:nvGrpSpPr>
        <p:grpSpPr>
          <a:xfrm>
            <a:off x="10506075" y="7553325"/>
            <a:ext cx="2190750" cy="6381750"/>
            <a:chOff x="10506075" y="7553325"/>
            <a:chExt cx="2190750" cy="6381750"/>
          </a:xfrm>
        </p:grpSpPr>
        <p:sp>
          <p:nvSpPr>
            <p:cNvPr id="92" name="m2-stem-dot"/>
            <p:cNvSpPr/>
            <p:nvPr/>
          </p:nvSpPr>
          <p:spPr>
            <a:xfrm>
              <a:off x="11420475" y="7553325"/>
              <a:ext cx="361950" cy="361950"/>
            </a:xfrm>
            <a:prstGeom prst="ellipse">
              <a:avLst/>
            </a:prstGeom>
            <a:solidFill>
              <a:srgbClr val="2ECB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m2-stem"/>
            <p:cNvCxnSpPr/>
            <p:nvPr/>
          </p:nvCxnSpPr>
          <p:spPr>
            <a:xfrm>
              <a:off x="11601450" y="7867650"/>
              <a:ext cx="0" cy="3829050"/>
            </a:xfrm>
            <a:prstGeom prst="line">
              <a:avLst/>
            </a:prstGeom>
            <a:ln w="104775">
              <a:solidFill>
                <a:srgbClr val="2ECB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2-ring"/>
            <p:cNvSpPr/>
            <p:nvPr/>
          </p:nvSpPr>
          <p:spPr>
            <a:xfrm>
              <a:off x="10506075" y="11744325"/>
              <a:ext cx="2190750" cy="2190750"/>
            </a:xfrm>
            <a:prstGeom prst="ellipse">
              <a:avLst/>
            </a:prstGeom>
            <a:solidFill>
              <a:srgbClr val="FFFFFF"/>
            </a:solidFill>
            <a:ln w="123825">
              <a:solidFill>
                <a:srgbClr val="2ECB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45" name="m2-icon"/>
            <p:cNvGrpSpPr/>
            <p:nvPr/>
          </p:nvGrpSpPr>
          <p:grpSpPr>
            <a:xfrm>
              <a:off x="11174730" y="12306300"/>
              <a:ext cx="853440" cy="1056132"/>
              <a:chOff x="11174730" y="12306300"/>
              <a:chExt cx="853440" cy="1056132"/>
            </a:xfrm>
          </p:grpSpPr>
          <p:sp>
            <p:nvSpPr>
              <p:cNvPr id="95" name="Oval 94"/>
              <p:cNvSpPr/>
              <p:nvPr/>
            </p:nvSpPr>
            <p:spPr>
              <a:xfrm>
                <a:off x="11473434" y="12306300"/>
                <a:ext cx="256032" cy="256032"/>
              </a:xfrm>
              <a:prstGeom prst="ellipse">
                <a:avLst/>
              </a:prstGeom>
              <a:solidFill>
                <a:srgbClr val="2ECB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96" name="Connector 95"/>
              <p:cNvCxnSpPr/>
              <p:nvPr/>
            </p:nvCxnSpPr>
            <p:spPr>
              <a:xfrm>
                <a:off x="11601450" y="12562332"/>
                <a:ext cx="0" cy="298704"/>
              </a:xfrm>
              <a:prstGeom prst="line">
                <a:avLst/>
              </a:prstGeom>
              <a:ln w="83210">
                <a:solidFill>
                  <a:srgbClr val="2ECB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nector 96"/>
              <p:cNvCxnSpPr/>
              <p:nvPr/>
            </p:nvCxnSpPr>
            <p:spPr>
              <a:xfrm>
                <a:off x="11302746" y="12861036"/>
                <a:ext cx="597408" cy="0"/>
              </a:xfrm>
              <a:prstGeom prst="line">
                <a:avLst/>
              </a:prstGeom>
              <a:ln w="83210">
                <a:solidFill>
                  <a:srgbClr val="2ECB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nector 97"/>
              <p:cNvCxnSpPr/>
              <p:nvPr/>
            </p:nvCxnSpPr>
            <p:spPr>
              <a:xfrm>
                <a:off x="11302746" y="12861036"/>
                <a:ext cx="0" cy="256032"/>
              </a:xfrm>
              <a:prstGeom prst="line">
                <a:avLst/>
              </a:prstGeom>
              <a:ln w="83210">
                <a:solidFill>
                  <a:srgbClr val="2ECB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onnector 98"/>
              <p:cNvCxnSpPr/>
              <p:nvPr/>
            </p:nvCxnSpPr>
            <p:spPr>
              <a:xfrm>
                <a:off x="11900154" y="12861036"/>
                <a:ext cx="0" cy="256032"/>
              </a:xfrm>
              <a:prstGeom prst="line">
                <a:avLst/>
              </a:prstGeom>
              <a:ln w="83210">
                <a:solidFill>
                  <a:srgbClr val="2ECB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99"/>
              <p:cNvSpPr/>
              <p:nvPr/>
            </p:nvSpPr>
            <p:spPr>
              <a:xfrm>
                <a:off x="11174730" y="13106400"/>
                <a:ext cx="256032" cy="256032"/>
              </a:xfrm>
              <a:prstGeom prst="ellipse">
                <a:avLst/>
              </a:prstGeom>
              <a:solidFill>
                <a:srgbClr val="2ECB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11772138" y="13106400"/>
                <a:ext cx="256032" cy="256032"/>
              </a:xfrm>
              <a:prstGeom prst="ellipse">
                <a:avLst/>
              </a:prstGeom>
              <a:solidFill>
                <a:srgbClr val="2ECB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02" name="m2-head"/>
          <p:cNvSpPr txBox="1"/>
          <p:nvPr/>
        </p:nvSpPr>
        <p:spPr>
          <a:xfrm>
            <a:off x="10463212" y="5429250"/>
            <a:ext cx="2695575" cy="800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37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架构设计</a:t>
            </a:r>
          </a:p>
        </p:txBody>
      </p:sp>
      <p:sp>
        <p:nvSpPr>
          <p:cNvPr id="103" name="m2-l1"/>
          <p:cNvSpPr txBox="1"/>
          <p:nvPr/>
        </p:nvSpPr>
        <p:spPr>
          <a:xfrm>
            <a:off x="9395460" y="6236970"/>
            <a:ext cx="376428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25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技术方案评审通过</a:t>
            </a:r>
          </a:p>
        </p:txBody>
      </p:sp>
      <p:sp>
        <p:nvSpPr>
          <p:cNvPr id="104" name="m2-l2"/>
          <p:cNvSpPr txBox="1"/>
          <p:nvPr/>
        </p:nvSpPr>
        <p:spPr>
          <a:xfrm>
            <a:off x="7960042" y="6846570"/>
            <a:ext cx="6216015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25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Sprint 1 任务板就绪</a:t>
            </a:r>
          </a:p>
        </p:txBody>
      </p:sp>
      <p:grpSp>
        <p:nvGrpSpPr>
          <p:cNvPr id="152" name="m3-block"/>
          <p:cNvGrpSpPr/>
          <p:nvPr/>
        </p:nvGrpSpPr>
        <p:grpSpPr>
          <a:xfrm>
            <a:off x="14277975" y="7248525"/>
            <a:ext cx="2190750" cy="6438900"/>
            <a:chOff x="14277975" y="7248525"/>
            <a:chExt cx="2190750" cy="6438900"/>
          </a:xfrm>
        </p:grpSpPr>
        <p:sp>
          <p:nvSpPr>
            <p:cNvPr id="105" name="m3-stem-dot"/>
            <p:cNvSpPr/>
            <p:nvPr/>
          </p:nvSpPr>
          <p:spPr>
            <a:xfrm>
              <a:off x="15192375" y="13325475"/>
              <a:ext cx="361950" cy="361950"/>
            </a:xfrm>
            <a:prstGeom prst="ellipse">
              <a:avLst/>
            </a:prstGeom>
            <a:solidFill>
              <a:srgbClr val="04AD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6" name="m3-stem"/>
            <p:cNvCxnSpPr/>
            <p:nvPr/>
          </p:nvCxnSpPr>
          <p:spPr>
            <a:xfrm>
              <a:off x="15373350" y="9486900"/>
              <a:ext cx="0" cy="3886200"/>
            </a:xfrm>
            <a:prstGeom prst="line">
              <a:avLst/>
            </a:prstGeom>
            <a:ln w="104775">
              <a:solidFill>
                <a:srgbClr val="04ADA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m3-ring"/>
            <p:cNvSpPr/>
            <p:nvPr/>
          </p:nvSpPr>
          <p:spPr>
            <a:xfrm>
              <a:off x="14277975" y="7248525"/>
              <a:ext cx="2190750" cy="2190750"/>
            </a:xfrm>
            <a:prstGeom prst="ellipse">
              <a:avLst/>
            </a:prstGeom>
            <a:solidFill>
              <a:srgbClr val="FFFFFF"/>
            </a:solidFill>
            <a:ln w="123825">
              <a:solidFill>
                <a:srgbClr val="04AD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46" name="m3-icon"/>
            <p:cNvGrpSpPr/>
            <p:nvPr/>
          </p:nvGrpSpPr>
          <p:grpSpPr>
            <a:xfrm>
              <a:off x="14882622" y="8013192"/>
              <a:ext cx="981456" cy="661416"/>
              <a:chOff x="14882622" y="8013192"/>
              <a:chExt cx="981456" cy="661416"/>
            </a:xfrm>
          </p:grpSpPr>
          <p:cxnSp>
            <p:nvCxnSpPr>
              <p:cNvPr id="108" name="Connector 107"/>
              <p:cNvCxnSpPr/>
              <p:nvPr/>
            </p:nvCxnSpPr>
            <p:spPr>
              <a:xfrm>
                <a:off x="14882622" y="8119872"/>
                <a:ext cx="298704" cy="224028"/>
              </a:xfrm>
              <a:prstGeom prst="line">
                <a:avLst/>
              </a:prstGeom>
              <a:ln w="117881">
                <a:solidFill>
                  <a:srgbClr val="04ADA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Connector 108"/>
              <p:cNvCxnSpPr/>
              <p:nvPr/>
            </p:nvCxnSpPr>
            <p:spPr>
              <a:xfrm flipH="1">
                <a:off x="14882622" y="8343900"/>
                <a:ext cx="298704" cy="224028"/>
              </a:xfrm>
              <a:prstGeom prst="line">
                <a:avLst/>
              </a:prstGeom>
              <a:ln w="117881">
                <a:solidFill>
                  <a:srgbClr val="04ADA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Connector 109"/>
              <p:cNvCxnSpPr/>
              <p:nvPr/>
            </p:nvCxnSpPr>
            <p:spPr>
              <a:xfrm flipH="1">
                <a:off x="15565374" y="8119872"/>
                <a:ext cx="298704" cy="224028"/>
              </a:xfrm>
              <a:prstGeom prst="line">
                <a:avLst/>
              </a:prstGeom>
              <a:ln w="117881">
                <a:solidFill>
                  <a:srgbClr val="04ADA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Connector 110"/>
              <p:cNvCxnSpPr/>
              <p:nvPr/>
            </p:nvCxnSpPr>
            <p:spPr>
              <a:xfrm>
                <a:off x="15565374" y="8343900"/>
                <a:ext cx="298704" cy="224028"/>
              </a:xfrm>
              <a:prstGeom prst="line">
                <a:avLst/>
              </a:prstGeom>
              <a:ln w="117881">
                <a:solidFill>
                  <a:srgbClr val="04ADA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Connector 111"/>
              <p:cNvCxnSpPr/>
              <p:nvPr/>
            </p:nvCxnSpPr>
            <p:spPr>
              <a:xfrm flipV="1">
                <a:off x="15288006" y="8013192"/>
                <a:ext cx="170688" cy="661416"/>
              </a:xfrm>
              <a:prstGeom prst="line">
                <a:avLst/>
              </a:prstGeom>
              <a:ln w="117881">
                <a:solidFill>
                  <a:srgbClr val="04ADA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3" name="m3-head"/>
          <p:cNvSpPr txBox="1"/>
          <p:nvPr/>
        </p:nvSpPr>
        <p:spPr>
          <a:xfrm>
            <a:off x="14638020" y="13716000"/>
            <a:ext cx="3795712" cy="800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37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核心迭代开发</a:t>
            </a:r>
          </a:p>
        </p:txBody>
      </p:sp>
      <p:sp>
        <p:nvSpPr>
          <p:cNvPr id="114" name="m3-l1"/>
          <p:cNvSpPr txBox="1"/>
          <p:nvPr/>
        </p:nvSpPr>
        <p:spPr>
          <a:xfrm>
            <a:off x="13492162" y="14504670"/>
            <a:ext cx="8259128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25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Sprint 3 完成（核心链路跑通）</a:t>
            </a:r>
          </a:p>
        </p:txBody>
      </p:sp>
      <p:sp>
        <p:nvSpPr>
          <p:cNvPr id="115" name="m3-l2"/>
          <p:cNvSpPr txBox="1"/>
          <p:nvPr/>
        </p:nvSpPr>
        <p:spPr>
          <a:xfrm>
            <a:off x="13914120" y="15152370"/>
            <a:ext cx="703326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25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Alpha 版本发布（内部测试）</a:t>
            </a:r>
          </a:p>
        </p:txBody>
      </p:sp>
      <p:grpSp>
        <p:nvGrpSpPr>
          <p:cNvPr id="151" name="m4-block"/>
          <p:cNvGrpSpPr/>
          <p:nvPr/>
        </p:nvGrpSpPr>
        <p:grpSpPr>
          <a:xfrm>
            <a:off x="18087975" y="5972175"/>
            <a:ext cx="2190750" cy="6134100"/>
            <a:chOff x="18087975" y="5972175"/>
            <a:chExt cx="2190750" cy="6134100"/>
          </a:xfrm>
        </p:grpSpPr>
        <p:sp>
          <p:nvSpPr>
            <p:cNvPr id="116" name="m4-stem-dot"/>
            <p:cNvSpPr/>
            <p:nvPr/>
          </p:nvSpPr>
          <p:spPr>
            <a:xfrm>
              <a:off x="19002375" y="5972175"/>
              <a:ext cx="361950" cy="361950"/>
            </a:xfrm>
            <a:prstGeom prst="ellipse">
              <a:avLst/>
            </a:prstGeom>
            <a:solidFill>
              <a:srgbClr val="CBDE6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7" name="m4-stem"/>
            <p:cNvCxnSpPr/>
            <p:nvPr/>
          </p:nvCxnSpPr>
          <p:spPr>
            <a:xfrm>
              <a:off x="19183350" y="6286500"/>
              <a:ext cx="0" cy="3581400"/>
            </a:xfrm>
            <a:prstGeom prst="line">
              <a:avLst/>
            </a:prstGeom>
            <a:ln w="104775">
              <a:solidFill>
                <a:srgbClr val="CBDE6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m4-ring"/>
            <p:cNvSpPr/>
            <p:nvPr/>
          </p:nvSpPr>
          <p:spPr>
            <a:xfrm>
              <a:off x="18087975" y="9915525"/>
              <a:ext cx="2190750" cy="2190750"/>
            </a:xfrm>
            <a:prstGeom prst="ellipse">
              <a:avLst/>
            </a:prstGeom>
            <a:solidFill>
              <a:srgbClr val="FFFFFF"/>
            </a:solidFill>
            <a:ln w="123825">
              <a:solidFill>
                <a:srgbClr val="CBDE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47" name="m4-icon"/>
            <p:cNvGrpSpPr/>
            <p:nvPr/>
          </p:nvGrpSpPr>
          <p:grpSpPr>
            <a:xfrm>
              <a:off x="18863310" y="10520172"/>
              <a:ext cx="640080" cy="949452"/>
              <a:chOff x="18863310" y="10520172"/>
              <a:chExt cx="640080" cy="949452"/>
            </a:xfrm>
          </p:grpSpPr>
          <p:sp>
            <p:nvSpPr>
              <p:cNvPr id="119" name="Rounded Rectangle 118"/>
              <p:cNvSpPr/>
              <p:nvPr/>
            </p:nvSpPr>
            <p:spPr>
              <a:xfrm>
                <a:off x="18863310" y="10616184"/>
                <a:ext cx="640080" cy="853440"/>
              </a:xfrm>
              <a:prstGeom prst="roundRect">
                <a:avLst>
                  <a:gd name="adj" fmla="val 15000"/>
                </a:avLst>
              </a:prstGeom>
              <a:noFill/>
              <a:ln w="15240">
                <a:solidFill>
                  <a:srgbClr val="CBDE6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Rounded Rectangle 119"/>
              <p:cNvSpPr/>
              <p:nvPr/>
            </p:nvSpPr>
            <p:spPr>
              <a:xfrm>
                <a:off x="19055334" y="10520172"/>
                <a:ext cx="256032" cy="149352"/>
              </a:xfrm>
              <a:prstGeom prst="roundRect">
                <a:avLst>
                  <a:gd name="adj" fmla="val 35714"/>
                </a:avLst>
              </a:prstGeom>
              <a:solidFill>
                <a:srgbClr val="CBDE6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21" name="Connector 120"/>
              <p:cNvCxnSpPr/>
              <p:nvPr/>
            </p:nvCxnSpPr>
            <p:spPr>
              <a:xfrm>
                <a:off x="19001994" y="10872216"/>
                <a:ext cx="362712" cy="0"/>
              </a:xfrm>
              <a:prstGeom prst="line">
                <a:avLst/>
              </a:prstGeom>
              <a:ln w="76276">
                <a:solidFill>
                  <a:srgbClr val="CBDE6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Connector 121"/>
              <p:cNvCxnSpPr/>
              <p:nvPr/>
            </p:nvCxnSpPr>
            <p:spPr>
              <a:xfrm>
                <a:off x="19001994" y="11074908"/>
                <a:ext cx="362712" cy="0"/>
              </a:xfrm>
              <a:prstGeom prst="line">
                <a:avLst/>
              </a:prstGeom>
              <a:ln w="76276">
                <a:solidFill>
                  <a:srgbClr val="CBDE6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onnector 122"/>
              <p:cNvCxnSpPr/>
              <p:nvPr/>
            </p:nvCxnSpPr>
            <p:spPr>
              <a:xfrm>
                <a:off x="19001994" y="11277600"/>
                <a:ext cx="224028" cy="0"/>
              </a:xfrm>
              <a:prstGeom prst="line">
                <a:avLst/>
              </a:prstGeom>
              <a:ln w="76276">
                <a:solidFill>
                  <a:srgbClr val="CBDE6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4" name="m4-head"/>
          <p:cNvSpPr txBox="1"/>
          <p:nvPr/>
        </p:nvSpPr>
        <p:spPr>
          <a:xfrm>
            <a:off x="17522190" y="3733800"/>
            <a:ext cx="3246120" cy="800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37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测试与发布</a:t>
            </a:r>
          </a:p>
        </p:txBody>
      </p:sp>
      <p:sp>
        <p:nvSpPr>
          <p:cNvPr id="125" name="m4-l1"/>
          <p:cNvSpPr txBox="1"/>
          <p:nvPr/>
        </p:nvSpPr>
        <p:spPr>
          <a:xfrm>
            <a:off x="14257020" y="4560570"/>
            <a:ext cx="703326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25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Beta 版本发布（外部小流量）</a:t>
            </a:r>
          </a:p>
        </p:txBody>
      </p:sp>
      <p:sp>
        <p:nvSpPr>
          <p:cNvPr id="126" name="m4-l2"/>
          <p:cNvSpPr txBox="1"/>
          <p:nvPr/>
        </p:nvSpPr>
        <p:spPr>
          <a:xfrm>
            <a:off x="10359390" y="5189220"/>
            <a:ext cx="13571220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25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正式上线 (GA - General Availability)</a:t>
            </a:r>
          </a:p>
        </p:txBody>
      </p:sp>
      <p:grpSp>
        <p:nvGrpSpPr>
          <p:cNvPr id="150" name="m5-block"/>
          <p:cNvGrpSpPr/>
          <p:nvPr/>
        </p:nvGrpSpPr>
        <p:grpSpPr>
          <a:xfrm>
            <a:off x="21859875" y="5648325"/>
            <a:ext cx="2190750" cy="6286500"/>
            <a:chOff x="21859875" y="5648325"/>
            <a:chExt cx="2190750" cy="6286500"/>
          </a:xfrm>
        </p:grpSpPr>
        <p:sp>
          <p:nvSpPr>
            <p:cNvPr id="127" name="m5-stem-dot"/>
            <p:cNvSpPr/>
            <p:nvPr/>
          </p:nvSpPr>
          <p:spPr>
            <a:xfrm>
              <a:off x="22774275" y="11572875"/>
              <a:ext cx="361950" cy="361950"/>
            </a:xfrm>
            <a:prstGeom prst="ellipse">
              <a:avLst/>
            </a:prstGeom>
            <a:solidFill>
              <a:srgbClr val="4EDA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8" name="m5-stem"/>
            <p:cNvCxnSpPr/>
            <p:nvPr/>
          </p:nvCxnSpPr>
          <p:spPr>
            <a:xfrm>
              <a:off x="22955250" y="7886700"/>
              <a:ext cx="0" cy="3924300"/>
            </a:xfrm>
            <a:prstGeom prst="line">
              <a:avLst/>
            </a:prstGeom>
            <a:ln w="104775">
              <a:solidFill>
                <a:srgbClr val="4EDA7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m5-ring"/>
            <p:cNvSpPr/>
            <p:nvPr/>
          </p:nvSpPr>
          <p:spPr>
            <a:xfrm>
              <a:off x="21859875" y="5648325"/>
              <a:ext cx="2190750" cy="2190750"/>
            </a:xfrm>
            <a:prstGeom prst="ellipse">
              <a:avLst/>
            </a:prstGeom>
            <a:solidFill>
              <a:srgbClr val="FFFFFF"/>
            </a:solidFill>
            <a:ln w="123825">
              <a:solidFill>
                <a:srgbClr val="4EDA7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48" name="m5-icon"/>
            <p:cNvGrpSpPr/>
            <p:nvPr/>
          </p:nvGrpSpPr>
          <p:grpSpPr>
            <a:xfrm>
              <a:off x="22517862" y="6295644"/>
              <a:ext cx="885444" cy="885444"/>
              <a:chOff x="22517862" y="6295644"/>
              <a:chExt cx="885444" cy="885444"/>
            </a:xfrm>
          </p:grpSpPr>
          <p:cxnSp>
            <p:nvCxnSpPr>
              <p:cNvPr id="130" name="Connector 129"/>
              <p:cNvCxnSpPr/>
              <p:nvPr/>
            </p:nvCxnSpPr>
            <p:spPr>
              <a:xfrm flipV="1">
                <a:off x="22688550" y="6583680"/>
                <a:ext cx="426720" cy="426720"/>
              </a:xfrm>
              <a:prstGeom prst="line">
                <a:avLst/>
              </a:prstGeom>
              <a:ln w="110947">
                <a:solidFill>
                  <a:srgbClr val="4EDA77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Oval 130"/>
              <p:cNvSpPr/>
              <p:nvPr/>
            </p:nvSpPr>
            <p:spPr>
              <a:xfrm>
                <a:off x="23019258" y="6295644"/>
                <a:ext cx="384048" cy="384048"/>
              </a:xfrm>
              <a:prstGeom prst="ellipse">
                <a:avLst/>
              </a:prstGeom>
              <a:solidFill>
                <a:srgbClr val="4EDA7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23125938" y="6402324"/>
                <a:ext cx="170688" cy="1706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Oval 132"/>
              <p:cNvSpPr/>
              <p:nvPr/>
            </p:nvSpPr>
            <p:spPr>
              <a:xfrm>
                <a:off x="22517862" y="6967728"/>
                <a:ext cx="213360" cy="213360"/>
              </a:xfrm>
              <a:prstGeom prst="ellipse">
                <a:avLst/>
              </a:prstGeom>
              <a:solidFill>
                <a:srgbClr val="4EDA7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34" name="m5-head"/>
          <p:cNvSpPr txBox="1"/>
          <p:nvPr/>
        </p:nvSpPr>
        <p:spPr>
          <a:xfrm>
            <a:off x="21560790" y="11963400"/>
            <a:ext cx="3246120" cy="800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37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运维与演进</a:t>
            </a:r>
          </a:p>
        </p:txBody>
      </p:sp>
      <p:sp>
        <p:nvSpPr>
          <p:cNvPr id="135" name="m5-l1"/>
          <p:cNvSpPr txBox="1"/>
          <p:nvPr/>
        </p:nvSpPr>
        <p:spPr>
          <a:xfrm>
            <a:off x="20780692" y="12790170"/>
            <a:ext cx="6216015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25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上线首周无 P0/P1 故障</a:t>
            </a:r>
          </a:p>
        </p:txBody>
      </p:sp>
      <p:sp>
        <p:nvSpPr>
          <p:cNvPr id="136" name="m5-l2"/>
          <p:cNvSpPr txBox="1"/>
          <p:nvPr/>
        </p:nvSpPr>
        <p:spPr>
          <a:xfrm>
            <a:off x="21020722" y="13380720"/>
            <a:ext cx="4172902" cy="594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25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V2.0 规划启动</a:t>
            </a:r>
          </a:p>
        </p:txBody>
      </p:sp>
      <p:sp>
        <p:nvSpPr>
          <p:cNvPr id="137" name="title"/>
          <p:cNvSpPr txBox="1"/>
          <p:nvPr/>
        </p:nvSpPr>
        <p:spPr>
          <a:xfrm>
            <a:off x="6666548" y="1396365"/>
            <a:ext cx="17337405" cy="17221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75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软件研发项目全生命周期路线图</a:t>
            </a:r>
          </a:p>
        </p:txBody>
      </p:sp>
      <p:sp>
        <p:nvSpPr>
          <p:cNvPr id="138" name="hdr-dash-1"/>
          <p:cNvSpPr/>
          <p:nvPr/>
        </p:nvSpPr>
        <p:spPr>
          <a:xfrm>
            <a:off x="12839700" y="3200400"/>
            <a:ext cx="838200" cy="152400"/>
          </a:xfrm>
          <a:prstGeom prst="roundRect">
            <a:avLst>
              <a:gd name="adj" fmla="val 50000"/>
            </a:avLst>
          </a:prstGeom>
          <a:solidFill>
            <a:srgbClr val="53D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hdr-dash-2"/>
          <p:cNvSpPr/>
          <p:nvPr/>
        </p:nvSpPr>
        <p:spPr>
          <a:xfrm>
            <a:off x="13906500" y="3200400"/>
            <a:ext cx="838200" cy="152400"/>
          </a:xfrm>
          <a:prstGeom prst="roundRect">
            <a:avLst>
              <a:gd name="adj" fmla="val 50000"/>
            </a:avLst>
          </a:prstGeom>
          <a:solidFill>
            <a:srgbClr val="13C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hdr-dash-3"/>
          <p:cNvSpPr/>
          <p:nvPr/>
        </p:nvSpPr>
        <p:spPr>
          <a:xfrm>
            <a:off x="14973300" y="3200400"/>
            <a:ext cx="838200" cy="152400"/>
          </a:xfrm>
          <a:prstGeom prst="roundRect">
            <a:avLst>
              <a:gd name="adj" fmla="val 50000"/>
            </a:avLst>
          </a:prstGeom>
          <a:solidFill>
            <a:srgbClr val="04A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hdr-dash-4"/>
          <p:cNvSpPr/>
          <p:nvPr/>
        </p:nvSpPr>
        <p:spPr>
          <a:xfrm>
            <a:off x="16040100" y="3200400"/>
            <a:ext cx="838200" cy="152400"/>
          </a:xfrm>
          <a:prstGeom prst="roundRect">
            <a:avLst>
              <a:gd name="adj" fmla="val 50000"/>
            </a:avLst>
          </a:prstGeom>
          <a:solidFill>
            <a:srgbClr val="CAD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hdr-dash-5"/>
          <p:cNvSpPr/>
          <p:nvPr/>
        </p:nvSpPr>
        <p:spPr>
          <a:xfrm>
            <a:off x="17106900" y="3200400"/>
            <a:ext cx="838200" cy="152400"/>
          </a:xfrm>
          <a:prstGeom prst="roundRect">
            <a:avLst>
              <a:gd name="adj" fmla="val 50000"/>
            </a:avLst>
          </a:prstGeom>
          <a:solidFill>
            <a:srgbClr val="4ED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