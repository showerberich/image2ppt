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432250" cy="17106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9432250" cy="17106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23825" y="133350"/>
            <a:ext cx="29203650" cy="16859250"/>
          </a:xfrm>
          <a:prstGeom prst="rect">
            <a:avLst/>
          </a:prstGeom>
          <a:solidFill>
            <a:srgbClr val="FFFFFF"/>
          </a:solidFill>
          <a:ln w="19050">
            <a:solidFill>
              <a:srgbClr val="8080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467" name="funnel"/>
          <p:cNvGrpSpPr/>
          <p:nvPr/>
        </p:nvGrpSpPr>
        <p:grpSpPr>
          <a:xfrm>
            <a:off x="5324475" y="5876925"/>
            <a:ext cx="18840450" cy="10220325"/>
            <a:chOff x="5324475" y="5876925"/>
            <a:chExt cx="18840450" cy="10220325"/>
          </a:xfrm>
        </p:grpSpPr>
        <p:sp>
          <p:nvSpPr>
            <p:cNvPr id="4" name="funnel-b00"/>
            <p:cNvSpPr/>
            <p:nvPr/>
          </p:nvSpPr>
          <p:spPr>
            <a:xfrm>
              <a:off x="5324475" y="5876925"/>
              <a:ext cx="18840450" cy="376428"/>
            </a:xfrm>
            <a:custGeom>
              <a:avLst/>
              <a:gdLst/>
              <a:ahLst/>
              <a:cxnLst/>
              <a:rect l="l" t="t" r="r" b="b"/>
              <a:pathLst>
                <a:path w="18840450" h="376428">
                  <a:moveTo>
                    <a:pt x="0" y="0"/>
                  </a:moveTo>
                  <a:lnTo>
                    <a:pt x="18840450" y="0"/>
                  </a:lnTo>
                  <a:lnTo>
                    <a:pt x="18595181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FCF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unnel-b01"/>
            <p:cNvSpPr/>
            <p:nvPr/>
          </p:nvSpPr>
          <p:spPr>
            <a:xfrm>
              <a:off x="5562219" y="6241923"/>
              <a:ext cx="18364962" cy="376428"/>
            </a:xfrm>
            <a:custGeom>
              <a:avLst/>
              <a:gdLst/>
              <a:ahLst/>
              <a:cxnLst/>
              <a:rect l="l" t="t" r="r" b="b"/>
              <a:pathLst>
                <a:path w="18364962" h="376428">
                  <a:moveTo>
                    <a:pt x="0" y="0"/>
                  </a:moveTo>
                  <a:lnTo>
                    <a:pt x="18364962" y="0"/>
                  </a:lnTo>
                  <a:lnTo>
                    <a:pt x="18119693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FBF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unnel-b02"/>
            <p:cNvSpPr/>
            <p:nvPr/>
          </p:nvSpPr>
          <p:spPr>
            <a:xfrm>
              <a:off x="5800058" y="6606921"/>
              <a:ext cx="17889284" cy="376428"/>
            </a:xfrm>
            <a:custGeom>
              <a:avLst/>
              <a:gdLst/>
              <a:ahLst/>
              <a:cxnLst/>
              <a:rect l="l" t="t" r="r" b="b"/>
              <a:pathLst>
                <a:path w="17889284" h="376428">
                  <a:moveTo>
                    <a:pt x="0" y="0"/>
                  </a:moveTo>
                  <a:lnTo>
                    <a:pt x="17889284" y="0"/>
                  </a:lnTo>
                  <a:lnTo>
                    <a:pt x="17644110" y="376428"/>
                  </a:lnTo>
                  <a:lnTo>
                    <a:pt x="245174" y="376428"/>
                  </a:lnTo>
                  <a:close/>
                </a:path>
              </a:pathLst>
            </a:custGeom>
            <a:solidFill>
              <a:srgbClr val="FAF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unnel-b03"/>
            <p:cNvSpPr/>
            <p:nvPr/>
          </p:nvSpPr>
          <p:spPr>
            <a:xfrm>
              <a:off x="6037802" y="6971919"/>
              <a:ext cx="17413796" cy="376523"/>
            </a:xfrm>
            <a:custGeom>
              <a:avLst/>
              <a:gdLst/>
              <a:ahLst/>
              <a:cxnLst/>
              <a:rect l="l" t="t" r="r" b="b"/>
              <a:pathLst>
                <a:path w="17413796" h="376523">
                  <a:moveTo>
                    <a:pt x="0" y="0"/>
                  </a:moveTo>
                  <a:lnTo>
                    <a:pt x="17413796" y="0"/>
                  </a:lnTo>
                  <a:lnTo>
                    <a:pt x="17168527" y="376523"/>
                  </a:lnTo>
                  <a:lnTo>
                    <a:pt x="245269" y="376523"/>
                  </a:lnTo>
                  <a:close/>
                </a:path>
              </a:pathLst>
            </a:custGeom>
            <a:solidFill>
              <a:srgbClr val="FAF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unnel-b04"/>
            <p:cNvSpPr/>
            <p:nvPr/>
          </p:nvSpPr>
          <p:spPr>
            <a:xfrm>
              <a:off x="6275642" y="7337012"/>
              <a:ext cx="16938116" cy="376428"/>
            </a:xfrm>
            <a:custGeom>
              <a:avLst/>
              <a:gdLst/>
              <a:ahLst/>
              <a:cxnLst/>
              <a:rect l="l" t="t" r="r" b="b"/>
              <a:pathLst>
                <a:path w="16938116" h="376428">
                  <a:moveTo>
                    <a:pt x="0" y="0"/>
                  </a:moveTo>
                  <a:lnTo>
                    <a:pt x="16938116" y="0"/>
                  </a:lnTo>
                  <a:lnTo>
                    <a:pt x="16692943" y="376428"/>
                  </a:lnTo>
                  <a:lnTo>
                    <a:pt x="245173" y="376428"/>
                  </a:lnTo>
                  <a:close/>
                </a:path>
              </a:pathLst>
            </a:custGeom>
            <a:solidFill>
              <a:srgbClr val="F9F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unnel-b05"/>
            <p:cNvSpPr/>
            <p:nvPr/>
          </p:nvSpPr>
          <p:spPr>
            <a:xfrm>
              <a:off x="6513386" y="7702010"/>
              <a:ext cx="16462628" cy="376428"/>
            </a:xfrm>
            <a:custGeom>
              <a:avLst/>
              <a:gdLst/>
              <a:ahLst/>
              <a:cxnLst/>
              <a:rect l="l" t="t" r="r" b="b"/>
              <a:pathLst>
                <a:path w="16462628" h="376428">
                  <a:moveTo>
                    <a:pt x="0" y="0"/>
                  </a:moveTo>
                  <a:lnTo>
                    <a:pt x="16462628" y="0"/>
                  </a:lnTo>
                  <a:lnTo>
                    <a:pt x="16217360" y="376428"/>
                  </a:lnTo>
                  <a:lnTo>
                    <a:pt x="245268" y="376428"/>
                  </a:lnTo>
                  <a:close/>
                </a:path>
              </a:pathLst>
            </a:custGeom>
            <a:solidFill>
              <a:srgbClr val="F8F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unnel-b06"/>
            <p:cNvSpPr/>
            <p:nvPr/>
          </p:nvSpPr>
          <p:spPr>
            <a:xfrm>
              <a:off x="6751225" y="8067008"/>
              <a:ext cx="15986950" cy="376428"/>
            </a:xfrm>
            <a:custGeom>
              <a:avLst/>
              <a:gdLst/>
              <a:ahLst/>
              <a:cxnLst/>
              <a:rect l="l" t="t" r="r" b="b"/>
              <a:pathLst>
                <a:path w="15986950" h="376428">
                  <a:moveTo>
                    <a:pt x="0" y="0"/>
                  </a:moveTo>
                  <a:lnTo>
                    <a:pt x="15986950" y="0"/>
                  </a:lnTo>
                  <a:lnTo>
                    <a:pt x="15741777" y="376428"/>
                  </a:lnTo>
                  <a:lnTo>
                    <a:pt x="245173" y="376428"/>
                  </a:lnTo>
                  <a:close/>
                </a:path>
              </a:pathLst>
            </a:custGeom>
            <a:solidFill>
              <a:srgbClr val="F7F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unnel-b07"/>
            <p:cNvSpPr/>
            <p:nvPr/>
          </p:nvSpPr>
          <p:spPr>
            <a:xfrm>
              <a:off x="6988969" y="8432006"/>
              <a:ext cx="15511462" cy="376428"/>
            </a:xfrm>
            <a:custGeom>
              <a:avLst/>
              <a:gdLst/>
              <a:ahLst/>
              <a:cxnLst/>
              <a:rect l="l" t="t" r="r" b="b"/>
              <a:pathLst>
                <a:path w="15511462" h="376428">
                  <a:moveTo>
                    <a:pt x="0" y="0"/>
                  </a:moveTo>
                  <a:lnTo>
                    <a:pt x="15511462" y="0"/>
                  </a:lnTo>
                  <a:lnTo>
                    <a:pt x="15266193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F7F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unnel-b08"/>
            <p:cNvSpPr/>
            <p:nvPr/>
          </p:nvSpPr>
          <p:spPr>
            <a:xfrm>
              <a:off x="7226713" y="8797004"/>
              <a:ext cx="15035974" cy="376428"/>
            </a:xfrm>
            <a:custGeom>
              <a:avLst/>
              <a:gdLst/>
              <a:ahLst/>
              <a:cxnLst/>
              <a:rect l="l" t="t" r="r" b="b"/>
              <a:pathLst>
                <a:path w="15035974" h="376428">
                  <a:moveTo>
                    <a:pt x="0" y="0"/>
                  </a:moveTo>
                  <a:lnTo>
                    <a:pt x="15035974" y="0"/>
                  </a:lnTo>
                  <a:lnTo>
                    <a:pt x="14790705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F6F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unnel-b09"/>
            <p:cNvSpPr/>
            <p:nvPr/>
          </p:nvSpPr>
          <p:spPr>
            <a:xfrm>
              <a:off x="7464552" y="9162002"/>
              <a:ext cx="14560296" cy="376428"/>
            </a:xfrm>
            <a:custGeom>
              <a:avLst/>
              <a:gdLst/>
              <a:ahLst/>
              <a:cxnLst/>
              <a:rect l="l" t="t" r="r" b="b"/>
              <a:pathLst>
                <a:path w="14560296" h="376428">
                  <a:moveTo>
                    <a:pt x="0" y="0"/>
                  </a:moveTo>
                  <a:lnTo>
                    <a:pt x="14560296" y="0"/>
                  </a:lnTo>
                  <a:lnTo>
                    <a:pt x="14315122" y="376428"/>
                  </a:lnTo>
                  <a:lnTo>
                    <a:pt x="245174" y="376428"/>
                  </a:lnTo>
                  <a:close/>
                </a:path>
              </a:pathLst>
            </a:custGeom>
            <a:solidFill>
              <a:srgbClr val="F5F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unnel-b10"/>
            <p:cNvSpPr/>
            <p:nvPr/>
          </p:nvSpPr>
          <p:spPr>
            <a:xfrm>
              <a:off x="7702296" y="9527000"/>
              <a:ext cx="14084808" cy="376524"/>
            </a:xfrm>
            <a:custGeom>
              <a:avLst/>
              <a:gdLst/>
              <a:ahLst/>
              <a:cxnLst/>
              <a:rect l="l" t="t" r="r" b="b"/>
              <a:pathLst>
                <a:path w="14084808" h="376524">
                  <a:moveTo>
                    <a:pt x="0" y="0"/>
                  </a:moveTo>
                  <a:lnTo>
                    <a:pt x="14084808" y="0"/>
                  </a:lnTo>
                  <a:lnTo>
                    <a:pt x="13839539" y="376524"/>
                  </a:lnTo>
                  <a:lnTo>
                    <a:pt x="245269" y="376524"/>
                  </a:lnTo>
                  <a:close/>
                </a:path>
              </a:pathLst>
            </a:custGeom>
            <a:solidFill>
              <a:srgbClr val="F4F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unnel-b11"/>
            <p:cNvSpPr/>
            <p:nvPr/>
          </p:nvSpPr>
          <p:spPr>
            <a:xfrm>
              <a:off x="7940135" y="9892094"/>
              <a:ext cx="13609130" cy="376428"/>
            </a:xfrm>
            <a:custGeom>
              <a:avLst/>
              <a:gdLst/>
              <a:ahLst/>
              <a:cxnLst/>
              <a:rect l="l" t="t" r="r" b="b"/>
              <a:pathLst>
                <a:path w="13609130" h="376428">
                  <a:moveTo>
                    <a:pt x="0" y="0"/>
                  </a:moveTo>
                  <a:lnTo>
                    <a:pt x="13609130" y="0"/>
                  </a:lnTo>
                  <a:lnTo>
                    <a:pt x="13363956" y="376428"/>
                  </a:lnTo>
                  <a:lnTo>
                    <a:pt x="245174" y="376428"/>
                  </a:lnTo>
                  <a:close/>
                </a:path>
              </a:pathLst>
            </a:custGeom>
            <a:solidFill>
              <a:srgbClr val="F3F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unnel-b12"/>
            <p:cNvSpPr/>
            <p:nvPr/>
          </p:nvSpPr>
          <p:spPr>
            <a:xfrm>
              <a:off x="8177879" y="10257091"/>
              <a:ext cx="13133642" cy="376429"/>
            </a:xfrm>
            <a:custGeom>
              <a:avLst/>
              <a:gdLst/>
              <a:ahLst/>
              <a:cxnLst/>
              <a:rect l="l" t="t" r="r" b="b"/>
              <a:pathLst>
                <a:path w="13133642" h="376429">
                  <a:moveTo>
                    <a:pt x="0" y="0"/>
                  </a:moveTo>
                  <a:lnTo>
                    <a:pt x="13133642" y="0"/>
                  </a:lnTo>
                  <a:lnTo>
                    <a:pt x="12888373" y="376429"/>
                  </a:lnTo>
                  <a:lnTo>
                    <a:pt x="245269" y="376429"/>
                  </a:lnTo>
                  <a:close/>
                </a:path>
              </a:pathLst>
            </a:custGeom>
            <a:solidFill>
              <a:srgbClr val="F1F2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unnel-b13"/>
            <p:cNvSpPr/>
            <p:nvPr/>
          </p:nvSpPr>
          <p:spPr>
            <a:xfrm>
              <a:off x="8415718" y="10622090"/>
              <a:ext cx="12657964" cy="376428"/>
            </a:xfrm>
            <a:custGeom>
              <a:avLst/>
              <a:gdLst/>
              <a:ahLst/>
              <a:cxnLst/>
              <a:rect l="l" t="t" r="r" b="b"/>
              <a:pathLst>
                <a:path w="12657964" h="376428">
                  <a:moveTo>
                    <a:pt x="0" y="0"/>
                  </a:moveTo>
                  <a:lnTo>
                    <a:pt x="12657964" y="0"/>
                  </a:lnTo>
                  <a:lnTo>
                    <a:pt x="12412790" y="376428"/>
                  </a:lnTo>
                  <a:lnTo>
                    <a:pt x="245174" y="376428"/>
                  </a:lnTo>
                  <a:close/>
                </a:path>
              </a:pathLst>
            </a:custGeom>
            <a:solidFill>
              <a:srgbClr val="F0F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unnel-b14"/>
            <p:cNvSpPr/>
            <p:nvPr/>
          </p:nvSpPr>
          <p:spPr>
            <a:xfrm>
              <a:off x="8653462" y="10987088"/>
              <a:ext cx="12182476" cy="376428"/>
            </a:xfrm>
            <a:custGeom>
              <a:avLst/>
              <a:gdLst/>
              <a:ahLst/>
              <a:cxnLst/>
              <a:rect l="l" t="t" r="r" b="b"/>
              <a:pathLst>
                <a:path w="12182476" h="376428">
                  <a:moveTo>
                    <a:pt x="0" y="0"/>
                  </a:moveTo>
                  <a:lnTo>
                    <a:pt x="12182476" y="0"/>
                  </a:lnTo>
                  <a:lnTo>
                    <a:pt x="11937207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EEE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unnel-b15"/>
            <p:cNvSpPr/>
            <p:nvPr/>
          </p:nvSpPr>
          <p:spPr>
            <a:xfrm>
              <a:off x="8891206" y="11352086"/>
              <a:ext cx="11706988" cy="376428"/>
            </a:xfrm>
            <a:custGeom>
              <a:avLst/>
              <a:gdLst/>
              <a:ahLst/>
              <a:cxnLst/>
              <a:rect l="l" t="t" r="r" b="b"/>
              <a:pathLst>
                <a:path w="11706988" h="376428">
                  <a:moveTo>
                    <a:pt x="0" y="0"/>
                  </a:moveTo>
                  <a:lnTo>
                    <a:pt x="11706988" y="0"/>
                  </a:lnTo>
                  <a:lnTo>
                    <a:pt x="11461719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EDE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unnel-b16"/>
            <p:cNvSpPr/>
            <p:nvPr/>
          </p:nvSpPr>
          <p:spPr>
            <a:xfrm>
              <a:off x="9129046" y="11717084"/>
              <a:ext cx="11231308" cy="376428"/>
            </a:xfrm>
            <a:custGeom>
              <a:avLst/>
              <a:gdLst/>
              <a:ahLst/>
              <a:cxnLst/>
              <a:rect l="l" t="t" r="r" b="b"/>
              <a:pathLst>
                <a:path w="11231308" h="376428">
                  <a:moveTo>
                    <a:pt x="0" y="0"/>
                  </a:moveTo>
                  <a:lnTo>
                    <a:pt x="11231308" y="0"/>
                  </a:lnTo>
                  <a:lnTo>
                    <a:pt x="10986135" y="376428"/>
                  </a:lnTo>
                  <a:lnTo>
                    <a:pt x="245173" y="376428"/>
                  </a:lnTo>
                  <a:close/>
                </a:path>
              </a:pathLst>
            </a:custGeom>
            <a:solidFill>
              <a:srgbClr val="EBE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unnel-b17"/>
            <p:cNvSpPr/>
            <p:nvPr/>
          </p:nvSpPr>
          <p:spPr>
            <a:xfrm>
              <a:off x="9366790" y="12082082"/>
              <a:ext cx="10755820" cy="376523"/>
            </a:xfrm>
            <a:custGeom>
              <a:avLst/>
              <a:gdLst/>
              <a:ahLst/>
              <a:cxnLst/>
              <a:rect l="l" t="t" r="r" b="b"/>
              <a:pathLst>
                <a:path w="10755820" h="376523">
                  <a:moveTo>
                    <a:pt x="0" y="0"/>
                  </a:moveTo>
                  <a:lnTo>
                    <a:pt x="10755820" y="0"/>
                  </a:lnTo>
                  <a:lnTo>
                    <a:pt x="10510552" y="376523"/>
                  </a:lnTo>
                  <a:lnTo>
                    <a:pt x="245268" y="376523"/>
                  </a:lnTo>
                  <a:close/>
                </a:path>
              </a:pathLst>
            </a:custGeom>
            <a:solidFill>
              <a:srgbClr val="E9E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unnel-b18"/>
            <p:cNvSpPr/>
            <p:nvPr/>
          </p:nvSpPr>
          <p:spPr>
            <a:xfrm>
              <a:off x="9604629" y="12447175"/>
              <a:ext cx="10280142" cy="376428"/>
            </a:xfrm>
            <a:custGeom>
              <a:avLst/>
              <a:gdLst/>
              <a:ahLst/>
              <a:cxnLst/>
              <a:rect l="l" t="t" r="r" b="b"/>
              <a:pathLst>
                <a:path w="10280142" h="376428">
                  <a:moveTo>
                    <a:pt x="0" y="0"/>
                  </a:moveTo>
                  <a:lnTo>
                    <a:pt x="10280142" y="0"/>
                  </a:lnTo>
                  <a:lnTo>
                    <a:pt x="10034969" y="376428"/>
                  </a:lnTo>
                  <a:lnTo>
                    <a:pt x="245173" y="376428"/>
                  </a:lnTo>
                  <a:close/>
                </a:path>
              </a:pathLst>
            </a:custGeom>
            <a:solidFill>
              <a:srgbClr val="E6E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funnel-b19"/>
            <p:cNvSpPr/>
            <p:nvPr/>
          </p:nvSpPr>
          <p:spPr>
            <a:xfrm>
              <a:off x="9842373" y="12812173"/>
              <a:ext cx="9804654" cy="376428"/>
            </a:xfrm>
            <a:custGeom>
              <a:avLst/>
              <a:gdLst/>
              <a:ahLst/>
              <a:cxnLst/>
              <a:rect l="l" t="t" r="r" b="b"/>
              <a:pathLst>
                <a:path w="9804654" h="376428">
                  <a:moveTo>
                    <a:pt x="0" y="0"/>
                  </a:moveTo>
                  <a:lnTo>
                    <a:pt x="9804654" y="0"/>
                  </a:lnTo>
                  <a:lnTo>
                    <a:pt x="9559385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E2E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unnel-b20"/>
            <p:cNvSpPr/>
            <p:nvPr/>
          </p:nvSpPr>
          <p:spPr>
            <a:xfrm>
              <a:off x="10080212" y="13177171"/>
              <a:ext cx="9328976" cy="376428"/>
            </a:xfrm>
            <a:custGeom>
              <a:avLst/>
              <a:gdLst/>
              <a:ahLst/>
              <a:cxnLst/>
              <a:rect l="l" t="t" r="r" b="b"/>
              <a:pathLst>
                <a:path w="9328976" h="376428">
                  <a:moveTo>
                    <a:pt x="0" y="0"/>
                  </a:moveTo>
                  <a:lnTo>
                    <a:pt x="9328976" y="0"/>
                  </a:lnTo>
                  <a:lnTo>
                    <a:pt x="9083802" y="376428"/>
                  </a:lnTo>
                  <a:lnTo>
                    <a:pt x="245174" y="376428"/>
                  </a:lnTo>
                  <a:close/>
                </a:path>
              </a:pathLst>
            </a:custGeom>
            <a:solidFill>
              <a:srgbClr val="DEE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unnel-b21"/>
            <p:cNvSpPr/>
            <p:nvPr/>
          </p:nvSpPr>
          <p:spPr>
            <a:xfrm>
              <a:off x="10317956" y="13542169"/>
              <a:ext cx="8853488" cy="376428"/>
            </a:xfrm>
            <a:custGeom>
              <a:avLst/>
              <a:gdLst/>
              <a:ahLst/>
              <a:cxnLst/>
              <a:rect l="l" t="t" r="r" b="b"/>
              <a:pathLst>
                <a:path w="8853488" h="376428">
                  <a:moveTo>
                    <a:pt x="0" y="0"/>
                  </a:moveTo>
                  <a:lnTo>
                    <a:pt x="8853488" y="0"/>
                  </a:lnTo>
                  <a:lnTo>
                    <a:pt x="8608219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D9D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unnel-b22"/>
            <p:cNvSpPr/>
            <p:nvPr/>
          </p:nvSpPr>
          <p:spPr>
            <a:xfrm>
              <a:off x="10555700" y="13907167"/>
              <a:ext cx="8378000" cy="376428"/>
            </a:xfrm>
            <a:custGeom>
              <a:avLst/>
              <a:gdLst/>
              <a:ahLst/>
              <a:cxnLst/>
              <a:rect l="l" t="t" r="r" b="b"/>
              <a:pathLst>
                <a:path w="8378000" h="376428">
                  <a:moveTo>
                    <a:pt x="0" y="0"/>
                  </a:moveTo>
                  <a:lnTo>
                    <a:pt x="8378000" y="0"/>
                  </a:lnTo>
                  <a:lnTo>
                    <a:pt x="8132731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D5D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unnel-b23"/>
            <p:cNvSpPr/>
            <p:nvPr/>
          </p:nvSpPr>
          <p:spPr>
            <a:xfrm>
              <a:off x="10793540" y="14272165"/>
              <a:ext cx="7902320" cy="376428"/>
            </a:xfrm>
            <a:custGeom>
              <a:avLst/>
              <a:gdLst/>
              <a:ahLst/>
              <a:cxnLst/>
              <a:rect l="l" t="t" r="r" b="b"/>
              <a:pathLst>
                <a:path w="7902320" h="376428">
                  <a:moveTo>
                    <a:pt x="0" y="0"/>
                  </a:moveTo>
                  <a:lnTo>
                    <a:pt x="7902320" y="0"/>
                  </a:lnTo>
                  <a:lnTo>
                    <a:pt x="7657147" y="376428"/>
                  </a:lnTo>
                  <a:lnTo>
                    <a:pt x="245173" y="376428"/>
                  </a:lnTo>
                  <a:close/>
                </a:path>
              </a:pathLst>
            </a:custGeom>
            <a:solidFill>
              <a:srgbClr val="D1D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funnel-b24"/>
            <p:cNvSpPr/>
            <p:nvPr/>
          </p:nvSpPr>
          <p:spPr>
            <a:xfrm>
              <a:off x="11031284" y="14637163"/>
              <a:ext cx="7426832" cy="376523"/>
            </a:xfrm>
            <a:custGeom>
              <a:avLst/>
              <a:gdLst/>
              <a:ahLst/>
              <a:cxnLst/>
              <a:rect l="l" t="t" r="r" b="b"/>
              <a:pathLst>
                <a:path w="7426832" h="376523">
                  <a:moveTo>
                    <a:pt x="0" y="0"/>
                  </a:moveTo>
                  <a:lnTo>
                    <a:pt x="7426832" y="0"/>
                  </a:lnTo>
                  <a:lnTo>
                    <a:pt x="7181564" y="376523"/>
                  </a:lnTo>
                  <a:lnTo>
                    <a:pt x="245268" y="376523"/>
                  </a:lnTo>
                  <a:close/>
                </a:path>
              </a:pathLst>
            </a:custGeom>
            <a:solidFill>
              <a:srgbClr val="CD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funnel-b25"/>
            <p:cNvSpPr/>
            <p:nvPr/>
          </p:nvSpPr>
          <p:spPr>
            <a:xfrm>
              <a:off x="11269123" y="15002256"/>
              <a:ext cx="6951154" cy="376428"/>
            </a:xfrm>
            <a:custGeom>
              <a:avLst/>
              <a:gdLst/>
              <a:ahLst/>
              <a:cxnLst/>
              <a:rect l="l" t="t" r="r" b="b"/>
              <a:pathLst>
                <a:path w="6951154" h="376428">
                  <a:moveTo>
                    <a:pt x="0" y="0"/>
                  </a:moveTo>
                  <a:lnTo>
                    <a:pt x="6951154" y="0"/>
                  </a:lnTo>
                  <a:lnTo>
                    <a:pt x="6705981" y="376428"/>
                  </a:lnTo>
                  <a:lnTo>
                    <a:pt x="245173" y="376428"/>
                  </a:lnTo>
                  <a:close/>
                </a:path>
              </a:pathLst>
            </a:custGeom>
            <a:solidFill>
              <a:srgbClr val="C8D0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funnel-b26"/>
            <p:cNvSpPr/>
            <p:nvPr/>
          </p:nvSpPr>
          <p:spPr>
            <a:xfrm>
              <a:off x="11506867" y="15367254"/>
              <a:ext cx="6475666" cy="376428"/>
            </a:xfrm>
            <a:custGeom>
              <a:avLst/>
              <a:gdLst/>
              <a:ahLst/>
              <a:cxnLst/>
              <a:rect l="l" t="t" r="r" b="b"/>
              <a:pathLst>
                <a:path w="6475666" h="376428">
                  <a:moveTo>
                    <a:pt x="0" y="0"/>
                  </a:moveTo>
                  <a:lnTo>
                    <a:pt x="6475666" y="0"/>
                  </a:lnTo>
                  <a:lnTo>
                    <a:pt x="6230397" y="376428"/>
                  </a:lnTo>
                  <a:lnTo>
                    <a:pt x="245269" y="376428"/>
                  </a:lnTo>
                  <a:close/>
                </a:path>
              </a:pathLst>
            </a:custGeom>
            <a:solidFill>
              <a:srgbClr val="C4C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unnel-b27"/>
            <p:cNvSpPr/>
            <p:nvPr/>
          </p:nvSpPr>
          <p:spPr>
            <a:xfrm>
              <a:off x="11744706" y="15732252"/>
              <a:ext cx="5999988" cy="364998"/>
            </a:xfrm>
            <a:custGeom>
              <a:avLst/>
              <a:gdLst/>
              <a:ahLst/>
              <a:cxnLst/>
              <a:rect l="l" t="t" r="r" b="b"/>
              <a:pathLst>
                <a:path w="5999988" h="364998">
                  <a:moveTo>
                    <a:pt x="0" y="0"/>
                  </a:moveTo>
                  <a:lnTo>
                    <a:pt x="5999988" y="0"/>
                  </a:lnTo>
                  <a:lnTo>
                    <a:pt x="5762244" y="364998"/>
                  </a:lnTo>
                  <a:lnTo>
                    <a:pt x="237744" y="364998"/>
                  </a:lnTo>
                  <a:close/>
                </a:path>
              </a:pathLst>
            </a:custGeom>
            <a:solidFill>
              <a:srgbClr val="C0C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2" name="arrow-v-left"/>
          <p:cNvGrpSpPr/>
          <p:nvPr/>
        </p:nvGrpSpPr>
        <p:grpSpPr>
          <a:xfrm>
            <a:off x="4438650" y="6057900"/>
            <a:ext cx="533400" cy="7543800"/>
            <a:chOff x="4438650" y="6057900"/>
            <a:chExt cx="533400" cy="7543800"/>
          </a:xfrm>
        </p:grpSpPr>
        <p:sp>
          <p:nvSpPr>
            <p:cNvPr id="32" name="avL-b00"/>
            <p:cNvSpPr/>
            <p:nvPr/>
          </p:nvSpPr>
          <p:spPr>
            <a:xfrm>
              <a:off x="4572000" y="6057900"/>
              <a:ext cx="276225" cy="245459"/>
            </a:xfrm>
            <a:prstGeom prst="rect">
              <a:avLst/>
            </a:prstGeom>
            <a:solidFill>
              <a:srgbClr val="FCF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avL-b01"/>
            <p:cNvSpPr/>
            <p:nvPr/>
          </p:nvSpPr>
          <p:spPr>
            <a:xfrm>
              <a:off x="4572000" y="6290024"/>
              <a:ext cx="276225" cy="245459"/>
            </a:xfrm>
            <a:prstGeom prst="rect">
              <a:avLst/>
            </a:prstGeom>
            <a:solidFill>
              <a:srgbClr val="FBF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avL-b02"/>
            <p:cNvSpPr/>
            <p:nvPr/>
          </p:nvSpPr>
          <p:spPr>
            <a:xfrm>
              <a:off x="4572000" y="6522053"/>
              <a:ext cx="276225" cy="245459"/>
            </a:xfrm>
            <a:prstGeom prst="rect">
              <a:avLst/>
            </a:prstGeom>
            <a:solidFill>
              <a:srgbClr val="F9F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avL-b03"/>
            <p:cNvSpPr/>
            <p:nvPr/>
          </p:nvSpPr>
          <p:spPr>
            <a:xfrm>
              <a:off x="4572000" y="6754178"/>
              <a:ext cx="276225" cy="245459"/>
            </a:xfrm>
            <a:prstGeom prst="rect">
              <a:avLst/>
            </a:prstGeom>
            <a:solidFill>
              <a:srgbClr val="F8F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avL-b04"/>
            <p:cNvSpPr/>
            <p:nvPr/>
          </p:nvSpPr>
          <p:spPr>
            <a:xfrm>
              <a:off x="4572000" y="6986302"/>
              <a:ext cx="276225" cy="245459"/>
            </a:xfrm>
            <a:prstGeom prst="rect">
              <a:avLst/>
            </a:prstGeom>
            <a:solidFill>
              <a:srgbClr val="F6F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avL-b05"/>
            <p:cNvSpPr/>
            <p:nvPr/>
          </p:nvSpPr>
          <p:spPr>
            <a:xfrm>
              <a:off x="4572000" y="7218331"/>
              <a:ext cx="276225" cy="245459"/>
            </a:xfrm>
            <a:prstGeom prst="rect">
              <a:avLst/>
            </a:prstGeom>
            <a:solidFill>
              <a:srgbClr val="F5F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avL-b06"/>
            <p:cNvSpPr/>
            <p:nvPr/>
          </p:nvSpPr>
          <p:spPr>
            <a:xfrm>
              <a:off x="4572000" y="7450455"/>
              <a:ext cx="276225" cy="245459"/>
            </a:xfrm>
            <a:prstGeom prst="rect">
              <a:avLst/>
            </a:prstGeom>
            <a:solidFill>
              <a:srgbClr val="F3F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avL-b07"/>
            <p:cNvSpPr/>
            <p:nvPr/>
          </p:nvSpPr>
          <p:spPr>
            <a:xfrm>
              <a:off x="4572000" y="7682579"/>
              <a:ext cx="276225" cy="245459"/>
            </a:xfrm>
            <a:prstGeom prst="rect">
              <a:avLst/>
            </a:prstGeom>
            <a:solidFill>
              <a:srgbClr val="F2F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avL-b08"/>
            <p:cNvSpPr/>
            <p:nvPr/>
          </p:nvSpPr>
          <p:spPr>
            <a:xfrm>
              <a:off x="4572000" y="7914608"/>
              <a:ext cx="276225" cy="245459"/>
            </a:xfrm>
            <a:prstGeom prst="rect">
              <a:avLst/>
            </a:prstGeom>
            <a:solidFill>
              <a:srgbClr val="F0F2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avL-b09"/>
            <p:cNvSpPr/>
            <p:nvPr/>
          </p:nvSpPr>
          <p:spPr>
            <a:xfrm>
              <a:off x="4572000" y="8146732"/>
              <a:ext cx="276225" cy="245459"/>
            </a:xfrm>
            <a:prstGeom prst="rect">
              <a:avLst/>
            </a:prstGeom>
            <a:solidFill>
              <a:srgbClr val="EFF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avL-b10"/>
            <p:cNvSpPr/>
            <p:nvPr/>
          </p:nvSpPr>
          <p:spPr>
            <a:xfrm>
              <a:off x="4572000" y="8378857"/>
              <a:ext cx="276225" cy="245459"/>
            </a:xfrm>
            <a:prstGeom prst="rect">
              <a:avLst/>
            </a:prstGeom>
            <a:solidFill>
              <a:srgbClr val="EEF0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avL-b11"/>
            <p:cNvSpPr/>
            <p:nvPr/>
          </p:nvSpPr>
          <p:spPr>
            <a:xfrm>
              <a:off x="4572000" y="8610886"/>
              <a:ext cx="276225" cy="245459"/>
            </a:xfrm>
            <a:prstGeom prst="rect">
              <a:avLst/>
            </a:prstGeom>
            <a:solidFill>
              <a:srgbClr val="ECE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avL-b12"/>
            <p:cNvSpPr/>
            <p:nvPr/>
          </p:nvSpPr>
          <p:spPr>
            <a:xfrm>
              <a:off x="4572000" y="8843010"/>
              <a:ext cx="276225" cy="245459"/>
            </a:xfrm>
            <a:prstGeom prst="rect">
              <a:avLst/>
            </a:prstGeom>
            <a:solidFill>
              <a:srgbClr val="EBE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avL-b13"/>
            <p:cNvSpPr/>
            <p:nvPr/>
          </p:nvSpPr>
          <p:spPr>
            <a:xfrm>
              <a:off x="4572000" y="9075134"/>
              <a:ext cx="276225" cy="245459"/>
            </a:xfrm>
            <a:prstGeom prst="rect">
              <a:avLst/>
            </a:prstGeom>
            <a:solidFill>
              <a:srgbClr val="E9E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avL-b14"/>
            <p:cNvSpPr/>
            <p:nvPr/>
          </p:nvSpPr>
          <p:spPr>
            <a:xfrm>
              <a:off x="4572000" y="9307163"/>
              <a:ext cx="276225" cy="245459"/>
            </a:xfrm>
            <a:prstGeom prst="rect">
              <a:avLst/>
            </a:prstGeom>
            <a:solidFill>
              <a:srgbClr val="E8E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avL-b15"/>
            <p:cNvSpPr/>
            <p:nvPr/>
          </p:nvSpPr>
          <p:spPr>
            <a:xfrm>
              <a:off x="4572000" y="9539288"/>
              <a:ext cx="276225" cy="245459"/>
            </a:xfrm>
            <a:prstGeom prst="rect">
              <a:avLst/>
            </a:prstGeom>
            <a:solidFill>
              <a:srgbClr val="E6E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avL-b16"/>
            <p:cNvSpPr/>
            <p:nvPr/>
          </p:nvSpPr>
          <p:spPr>
            <a:xfrm>
              <a:off x="4572000" y="9771412"/>
              <a:ext cx="276225" cy="245459"/>
            </a:xfrm>
            <a:prstGeom prst="rect">
              <a:avLst/>
            </a:prstGeom>
            <a:solidFill>
              <a:srgbClr val="E4E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avL-b17"/>
            <p:cNvSpPr/>
            <p:nvPr/>
          </p:nvSpPr>
          <p:spPr>
            <a:xfrm>
              <a:off x="4572000" y="10003441"/>
              <a:ext cx="276225" cy="245459"/>
            </a:xfrm>
            <a:prstGeom prst="rect">
              <a:avLst/>
            </a:prstGeom>
            <a:solidFill>
              <a:srgbClr val="E1E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avL-b18"/>
            <p:cNvSpPr/>
            <p:nvPr/>
          </p:nvSpPr>
          <p:spPr>
            <a:xfrm>
              <a:off x="4572000" y="10235565"/>
              <a:ext cx="276225" cy="245459"/>
            </a:xfrm>
            <a:prstGeom prst="rect">
              <a:avLst/>
            </a:prstGeom>
            <a:solidFill>
              <a:srgbClr val="DFE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avL-b19"/>
            <p:cNvSpPr/>
            <p:nvPr/>
          </p:nvSpPr>
          <p:spPr>
            <a:xfrm>
              <a:off x="4572000" y="10467689"/>
              <a:ext cx="276225" cy="245459"/>
            </a:xfrm>
            <a:prstGeom prst="rect">
              <a:avLst/>
            </a:prstGeom>
            <a:solidFill>
              <a:srgbClr val="DDE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avL-b20"/>
            <p:cNvSpPr/>
            <p:nvPr/>
          </p:nvSpPr>
          <p:spPr>
            <a:xfrm>
              <a:off x="4572000" y="10699718"/>
              <a:ext cx="276225" cy="245459"/>
            </a:xfrm>
            <a:prstGeom prst="rect">
              <a:avLst/>
            </a:prstGeom>
            <a:solidFill>
              <a:srgbClr val="DBD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avL-b21"/>
            <p:cNvSpPr/>
            <p:nvPr/>
          </p:nvSpPr>
          <p:spPr>
            <a:xfrm>
              <a:off x="4572000" y="10931842"/>
              <a:ext cx="276225" cy="245459"/>
            </a:xfrm>
            <a:prstGeom prst="rect">
              <a:avLst/>
            </a:prstGeom>
            <a:solidFill>
              <a:srgbClr val="D9D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avL-b22"/>
            <p:cNvSpPr/>
            <p:nvPr/>
          </p:nvSpPr>
          <p:spPr>
            <a:xfrm>
              <a:off x="4572000" y="11163967"/>
              <a:ext cx="276225" cy="245459"/>
            </a:xfrm>
            <a:prstGeom prst="rect">
              <a:avLst/>
            </a:prstGeom>
            <a:solidFill>
              <a:srgbClr val="D6D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avL-b23"/>
            <p:cNvSpPr/>
            <p:nvPr/>
          </p:nvSpPr>
          <p:spPr>
            <a:xfrm>
              <a:off x="4572000" y="11395996"/>
              <a:ext cx="276225" cy="245459"/>
            </a:xfrm>
            <a:prstGeom prst="rect">
              <a:avLst/>
            </a:prstGeom>
            <a:solidFill>
              <a:srgbClr val="D4D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avL-b24"/>
            <p:cNvSpPr/>
            <p:nvPr/>
          </p:nvSpPr>
          <p:spPr>
            <a:xfrm>
              <a:off x="4572000" y="11628120"/>
              <a:ext cx="276225" cy="245459"/>
            </a:xfrm>
            <a:prstGeom prst="rect">
              <a:avLst/>
            </a:prstGeom>
            <a:solidFill>
              <a:srgbClr val="D2D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avL-b25"/>
            <p:cNvSpPr/>
            <p:nvPr/>
          </p:nvSpPr>
          <p:spPr>
            <a:xfrm>
              <a:off x="4572000" y="11860244"/>
              <a:ext cx="276225" cy="245459"/>
            </a:xfrm>
            <a:prstGeom prst="rect">
              <a:avLst/>
            </a:prstGeom>
            <a:solidFill>
              <a:srgbClr val="D0D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avL-b26"/>
            <p:cNvSpPr/>
            <p:nvPr/>
          </p:nvSpPr>
          <p:spPr>
            <a:xfrm>
              <a:off x="4572000" y="12092273"/>
              <a:ext cx="276225" cy="245459"/>
            </a:xfrm>
            <a:prstGeom prst="rect">
              <a:avLst/>
            </a:prstGeom>
            <a:solidFill>
              <a:srgbClr val="CED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avL-b27"/>
            <p:cNvSpPr/>
            <p:nvPr/>
          </p:nvSpPr>
          <p:spPr>
            <a:xfrm>
              <a:off x="4572000" y="12324398"/>
              <a:ext cx="276225" cy="245459"/>
            </a:xfrm>
            <a:prstGeom prst="rect">
              <a:avLst/>
            </a:prstGeom>
            <a:solidFill>
              <a:srgbClr val="CBD2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avL-b28"/>
            <p:cNvSpPr/>
            <p:nvPr/>
          </p:nvSpPr>
          <p:spPr>
            <a:xfrm>
              <a:off x="4572000" y="12556522"/>
              <a:ext cx="276225" cy="245459"/>
            </a:xfrm>
            <a:prstGeom prst="rect">
              <a:avLst/>
            </a:prstGeom>
            <a:solidFill>
              <a:srgbClr val="C9D0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avL-b29"/>
            <p:cNvSpPr/>
            <p:nvPr/>
          </p:nvSpPr>
          <p:spPr>
            <a:xfrm>
              <a:off x="4572000" y="12788551"/>
              <a:ext cx="276225" cy="237839"/>
            </a:xfrm>
            <a:prstGeom prst="rect">
              <a:avLst/>
            </a:prstGeom>
            <a:solidFill>
              <a:srgbClr val="C7C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avL-head"/>
            <p:cNvSpPr/>
            <p:nvPr/>
          </p:nvSpPr>
          <p:spPr>
            <a:xfrm>
              <a:off x="4438650" y="13020675"/>
              <a:ext cx="533400" cy="581025"/>
            </a:xfrm>
            <a:custGeom>
              <a:avLst/>
              <a:gdLst/>
              <a:ahLst/>
              <a:cxnLst/>
              <a:rect l="l" t="t" r="r" b="b"/>
              <a:pathLst>
                <a:path w="533400" h="581025">
                  <a:moveTo>
                    <a:pt x="0" y="0"/>
                  </a:moveTo>
                  <a:lnTo>
                    <a:pt x="533400" y="0"/>
                  </a:lnTo>
                  <a:lnTo>
                    <a:pt x="266700" y="581025"/>
                  </a:lnTo>
                  <a:close/>
                </a:path>
              </a:pathLst>
            </a:custGeom>
            <a:solidFill>
              <a:srgbClr val="C3CA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6" name="arrow-v-right"/>
          <p:cNvGrpSpPr/>
          <p:nvPr/>
        </p:nvGrpSpPr>
        <p:grpSpPr>
          <a:xfrm>
            <a:off x="24526875" y="6057900"/>
            <a:ext cx="533400" cy="7543800"/>
            <a:chOff x="24526875" y="6057900"/>
            <a:chExt cx="533400" cy="7543800"/>
          </a:xfrm>
        </p:grpSpPr>
        <p:sp>
          <p:nvSpPr>
            <p:cNvPr id="63" name="avR-b00"/>
            <p:cNvSpPr/>
            <p:nvPr/>
          </p:nvSpPr>
          <p:spPr>
            <a:xfrm>
              <a:off x="24660225" y="6057900"/>
              <a:ext cx="276225" cy="245459"/>
            </a:xfrm>
            <a:prstGeom prst="rect">
              <a:avLst/>
            </a:prstGeom>
            <a:solidFill>
              <a:srgbClr val="FCF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avR-b01"/>
            <p:cNvSpPr/>
            <p:nvPr/>
          </p:nvSpPr>
          <p:spPr>
            <a:xfrm>
              <a:off x="24660225" y="6290024"/>
              <a:ext cx="276225" cy="245459"/>
            </a:xfrm>
            <a:prstGeom prst="rect">
              <a:avLst/>
            </a:prstGeom>
            <a:solidFill>
              <a:srgbClr val="FBF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avR-b02"/>
            <p:cNvSpPr/>
            <p:nvPr/>
          </p:nvSpPr>
          <p:spPr>
            <a:xfrm>
              <a:off x="24660225" y="6522053"/>
              <a:ext cx="276225" cy="245459"/>
            </a:xfrm>
            <a:prstGeom prst="rect">
              <a:avLst/>
            </a:prstGeom>
            <a:solidFill>
              <a:srgbClr val="F9F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avR-b03"/>
            <p:cNvSpPr/>
            <p:nvPr/>
          </p:nvSpPr>
          <p:spPr>
            <a:xfrm>
              <a:off x="24660225" y="6754178"/>
              <a:ext cx="276225" cy="245459"/>
            </a:xfrm>
            <a:prstGeom prst="rect">
              <a:avLst/>
            </a:prstGeom>
            <a:solidFill>
              <a:srgbClr val="F8F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avR-b04"/>
            <p:cNvSpPr/>
            <p:nvPr/>
          </p:nvSpPr>
          <p:spPr>
            <a:xfrm>
              <a:off x="24660225" y="6986302"/>
              <a:ext cx="276225" cy="245459"/>
            </a:xfrm>
            <a:prstGeom prst="rect">
              <a:avLst/>
            </a:prstGeom>
            <a:solidFill>
              <a:srgbClr val="F6F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avR-b05"/>
            <p:cNvSpPr/>
            <p:nvPr/>
          </p:nvSpPr>
          <p:spPr>
            <a:xfrm>
              <a:off x="24660225" y="7218331"/>
              <a:ext cx="276225" cy="245459"/>
            </a:xfrm>
            <a:prstGeom prst="rect">
              <a:avLst/>
            </a:prstGeom>
            <a:solidFill>
              <a:srgbClr val="F5F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avR-b06"/>
            <p:cNvSpPr/>
            <p:nvPr/>
          </p:nvSpPr>
          <p:spPr>
            <a:xfrm>
              <a:off x="24660225" y="7450455"/>
              <a:ext cx="276225" cy="245459"/>
            </a:xfrm>
            <a:prstGeom prst="rect">
              <a:avLst/>
            </a:prstGeom>
            <a:solidFill>
              <a:srgbClr val="F3F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avR-b07"/>
            <p:cNvSpPr/>
            <p:nvPr/>
          </p:nvSpPr>
          <p:spPr>
            <a:xfrm>
              <a:off x="24660225" y="7682579"/>
              <a:ext cx="276225" cy="245459"/>
            </a:xfrm>
            <a:prstGeom prst="rect">
              <a:avLst/>
            </a:prstGeom>
            <a:solidFill>
              <a:srgbClr val="F2F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avR-b08"/>
            <p:cNvSpPr/>
            <p:nvPr/>
          </p:nvSpPr>
          <p:spPr>
            <a:xfrm>
              <a:off x="24660225" y="7914608"/>
              <a:ext cx="276225" cy="245459"/>
            </a:xfrm>
            <a:prstGeom prst="rect">
              <a:avLst/>
            </a:prstGeom>
            <a:solidFill>
              <a:srgbClr val="F0F2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avR-b09"/>
            <p:cNvSpPr/>
            <p:nvPr/>
          </p:nvSpPr>
          <p:spPr>
            <a:xfrm>
              <a:off x="24660225" y="8146732"/>
              <a:ext cx="276225" cy="245459"/>
            </a:xfrm>
            <a:prstGeom prst="rect">
              <a:avLst/>
            </a:prstGeom>
            <a:solidFill>
              <a:srgbClr val="EFF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avR-b10"/>
            <p:cNvSpPr/>
            <p:nvPr/>
          </p:nvSpPr>
          <p:spPr>
            <a:xfrm>
              <a:off x="24660225" y="8378857"/>
              <a:ext cx="276225" cy="245459"/>
            </a:xfrm>
            <a:prstGeom prst="rect">
              <a:avLst/>
            </a:prstGeom>
            <a:solidFill>
              <a:srgbClr val="EEF0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avR-b11"/>
            <p:cNvSpPr/>
            <p:nvPr/>
          </p:nvSpPr>
          <p:spPr>
            <a:xfrm>
              <a:off x="24660225" y="8610886"/>
              <a:ext cx="276225" cy="245459"/>
            </a:xfrm>
            <a:prstGeom prst="rect">
              <a:avLst/>
            </a:prstGeom>
            <a:solidFill>
              <a:srgbClr val="ECE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avR-b12"/>
            <p:cNvSpPr/>
            <p:nvPr/>
          </p:nvSpPr>
          <p:spPr>
            <a:xfrm>
              <a:off x="24660225" y="8843010"/>
              <a:ext cx="276225" cy="245459"/>
            </a:xfrm>
            <a:prstGeom prst="rect">
              <a:avLst/>
            </a:prstGeom>
            <a:solidFill>
              <a:srgbClr val="EBE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avR-b13"/>
            <p:cNvSpPr/>
            <p:nvPr/>
          </p:nvSpPr>
          <p:spPr>
            <a:xfrm>
              <a:off x="24660225" y="9075134"/>
              <a:ext cx="276225" cy="245459"/>
            </a:xfrm>
            <a:prstGeom prst="rect">
              <a:avLst/>
            </a:prstGeom>
            <a:solidFill>
              <a:srgbClr val="E9E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avR-b14"/>
            <p:cNvSpPr/>
            <p:nvPr/>
          </p:nvSpPr>
          <p:spPr>
            <a:xfrm>
              <a:off x="24660225" y="9307163"/>
              <a:ext cx="276225" cy="245459"/>
            </a:xfrm>
            <a:prstGeom prst="rect">
              <a:avLst/>
            </a:prstGeom>
            <a:solidFill>
              <a:srgbClr val="E8E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avR-b15"/>
            <p:cNvSpPr/>
            <p:nvPr/>
          </p:nvSpPr>
          <p:spPr>
            <a:xfrm>
              <a:off x="24660225" y="9539288"/>
              <a:ext cx="276225" cy="245459"/>
            </a:xfrm>
            <a:prstGeom prst="rect">
              <a:avLst/>
            </a:prstGeom>
            <a:solidFill>
              <a:srgbClr val="E6E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avR-b16"/>
            <p:cNvSpPr/>
            <p:nvPr/>
          </p:nvSpPr>
          <p:spPr>
            <a:xfrm>
              <a:off x="24660225" y="9771412"/>
              <a:ext cx="276225" cy="245459"/>
            </a:xfrm>
            <a:prstGeom prst="rect">
              <a:avLst/>
            </a:prstGeom>
            <a:solidFill>
              <a:srgbClr val="E4E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avR-b17"/>
            <p:cNvSpPr/>
            <p:nvPr/>
          </p:nvSpPr>
          <p:spPr>
            <a:xfrm>
              <a:off x="24660225" y="10003441"/>
              <a:ext cx="276225" cy="245459"/>
            </a:xfrm>
            <a:prstGeom prst="rect">
              <a:avLst/>
            </a:prstGeom>
            <a:solidFill>
              <a:srgbClr val="E1E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avR-b18"/>
            <p:cNvSpPr/>
            <p:nvPr/>
          </p:nvSpPr>
          <p:spPr>
            <a:xfrm>
              <a:off x="24660225" y="10235565"/>
              <a:ext cx="276225" cy="245459"/>
            </a:xfrm>
            <a:prstGeom prst="rect">
              <a:avLst/>
            </a:prstGeom>
            <a:solidFill>
              <a:srgbClr val="DFE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avR-b19"/>
            <p:cNvSpPr/>
            <p:nvPr/>
          </p:nvSpPr>
          <p:spPr>
            <a:xfrm>
              <a:off x="24660225" y="10467689"/>
              <a:ext cx="276225" cy="245459"/>
            </a:xfrm>
            <a:prstGeom prst="rect">
              <a:avLst/>
            </a:prstGeom>
            <a:solidFill>
              <a:srgbClr val="DDE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avR-b20"/>
            <p:cNvSpPr/>
            <p:nvPr/>
          </p:nvSpPr>
          <p:spPr>
            <a:xfrm>
              <a:off x="24660225" y="10699718"/>
              <a:ext cx="276225" cy="245459"/>
            </a:xfrm>
            <a:prstGeom prst="rect">
              <a:avLst/>
            </a:prstGeom>
            <a:solidFill>
              <a:srgbClr val="DBD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avR-b21"/>
            <p:cNvSpPr/>
            <p:nvPr/>
          </p:nvSpPr>
          <p:spPr>
            <a:xfrm>
              <a:off x="24660225" y="10931842"/>
              <a:ext cx="276225" cy="245459"/>
            </a:xfrm>
            <a:prstGeom prst="rect">
              <a:avLst/>
            </a:prstGeom>
            <a:solidFill>
              <a:srgbClr val="D9D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avR-b22"/>
            <p:cNvSpPr/>
            <p:nvPr/>
          </p:nvSpPr>
          <p:spPr>
            <a:xfrm>
              <a:off x="24660225" y="11163967"/>
              <a:ext cx="276225" cy="245459"/>
            </a:xfrm>
            <a:prstGeom prst="rect">
              <a:avLst/>
            </a:prstGeom>
            <a:solidFill>
              <a:srgbClr val="D6D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avR-b23"/>
            <p:cNvSpPr/>
            <p:nvPr/>
          </p:nvSpPr>
          <p:spPr>
            <a:xfrm>
              <a:off x="24660225" y="11395996"/>
              <a:ext cx="276225" cy="245459"/>
            </a:xfrm>
            <a:prstGeom prst="rect">
              <a:avLst/>
            </a:prstGeom>
            <a:solidFill>
              <a:srgbClr val="D4D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avR-b24"/>
            <p:cNvSpPr/>
            <p:nvPr/>
          </p:nvSpPr>
          <p:spPr>
            <a:xfrm>
              <a:off x="24660225" y="11628120"/>
              <a:ext cx="276225" cy="245459"/>
            </a:xfrm>
            <a:prstGeom prst="rect">
              <a:avLst/>
            </a:prstGeom>
            <a:solidFill>
              <a:srgbClr val="D2D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avR-b25"/>
            <p:cNvSpPr/>
            <p:nvPr/>
          </p:nvSpPr>
          <p:spPr>
            <a:xfrm>
              <a:off x="24660225" y="11860244"/>
              <a:ext cx="276225" cy="245459"/>
            </a:xfrm>
            <a:prstGeom prst="rect">
              <a:avLst/>
            </a:prstGeom>
            <a:solidFill>
              <a:srgbClr val="D0D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avR-b26"/>
            <p:cNvSpPr/>
            <p:nvPr/>
          </p:nvSpPr>
          <p:spPr>
            <a:xfrm>
              <a:off x="24660225" y="12092273"/>
              <a:ext cx="276225" cy="245459"/>
            </a:xfrm>
            <a:prstGeom prst="rect">
              <a:avLst/>
            </a:prstGeom>
            <a:solidFill>
              <a:srgbClr val="CED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avR-b27"/>
            <p:cNvSpPr/>
            <p:nvPr/>
          </p:nvSpPr>
          <p:spPr>
            <a:xfrm>
              <a:off x="24660225" y="12324398"/>
              <a:ext cx="276225" cy="245459"/>
            </a:xfrm>
            <a:prstGeom prst="rect">
              <a:avLst/>
            </a:prstGeom>
            <a:solidFill>
              <a:srgbClr val="CBD2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avR-b28"/>
            <p:cNvSpPr/>
            <p:nvPr/>
          </p:nvSpPr>
          <p:spPr>
            <a:xfrm>
              <a:off x="24660225" y="12556522"/>
              <a:ext cx="276225" cy="245459"/>
            </a:xfrm>
            <a:prstGeom prst="rect">
              <a:avLst/>
            </a:prstGeom>
            <a:solidFill>
              <a:srgbClr val="C9D0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avR-b29"/>
            <p:cNvSpPr/>
            <p:nvPr/>
          </p:nvSpPr>
          <p:spPr>
            <a:xfrm>
              <a:off x="24660225" y="12788551"/>
              <a:ext cx="276225" cy="237839"/>
            </a:xfrm>
            <a:prstGeom prst="rect">
              <a:avLst/>
            </a:prstGeom>
            <a:solidFill>
              <a:srgbClr val="C7C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avR-head"/>
            <p:cNvSpPr/>
            <p:nvPr/>
          </p:nvSpPr>
          <p:spPr>
            <a:xfrm>
              <a:off x="24526875" y="13020675"/>
              <a:ext cx="533400" cy="581025"/>
            </a:xfrm>
            <a:custGeom>
              <a:avLst/>
              <a:gdLst/>
              <a:ahLst/>
              <a:cxnLst/>
              <a:rect l="l" t="t" r="r" b="b"/>
              <a:pathLst>
                <a:path w="533400" h="581025">
                  <a:moveTo>
                    <a:pt x="0" y="0"/>
                  </a:moveTo>
                  <a:lnTo>
                    <a:pt x="533400" y="0"/>
                  </a:lnTo>
                  <a:lnTo>
                    <a:pt x="266700" y="581025"/>
                  </a:lnTo>
                  <a:close/>
                </a:path>
              </a:pathLst>
            </a:custGeom>
            <a:solidFill>
              <a:srgbClr val="C3CA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8" name="layer-L1"/>
          <p:cNvGrpSpPr/>
          <p:nvPr/>
        </p:nvGrpSpPr>
        <p:grpSpPr>
          <a:xfrm>
            <a:off x="7715250" y="3038475"/>
            <a:ext cx="14068425" cy="2171700"/>
            <a:chOff x="7715250" y="3038475"/>
            <a:chExt cx="14068425" cy="2171700"/>
          </a:xfrm>
        </p:grpSpPr>
        <p:sp>
          <p:nvSpPr>
            <p:cNvPr id="94" name="L1-band-b00"/>
            <p:cNvSpPr/>
            <p:nvPr/>
          </p:nvSpPr>
          <p:spPr>
            <a:xfrm>
              <a:off x="12122944" y="3038475"/>
              <a:ext cx="5253037" cy="47625"/>
            </a:xfrm>
            <a:custGeom>
              <a:avLst/>
              <a:gdLst/>
              <a:ahLst/>
              <a:cxnLst/>
              <a:rect l="l" t="t" r="r" b="b"/>
              <a:pathLst>
                <a:path w="5253037" h="47625">
                  <a:moveTo>
                    <a:pt x="2626518" y="0"/>
                  </a:moveTo>
                  <a:lnTo>
                    <a:pt x="2626518" y="0"/>
                  </a:lnTo>
                  <a:lnTo>
                    <a:pt x="215455" y="38100"/>
                  </a:lnTo>
                  <a:lnTo>
                    <a:pt x="0" y="47625"/>
                  </a:lnTo>
                  <a:lnTo>
                    <a:pt x="5253037" y="47625"/>
                  </a:lnTo>
                  <a:lnTo>
                    <a:pt x="5037582" y="38100"/>
                  </a:lnTo>
                  <a:lnTo>
                    <a:pt x="2626518" y="0"/>
                  </a:lnTo>
                  <a:lnTo>
                    <a:pt x="26265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L1-band-b01"/>
            <p:cNvSpPr/>
            <p:nvPr/>
          </p:nvSpPr>
          <p:spPr>
            <a:xfrm>
              <a:off x="11336560" y="3074670"/>
              <a:ext cx="6825805" cy="47625"/>
            </a:xfrm>
            <a:custGeom>
              <a:avLst/>
              <a:gdLst/>
              <a:ahLst/>
              <a:cxnLst/>
              <a:rect l="l" t="t" r="r" b="b"/>
              <a:pathLst>
                <a:path w="6825805" h="47625">
                  <a:moveTo>
                    <a:pt x="1045559" y="0"/>
                  </a:moveTo>
                  <a:lnTo>
                    <a:pt x="1045559" y="0"/>
                  </a:lnTo>
                  <a:lnTo>
                    <a:pt x="203263" y="38100"/>
                  </a:lnTo>
                  <a:lnTo>
                    <a:pt x="0" y="47625"/>
                  </a:lnTo>
                  <a:lnTo>
                    <a:pt x="6825805" y="47625"/>
                  </a:lnTo>
                  <a:lnTo>
                    <a:pt x="6622542" y="38100"/>
                  </a:lnTo>
                  <a:lnTo>
                    <a:pt x="5780246" y="0"/>
                  </a:lnTo>
                  <a:lnTo>
                    <a:pt x="57802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L1-band-b02"/>
            <p:cNvSpPr/>
            <p:nvPr/>
          </p:nvSpPr>
          <p:spPr>
            <a:xfrm>
              <a:off x="10922603" y="3110865"/>
              <a:ext cx="7653719" cy="47625"/>
            </a:xfrm>
            <a:custGeom>
              <a:avLst/>
              <a:gdLst/>
              <a:ahLst/>
              <a:cxnLst/>
              <a:rect l="l" t="t" r="r" b="b"/>
              <a:pathLst>
                <a:path w="7653719" h="47625">
                  <a:moveTo>
                    <a:pt x="658178" y="0"/>
                  </a:moveTo>
                  <a:lnTo>
                    <a:pt x="658178" y="0"/>
                  </a:lnTo>
                  <a:lnTo>
                    <a:pt x="98679" y="38100"/>
                  </a:lnTo>
                  <a:lnTo>
                    <a:pt x="0" y="47625"/>
                  </a:lnTo>
                  <a:lnTo>
                    <a:pt x="7653719" y="47625"/>
                  </a:lnTo>
                  <a:lnTo>
                    <a:pt x="7555040" y="38100"/>
                  </a:lnTo>
                  <a:lnTo>
                    <a:pt x="6995541" y="0"/>
                  </a:lnTo>
                  <a:lnTo>
                    <a:pt x="69955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L1-band-b03"/>
            <p:cNvSpPr/>
            <p:nvPr/>
          </p:nvSpPr>
          <p:spPr>
            <a:xfrm>
              <a:off x="10557224" y="3147060"/>
              <a:ext cx="8384477" cy="47625"/>
            </a:xfrm>
            <a:custGeom>
              <a:avLst/>
              <a:gdLst/>
              <a:ahLst/>
              <a:cxnLst/>
              <a:rect l="l" t="t" r="r" b="b"/>
              <a:pathLst>
                <a:path w="8384477" h="47625">
                  <a:moveTo>
                    <a:pt x="483966" y="0"/>
                  </a:moveTo>
                  <a:lnTo>
                    <a:pt x="483966" y="0"/>
                  </a:lnTo>
                  <a:lnTo>
                    <a:pt x="94869" y="38100"/>
                  </a:lnTo>
                  <a:lnTo>
                    <a:pt x="0" y="47625"/>
                  </a:lnTo>
                  <a:lnTo>
                    <a:pt x="8384477" y="47625"/>
                  </a:lnTo>
                  <a:lnTo>
                    <a:pt x="8289608" y="38100"/>
                  </a:lnTo>
                  <a:lnTo>
                    <a:pt x="7900512" y="0"/>
                  </a:lnTo>
                  <a:lnTo>
                    <a:pt x="79005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L1-band-b04"/>
            <p:cNvSpPr/>
            <p:nvPr/>
          </p:nvSpPr>
          <p:spPr>
            <a:xfrm>
              <a:off x="10203275" y="3183255"/>
              <a:ext cx="9092375" cy="47625"/>
            </a:xfrm>
            <a:custGeom>
              <a:avLst/>
              <a:gdLst/>
              <a:ahLst/>
              <a:cxnLst/>
              <a:rect l="l" t="t" r="r" b="b"/>
              <a:pathLst>
                <a:path w="9092375" h="47625">
                  <a:moveTo>
                    <a:pt x="467868" y="0"/>
                  </a:moveTo>
                  <a:lnTo>
                    <a:pt x="467868" y="0"/>
                  </a:lnTo>
                  <a:lnTo>
                    <a:pt x="92202" y="38100"/>
                  </a:lnTo>
                  <a:lnTo>
                    <a:pt x="0" y="47625"/>
                  </a:lnTo>
                  <a:lnTo>
                    <a:pt x="9092375" y="47625"/>
                  </a:lnTo>
                  <a:lnTo>
                    <a:pt x="9000173" y="38100"/>
                  </a:lnTo>
                  <a:lnTo>
                    <a:pt x="8624507" y="0"/>
                  </a:lnTo>
                  <a:lnTo>
                    <a:pt x="8624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L1-band-b05"/>
            <p:cNvSpPr/>
            <p:nvPr/>
          </p:nvSpPr>
          <p:spPr>
            <a:xfrm>
              <a:off x="9943814" y="3219450"/>
              <a:ext cx="9611297" cy="47625"/>
            </a:xfrm>
            <a:custGeom>
              <a:avLst/>
              <a:gdLst/>
              <a:ahLst/>
              <a:cxnLst/>
              <a:rect l="l" t="t" r="r" b="b"/>
              <a:pathLst>
                <a:path w="9611297" h="47625">
                  <a:moveTo>
                    <a:pt x="370237" y="0"/>
                  </a:moveTo>
                  <a:lnTo>
                    <a:pt x="370237" y="0"/>
                  </a:lnTo>
                  <a:lnTo>
                    <a:pt x="65532" y="38100"/>
                  </a:lnTo>
                  <a:lnTo>
                    <a:pt x="0" y="47625"/>
                  </a:lnTo>
                  <a:lnTo>
                    <a:pt x="9611297" y="47625"/>
                  </a:lnTo>
                  <a:lnTo>
                    <a:pt x="9545765" y="38100"/>
                  </a:lnTo>
                  <a:lnTo>
                    <a:pt x="9241060" y="0"/>
                  </a:lnTo>
                  <a:lnTo>
                    <a:pt x="9241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" name="L1-band-b06"/>
            <p:cNvSpPr/>
            <p:nvPr/>
          </p:nvSpPr>
          <p:spPr>
            <a:xfrm>
              <a:off x="9699117" y="3255645"/>
              <a:ext cx="10100691" cy="47625"/>
            </a:xfrm>
            <a:custGeom>
              <a:avLst/>
              <a:gdLst/>
              <a:ahLst/>
              <a:cxnLst/>
              <a:rect l="l" t="t" r="r" b="b"/>
              <a:pathLst>
                <a:path w="10100691" h="47625">
                  <a:moveTo>
                    <a:pt x="323374" y="0"/>
                  </a:moveTo>
                  <a:lnTo>
                    <a:pt x="323374" y="0"/>
                  </a:lnTo>
                  <a:lnTo>
                    <a:pt x="63817" y="38100"/>
                  </a:lnTo>
                  <a:lnTo>
                    <a:pt x="0" y="47625"/>
                  </a:lnTo>
                  <a:lnTo>
                    <a:pt x="10100691" y="47625"/>
                  </a:lnTo>
                  <a:lnTo>
                    <a:pt x="10036873" y="38100"/>
                  </a:lnTo>
                  <a:lnTo>
                    <a:pt x="9777317" y="0"/>
                  </a:lnTo>
                  <a:lnTo>
                    <a:pt x="9777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L1-band-b07"/>
            <p:cNvSpPr/>
            <p:nvPr/>
          </p:nvSpPr>
          <p:spPr>
            <a:xfrm>
              <a:off x="9459944" y="3291840"/>
              <a:ext cx="10579037" cy="47625"/>
            </a:xfrm>
            <a:custGeom>
              <a:avLst/>
              <a:gdLst/>
              <a:ahLst/>
              <a:cxnLst/>
              <a:rect l="l" t="t" r="r" b="b"/>
              <a:pathLst>
                <a:path w="10579037" h="47625">
                  <a:moveTo>
                    <a:pt x="315754" y="0"/>
                  </a:moveTo>
                  <a:lnTo>
                    <a:pt x="315754" y="0"/>
                  </a:lnTo>
                  <a:lnTo>
                    <a:pt x="62484" y="38100"/>
                  </a:lnTo>
                  <a:lnTo>
                    <a:pt x="0" y="47625"/>
                  </a:lnTo>
                  <a:lnTo>
                    <a:pt x="10579037" y="47625"/>
                  </a:lnTo>
                  <a:lnTo>
                    <a:pt x="10516553" y="38100"/>
                  </a:lnTo>
                  <a:lnTo>
                    <a:pt x="10263283" y="0"/>
                  </a:lnTo>
                  <a:lnTo>
                    <a:pt x="10263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L1-band-b08"/>
            <p:cNvSpPr/>
            <p:nvPr/>
          </p:nvSpPr>
          <p:spPr>
            <a:xfrm>
              <a:off x="9249346" y="3328035"/>
              <a:ext cx="11000232" cy="47625"/>
            </a:xfrm>
            <a:custGeom>
              <a:avLst/>
              <a:gdLst/>
              <a:ahLst/>
              <a:cxnLst/>
              <a:rect l="l" t="t" r="r" b="b"/>
              <a:pathLst>
                <a:path w="11000232" h="47625">
                  <a:moveTo>
                    <a:pt x="285560" y="0"/>
                  </a:moveTo>
                  <a:lnTo>
                    <a:pt x="285560" y="0"/>
                  </a:lnTo>
                  <a:lnTo>
                    <a:pt x="41434" y="38100"/>
                  </a:lnTo>
                  <a:lnTo>
                    <a:pt x="0" y="47625"/>
                  </a:lnTo>
                  <a:lnTo>
                    <a:pt x="11000232" y="47625"/>
                  </a:lnTo>
                  <a:lnTo>
                    <a:pt x="10958799" y="38100"/>
                  </a:lnTo>
                  <a:lnTo>
                    <a:pt x="10714673" y="0"/>
                  </a:lnTo>
                  <a:lnTo>
                    <a:pt x="107146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L1-band-b09"/>
            <p:cNvSpPr/>
            <p:nvPr/>
          </p:nvSpPr>
          <p:spPr>
            <a:xfrm>
              <a:off x="9094089" y="3364230"/>
              <a:ext cx="11310747" cy="47625"/>
            </a:xfrm>
            <a:custGeom>
              <a:avLst/>
              <a:gdLst/>
              <a:ahLst/>
              <a:cxnLst/>
              <a:rect l="l" t="t" r="r" b="b"/>
              <a:pathLst>
                <a:path w="11310747" h="47625">
                  <a:moveTo>
                    <a:pt x="205073" y="0"/>
                  </a:moveTo>
                  <a:lnTo>
                    <a:pt x="205073" y="0"/>
                  </a:lnTo>
                  <a:lnTo>
                    <a:pt x="40481" y="38100"/>
                  </a:lnTo>
                  <a:lnTo>
                    <a:pt x="0" y="47625"/>
                  </a:lnTo>
                  <a:lnTo>
                    <a:pt x="11310747" y="47625"/>
                  </a:lnTo>
                  <a:lnTo>
                    <a:pt x="11270266" y="38100"/>
                  </a:lnTo>
                  <a:lnTo>
                    <a:pt x="11105674" y="0"/>
                  </a:lnTo>
                  <a:lnTo>
                    <a:pt x="111056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L1-band-b10"/>
            <p:cNvSpPr/>
            <p:nvPr/>
          </p:nvSpPr>
          <p:spPr>
            <a:xfrm>
              <a:off x="8942546" y="3400425"/>
              <a:ext cx="11613833" cy="47625"/>
            </a:xfrm>
            <a:custGeom>
              <a:avLst/>
              <a:gdLst/>
              <a:ahLst/>
              <a:cxnLst/>
              <a:rect l="l" t="t" r="r" b="b"/>
              <a:pathLst>
                <a:path w="11613833" h="47625">
                  <a:moveTo>
                    <a:pt x="200120" y="0"/>
                  </a:moveTo>
                  <a:lnTo>
                    <a:pt x="200120" y="0"/>
                  </a:lnTo>
                  <a:lnTo>
                    <a:pt x="39529" y="38100"/>
                  </a:lnTo>
                  <a:lnTo>
                    <a:pt x="0" y="47625"/>
                  </a:lnTo>
                  <a:lnTo>
                    <a:pt x="11613833" y="47625"/>
                  </a:lnTo>
                  <a:lnTo>
                    <a:pt x="11574304" y="38100"/>
                  </a:lnTo>
                  <a:lnTo>
                    <a:pt x="11413712" y="0"/>
                  </a:lnTo>
                  <a:lnTo>
                    <a:pt x="114137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L1-band-b11"/>
            <p:cNvSpPr/>
            <p:nvPr/>
          </p:nvSpPr>
          <p:spPr>
            <a:xfrm>
              <a:off x="8811958" y="3436620"/>
              <a:ext cx="11875008" cy="47625"/>
            </a:xfrm>
            <a:custGeom>
              <a:avLst/>
              <a:gdLst/>
              <a:ahLst/>
              <a:cxnLst/>
              <a:rect l="l" t="t" r="r" b="b"/>
              <a:pathLst>
                <a:path w="11875008" h="47625">
                  <a:moveTo>
                    <a:pt x="178023" y="0"/>
                  </a:moveTo>
                  <a:lnTo>
                    <a:pt x="178023" y="0"/>
                  </a:lnTo>
                  <a:lnTo>
                    <a:pt x="24004" y="38100"/>
                  </a:lnTo>
                  <a:lnTo>
                    <a:pt x="0" y="47625"/>
                  </a:lnTo>
                  <a:lnTo>
                    <a:pt x="11875008" y="47625"/>
                  </a:lnTo>
                  <a:lnTo>
                    <a:pt x="11851006" y="38100"/>
                  </a:lnTo>
                  <a:lnTo>
                    <a:pt x="11696986" y="0"/>
                  </a:lnTo>
                  <a:lnTo>
                    <a:pt x="11696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L1-band-b12"/>
            <p:cNvSpPr/>
            <p:nvPr/>
          </p:nvSpPr>
          <p:spPr>
            <a:xfrm>
              <a:off x="8722900" y="3472815"/>
              <a:ext cx="12053125" cy="47625"/>
            </a:xfrm>
            <a:custGeom>
              <a:avLst/>
              <a:gdLst/>
              <a:ahLst/>
              <a:cxnLst/>
              <a:rect l="l" t="t" r="r" b="b"/>
              <a:pathLst>
                <a:path w="12053125" h="47625">
                  <a:moveTo>
                    <a:pt x="117824" y="0"/>
                  </a:moveTo>
                  <a:lnTo>
                    <a:pt x="117824" y="0"/>
                  </a:lnTo>
                  <a:lnTo>
                    <a:pt x="23241" y="38100"/>
                  </a:lnTo>
                  <a:lnTo>
                    <a:pt x="0" y="47625"/>
                  </a:lnTo>
                  <a:lnTo>
                    <a:pt x="12053125" y="47625"/>
                  </a:lnTo>
                  <a:lnTo>
                    <a:pt x="12029884" y="38100"/>
                  </a:lnTo>
                  <a:lnTo>
                    <a:pt x="11935301" y="0"/>
                  </a:lnTo>
                  <a:lnTo>
                    <a:pt x="11935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L1-band-b13"/>
            <p:cNvSpPr/>
            <p:nvPr/>
          </p:nvSpPr>
          <p:spPr>
            <a:xfrm>
              <a:off x="8636603" y="3509010"/>
              <a:ext cx="12225719" cy="47625"/>
            </a:xfrm>
            <a:custGeom>
              <a:avLst/>
              <a:gdLst/>
              <a:ahLst/>
              <a:cxnLst/>
              <a:rect l="l" t="t" r="r" b="b"/>
              <a:pathLst>
                <a:path w="12225719" h="47625">
                  <a:moveTo>
                    <a:pt x="114205" y="0"/>
                  </a:moveTo>
                  <a:lnTo>
                    <a:pt x="114205" y="0"/>
                  </a:lnTo>
                  <a:lnTo>
                    <a:pt x="22479" y="38100"/>
                  </a:lnTo>
                  <a:lnTo>
                    <a:pt x="0" y="47625"/>
                  </a:lnTo>
                  <a:lnTo>
                    <a:pt x="12225719" y="47625"/>
                  </a:lnTo>
                  <a:lnTo>
                    <a:pt x="12203240" y="38100"/>
                  </a:lnTo>
                  <a:lnTo>
                    <a:pt x="12111514" y="0"/>
                  </a:lnTo>
                  <a:lnTo>
                    <a:pt x="121115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L1-band-b14"/>
            <p:cNvSpPr/>
            <p:nvPr/>
          </p:nvSpPr>
          <p:spPr>
            <a:xfrm>
              <a:off x="8615458" y="3545205"/>
              <a:ext cx="12268009" cy="47625"/>
            </a:xfrm>
            <a:custGeom>
              <a:avLst/>
              <a:gdLst/>
              <a:ahLst/>
              <a:cxnLst/>
              <a:rect l="l" t="t" r="r" b="b"/>
              <a:pathLst>
                <a:path w="12268009" h="47625">
                  <a:moveTo>
                    <a:pt x="48101" y="0"/>
                  </a:moveTo>
                  <a:lnTo>
                    <a:pt x="48101" y="0"/>
                  </a:lnTo>
                  <a:lnTo>
                    <a:pt x="35052" y="38100"/>
                  </a:lnTo>
                  <a:lnTo>
                    <a:pt x="0" y="47625"/>
                  </a:lnTo>
                  <a:lnTo>
                    <a:pt x="12268009" y="47625"/>
                  </a:lnTo>
                  <a:lnTo>
                    <a:pt x="12232957" y="38100"/>
                  </a:lnTo>
                  <a:lnTo>
                    <a:pt x="12219908" y="0"/>
                  </a:lnTo>
                  <a:lnTo>
                    <a:pt x="122199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L1-band-b15"/>
            <p:cNvSpPr/>
            <p:nvPr/>
          </p:nvSpPr>
          <p:spPr>
            <a:xfrm>
              <a:off x="8489632" y="3581400"/>
              <a:ext cx="12519660" cy="47625"/>
            </a:xfrm>
            <a:custGeom>
              <a:avLst/>
              <a:gdLst/>
              <a:ahLst/>
              <a:cxnLst/>
              <a:rect l="l" t="t" r="r" b="b"/>
              <a:pathLst>
                <a:path w="12519660" h="47625">
                  <a:moveTo>
                    <a:pt x="168022" y="0"/>
                  </a:moveTo>
                  <a:lnTo>
                    <a:pt x="168022" y="0"/>
                  </a:lnTo>
                  <a:lnTo>
                    <a:pt x="32004" y="38100"/>
                  </a:lnTo>
                  <a:lnTo>
                    <a:pt x="0" y="47625"/>
                  </a:lnTo>
                  <a:lnTo>
                    <a:pt x="12519660" y="47625"/>
                  </a:lnTo>
                  <a:lnTo>
                    <a:pt x="12487656" y="38100"/>
                  </a:lnTo>
                  <a:lnTo>
                    <a:pt x="12351640" y="0"/>
                  </a:lnTo>
                  <a:lnTo>
                    <a:pt x="12351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L1-band-b16"/>
            <p:cNvSpPr/>
            <p:nvPr/>
          </p:nvSpPr>
          <p:spPr>
            <a:xfrm>
              <a:off x="8374952" y="3617595"/>
              <a:ext cx="12749021" cy="47625"/>
            </a:xfrm>
            <a:custGeom>
              <a:avLst/>
              <a:gdLst/>
              <a:ahLst/>
              <a:cxnLst/>
              <a:rect l="l" t="t" r="r" b="b"/>
              <a:pathLst>
                <a:path w="12749021" h="47625">
                  <a:moveTo>
                    <a:pt x="153257" y="0"/>
                  </a:moveTo>
                  <a:lnTo>
                    <a:pt x="153257" y="0"/>
                  </a:lnTo>
                  <a:lnTo>
                    <a:pt x="29146" y="38100"/>
                  </a:lnTo>
                  <a:lnTo>
                    <a:pt x="0" y="47625"/>
                  </a:lnTo>
                  <a:lnTo>
                    <a:pt x="12749021" y="47625"/>
                  </a:lnTo>
                  <a:lnTo>
                    <a:pt x="12719875" y="38100"/>
                  </a:lnTo>
                  <a:lnTo>
                    <a:pt x="12595764" y="0"/>
                  </a:lnTo>
                  <a:lnTo>
                    <a:pt x="125957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L1-band-b17"/>
            <p:cNvSpPr/>
            <p:nvPr/>
          </p:nvSpPr>
          <p:spPr>
            <a:xfrm>
              <a:off x="8270653" y="3653790"/>
              <a:ext cx="12957619" cy="47625"/>
            </a:xfrm>
            <a:custGeom>
              <a:avLst/>
              <a:gdLst/>
              <a:ahLst/>
              <a:cxnLst/>
              <a:rect l="l" t="t" r="r" b="b"/>
              <a:pathLst>
                <a:path w="12957619" h="47625">
                  <a:moveTo>
                    <a:pt x="139351" y="0"/>
                  </a:moveTo>
                  <a:lnTo>
                    <a:pt x="139351" y="0"/>
                  </a:lnTo>
                  <a:lnTo>
                    <a:pt x="26479" y="38100"/>
                  </a:lnTo>
                  <a:lnTo>
                    <a:pt x="0" y="47625"/>
                  </a:lnTo>
                  <a:lnTo>
                    <a:pt x="12957619" y="47625"/>
                  </a:lnTo>
                  <a:lnTo>
                    <a:pt x="12931140" y="38100"/>
                  </a:lnTo>
                  <a:lnTo>
                    <a:pt x="12818269" y="0"/>
                  </a:lnTo>
                  <a:lnTo>
                    <a:pt x="128182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L1-band-b18"/>
            <p:cNvSpPr/>
            <p:nvPr/>
          </p:nvSpPr>
          <p:spPr>
            <a:xfrm>
              <a:off x="8176450" y="3689985"/>
              <a:ext cx="13146024" cy="47625"/>
            </a:xfrm>
            <a:custGeom>
              <a:avLst/>
              <a:gdLst/>
              <a:ahLst/>
              <a:cxnLst/>
              <a:rect l="l" t="t" r="r" b="b"/>
              <a:pathLst>
                <a:path w="13146024" h="47625">
                  <a:moveTo>
                    <a:pt x="126016" y="0"/>
                  </a:moveTo>
                  <a:lnTo>
                    <a:pt x="126016" y="0"/>
                  </a:lnTo>
                  <a:lnTo>
                    <a:pt x="23908" y="38100"/>
                  </a:lnTo>
                  <a:lnTo>
                    <a:pt x="0" y="47625"/>
                  </a:lnTo>
                  <a:lnTo>
                    <a:pt x="13146024" y="47625"/>
                  </a:lnTo>
                  <a:lnTo>
                    <a:pt x="13122117" y="38100"/>
                  </a:lnTo>
                  <a:lnTo>
                    <a:pt x="13020009" y="0"/>
                  </a:lnTo>
                  <a:lnTo>
                    <a:pt x="13020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L1-band-b19"/>
            <p:cNvSpPr/>
            <p:nvPr/>
          </p:nvSpPr>
          <p:spPr>
            <a:xfrm>
              <a:off x="8091868" y="3726180"/>
              <a:ext cx="13315188" cy="47625"/>
            </a:xfrm>
            <a:custGeom>
              <a:avLst/>
              <a:gdLst/>
              <a:ahLst/>
              <a:cxnLst/>
              <a:rect l="l" t="t" r="r" b="b"/>
              <a:pathLst>
                <a:path w="13315188" h="47625">
                  <a:moveTo>
                    <a:pt x="113253" y="0"/>
                  </a:moveTo>
                  <a:lnTo>
                    <a:pt x="113253" y="0"/>
                  </a:lnTo>
                  <a:lnTo>
                    <a:pt x="21336" y="38100"/>
                  </a:lnTo>
                  <a:lnTo>
                    <a:pt x="0" y="47625"/>
                  </a:lnTo>
                  <a:lnTo>
                    <a:pt x="13315188" y="47625"/>
                  </a:lnTo>
                  <a:lnTo>
                    <a:pt x="13293852" y="38100"/>
                  </a:lnTo>
                  <a:lnTo>
                    <a:pt x="13201936" y="0"/>
                  </a:lnTo>
                  <a:lnTo>
                    <a:pt x="13201936" y="0"/>
                  </a:lnTo>
                  <a:close/>
                </a:path>
              </a:pathLst>
            </a:custGeom>
            <a:solidFill>
              <a:srgbClr val="FCF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L1-band-b20"/>
            <p:cNvSpPr/>
            <p:nvPr/>
          </p:nvSpPr>
          <p:spPr>
            <a:xfrm>
              <a:off x="8016430" y="3762375"/>
              <a:ext cx="13466064" cy="47625"/>
            </a:xfrm>
            <a:custGeom>
              <a:avLst/>
              <a:gdLst/>
              <a:ahLst/>
              <a:cxnLst/>
              <a:rect l="l" t="t" r="r" b="b"/>
              <a:pathLst>
                <a:path w="13466064" h="47625">
                  <a:moveTo>
                    <a:pt x="101156" y="0"/>
                  </a:moveTo>
                  <a:lnTo>
                    <a:pt x="101156" y="0"/>
                  </a:lnTo>
                  <a:lnTo>
                    <a:pt x="18955" y="38100"/>
                  </a:lnTo>
                  <a:lnTo>
                    <a:pt x="0" y="47625"/>
                  </a:lnTo>
                  <a:lnTo>
                    <a:pt x="13466064" y="47625"/>
                  </a:lnTo>
                  <a:lnTo>
                    <a:pt x="13447110" y="38100"/>
                  </a:lnTo>
                  <a:lnTo>
                    <a:pt x="13364909" y="0"/>
                  </a:lnTo>
                  <a:lnTo>
                    <a:pt x="13364909" y="0"/>
                  </a:lnTo>
                  <a:close/>
                </a:path>
              </a:pathLst>
            </a:custGeom>
            <a:solidFill>
              <a:srgbClr val="F4F6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L1-band-b21"/>
            <p:cNvSpPr/>
            <p:nvPr/>
          </p:nvSpPr>
          <p:spPr>
            <a:xfrm>
              <a:off x="7949946" y="3798570"/>
              <a:ext cx="13599033" cy="47625"/>
            </a:xfrm>
            <a:custGeom>
              <a:avLst/>
              <a:gdLst/>
              <a:ahLst/>
              <a:cxnLst/>
              <a:rect l="l" t="t" r="r" b="b"/>
              <a:pathLst>
                <a:path w="13599033" h="47625">
                  <a:moveTo>
                    <a:pt x="89344" y="0"/>
                  </a:moveTo>
                  <a:lnTo>
                    <a:pt x="89344" y="0"/>
                  </a:lnTo>
                  <a:lnTo>
                    <a:pt x="16574" y="38100"/>
                  </a:lnTo>
                  <a:lnTo>
                    <a:pt x="0" y="47625"/>
                  </a:lnTo>
                  <a:lnTo>
                    <a:pt x="13599033" y="47625"/>
                  </a:lnTo>
                  <a:lnTo>
                    <a:pt x="13582460" y="38100"/>
                  </a:lnTo>
                  <a:lnTo>
                    <a:pt x="13509688" y="0"/>
                  </a:lnTo>
                  <a:lnTo>
                    <a:pt x="13509688" y="0"/>
                  </a:lnTo>
                  <a:close/>
                </a:path>
              </a:pathLst>
            </a:custGeom>
            <a:solidFill>
              <a:srgbClr val="EBEF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L1-band-b22"/>
            <p:cNvSpPr/>
            <p:nvPr/>
          </p:nvSpPr>
          <p:spPr>
            <a:xfrm>
              <a:off x="7892034" y="3834765"/>
              <a:ext cx="13714857" cy="47625"/>
            </a:xfrm>
            <a:custGeom>
              <a:avLst/>
              <a:gdLst/>
              <a:ahLst/>
              <a:cxnLst/>
              <a:rect l="l" t="t" r="r" b="b"/>
              <a:pathLst>
                <a:path w="13714857" h="47625">
                  <a:moveTo>
                    <a:pt x="77914" y="0"/>
                  </a:moveTo>
                  <a:lnTo>
                    <a:pt x="77914" y="0"/>
                  </a:lnTo>
                  <a:lnTo>
                    <a:pt x="14478" y="38100"/>
                  </a:lnTo>
                  <a:lnTo>
                    <a:pt x="0" y="47625"/>
                  </a:lnTo>
                  <a:lnTo>
                    <a:pt x="13714857" y="47625"/>
                  </a:lnTo>
                  <a:lnTo>
                    <a:pt x="13700379" y="38100"/>
                  </a:lnTo>
                  <a:lnTo>
                    <a:pt x="13636943" y="0"/>
                  </a:lnTo>
                  <a:lnTo>
                    <a:pt x="13636943" y="0"/>
                  </a:lnTo>
                  <a:close/>
                </a:path>
              </a:pathLst>
            </a:custGeom>
            <a:solidFill>
              <a:srgbClr val="E2E7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L1-band-b23"/>
            <p:cNvSpPr/>
            <p:nvPr/>
          </p:nvSpPr>
          <p:spPr>
            <a:xfrm>
              <a:off x="7842694" y="3870960"/>
              <a:ext cx="13813536" cy="47625"/>
            </a:xfrm>
            <a:custGeom>
              <a:avLst/>
              <a:gdLst/>
              <a:ahLst/>
              <a:cxnLst/>
              <a:rect l="l" t="t" r="r" b="b"/>
              <a:pathLst>
                <a:path w="13813536" h="47625">
                  <a:moveTo>
                    <a:pt x="66676" y="0"/>
                  </a:moveTo>
                  <a:lnTo>
                    <a:pt x="66676" y="0"/>
                  </a:lnTo>
                  <a:lnTo>
                    <a:pt x="12192" y="38100"/>
                  </a:lnTo>
                  <a:lnTo>
                    <a:pt x="0" y="47625"/>
                  </a:lnTo>
                  <a:lnTo>
                    <a:pt x="13813536" y="47625"/>
                  </a:lnTo>
                  <a:lnTo>
                    <a:pt x="13801344" y="38100"/>
                  </a:lnTo>
                  <a:lnTo>
                    <a:pt x="13746862" y="0"/>
                  </a:lnTo>
                  <a:lnTo>
                    <a:pt x="13746862" y="0"/>
                  </a:lnTo>
                  <a:close/>
                </a:path>
              </a:pathLst>
            </a:custGeom>
            <a:solidFill>
              <a:srgbClr val="DAE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L1-band-b24"/>
            <p:cNvSpPr/>
            <p:nvPr/>
          </p:nvSpPr>
          <p:spPr>
            <a:xfrm>
              <a:off x="7801546" y="3907155"/>
              <a:ext cx="13895832" cy="47625"/>
            </a:xfrm>
            <a:custGeom>
              <a:avLst/>
              <a:gdLst/>
              <a:ahLst/>
              <a:cxnLst/>
              <a:rect l="l" t="t" r="r" b="b"/>
              <a:pathLst>
                <a:path w="13895832" h="47625">
                  <a:moveTo>
                    <a:pt x="55817" y="0"/>
                  </a:moveTo>
                  <a:lnTo>
                    <a:pt x="55817" y="0"/>
                  </a:lnTo>
                  <a:lnTo>
                    <a:pt x="10002" y="38100"/>
                  </a:lnTo>
                  <a:lnTo>
                    <a:pt x="0" y="47625"/>
                  </a:lnTo>
                  <a:lnTo>
                    <a:pt x="13895832" y="47625"/>
                  </a:lnTo>
                  <a:lnTo>
                    <a:pt x="13885831" y="38100"/>
                  </a:lnTo>
                  <a:lnTo>
                    <a:pt x="13840016" y="0"/>
                  </a:lnTo>
                  <a:lnTo>
                    <a:pt x="13840016" y="0"/>
                  </a:lnTo>
                  <a:close/>
                </a:path>
              </a:pathLst>
            </a:custGeom>
            <a:solidFill>
              <a:srgbClr val="D8DF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L1-band-b25"/>
            <p:cNvSpPr/>
            <p:nvPr/>
          </p:nvSpPr>
          <p:spPr>
            <a:xfrm>
              <a:off x="7768495" y="3943350"/>
              <a:ext cx="13961935" cy="47625"/>
            </a:xfrm>
            <a:custGeom>
              <a:avLst/>
              <a:gdLst/>
              <a:ahLst/>
              <a:cxnLst/>
              <a:rect l="l" t="t" r="r" b="b"/>
              <a:pathLst>
                <a:path w="13961935" h="47625">
                  <a:moveTo>
                    <a:pt x="45148" y="0"/>
                  </a:moveTo>
                  <a:lnTo>
                    <a:pt x="45148" y="0"/>
                  </a:lnTo>
                  <a:lnTo>
                    <a:pt x="7905" y="38100"/>
                  </a:lnTo>
                  <a:lnTo>
                    <a:pt x="0" y="47625"/>
                  </a:lnTo>
                  <a:lnTo>
                    <a:pt x="13961935" y="47625"/>
                  </a:lnTo>
                  <a:lnTo>
                    <a:pt x="13954029" y="38100"/>
                  </a:lnTo>
                  <a:lnTo>
                    <a:pt x="13916787" y="0"/>
                  </a:lnTo>
                  <a:lnTo>
                    <a:pt x="13916787" y="0"/>
                  </a:lnTo>
                  <a:close/>
                </a:path>
              </a:pathLst>
            </a:custGeom>
            <a:solidFill>
              <a:srgbClr val="D6DE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L1-band-b26"/>
            <p:cNvSpPr/>
            <p:nvPr/>
          </p:nvSpPr>
          <p:spPr>
            <a:xfrm>
              <a:off x="7743444" y="3979545"/>
              <a:ext cx="14012037" cy="47625"/>
            </a:xfrm>
            <a:custGeom>
              <a:avLst/>
              <a:gdLst/>
              <a:ahLst/>
              <a:cxnLst/>
              <a:rect l="l" t="t" r="r" b="b"/>
              <a:pathLst>
                <a:path w="14012037" h="47625">
                  <a:moveTo>
                    <a:pt x="34576" y="0"/>
                  </a:moveTo>
                  <a:lnTo>
                    <a:pt x="34576" y="0"/>
                  </a:lnTo>
                  <a:lnTo>
                    <a:pt x="5810" y="38100"/>
                  </a:lnTo>
                  <a:lnTo>
                    <a:pt x="0" y="47625"/>
                  </a:lnTo>
                  <a:lnTo>
                    <a:pt x="14012037" y="47625"/>
                  </a:lnTo>
                  <a:lnTo>
                    <a:pt x="14006227" y="38100"/>
                  </a:lnTo>
                  <a:lnTo>
                    <a:pt x="13977461" y="0"/>
                  </a:lnTo>
                  <a:lnTo>
                    <a:pt x="13977461" y="0"/>
                  </a:lnTo>
                  <a:close/>
                </a:path>
              </a:pathLst>
            </a:custGeom>
            <a:solidFill>
              <a:srgbClr val="D4DC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L1-band-b27"/>
            <p:cNvSpPr/>
            <p:nvPr/>
          </p:nvSpPr>
          <p:spPr>
            <a:xfrm>
              <a:off x="7726299" y="4015740"/>
              <a:ext cx="14046327" cy="47625"/>
            </a:xfrm>
            <a:custGeom>
              <a:avLst/>
              <a:gdLst/>
              <a:ahLst/>
              <a:cxnLst/>
              <a:rect l="l" t="t" r="r" b="b"/>
              <a:pathLst>
                <a:path w="14046327" h="47625">
                  <a:moveTo>
                    <a:pt x="24193" y="0"/>
                  </a:moveTo>
                  <a:lnTo>
                    <a:pt x="24193" y="0"/>
                  </a:lnTo>
                  <a:lnTo>
                    <a:pt x="3810" y="38100"/>
                  </a:lnTo>
                  <a:lnTo>
                    <a:pt x="0" y="47625"/>
                  </a:lnTo>
                  <a:lnTo>
                    <a:pt x="14046327" y="47625"/>
                  </a:lnTo>
                  <a:lnTo>
                    <a:pt x="14042517" y="38100"/>
                  </a:lnTo>
                  <a:lnTo>
                    <a:pt x="14022133" y="0"/>
                  </a:lnTo>
                  <a:lnTo>
                    <a:pt x="14022133" y="0"/>
                  </a:lnTo>
                  <a:close/>
                </a:path>
              </a:pathLst>
            </a:custGeom>
            <a:solidFill>
              <a:srgbClr val="D2DB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L1-band-b28"/>
            <p:cNvSpPr/>
            <p:nvPr/>
          </p:nvSpPr>
          <p:spPr>
            <a:xfrm>
              <a:off x="7717060" y="4051935"/>
              <a:ext cx="14064805" cy="47625"/>
            </a:xfrm>
            <a:custGeom>
              <a:avLst/>
              <a:gdLst/>
              <a:ahLst/>
              <a:cxnLst/>
              <a:rect l="l" t="t" r="r" b="b"/>
              <a:pathLst>
                <a:path w="14064805" h="47625">
                  <a:moveTo>
                    <a:pt x="13811" y="0"/>
                  </a:moveTo>
                  <a:lnTo>
                    <a:pt x="13811" y="0"/>
                  </a:lnTo>
                  <a:lnTo>
                    <a:pt x="1714" y="38100"/>
                  </a:lnTo>
                  <a:lnTo>
                    <a:pt x="0" y="47625"/>
                  </a:lnTo>
                  <a:lnTo>
                    <a:pt x="14064805" y="47625"/>
                  </a:lnTo>
                  <a:lnTo>
                    <a:pt x="14063091" y="38100"/>
                  </a:lnTo>
                  <a:lnTo>
                    <a:pt x="14050994" y="0"/>
                  </a:lnTo>
                  <a:lnTo>
                    <a:pt x="14050994" y="0"/>
                  </a:lnTo>
                  <a:close/>
                </a:path>
              </a:pathLst>
            </a:custGeom>
            <a:solidFill>
              <a:srgbClr val="D0D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L1-band-b29"/>
            <p:cNvSpPr/>
            <p:nvPr/>
          </p:nvSpPr>
          <p:spPr>
            <a:xfrm>
              <a:off x="7715250" y="4088130"/>
              <a:ext cx="14068425" cy="47625"/>
            </a:xfrm>
            <a:custGeom>
              <a:avLst/>
              <a:gdLst/>
              <a:ahLst/>
              <a:cxnLst/>
              <a:rect l="l" t="t" r="r" b="b"/>
              <a:pathLst>
                <a:path w="14068425" h="47625">
                  <a:moveTo>
                    <a:pt x="3905" y="0"/>
                  </a:moveTo>
                  <a:lnTo>
                    <a:pt x="3905" y="0"/>
                  </a:lnTo>
                  <a:lnTo>
                    <a:pt x="0" y="38100"/>
                  </a:lnTo>
                  <a:lnTo>
                    <a:pt x="381" y="47625"/>
                  </a:lnTo>
                  <a:lnTo>
                    <a:pt x="14068044" y="47625"/>
                  </a:lnTo>
                  <a:lnTo>
                    <a:pt x="14068425" y="38100"/>
                  </a:lnTo>
                  <a:lnTo>
                    <a:pt x="14064520" y="0"/>
                  </a:lnTo>
                  <a:lnTo>
                    <a:pt x="14064520" y="0"/>
                  </a:lnTo>
                  <a:close/>
                </a:path>
              </a:pathLst>
            </a:custGeom>
            <a:solidFill>
              <a:srgbClr val="CED8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L1-band-b30"/>
            <p:cNvSpPr/>
            <p:nvPr/>
          </p:nvSpPr>
          <p:spPr>
            <a:xfrm>
              <a:off x="7715250" y="4124325"/>
              <a:ext cx="14068425" cy="47625"/>
            </a:xfrm>
            <a:custGeom>
              <a:avLst/>
              <a:gdLst/>
              <a:ahLst/>
              <a:cxnLst/>
              <a:rect l="l" t="t" r="r" b="b"/>
              <a:pathLst>
                <a:path w="14068425" h="47625">
                  <a:moveTo>
                    <a:pt x="0" y="0"/>
                  </a:moveTo>
                  <a:lnTo>
                    <a:pt x="0" y="0"/>
                  </a:lnTo>
                  <a:lnTo>
                    <a:pt x="4286" y="38100"/>
                  </a:lnTo>
                  <a:lnTo>
                    <a:pt x="6763" y="47625"/>
                  </a:lnTo>
                  <a:lnTo>
                    <a:pt x="14061662" y="47625"/>
                  </a:lnTo>
                  <a:lnTo>
                    <a:pt x="14064139" y="38100"/>
                  </a:lnTo>
                  <a:lnTo>
                    <a:pt x="14068425" y="0"/>
                  </a:lnTo>
                  <a:lnTo>
                    <a:pt x="14068425" y="0"/>
                  </a:lnTo>
                  <a:close/>
                </a:path>
              </a:pathLst>
            </a:custGeom>
            <a:solidFill>
              <a:srgbClr val="CCD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L1-band-b31"/>
            <p:cNvSpPr/>
            <p:nvPr/>
          </p:nvSpPr>
          <p:spPr>
            <a:xfrm>
              <a:off x="7719155" y="4160520"/>
              <a:ext cx="14060615" cy="47625"/>
            </a:xfrm>
            <a:custGeom>
              <a:avLst/>
              <a:gdLst/>
              <a:ahLst/>
              <a:cxnLst/>
              <a:rect l="l" t="t" r="r" b="b"/>
              <a:pathLst>
                <a:path w="14060615" h="47625">
                  <a:moveTo>
                    <a:pt x="0" y="0"/>
                  </a:moveTo>
                  <a:lnTo>
                    <a:pt x="0" y="0"/>
                  </a:lnTo>
                  <a:lnTo>
                    <a:pt x="12573" y="38100"/>
                  </a:lnTo>
                  <a:lnTo>
                    <a:pt x="17050" y="47625"/>
                  </a:lnTo>
                  <a:lnTo>
                    <a:pt x="14043565" y="47625"/>
                  </a:lnTo>
                  <a:lnTo>
                    <a:pt x="14048042" y="38100"/>
                  </a:lnTo>
                  <a:lnTo>
                    <a:pt x="14060615" y="0"/>
                  </a:lnTo>
                  <a:lnTo>
                    <a:pt x="14060615" y="0"/>
                  </a:lnTo>
                  <a:close/>
                </a:path>
              </a:pathLst>
            </a:custGeom>
            <a:solidFill>
              <a:srgbClr val="CAD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L1-band-b32"/>
            <p:cNvSpPr/>
            <p:nvPr/>
          </p:nvSpPr>
          <p:spPr>
            <a:xfrm>
              <a:off x="7730871" y="4196715"/>
              <a:ext cx="14037183" cy="47625"/>
            </a:xfrm>
            <a:custGeom>
              <a:avLst/>
              <a:gdLst/>
              <a:ahLst/>
              <a:cxnLst/>
              <a:rect l="l" t="t" r="r" b="b"/>
              <a:pathLst>
                <a:path w="14037183" h="47625">
                  <a:moveTo>
                    <a:pt x="0" y="0"/>
                  </a:moveTo>
                  <a:lnTo>
                    <a:pt x="0" y="0"/>
                  </a:lnTo>
                  <a:lnTo>
                    <a:pt x="20860" y="38100"/>
                  </a:lnTo>
                  <a:lnTo>
                    <a:pt x="27432" y="47625"/>
                  </a:lnTo>
                  <a:lnTo>
                    <a:pt x="14009751" y="47625"/>
                  </a:lnTo>
                  <a:lnTo>
                    <a:pt x="14016323" y="38100"/>
                  </a:lnTo>
                  <a:lnTo>
                    <a:pt x="14037183" y="0"/>
                  </a:lnTo>
                  <a:lnTo>
                    <a:pt x="14037183" y="0"/>
                  </a:lnTo>
                  <a:close/>
                </a:path>
              </a:pathLst>
            </a:custGeom>
            <a:solidFill>
              <a:srgbClr val="C8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L1-band-b33"/>
            <p:cNvSpPr/>
            <p:nvPr/>
          </p:nvSpPr>
          <p:spPr>
            <a:xfrm>
              <a:off x="7750492" y="4232910"/>
              <a:ext cx="13997940" cy="47625"/>
            </a:xfrm>
            <a:custGeom>
              <a:avLst/>
              <a:gdLst/>
              <a:ahLst/>
              <a:cxnLst/>
              <a:rect l="l" t="t" r="r" b="b"/>
              <a:pathLst>
                <a:path w="13997940" h="47625">
                  <a:moveTo>
                    <a:pt x="0" y="0"/>
                  </a:moveTo>
                  <a:lnTo>
                    <a:pt x="0" y="0"/>
                  </a:lnTo>
                  <a:lnTo>
                    <a:pt x="29242" y="38100"/>
                  </a:lnTo>
                  <a:lnTo>
                    <a:pt x="37910" y="47625"/>
                  </a:lnTo>
                  <a:lnTo>
                    <a:pt x="13960031" y="47625"/>
                  </a:lnTo>
                  <a:lnTo>
                    <a:pt x="13968699" y="38100"/>
                  </a:lnTo>
                  <a:lnTo>
                    <a:pt x="13997940" y="0"/>
                  </a:lnTo>
                  <a:lnTo>
                    <a:pt x="13997940" y="0"/>
                  </a:lnTo>
                  <a:close/>
                </a:path>
              </a:pathLst>
            </a:custGeom>
            <a:solidFill>
              <a:srgbClr val="C6D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L1-band-b34"/>
            <p:cNvSpPr/>
            <p:nvPr/>
          </p:nvSpPr>
          <p:spPr>
            <a:xfrm>
              <a:off x="7778020" y="4269105"/>
              <a:ext cx="13942885" cy="47625"/>
            </a:xfrm>
            <a:custGeom>
              <a:avLst/>
              <a:gdLst/>
              <a:ahLst/>
              <a:cxnLst/>
              <a:rect l="l" t="t" r="r" b="b"/>
              <a:pathLst>
                <a:path w="13942885" h="47625">
                  <a:moveTo>
                    <a:pt x="0" y="0"/>
                  </a:moveTo>
                  <a:lnTo>
                    <a:pt x="0" y="0"/>
                  </a:lnTo>
                  <a:lnTo>
                    <a:pt x="37719" y="38100"/>
                  </a:lnTo>
                  <a:lnTo>
                    <a:pt x="48577" y="47625"/>
                  </a:lnTo>
                  <a:lnTo>
                    <a:pt x="13894308" y="47625"/>
                  </a:lnTo>
                  <a:lnTo>
                    <a:pt x="13905166" y="38100"/>
                  </a:lnTo>
                  <a:lnTo>
                    <a:pt x="13942885" y="0"/>
                  </a:lnTo>
                  <a:lnTo>
                    <a:pt x="13942885" y="0"/>
                  </a:lnTo>
                  <a:close/>
                </a:path>
              </a:pathLst>
            </a:custGeom>
            <a:solidFill>
              <a:srgbClr val="C5C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L1-band-b35"/>
            <p:cNvSpPr/>
            <p:nvPr/>
          </p:nvSpPr>
          <p:spPr>
            <a:xfrm>
              <a:off x="7813643" y="4305300"/>
              <a:ext cx="13871639" cy="47625"/>
            </a:xfrm>
            <a:custGeom>
              <a:avLst/>
              <a:gdLst/>
              <a:ahLst/>
              <a:cxnLst/>
              <a:rect l="l" t="t" r="r" b="b"/>
              <a:pathLst>
                <a:path w="13871639" h="47625">
                  <a:moveTo>
                    <a:pt x="0" y="0"/>
                  </a:moveTo>
                  <a:lnTo>
                    <a:pt x="0" y="0"/>
                  </a:lnTo>
                  <a:lnTo>
                    <a:pt x="46292" y="38100"/>
                  </a:lnTo>
                  <a:lnTo>
                    <a:pt x="59246" y="47625"/>
                  </a:lnTo>
                  <a:lnTo>
                    <a:pt x="13812393" y="47625"/>
                  </a:lnTo>
                  <a:lnTo>
                    <a:pt x="13825347" y="38100"/>
                  </a:lnTo>
                  <a:lnTo>
                    <a:pt x="13871639" y="0"/>
                  </a:lnTo>
                  <a:lnTo>
                    <a:pt x="13871639" y="0"/>
                  </a:lnTo>
                  <a:close/>
                </a:path>
              </a:pathLst>
            </a:custGeom>
            <a:solidFill>
              <a:srgbClr val="C3C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L1-band-b36"/>
            <p:cNvSpPr/>
            <p:nvPr/>
          </p:nvSpPr>
          <p:spPr>
            <a:xfrm>
              <a:off x="7857363" y="4341495"/>
              <a:ext cx="13784199" cy="47625"/>
            </a:xfrm>
            <a:custGeom>
              <a:avLst/>
              <a:gdLst/>
              <a:ahLst/>
              <a:cxnLst/>
              <a:rect l="l" t="t" r="r" b="b"/>
              <a:pathLst>
                <a:path w="13784199" h="47625">
                  <a:moveTo>
                    <a:pt x="0" y="0"/>
                  </a:moveTo>
                  <a:lnTo>
                    <a:pt x="0" y="0"/>
                  </a:lnTo>
                  <a:lnTo>
                    <a:pt x="55055" y="38100"/>
                  </a:lnTo>
                  <a:lnTo>
                    <a:pt x="70199" y="47625"/>
                  </a:lnTo>
                  <a:lnTo>
                    <a:pt x="13714000" y="47625"/>
                  </a:lnTo>
                  <a:lnTo>
                    <a:pt x="13729145" y="38100"/>
                  </a:lnTo>
                  <a:lnTo>
                    <a:pt x="13784199" y="0"/>
                  </a:lnTo>
                  <a:lnTo>
                    <a:pt x="13784199" y="0"/>
                  </a:lnTo>
                  <a:close/>
                </a:path>
              </a:pathLst>
            </a:custGeom>
            <a:solidFill>
              <a:srgbClr val="C1C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L1-band-b37"/>
            <p:cNvSpPr/>
            <p:nvPr/>
          </p:nvSpPr>
          <p:spPr>
            <a:xfrm>
              <a:off x="7909370" y="4377690"/>
              <a:ext cx="13680186" cy="47625"/>
            </a:xfrm>
            <a:custGeom>
              <a:avLst/>
              <a:gdLst/>
              <a:ahLst/>
              <a:cxnLst/>
              <a:rect l="l" t="t" r="r" b="b"/>
              <a:pathLst>
                <a:path w="13680186" h="47625">
                  <a:moveTo>
                    <a:pt x="0" y="0"/>
                  </a:moveTo>
                  <a:lnTo>
                    <a:pt x="0" y="0"/>
                  </a:lnTo>
                  <a:lnTo>
                    <a:pt x="64008" y="38100"/>
                  </a:lnTo>
                  <a:lnTo>
                    <a:pt x="81534" y="47625"/>
                  </a:lnTo>
                  <a:lnTo>
                    <a:pt x="13598652" y="47625"/>
                  </a:lnTo>
                  <a:lnTo>
                    <a:pt x="13616178" y="38100"/>
                  </a:lnTo>
                  <a:lnTo>
                    <a:pt x="13680186" y="0"/>
                  </a:lnTo>
                  <a:lnTo>
                    <a:pt x="13680186" y="0"/>
                  </a:lnTo>
                  <a:close/>
                </a:path>
              </a:pathLst>
            </a:custGeom>
            <a:solidFill>
              <a:srgbClr val="C0C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L1-band-b38"/>
            <p:cNvSpPr/>
            <p:nvPr/>
          </p:nvSpPr>
          <p:spPr>
            <a:xfrm>
              <a:off x="7969948" y="4413885"/>
              <a:ext cx="13559029" cy="47625"/>
            </a:xfrm>
            <a:custGeom>
              <a:avLst/>
              <a:gdLst/>
              <a:ahLst/>
              <a:cxnLst/>
              <a:rect l="l" t="t" r="r" b="b"/>
              <a:pathLst>
                <a:path w="13559029" h="47625">
                  <a:moveTo>
                    <a:pt x="0" y="0"/>
                  </a:moveTo>
                  <a:lnTo>
                    <a:pt x="0" y="0"/>
                  </a:lnTo>
                  <a:lnTo>
                    <a:pt x="73152" y="38100"/>
                  </a:lnTo>
                  <a:lnTo>
                    <a:pt x="93060" y="47625"/>
                  </a:lnTo>
                  <a:lnTo>
                    <a:pt x="13465969" y="47625"/>
                  </a:lnTo>
                  <a:lnTo>
                    <a:pt x="13485876" y="38100"/>
                  </a:lnTo>
                  <a:lnTo>
                    <a:pt x="13559029" y="0"/>
                  </a:lnTo>
                  <a:lnTo>
                    <a:pt x="13559029" y="0"/>
                  </a:lnTo>
                  <a:close/>
                </a:path>
              </a:pathLst>
            </a:custGeom>
            <a:solidFill>
              <a:srgbClr val="BEC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L1-band-b39"/>
            <p:cNvSpPr/>
            <p:nvPr/>
          </p:nvSpPr>
          <p:spPr>
            <a:xfrm>
              <a:off x="8039290" y="4450080"/>
              <a:ext cx="13420344" cy="47625"/>
            </a:xfrm>
            <a:custGeom>
              <a:avLst/>
              <a:gdLst/>
              <a:ahLst/>
              <a:cxnLst/>
              <a:rect l="l" t="t" r="r" b="b"/>
              <a:pathLst>
                <a:path w="13420344" h="47625">
                  <a:moveTo>
                    <a:pt x="0" y="0"/>
                  </a:moveTo>
                  <a:lnTo>
                    <a:pt x="0" y="0"/>
                  </a:lnTo>
                  <a:lnTo>
                    <a:pt x="82582" y="38100"/>
                  </a:lnTo>
                  <a:lnTo>
                    <a:pt x="104871" y="47625"/>
                  </a:lnTo>
                  <a:lnTo>
                    <a:pt x="13315474" y="47625"/>
                  </a:lnTo>
                  <a:lnTo>
                    <a:pt x="13337763" y="38100"/>
                  </a:lnTo>
                  <a:lnTo>
                    <a:pt x="13420344" y="0"/>
                  </a:lnTo>
                  <a:lnTo>
                    <a:pt x="13420344" y="0"/>
                  </a:lnTo>
                  <a:close/>
                </a:path>
              </a:pathLst>
            </a:custGeom>
            <a:solidFill>
              <a:srgbClr val="BDC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L1-band-b40"/>
            <p:cNvSpPr/>
            <p:nvPr/>
          </p:nvSpPr>
          <p:spPr>
            <a:xfrm>
              <a:off x="8117586" y="4486275"/>
              <a:ext cx="13263753" cy="47625"/>
            </a:xfrm>
            <a:custGeom>
              <a:avLst/>
              <a:gdLst/>
              <a:ahLst/>
              <a:cxnLst/>
              <a:rect l="l" t="t" r="r" b="b"/>
              <a:pathLst>
                <a:path w="13263753" h="47625">
                  <a:moveTo>
                    <a:pt x="0" y="0"/>
                  </a:moveTo>
                  <a:lnTo>
                    <a:pt x="0" y="0"/>
                  </a:lnTo>
                  <a:lnTo>
                    <a:pt x="92488" y="38100"/>
                  </a:lnTo>
                  <a:lnTo>
                    <a:pt x="117253" y="47625"/>
                  </a:lnTo>
                  <a:lnTo>
                    <a:pt x="13146500" y="47625"/>
                  </a:lnTo>
                  <a:lnTo>
                    <a:pt x="13171265" y="38100"/>
                  </a:lnTo>
                  <a:lnTo>
                    <a:pt x="13263753" y="0"/>
                  </a:lnTo>
                  <a:lnTo>
                    <a:pt x="13263753" y="0"/>
                  </a:lnTo>
                  <a:close/>
                </a:path>
              </a:pathLst>
            </a:custGeom>
            <a:solidFill>
              <a:srgbClr val="BAC4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L1-band-b41"/>
            <p:cNvSpPr/>
            <p:nvPr/>
          </p:nvSpPr>
          <p:spPr>
            <a:xfrm>
              <a:off x="8205121" y="4522470"/>
              <a:ext cx="13088683" cy="47625"/>
            </a:xfrm>
            <a:custGeom>
              <a:avLst/>
              <a:gdLst/>
              <a:ahLst/>
              <a:cxnLst/>
              <a:rect l="l" t="t" r="r" b="b"/>
              <a:pathLst>
                <a:path w="13088683" h="47625">
                  <a:moveTo>
                    <a:pt x="0" y="0"/>
                  </a:moveTo>
                  <a:lnTo>
                    <a:pt x="0" y="0"/>
                  </a:lnTo>
                  <a:lnTo>
                    <a:pt x="102775" y="38100"/>
                  </a:lnTo>
                  <a:lnTo>
                    <a:pt x="130207" y="47625"/>
                  </a:lnTo>
                  <a:lnTo>
                    <a:pt x="12958477" y="47625"/>
                  </a:lnTo>
                  <a:lnTo>
                    <a:pt x="12985909" y="38100"/>
                  </a:lnTo>
                  <a:lnTo>
                    <a:pt x="13088683" y="0"/>
                  </a:lnTo>
                  <a:lnTo>
                    <a:pt x="13088683" y="0"/>
                  </a:lnTo>
                  <a:close/>
                </a:path>
              </a:pathLst>
            </a:custGeom>
            <a:solidFill>
              <a:srgbClr val="B5C0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L1-band-b42"/>
            <p:cNvSpPr/>
            <p:nvPr/>
          </p:nvSpPr>
          <p:spPr>
            <a:xfrm>
              <a:off x="8302466" y="4558665"/>
              <a:ext cx="12893993" cy="47625"/>
            </a:xfrm>
            <a:custGeom>
              <a:avLst/>
              <a:gdLst/>
              <a:ahLst/>
              <a:cxnLst/>
              <a:rect l="l" t="t" r="r" b="b"/>
              <a:pathLst>
                <a:path w="12893993" h="47625">
                  <a:moveTo>
                    <a:pt x="0" y="0"/>
                  </a:moveTo>
                  <a:lnTo>
                    <a:pt x="0" y="0"/>
                  </a:lnTo>
                  <a:lnTo>
                    <a:pt x="113443" y="38100"/>
                  </a:lnTo>
                  <a:lnTo>
                    <a:pt x="143637" y="47625"/>
                  </a:lnTo>
                  <a:lnTo>
                    <a:pt x="12750356" y="47625"/>
                  </a:lnTo>
                  <a:lnTo>
                    <a:pt x="12780550" y="38100"/>
                  </a:lnTo>
                  <a:lnTo>
                    <a:pt x="12893993" y="0"/>
                  </a:lnTo>
                  <a:lnTo>
                    <a:pt x="12893993" y="0"/>
                  </a:lnTo>
                  <a:close/>
                </a:path>
              </a:pathLst>
            </a:custGeom>
            <a:solidFill>
              <a:srgbClr val="B1BC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L1-band-b43"/>
            <p:cNvSpPr/>
            <p:nvPr/>
          </p:nvSpPr>
          <p:spPr>
            <a:xfrm>
              <a:off x="8410004" y="4594860"/>
              <a:ext cx="12678918" cy="47625"/>
            </a:xfrm>
            <a:custGeom>
              <a:avLst/>
              <a:gdLst/>
              <a:ahLst/>
              <a:cxnLst/>
              <a:rect l="l" t="t" r="r" b="b"/>
              <a:pathLst>
                <a:path w="12678918" h="47625">
                  <a:moveTo>
                    <a:pt x="0" y="0"/>
                  </a:moveTo>
                  <a:lnTo>
                    <a:pt x="0" y="0"/>
                  </a:lnTo>
                  <a:lnTo>
                    <a:pt x="124682" y="38100"/>
                  </a:lnTo>
                  <a:lnTo>
                    <a:pt x="157829" y="47625"/>
                  </a:lnTo>
                  <a:lnTo>
                    <a:pt x="12521088" y="47625"/>
                  </a:lnTo>
                  <a:lnTo>
                    <a:pt x="12554235" y="38100"/>
                  </a:lnTo>
                  <a:lnTo>
                    <a:pt x="12678918" y="0"/>
                  </a:lnTo>
                  <a:lnTo>
                    <a:pt x="12678918" y="0"/>
                  </a:lnTo>
                  <a:close/>
                </a:path>
              </a:pathLst>
            </a:custGeom>
            <a:solidFill>
              <a:srgbClr val="ADB8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L1-band-b44"/>
            <p:cNvSpPr/>
            <p:nvPr/>
          </p:nvSpPr>
          <p:spPr>
            <a:xfrm>
              <a:off x="8528209" y="4631055"/>
              <a:ext cx="12442507" cy="47625"/>
            </a:xfrm>
            <a:custGeom>
              <a:avLst/>
              <a:gdLst/>
              <a:ahLst/>
              <a:cxnLst/>
              <a:rect l="l" t="t" r="r" b="b"/>
              <a:pathLst>
                <a:path w="12442507" h="47625">
                  <a:moveTo>
                    <a:pt x="0" y="0"/>
                  </a:moveTo>
                  <a:lnTo>
                    <a:pt x="0" y="0"/>
                  </a:lnTo>
                  <a:lnTo>
                    <a:pt x="136588" y="38100"/>
                  </a:lnTo>
                  <a:lnTo>
                    <a:pt x="172783" y="47625"/>
                  </a:lnTo>
                  <a:lnTo>
                    <a:pt x="12269724" y="47625"/>
                  </a:lnTo>
                  <a:lnTo>
                    <a:pt x="12305919" y="38100"/>
                  </a:lnTo>
                  <a:lnTo>
                    <a:pt x="12442507" y="0"/>
                  </a:lnTo>
                  <a:lnTo>
                    <a:pt x="12442507" y="0"/>
                  </a:lnTo>
                  <a:close/>
                </a:path>
              </a:pathLst>
            </a:custGeom>
            <a:solidFill>
              <a:srgbClr val="A9B4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L1-band-b45"/>
            <p:cNvSpPr/>
            <p:nvPr/>
          </p:nvSpPr>
          <p:spPr>
            <a:xfrm>
              <a:off x="8657654" y="4667250"/>
              <a:ext cx="12183618" cy="47625"/>
            </a:xfrm>
            <a:custGeom>
              <a:avLst/>
              <a:gdLst/>
              <a:ahLst/>
              <a:cxnLst/>
              <a:rect l="l" t="t" r="r" b="b"/>
              <a:pathLst>
                <a:path w="12183618" h="47625">
                  <a:moveTo>
                    <a:pt x="0" y="0"/>
                  </a:moveTo>
                  <a:lnTo>
                    <a:pt x="0" y="0"/>
                  </a:lnTo>
                  <a:lnTo>
                    <a:pt x="149352" y="38100"/>
                  </a:lnTo>
                  <a:lnTo>
                    <a:pt x="188880" y="47625"/>
                  </a:lnTo>
                  <a:lnTo>
                    <a:pt x="11994737" y="47625"/>
                  </a:lnTo>
                  <a:lnTo>
                    <a:pt x="12034266" y="38100"/>
                  </a:lnTo>
                  <a:lnTo>
                    <a:pt x="12183618" y="0"/>
                  </a:lnTo>
                  <a:lnTo>
                    <a:pt x="12183618" y="0"/>
                  </a:lnTo>
                  <a:close/>
                </a:path>
              </a:pathLst>
            </a:custGeom>
            <a:solidFill>
              <a:srgbClr val="A5B0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L1-band-b46"/>
            <p:cNvSpPr/>
            <p:nvPr/>
          </p:nvSpPr>
          <p:spPr>
            <a:xfrm>
              <a:off x="8799195" y="4703445"/>
              <a:ext cx="11900535" cy="47625"/>
            </a:xfrm>
            <a:custGeom>
              <a:avLst/>
              <a:gdLst/>
              <a:ahLst/>
              <a:cxnLst/>
              <a:rect l="l" t="t" r="r" b="b"/>
              <a:pathLst>
                <a:path w="11900535" h="47625">
                  <a:moveTo>
                    <a:pt x="0" y="0"/>
                  </a:moveTo>
                  <a:lnTo>
                    <a:pt x="0" y="0"/>
                  </a:lnTo>
                  <a:lnTo>
                    <a:pt x="162973" y="38100"/>
                  </a:lnTo>
                  <a:lnTo>
                    <a:pt x="206121" y="47625"/>
                  </a:lnTo>
                  <a:lnTo>
                    <a:pt x="11694414" y="47625"/>
                  </a:lnTo>
                  <a:lnTo>
                    <a:pt x="11737562" y="38100"/>
                  </a:lnTo>
                  <a:lnTo>
                    <a:pt x="11900535" y="0"/>
                  </a:lnTo>
                  <a:lnTo>
                    <a:pt x="11900535" y="0"/>
                  </a:lnTo>
                  <a:close/>
                </a:path>
              </a:pathLst>
            </a:custGeom>
            <a:solidFill>
              <a:srgbClr val="A1ADF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L1-band-b47"/>
            <p:cNvSpPr/>
            <p:nvPr/>
          </p:nvSpPr>
          <p:spPr>
            <a:xfrm>
              <a:off x="8953690" y="4739640"/>
              <a:ext cx="11591544" cy="47625"/>
            </a:xfrm>
            <a:custGeom>
              <a:avLst/>
              <a:gdLst/>
              <a:ahLst/>
              <a:cxnLst/>
              <a:rect l="l" t="t" r="r" b="b"/>
              <a:pathLst>
                <a:path w="11591544" h="47625">
                  <a:moveTo>
                    <a:pt x="0" y="0"/>
                  </a:moveTo>
                  <a:lnTo>
                    <a:pt x="0" y="0"/>
                  </a:lnTo>
                  <a:lnTo>
                    <a:pt x="177642" y="38100"/>
                  </a:lnTo>
                  <a:lnTo>
                    <a:pt x="224695" y="47625"/>
                  </a:lnTo>
                  <a:lnTo>
                    <a:pt x="11366850" y="47625"/>
                  </a:lnTo>
                  <a:lnTo>
                    <a:pt x="11413903" y="38100"/>
                  </a:lnTo>
                  <a:lnTo>
                    <a:pt x="11591544" y="0"/>
                  </a:lnTo>
                  <a:lnTo>
                    <a:pt x="11591544" y="0"/>
                  </a:lnTo>
                  <a:close/>
                </a:path>
              </a:pathLst>
            </a:custGeom>
            <a:solidFill>
              <a:srgbClr val="9DA9F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L1-band-b48"/>
            <p:cNvSpPr/>
            <p:nvPr/>
          </p:nvSpPr>
          <p:spPr>
            <a:xfrm>
              <a:off x="9122092" y="4775835"/>
              <a:ext cx="11254740" cy="47625"/>
            </a:xfrm>
            <a:custGeom>
              <a:avLst/>
              <a:gdLst/>
              <a:ahLst/>
              <a:cxnLst/>
              <a:rect l="l" t="t" r="r" b="b"/>
              <a:pathLst>
                <a:path w="11254740" h="47625">
                  <a:moveTo>
                    <a:pt x="0" y="0"/>
                  </a:moveTo>
                  <a:lnTo>
                    <a:pt x="0" y="0"/>
                  </a:lnTo>
                  <a:lnTo>
                    <a:pt x="193834" y="38100"/>
                  </a:lnTo>
                  <a:lnTo>
                    <a:pt x="245174" y="47625"/>
                  </a:lnTo>
                  <a:lnTo>
                    <a:pt x="11009567" y="47625"/>
                  </a:lnTo>
                  <a:lnTo>
                    <a:pt x="11060907" y="38100"/>
                  </a:lnTo>
                  <a:lnTo>
                    <a:pt x="11254740" y="0"/>
                  </a:lnTo>
                  <a:lnTo>
                    <a:pt x="11254740" y="0"/>
                  </a:lnTo>
                  <a:close/>
                </a:path>
              </a:pathLst>
            </a:custGeom>
            <a:solidFill>
              <a:srgbClr val="99A5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L1-band-b49"/>
            <p:cNvSpPr/>
            <p:nvPr/>
          </p:nvSpPr>
          <p:spPr>
            <a:xfrm>
              <a:off x="9305830" y="4812030"/>
              <a:ext cx="10887265" cy="47625"/>
            </a:xfrm>
            <a:custGeom>
              <a:avLst/>
              <a:gdLst/>
              <a:ahLst/>
              <a:cxnLst/>
              <a:rect l="l" t="t" r="r" b="b"/>
              <a:pathLst>
                <a:path w="10887265" h="47625">
                  <a:moveTo>
                    <a:pt x="0" y="0"/>
                  </a:moveTo>
                  <a:lnTo>
                    <a:pt x="0" y="0"/>
                  </a:lnTo>
                  <a:lnTo>
                    <a:pt x="211740" y="38100"/>
                  </a:lnTo>
                  <a:lnTo>
                    <a:pt x="267843" y="47625"/>
                  </a:lnTo>
                  <a:lnTo>
                    <a:pt x="10619422" y="47625"/>
                  </a:lnTo>
                  <a:lnTo>
                    <a:pt x="10675525" y="38100"/>
                  </a:lnTo>
                  <a:lnTo>
                    <a:pt x="10887265" y="0"/>
                  </a:lnTo>
                  <a:lnTo>
                    <a:pt x="10887265" y="0"/>
                  </a:lnTo>
                  <a:close/>
                </a:path>
              </a:pathLst>
            </a:custGeom>
            <a:solidFill>
              <a:srgbClr val="94A2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L1-band-b50"/>
            <p:cNvSpPr/>
            <p:nvPr/>
          </p:nvSpPr>
          <p:spPr>
            <a:xfrm>
              <a:off x="9506426" y="4848225"/>
              <a:ext cx="10486073" cy="47625"/>
            </a:xfrm>
            <a:custGeom>
              <a:avLst/>
              <a:gdLst/>
              <a:ahLst/>
              <a:cxnLst/>
              <a:rect l="l" t="t" r="r" b="b"/>
              <a:pathLst>
                <a:path w="10486073" h="47625">
                  <a:moveTo>
                    <a:pt x="0" y="0"/>
                  </a:moveTo>
                  <a:lnTo>
                    <a:pt x="0" y="0"/>
                  </a:lnTo>
                  <a:lnTo>
                    <a:pt x="231744" y="38100"/>
                  </a:lnTo>
                  <a:lnTo>
                    <a:pt x="293275" y="47625"/>
                  </a:lnTo>
                  <a:lnTo>
                    <a:pt x="10192798" y="47625"/>
                  </a:lnTo>
                  <a:lnTo>
                    <a:pt x="10254330" y="38100"/>
                  </a:lnTo>
                  <a:lnTo>
                    <a:pt x="10486073" y="0"/>
                  </a:lnTo>
                  <a:lnTo>
                    <a:pt x="10486073" y="0"/>
                  </a:lnTo>
                  <a:close/>
                </a:path>
              </a:pathLst>
            </a:custGeom>
            <a:solidFill>
              <a:srgbClr val="909F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L1-band-b51"/>
            <p:cNvSpPr/>
            <p:nvPr/>
          </p:nvSpPr>
          <p:spPr>
            <a:xfrm>
              <a:off x="9726073" y="4884420"/>
              <a:ext cx="10046779" cy="47625"/>
            </a:xfrm>
            <a:custGeom>
              <a:avLst/>
              <a:gdLst/>
              <a:ahLst/>
              <a:cxnLst/>
              <a:rect l="l" t="t" r="r" b="b"/>
              <a:pathLst>
                <a:path w="10046779" h="47625">
                  <a:moveTo>
                    <a:pt x="0" y="0"/>
                  </a:moveTo>
                  <a:lnTo>
                    <a:pt x="0" y="0"/>
                  </a:lnTo>
                  <a:lnTo>
                    <a:pt x="254413" y="38100"/>
                  </a:lnTo>
                  <a:lnTo>
                    <a:pt x="322135" y="47625"/>
                  </a:lnTo>
                  <a:lnTo>
                    <a:pt x="9724644" y="47625"/>
                  </a:lnTo>
                  <a:lnTo>
                    <a:pt x="9792367" y="38100"/>
                  </a:lnTo>
                  <a:lnTo>
                    <a:pt x="10046779" y="0"/>
                  </a:lnTo>
                  <a:lnTo>
                    <a:pt x="10046779" y="0"/>
                  </a:lnTo>
                  <a:close/>
                </a:path>
              </a:pathLst>
            </a:custGeom>
            <a:solidFill>
              <a:srgbClr val="8B9B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L1-band-b52"/>
            <p:cNvSpPr/>
            <p:nvPr/>
          </p:nvSpPr>
          <p:spPr>
            <a:xfrm>
              <a:off x="9967150" y="4920615"/>
              <a:ext cx="9564624" cy="47625"/>
            </a:xfrm>
            <a:custGeom>
              <a:avLst/>
              <a:gdLst/>
              <a:ahLst/>
              <a:cxnLst/>
              <a:rect l="l" t="t" r="r" b="b"/>
              <a:pathLst>
                <a:path w="9564624" h="47625">
                  <a:moveTo>
                    <a:pt x="0" y="0"/>
                  </a:moveTo>
                  <a:lnTo>
                    <a:pt x="0" y="0"/>
                  </a:lnTo>
                  <a:lnTo>
                    <a:pt x="280798" y="38100"/>
                  </a:lnTo>
                  <a:lnTo>
                    <a:pt x="355950" y="47625"/>
                  </a:lnTo>
                  <a:lnTo>
                    <a:pt x="9208675" y="47625"/>
                  </a:lnTo>
                  <a:lnTo>
                    <a:pt x="9283828" y="38100"/>
                  </a:lnTo>
                  <a:lnTo>
                    <a:pt x="9564624" y="0"/>
                  </a:lnTo>
                  <a:lnTo>
                    <a:pt x="9564624" y="0"/>
                  </a:lnTo>
                  <a:close/>
                </a:path>
              </a:pathLst>
            </a:custGeom>
            <a:solidFill>
              <a:srgbClr val="8798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L1-band-b53"/>
            <p:cNvSpPr/>
            <p:nvPr/>
          </p:nvSpPr>
          <p:spPr>
            <a:xfrm>
              <a:off x="10233184" y="4956810"/>
              <a:ext cx="9032557" cy="47625"/>
            </a:xfrm>
            <a:custGeom>
              <a:avLst/>
              <a:gdLst/>
              <a:ahLst/>
              <a:cxnLst/>
              <a:rect l="l" t="t" r="r" b="b"/>
              <a:pathLst>
                <a:path w="9032557" h="47625">
                  <a:moveTo>
                    <a:pt x="0" y="0"/>
                  </a:moveTo>
                  <a:lnTo>
                    <a:pt x="0" y="0"/>
                  </a:lnTo>
                  <a:lnTo>
                    <a:pt x="312229" y="38100"/>
                  </a:lnTo>
                  <a:lnTo>
                    <a:pt x="396335" y="47625"/>
                  </a:lnTo>
                  <a:lnTo>
                    <a:pt x="8636222" y="47625"/>
                  </a:lnTo>
                  <a:lnTo>
                    <a:pt x="8720328" y="38100"/>
                  </a:lnTo>
                  <a:lnTo>
                    <a:pt x="9032557" y="0"/>
                  </a:lnTo>
                  <a:lnTo>
                    <a:pt x="9032557" y="0"/>
                  </a:lnTo>
                  <a:close/>
                </a:path>
              </a:pathLst>
            </a:custGeom>
            <a:solidFill>
              <a:srgbClr val="8395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L1-band-b54"/>
            <p:cNvSpPr/>
            <p:nvPr/>
          </p:nvSpPr>
          <p:spPr>
            <a:xfrm>
              <a:off x="10528935" y="4993005"/>
              <a:ext cx="8441055" cy="47625"/>
            </a:xfrm>
            <a:custGeom>
              <a:avLst/>
              <a:gdLst/>
              <a:ahLst/>
              <a:cxnLst/>
              <a:rect l="l" t="t" r="r" b="b"/>
              <a:pathLst>
                <a:path w="8441055" h="47625">
                  <a:moveTo>
                    <a:pt x="0" y="0"/>
                  </a:moveTo>
                  <a:lnTo>
                    <a:pt x="0" y="0"/>
                  </a:lnTo>
                  <a:lnTo>
                    <a:pt x="350901" y="38100"/>
                  </a:lnTo>
                  <a:lnTo>
                    <a:pt x="446246" y="47625"/>
                  </a:lnTo>
                  <a:lnTo>
                    <a:pt x="7994809" y="47625"/>
                  </a:lnTo>
                  <a:lnTo>
                    <a:pt x="8090154" y="38100"/>
                  </a:lnTo>
                  <a:lnTo>
                    <a:pt x="8441055" y="0"/>
                  </a:lnTo>
                  <a:lnTo>
                    <a:pt x="8441055" y="0"/>
                  </a:lnTo>
                  <a:close/>
                </a:path>
              </a:pathLst>
            </a:custGeom>
            <a:solidFill>
              <a:srgbClr val="7E91E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L1-band-b55"/>
            <p:cNvSpPr/>
            <p:nvPr/>
          </p:nvSpPr>
          <p:spPr>
            <a:xfrm>
              <a:off x="10861167" y="5029200"/>
              <a:ext cx="7776591" cy="47625"/>
            </a:xfrm>
            <a:custGeom>
              <a:avLst/>
              <a:gdLst/>
              <a:ahLst/>
              <a:cxnLst/>
              <a:rect l="l" t="t" r="r" b="b"/>
              <a:pathLst>
                <a:path w="7776591" h="47625">
                  <a:moveTo>
                    <a:pt x="0" y="0"/>
                  </a:moveTo>
                  <a:lnTo>
                    <a:pt x="0" y="0"/>
                  </a:lnTo>
                  <a:lnTo>
                    <a:pt x="400526" y="38100"/>
                  </a:lnTo>
                  <a:lnTo>
                    <a:pt x="510921" y="47625"/>
                  </a:lnTo>
                  <a:lnTo>
                    <a:pt x="7265670" y="47625"/>
                  </a:lnTo>
                  <a:lnTo>
                    <a:pt x="7376065" y="38100"/>
                  </a:lnTo>
                  <a:lnTo>
                    <a:pt x="7776591" y="0"/>
                  </a:lnTo>
                  <a:lnTo>
                    <a:pt x="7776591" y="0"/>
                  </a:lnTo>
                  <a:close/>
                </a:path>
              </a:pathLst>
            </a:custGeom>
            <a:solidFill>
              <a:srgbClr val="7A8EE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0" name="L1-band-b56"/>
            <p:cNvSpPr/>
            <p:nvPr/>
          </p:nvSpPr>
          <p:spPr>
            <a:xfrm>
              <a:off x="11240167" y="5065395"/>
              <a:ext cx="7018591" cy="47625"/>
            </a:xfrm>
            <a:custGeom>
              <a:avLst/>
              <a:gdLst/>
              <a:ahLst/>
              <a:cxnLst/>
              <a:rect l="l" t="t" r="r" b="b"/>
              <a:pathLst>
                <a:path w="7018591" h="47625">
                  <a:moveTo>
                    <a:pt x="0" y="0"/>
                  </a:moveTo>
                  <a:lnTo>
                    <a:pt x="0" y="0"/>
                  </a:lnTo>
                  <a:lnTo>
                    <a:pt x="468725" y="38100"/>
                  </a:lnTo>
                  <a:lnTo>
                    <a:pt x="601027" y="47625"/>
                  </a:lnTo>
                  <a:lnTo>
                    <a:pt x="6417564" y="47625"/>
                  </a:lnTo>
                  <a:lnTo>
                    <a:pt x="6549866" y="38100"/>
                  </a:lnTo>
                  <a:lnTo>
                    <a:pt x="7018591" y="0"/>
                  </a:lnTo>
                  <a:lnTo>
                    <a:pt x="7018591" y="0"/>
                  </a:lnTo>
                  <a:close/>
                </a:path>
              </a:pathLst>
            </a:custGeom>
            <a:solidFill>
              <a:srgbClr val="778BE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L1-band-b57"/>
            <p:cNvSpPr/>
            <p:nvPr/>
          </p:nvSpPr>
          <p:spPr>
            <a:xfrm>
              <a:off x="11683365" y="5101590"/>
              <a:ext cx="6132195" cy="47625"/>
            </a:xfrm>
            <a:custGeom>
              <a:avLst/>
              <a:gdLst/>
              <a:ahLst/>
              <a:cxnLst/>
              <a:rect l="l" t="t" r="r" b="b"/>
              <a:pathLst>
                <a:path w="6132195" h="47625">
                  <a:moveTo>
                    <a:pt x="0" y="0"/>
                  </a:moveTo>
                  <a:lnTo>
                    <a:pt x="0" y="0"/>
                  </a:lnTo>
                  <a:lnTo>
                    <a:pt x="573024" y="38100"/>
                  </a:lnTo>
                  <a:lnTo>
                    <a:pt x="742379" y="47625"/>
                  </a:lnTo>
                  <a:lnTo>
                    <a:pt x="5389817" y="47625"/>
                  </a:lnTo>
                  <a:lnTo>
                    <a:pt x="5559171" y="38100"/>
                  </a:lnTo>
                  <a:lnTo>
                    <a:pt x="6132195" y="0"/>
                  </a:lnTo>
                  <a:lnTo>
                    <a:pt x="6132195" y="0"/>
                  </a:lnTo>
                  <a:close/>
                </a:path>
              </a:pathLst>
            </a:custGeom>
            <a:solidFill>
              <a:srgbClr val="7387E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L1-band-b58"/>
            <p:cNvSpPr/>
            <p:nvPr/>
          </p:nvSpPr>
          <p:spPr>
            <a:xfrm>
              <a:off x="12224099" y="5137785"/>
              <a:ext cx="5050727" cy="47625"/>
            </a:xfrm>
            <a:custGeom>
              <a:avLst/>
              <a:gdLst/>
              <a:ahLst/>
              <a:cxnLst/>
              <a:rect l="l" t="t" r="r" b="b"/>
              <a:pathLst>
                <a:path w="5050727" h="47625">
                  <a:moveTo>
                    <a:pt x="0" y="0"/>
                  </a:moveTo>
                  <a:lnTo>
                    <a:pt x="0" y="0"/>
                  </a:lnTo>
                  <a:lnTo>
                    <a:pt x="771621" y="38100"/>
                  </a:lnTo>
                  <a:lnTo>
                    <a:pt x="1031653" y="47625"/>
                  </a:lnTo>
                  <a:lnTo>
                    <a:pt x="4019074" y="47625"/>
                  </a:lnTo>
                  <a:lnTo>
                    <a:pt x="4279106" y="38100"/>
                  </a:lnTo>
                  <a:lnTo>
                    <a:pt x="5050727" y="0"/>
                  </a:lnTo>
                  <a:lnTo>
                    <a:pt x="5050727" y="0"/>
                  </a:lnTo>
                  <a:close/>
                </a:path>
              </a:pathLst>
            </a:custGeom>
            <a:solidFill>
              <a:srgbClr val="7084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L1-band-b59"/>
            <p:cNvSpPr/>
            <p:nvPr/>
          </p:nvSpPr>
          <p:spPr>
            <a:xfrm>
              <a:off x="12948476" y="5173980"/>
              <a:ext cx="3601974" cy="36195"/>
            </a:xfrm>
            <a:custGeom>
              <a:avLst/>
              <a:gdLst/>
              <a:ahLst/>
              <a:cxnLst/>
              <a:rect l="l" t="t" r="r" b="b"/>
              <a:pathLst>
                <a:path w="3601974" h="36195">
                  <a:moveTo>
                    <a:pt x="0" y="0"/>
                  </a:moveTo>
                  <a:lnTo>
                    <a:pt x="0" y="0"/>
                  </a:lnTo>
                  <a:lnTo>
                    <a:pt x="1800986" y="36195"/>
                  </a:lnTo>
                  <a:lnTo>
                    <a:pt x="1800986" y="36195"/>
                  </a:lnTo>
                  <a:lnTo>
                    <a:pt x="3601974" y="0"/>
                  </a:lnTo>
                  <a:lnTo>
                    <a:pt x="3601974" y="0"/>
                  </a:lnTo>
                  <a:close/>
                </a:path>
              </a:pathLst>
            </a:custGeom>
            <a:solidFill>
              <a:srgbClr val="6D81E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L1-face"/>
            <p:cNvSpPr/>
            <p:nvPr/>
          </p:nvSpPr>
          <p:spPr>
            <a:xfrm>
              <a:off x="14749462" y="3038475"/>
              <a:ext cx="7034213" cy="1085850"/>
            </a:xfrm>
            <a:custGeom>
              <a:avLst/>
              <a:gdLst/>
              <a:ahLst/>
              <a:cxnLst/>
              <a:rect l="l" t="t" r="r" b="b"/>
              <a:pathLst>
                <a:path w="7034213" h="1085850">
                  <a:moveTo>
                    <a:pt x="0" y="0"/>
                  </a:moveTo>
                  <a:lnTo>
                    <a:pt x="97727" y="95"/>
                  </a:lnTo>
                  <a:lnTo>
                    <a:pt x="195358" y="381"/>
                  </a:lnTo>
                  <a:lnTo>
                    <a:pt x="293085" y="953"/>
                  </a:lnTo>
                  <a:lnTo>
                    <a:pt x="390811" y="1715"/>
                  </a:lnTo>
                  <a:lnTo>
                    <a:pt x="488442" y="2667"/>
                  </a:lnTo>
                  <a:lnTo>
                    <a:pt x="586169" y="3810"/>
                  </a:lnTo>
                  <a:lnTo>
                    <a:pt x="683896" y="5143"/>
                  </a:lnTo>
                  <a:lnTo>
                    <a:pt x="781622" y="6763"/>
                  </a:lnTo>
                  <a:lnTo>
                    <a:pt x="879253" y="8477"/>
                  </a:lnTo>
                  <a:lnTo>
                    <a:pt x="976980" y="10477"/>
                  </a:lnTo>
                  <a:lnTo>
                    <a:pt x="1074706" y="12763"/>
                  </a:lnTo>
                  <a:lnTo>
                    <a:pt x="1172338" y="15145"/>
                  </a:lnTo>
                  <a:lnTo>
                    <a:pt x="1270064" y="17812"/>
                  </a:lnTo>
                  <a:lnTo>
                    <a:pt x="1367790" y="20765"/>
                  </a:lnTo>
                  <a:lnTo>
                    <a:pt x="1465422" y="23813"/>
                  </a:lnTo>
                  <a:lnTo>
                    <a:pt x="1563148" y="27146"/>
                  </a:lnTo>
                  <a:lnTo>
                    <a:pt x="1660875" y="30671"/>
                  </a:lnTo>
                  <a:lnTo>
                    <a:pt x="1758506" y="34481"/>
                  </a:lnTo>
                  <a:lnTo>
                    <a:pt x="1856233" y="38481"/>
                  </a:lnTo>
                  <a:lnTo>
                    <a:pt x="1953959" y="42767"/>
                  </a:lnTo>
                  <a:lnTo>
                    <a:pt x="2051686" y="47244"/>
                  </a:lnTo>
                  <a:lnTo>
                    <a:pt x="2149317" y="51911"/>
                  </a:lnTo>
                  <a:lnTo>
                    <a:pt x="2247043" y="56864"/>
                  </a:lnTo>
                  <a:lnTo>
                    <a:pt x="2344770" y="62103"/>
                  </a:lnTo>
                  <a:lnTo>
                    <a:pt x="2442401" y="67532"/>
                  </a:lnTo>
                  <a:lnTo>
                    <a:pt x="2540128" y="73247"/>
                  </a:lnTo>
                  <a:lnTo>
                    <a:pt x="2637854" y="79248"/>
                  </a:lnTo>
                  <a:lnTo>
                    <a:pt x="2735485" y="85439"/>
                  </a:lnTo>
                  <a:lnTo>
                    <a:pt x="2833212" y="92012"/>
                  </a:lnTo>
                  <a:lnTo>
                    <a:pt x="2930938" y="98774"/>
                  </a:lnTo>
                  <a:lnTo>
                    <a:pt x="3028665" y="105823"/>
                  </a:lnTo>
                  <a:lnTo>
                    <a:pt x="3126296" y="113157"/>
                  </a:lnTo>
                  <a:lnTo>
                    <a:pt x="3224022" y="120777"/>
                  </a:lnTo>
                  <a:lnTo>
                    <a:pt x="3321749" y="128683"/>
                  </a:lnTo>
                  <a:lnTo>
                    <a:pt x="3419380" y="136969"/>
                  </a:lnTo>
                  <a:lnTo>
                    <a:pt x="3517107" y="145447"/>
                  </a:lnTo>
                  <a:lnTo>
                    <a:pt x="3614833" y="154305"/>
                  </a:lnTo>
                  <a:lnTo>
                    <a:pt x="3712464" y="163544"/>
                  </a:lnTo>
                  <a:lnTo>
                    <a:pt x="3810191" y="173069"/>
                  </a:lnTo>
                  <a:lnTo>
                    <a:pt x="3907918" y="182975"/>
                  </a:lnTo>
                  <a:lnTo>
                    <a:pt x="4005549" y="193262"/>
                  </a:lnTo>
                  <a:lnTo>
                    <a:pt x="4103275" y="203930"/>
                  </a:lnTo>
                  <a:lnTo>
                    <a:pt x="4201002" y="214884"/>
                  </a:lnTo>
                  <a:lnTo>
                    <a:pt x="4298728" y="226314"/>
                  </a:lnTo>
                  <a:lnTo>
                    <a:pt x="4396360" y="238220"/>
                  </a:lnTo>
                  <a:lnTo>
                    <a:pt x="4494086" y="250507"/>
                  </a:lnTo>
                  <a:lnTo>
                    <a:pt x="4591812" y="263271"/>
                  </a:lnTo>
                  <a:lnTo>
                    <a:pt x="4689444" y="276511"/>
                  </a:lnTo>
                  <a:lnTo>
                    <a:pt x="4787170" y="290227"/>
                  </a:lnTo>
                  <a:lnTo>
                    <a:pt x="4884897" y="304514"/>
                  </a:lnTo>
                  <a:lnTo>
                    <a:pt x="4982528" y="319373"/>
                  </a:lnTo>
                  <a:lnTo>
                    <a:pt x="5080254" y="334804"/>
                  </a:lnTo>
                  <a:lnTo>
                    <a:pt x="5177981" y="350901"/>
                  </a:lnTo>
                  <a:lnTo>
                    <a:pt x="5275708" y="367665"/>
                  </a:lnTo>
                  <a:lnTo>
                    <a:pt x="5373339" y="385096"/>
                  </a:lnTo>
                  <a:lnTo>
                    <a:pt x="5471065" y="403384"/>
                  </a:lnTo>
                  <a:lnTo>
                    <a:pt x="5568792" y="422434"/>
                  </a:lnTo>
                  <a:lnTo>
                    <a:pt x="5666423" y="442436"/>
                  </a:lnTo>
                  <a:lnTo>
                    <a:pt x="5764150" y="463487"/>
                  </a:lnTo>
                  <a:lnTo>
                    <a:pt x="5861876" y="485585"/>
                  </a:lnTo>
                  <a:lnTo>
                    <a:pt x="5959507" y="509016"/>
                  </a:lnTo>
                  <a:lnTo>
                    <a:pt x="6057234" y="533781"/>
                  </a:lnTo>
                  <a:lnTo>
                    <a:pt x="6154960" y="560165"/>
                  </a:lnTo>
                  <a:lnTo>
                    <a:pt x="6252592" y="588359"/>
                  </a:lnTo>
                  <a:lnTo>
                    <a:pt x="6350318" y="618839"/>
                  </a:lnTo>
                  <a:lnTo>
                    <a:pt x="6448044" y="651891"/>
                  </a:lnTo>
                  <a:lnTo>
                    <a:pt x="6545771" y="688277"/>
                  </a:lnTo>
                  <a:lnTo>
                    <a:pt x="6643402" y="728948"/>
                  </a:lnTo>
                  <a:lnTo>
                    <a:pt x="6741129" y="775716"/>
                  </a:lnTo>
                  <a:lnTo>
                    <a:pt x="6838855" y="831723"/>
                  </a:lnTo>
                  <a:lnTo>
                    <a:pt x="6936486" y="905542"/>
                  </a:lnTo>
                  <a:lnTo>
                    <a:pt x="7034213" y="1085850"/>
                  </a:lnTo>
                  <a:lnTo>
                    <a:pt x="7034213" y="1085850"/>
                  </a:lnTo>
                  <a:lnTo>
                    <a:pt x="6936486" y="905542"/>
                  </a:lnTo>
                  <a:lnTo>
                    <a:pt x="6838855" y="831723"/>
                  </a:lnTo>
                  <a:lnTo>
                    <a:pt x="6741129" y="775716"/>
                  </a:lnTo>
                  <a:lnTo>
                    <a:pt x="6643402" y="728948"/>
                  </a:lnTo>
                  <a:lnTo>
                    <a:pt x="6545771" y="688277"/>
                  </a:lnTo>
                  <a:lnTo>
                    <a:pt x="6448044" y="651891"/>
                  </a:lnTo>
                  <a:lnTo>
                    <a:pt x="6350318" y="618839"/>
                  </a:lnTo>
                  <a:lnTo>
                    <a:pt x="6252592" y="592455"/>
                  </a:lnTo>
                  <a:lnTo>
                    <a:pt x="6154960" y="614458"/>
                  </a:lnTo>
                  <a:lnTo>
                    <a:pt x="6057234" y="638365"/>
                  </a:lnTo>
                  <a:lnTo>
                    <a:pt x="5959507" y="659225"/>
                  </a:lnTo>
                  <a:lnTo>
                    <a:pt x="5861876" y="681037"/>
                  </a:lnTo>
                  <a:lnTo>
                    <a:pt x="5764150" y="704183"/>
                  </a:lnTo>
                  <a:lnTo>
                    <a:pt x="5666423" y="728377"/>
                  </a:lnTo>
                  <a:lnTo>
                    <a:pt x="5568792" y="753618"/>
                  </a:lnTo>
                  <a:lnTo>
                    <a:pt x="5471065" y="778288"/>
                  </a:lnTo>
                  <a:lnTo>
                    <a:pt x="5373339" y="795814"/>
                  </a:lnTo>
                  <a:lnTo>
                    <a:pt x="5275708" y="814197"/>
                  </a:lnTo>
                  <a:lnTo>
                    <a:pt x="5177981" y="833247"/>
                  </a:lnTo>
                  <a:lnTo>
                    <a:pt x="5080254" y="852964"/>
                  </a:lnTo>
                  <a:lnTo>
                    <a:pt x="4982528" y="873347"/>
                  </a:lnTo>
                  <a:lnTo>
                    <a:pt x="4884897" y="889063"/>
                  </a:lnTo>
                  <a:lnTo>
                    <a:pt x="4787170" y="897446"/>
                  </a:lnTo>
                  <a:lnTo>
                    <a:pt x="4689444" y="906304"/>
                  </a:lnTo>
                  <a:lnTo>
                    <a:pt x="4591812" y="915638"/>
                  </a:lnTo>
                  <a:lnTo>
                    <a:pt x="4494086" y="925544"/>
                  </a:lnTo>
                  <a:lnTo>
                    <a:pt x="4396360" y="935831"/>
                  </a:lnTo>
                  <a:lnTo>
                    <a:pt x="4298728" y="943165"/>
                  </a:lnTo>
                  <a:lnTo>
                    <a:pt x="4201002" y="948976"/>
                  </a:lnTo>
                  <a:lnTo>
                    <a:pt x="4103275" y="955167"/>
                  </a:lnTo>
                  <a:lnTo>
                    <a:pt x="4005549" y="961835"/>
                  </a:lnTo>
                  <a:lnTo>
                    <a:pt x="3907918" y="968788"/>
                  </a:lnTo>
                  <a:lnTo>
                    <a:pt x="3810191" y="972121"/>
                  </a:lnTo>
                  <a:lnTo>
                    <a:pt x="3712464" y="973074"/>
                  </a:lnTo>
                  <a:lnTo>
                    <a:pt x="3614833" y="974503"/>
                  </a:lnTo>
                  <a:lnTo>
                    <a:pt x="3517107" y="976122"/>
                  </a:lnTo>
                  <a:lnTo>
                    <a:pt x="3419380" y="978122"/>
                  </a:lnTo>
                  <a:lnTo>
                    <a:pt x="3321749" y="980503"/>
                  </a:lnTo>
                  <a:lnTo>
                    <a:pt x="3224022" y="983075"/>
                  </a:lnTo>
                  <a:lnTo>
                    <a:pt x="3126296" y="985837"/>
                  </a:lnTo>
                  <a:lnTo>
                    <a:pt x="3028665" y="988600"/>
                  </a:lnTo>
                  <a:lnTo>
                    <a:pt x="2930938" y="991553"/>
                  </a:lnTo>
                  <a:lnTo>
                    <a:pt x="2833212" y="994791"/>
                  </a:lnTo>
                  <a:lnTo>
                    <a:pt x="2735485" y="998411"/>
                  </a:lnTo>
                  <a:lnTo>
                    <a:pt x="2637854" y="1002221"/>
                  </a:lnTo>
                  <a:lnTo>
                    <a:pt x="2540128" y="1006316"/>
                  </a:lnTo>
                  <a:lnTo>
                    <a:pt x="2442401" y="1010603"/>
                  </a:lnTo>
                  <a:lnTo>
                    <a:pt x="2344770" y="1015270"/>
                  </a:lnTo>
                  <a:lnTo>
                    <a:pt x="2247043" y="1020127"/>
                  </a:lnTo>
                  <a:lnTo>
                    <a:pt x="2149317" y="1025176"/>
                  </a:lnTo>
                  <a:lnTo>
                    <a:pt x="2051686" y="1026604"/>
                  </a:lnTo>
                  <a:lnTo>
                    <a:pt x="1953959" y="1025652"/>
                  </a:lnTo>
                  <a:lnTo>
                    <a:pt x="1856233" y="1024890"/>
                  </a:lnTo>
                  <a:lnTo>
                    <a:pt x="1758506" y="1024414"/>
                  </a:lnTo>
                  <a:lnTo>
                    <a:pt x="1660875" y="1024128"/>
                  </a:lnTo>
                  <a:lnTo>
                    <a:pt x="1563148" y="1024128"/>
                  </a:lnTo>
                  <a:lnTo>
                    <a:pt x="1465422" y="1024319"/>
                  </a:lnTo>
                  <a:lnTo>
                    <a:pt x="1367790" y="1024699"/>
                  </a:lnTo>
                  <a:lnTo>
                    <a:pt x="1270064" y="1025366"/>
                  </a:lnTo>
                  <a:lnTo>
                    <a:pt x="1172338" y="1026223"/>
                  </a:lnTo>
                  <a:lnTo>
                    <a:pt x="1074706" y="1027271"/>
                  </a:lnTo>
                  <a:lnTo>
                    <a:pt x="976980" y="1028605"/>
                  </a:lnTo>
                  <a:lnTo>
                    <a:pt x="879253" y="1030129"/>
                  </a:lnTo>
                  <a:lnTo>
                    <a:pt x="781622" y="1031843"/>
                  </a:lnTo>
                  <a:lnTo>
                    <a:pt x="683896" y="1033748"/>
                  </a:lnTo>
                  <a:lnTo>
                    <a:pt x="586169" y="1035939"/>
                  </a:lnTo>
                  <a:lnTo>
                    <a:pt x="488442" y="1038320"/>
                  </a:lnTo>
                  <a:lnTo>
                    <a:pt x="390811" y="1040892"/>
                  </a:lnTo>
                  <a:lnTo>
                    <a:pt x="293085" y="1043654"/>
                  </a:lnTo>
                  <a:lnTo>
                    <a:pt x="195358" y="1046702"/>
                  </a:lnTo>
                  <a:lnTo>
                    <a:pt x="97727" y="1049846"/>
                  </a:lnTo>
                  <a:lnTo>
                    <a:pt x="0" y="10532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L1-rim"/>
            <p:cNvSpPr/>
            <p:nvPr/>
          </p:nvSpPr>
          <p:spPr>
            <a:xfrm>
              <a:off x="7715250" y="3038475"/>
              <a:ext cx="14068139" cy="1095375"/>
            </a:xfrm>
            <a:custGeom>
              <a:avLst/>
              <a:gdLst/>
              <a:ahLst/>
              <a:cxnLst/>
              <a:rect l="l" t="t" r="r" b="b"/>
              <a:pathLst>
                <a:path w="14068139" h="1095375">
                  <a:moveTo>
                    <a:pt x="7034212" y="0"/>
                  </a:moveTo>
                  <a:lnTo>
                    <a:pt x="4196620" y="57150"/>
                  </a:lnTo>
                  <a:lnTo>
                    <a:pt x="3266408" y="114300"/>
                  </a:lnTo>
                  <a:lnTo>
                    <a:pt x="2691765" y="171450"/>
                  </a:lnTo>
                  <a:lnTo>
                    <a:pt x="2228564" y="228600"/>
                  </a:lnTo>
                  <a:lnTo>
                    <a:pt x="1844802" y="285750"/>
                  </a:lnTo>
                  <a:lnTo>
                    <a:pt x="1509332" y="342900"/>
                  </a:lnTo>
                  <a:lnTo>
                    <a:pt x="1266825" y="400050"/>
                  </a:lnTo>
                  <a:lnTo>
                    <a:pt x="1068324" y="457200"/>
                  </a:lnTo>
                  <a:lnTo>
                    <a:pt x="930307" y="514350"/>
                  </a:lnTo>
                  <a:lnTo>
                    <a:pt x="839248" y="571500"/>
                  </a:lnTo>
                  <a:lnTo>
                    <a:pt x="653891" y="628650"/>
                  </a:lnTo>
                  <a:lnTo>
                    <a:pt x="494824" y="685800"/>
                  </a:lnTo>
                  <a:lnTo>
                    <a:pt x="359950" y="742950"/>
                  </a:lnTo>
                  <a:lnTo>
                    <a:pt x="247936" y="800100"/>
                  </a:lnTo>
                  <a:lnTo>
                    <a:pt x="157639" y="857250"/>
                  </a:lnTo>
                  <a:lnTo>
                    <a:pt x="88202" y="914400"/>
                  </a:lnTo>
                  <a:lnTo>
                    <a:pt x="39052" y="971550"/>
                  </a:lnTo>
                  <a:lnTo>
                    <a:pt x="9716" y="1028700"/>
                  </a:lnTo>
                  <a:lnTo>
                    <a:pt x="0" y="1085850"/>
                  </a:lnTo>
                  <a:lnTo>
                    <a:pt x="14068139" y="1095375"/>
                  </a:lnTo>
                  <a:lnTo>
                    <a:pt x="14061662" y="1038225"/>
                  </a:lnTo>
                  <a:lnTo>
                    <a:pt x="14035564" y="981075"/>
                  </a:lnTo>
                  <a:lnTo>
                    <a:pt x="13989748" y="923925"/>
                  </a:lnTo>
                  <a:lnTo>
                    <a:pt x="13923740" y="866775"/>
                  </a:lnTo>
                  <a:lnTo>
                    <a:pt x="13837063" y="809625"/>
                  </a:lnTo>
                  <a:lnTo>
                    <a:pt x="13728668" y="752475"/>
                  </a:lnTo>
                  <a:lnTo>
                    <a:pt x="13597795" y="695325"/>
                  </a:lnTo>
                  <a:lnTo>
                    <a:pt x="13442823" y="638175"/>
                  </a:lnTo>
                  <a:lnTo>
                    <a:pt x="13262038" y="581025"/>
                  </a:lnTo>
                  <a:lnTo>
                    <a:pt x="13160502" y="523875"/>
                  </a:lnTo>
                  <a:lnTo>
                    <a:pt x="13023628" y="466725"/>
                  </a:lnTo>
                  <a:lnTo>
                    <a:pt x="12841129" y="409575"/>
                  </a:lnTo>
                  <a:lnTo>
                    <a:pt x="12600146" y="352425"/>
                  </a:lnTo>
                  <a:lnTo>
                    <a:pt x="12286298" y="295275"/>
                  </a:lnTo>
                  <a:lnTo>
                    <a:pt x="11904821" y="238125"/>
                  </a:lnTo>
                  <a:lnTo>
                    <a:pt x="11469624" y="180975"/>
                  </a:lnTo>
                  <a:lnTo>
                    <a:pt x="10900124" y="123825"/>
                  </a:lnTo>
                  <a:lnTo>
                    <a:pt x="10079546" y="66675"/>
                  </a:lnTo>
                  <a:lnTo>
                    <a:pt x="8743474" y="9525"/>
                  </a:lnTo>
                </a:path>
              </a:pathLst>
            </a:custGeom>
            <a:noFill/>
            <a:ln w="19050">
              <a:solidFill>
                <a:srgbClr val="B8C3F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L1-sub1"/>
            <p:cNvSpPr txBox="1"/>
            <p:nvPr/>
          </p:nvSpPr>
          <p:spPr>
            <a:xfrm>
              <a:off x="10516743" y="3303270"/>
              <a:ext cx="8455914" cy="6324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12" b="1" i="0">
                  <a:solidFill>
                    <a:srgbClr val="6B7FE1"/>
                  </a:solidFill>
                  <a:latin typeface="Microsoft YaHei"/>
                  <a:ea typeface="Microsoft YaHei"/>
                  <a:cs typeface="Microsoft YaHei"/>
                </a:rPr>
                <a:t>精度量化 / 算子融合 / 按需加载 / 功耗优化</a:t>
              </a:r>
            </a:p>
          </p:txBody>
        </p:sp>
        <p:sp>
          <p:nvSpPr>
            <p:cNvPr id="157" name="L1-title"/>
            <p:cNvSpPr txBox="1"/>
            <p:nvPr/>
          </p:nvSpPr>
          <p:spPr>
            <a:xfrm>
              <a:off x="12182856" y="4267200"/>
              <a:ext cx="5133213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端侧部署与隐私保护层</a:t>
              </a:r>
            </a:p>
          </p:txBody>
        </p:sp>
      </p:grpSp>
      <p:grpSp>
        <p:nvGrpSpPr>
          <p:cNvPr id="469" name="layer-L2"/>
          <p:cNvGrpSpPr/>
          <p:nvPr/>
        </p:nvGrpSpPr>
        <p:grpSpPr>
          <a:xfrm>
            <a:off x="8629650" y="5924550"/>
            <a:ext cx="12230100" cy="2171700"/>
            <a:chOff x="8629650" y="5924550"/>
            <a:chExt cx="12230100" cy="2171700"/>
          </a:xfrm>
        </p:grpSpPr>
        <p:sp>
          <p:nvSpPr>
            <p:cNvPr id="158" name="L2-band-b00"/>
            <p:cNvSpPr/>
            <p:nvPr/>
          </p:nvSpPr>
          <p:spPr>
            <a:xfrm>
              <a:off x="12461367" y="5924550"/>
              <a:ext cx="4566666" cy="47625"/>
            </a:xfrm>
            <a:custGeom>
              <a:avLst/>
              <a:gdLst/>
              <a:ahLst/>
              <a:cxnLst/>
              <a:rect l="l" t="t" r="r" b="b"/>
              <a:pathLst>
                <a:path w="4566666" h="47625">
                  <a:moveTo>
                    <a:pt x="2283333" y="0"/>
                  </a:moveTo>
                  <a:lnTo>
                    <a:pt x="2283333" y="0"/>
                  </a:lnTo>
                  <a:lnTo>
                    <a:pt x="187357" y="38100"/>
                  </a:lnTo>
                  <a:lnTo>
                    <a:pt x="0" y="47625"/>
                  </a:lnTo>
                  <a:lnTo>
                    <a:pt x="4566666" y="47625"/>
                  </a:lnTo>
                  <a:lnTo>
                    <a:pt x="4379309" y="38100"/>
                  </a:lnTo>
                  <a:lnTo>
                    <a:pt x="2283333" y="0"/>
                  </a:lnTo>
                  <a:lnTo>
                    <a:pt x="22833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L2-band-b01"/>
            <p:cNvSpPr/>
            <p:nvPr/>
          </p:nvSpPr>
          <p:spPr>
            <a:xfrm>
              <a:off x="11777758" y="5960745"/>
              <a:ext cx="5933884" cy="47625"/>
            </a:xfrm>
            <a:custGeom>
              <a:avLst/>
              <a:gdLst/>
              <a:ahLst/>
              <a:cxnLst/>
              <a:rect l="l" t="t" r="r" b="b"/>
              <a:pathLst>
                <a:path w="5933884" h="47625">
                  <a:moveTo>
                    <a:pt x="908970" y="0"/>
                  </a:moveTo>
                  <a:lnTo>
                    <a:pt x="908970" y="0"/>
                  </a:lnTo>
                  <a:lnTo>
                    <a:pt x="176688" y="38100"/>
                  </a:lnTo>
                  <a:lnTo>
                    <a:pt x="0" y="47625"/>
                  </a:lnTo>
                  <a:lnTo>
                    <a:pt x="5933884" y="47625"/>
                  </a:lnTo>
                  <a:lnTo>
                    <a:pt x="5757196" y="38100"/>
                  </a:lnTo>
                  <a:lnTo>
                    <a:pt x="5024914" y="0"/>
                  </a:lnTo>
                  <a:lnTo>
                    <a:pt x="50249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L2-band-b02"/>
            <p:cNvSpPr/>
            <p:nvPr/>
          </p:nvSpPr>
          <p:spPr>
            <a:xfrm>
              <a:off x="11417903" y="5996940"/>
              <a:ext cx="6653594" cy="47625"/>
            </a:xfrm>
            <a:custGeom>
              <a:avLst/>
              <a:gdLst/>
              <a:ahLst/>
              <a:cxnLst/>
              <a:rect l="l" t="t" r="r" b="b"/>
              <a:pathLst>
                <a:path w="6653594" h="47625">
                  <a:moveTo>
                    <a:pt x="572167" y="0"/>
                  </a:moveTo>
                  <a:lnTo>
                    <a:pt x="572167" y="0"/>
                  </a:lnTo>
                  <a:lnTo>
                    <a:pt x="85821" y="38100"/>
                  </a:lnTo>
                  <a:lnTo>
                    <a:pt x="0" y="47625"/>
                  </a:lnTo>
                  <a:lnTo>
                    <a:pt x="6653594" y="47625"/>
                  </a:lnTo>
                  <a:lnTo>
                    <a:pt x="6567773" y="38100"/>
                  </a:lnTo>
                  <a:lnTo>
                    <a:pt x="6081427" y="0"/>
                  </a:lnTo>
                  <a:lnTo>
                    <a:pt x="6081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L2-band-b03"/>
            <p:cNvSpPr/>
            <p:nvPr/>
          </p:nvSpPr>
          <p:spPr>
            <a:xfrm>
              <a:off x="11100245" y="6033135"/>
              <a:ext cx="7288911" cy="47625"/>
            </a:xfrm>
            <a:custGeom>
              <a:avLst/>
              <a:gdLst/>
              <a:ahLst/>
              <a:cxnLst/>
              <a:rect l="l" t="t" r="r" b="b"/>
              <a:pathLst>
                <a:path w="7288911" h="47625">
                  <a:moveTo>
                    <a:pt x="420719" y="0"/>
                  </a:moveTo>
                  <a:lnTo>
                    <a:pt x="420719" y="0"/>
                  </a:lnTo>
                  <a:lnTo>
                    <a:pt x="82486" y="38100"/>
                  </a:lnTo>
                  <a:lnTo>
                    <a:pt x="0" y="47625"/>
                  </a:lnTo>
                  <a:lnTo>
                    <a:pt x="7288911" y="47625"/>
                  </a:lnTo>
                  <a:lnTo>
                    <a:pt x="7206424" y="38100"/>
                  </a:lnTo>
                  <a:lnTo>
                    <a:pt x="6868191" y="0"/>
                  </a:lnTo>
                  <a:lnTo>
                    <a:pt x="6868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L2-band-b04"/>
            <p:cNvSpPr/>
            <p:nvPr/>
          </p:nvSpPr>
          <p:spPr>
            <a:xfrm>
              <a:off x="10792587" y="6069330"/>
              <a:ext cx="7904226" cy="47625"/>
            </a:xfrm>
            <a:custGeom>
              <a:avLst/>
              <a:gdLst/>
              <a:ahLst/>
              <a:cxnLst/>
              <a:rect l="l" t="t" r="r" b="b"/>
              <a:pathLst>
                <a:path w="7904226" h="47625">
                  <a:moveTo>
                    <a:pt x="406717" y="0"/>
                  </a:moveTo>
                  <a:lnTo>
                    <a:pt x="406717" y="0"/>
                  </a:lnTo>
                  <a:lnTo>
                    <a:pt x="80105" y="38100"/>
                  </a:lnTo>
                  <a:lnTo>
                    <a:pt x="0" y="47625"/>
                  </a:lnTo>
                  <a:lnTo>
                    <a:pt x="7904226" y="47625"/>
                  </a:lnTo>
                  <a:lnTo>
                    <a:pt x="7824121" y="38100"/>
                  </a:lnTo>
                  <a:lnTo>
                    <a:pt x="7497509" y="0"/>
                  </a:lnTo>
                  <a:lnTo>
                    <a:pt x="74975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L2-band-b05"/>
            <p:cNvSpPr/>
            <p:nvPr/>
          </p:nvSpPr>
          <p:spPr>
            <a:xfrm>
              <a:off x="10567035" y="6105525"/>
              <a:ext cx="8355330" cy="47625"/>
            </a:xfrm>
            <a:custGeom>
              <a:avLst/>
              <a:gdLst/>
              <a:ahLst/>
              <a:cxnLst/>
              <a:rect l="l" t="t" r="r" b="b"/>
              <a:pathLst>
                <a:path w="8355330" h="47625">
                  <a:moveTo>
                    <a:pt x="321755" y="0"/>
                  </a:moveTo>
                  <a:lnTo>
                    <a:pt x="321755" y="0"/>
                  </a:lnTo>
                  <a:lnTo>
                    <a:pt x="56960" y="38100"/>
                  </a:lnTo>
                  <a:lnTo>
                    <a:pt x="0" y="47625"/>
                  </a:lnTo>
                  <a:lnTo>
                    <a:pt x="8355330" y="47625"/>
                  </a:lnTo>
                  <a:lnTo>
                    <a:pt x="8298371" y="38100"/>
                  </a:lnTo>
                  <a:lnTo>
                    <a:pt x="8033575" y="0"/>
                  </a:lnTo>
                  <a:lnTo>
                    <a:pt x="80335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L2-band-b06"/>
            <p:cNvSpPr/>
            <p:nvPr/>
          </p:nvSpPr>
          <p:spPr>
            <a:xfrm>
              <a:off x="10354246" y="6141720"/>
              <a:ext cx="8780908" cy="47625"/>
            </a:xfrm>
            <a:custGeom>
              <a:avLst/>
              <a:gdLst/>
              <a:ahLst/>
              <a:cxnLst/>
              <a:rect l="l" t="t" r="r" b="b"/>
              <a:pathLst>
                <a:path w="8780908" h="47625">
                  <a:moveTo>
                    <a:pt x="281178" y="0"/>
                  </a:moveTo>
                  <a:lnTo>
                    <a:pt x="281178" y="0"/>
                  </a:lnTo>
                  <a:lnTo>
                    <a:pt x="55531" y="38100"/>
                  </a:lnTo>
                  <a:lnTo>
                    <a:pt x="0" y="47625"/>
                  </a:lnTo>
                  <a:lnTo>
                    <a:pt x="8780908" y="47625"/>
                  </a:lnTo>
                  <a:lnTo>
                    <a:pt x="8725377" y="38100"/>
                  </a:lnTo>
                  <a:lnTo>
                    <a:pt x="8499730" y="0"/>
                  </a:lnTo>
                  <a:lnTo>
                    <a:pt x="84997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L2-band-b07"/>
            <p:cNvSpPr/>
            <p:nvPr/>
          </p:nvSpPr>
          <p:spPr>
            <a:xfrm>
              <a:off x="10146411" y="6177915"/>
              <a:ext cx="9196578" cy="47625"/>
            </a:xfrm>
            <a:custGeom>
              <a:avLst/>
              <a:gdLst/>
              <a:ahLst/>
              <a:cxnLst/>
              <a:rect l="l" t="t" r="r" b="b"/>
              <a:pathLst>
                <a:path w="9196578" h="47625">
                  <a:moveTo>
                    <a:pt x="274511" y="0"/>
                  </a:moveTo>
                  <a:lnTo>
                    <a:pt x="274511" y="0"/>
                  </a:lnTo>
                  <a:lnTo>
                    <a:pt x="54293" y="38100"/>
                  </a:lnTo>
                  <a:lnTo>
                    <a:pt x="0" y="47625"/>
                  </a:lnTo>
                  <a:lnTo>
                    <a:pt x="9196578" y="47625"/>
                  </a:lnTo>
                  <a:lnTo>
                    <a:pt x="9142285" y="38100"/>
                  </a:lnTo>
                  <a:lnTo>
                    <a:pt x="8922067" y="0"/>
                  </a:lnTo>
                  <a:lnTo>
                    <a:pt x="89220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L2-band-b08"/>
            <p:cNvSpPr/>
            <p:nvPr/>
          </p:nvSpPr>
          <p:spPr>
            <a:xfrm>
              <a:off x="9963245" y="6214110"/>
              <a:ext cx="9562910" cy="47625"/>
            </a:xfrm>
            <a:custGeom>
              <a:avLst/>
              <a:gdLst/>
              <a:ahLst/>
              <a:cxnLst/>
              <a:rect l="l" t="t" r="r" b="b"/>
              <a:pathLst>
                <a:path w="9562910" h="47625">
                  <a:moveTo>
                    <a:pt x="248317" y="0"/>
                  </a:moveTo>
                  <a:lnTo>
                    <a:pt x="248317" y="0"/>
                  </a:lnTo>
                  <a:lnTo>
                    <a:pt x="36100" y="38100"/>
                  </a:lnTo>
                  <a:lnTo>
                    <a:pt x="0" y="47625"/>
                  </a:lnTo>
                  <a:lnTo>
                    <a:pt x="9562910" y="47625"/>
                  </a:lnTo>
                  <a:lnTo>
                    <a:pt x="9526810" y="38100"/>
                  </a:lnTo>
                  <a:lnTo>
                    <a:pt x="9314593" y="0"/>
                  </a:lnTo>
                  <a:lnTo>
                    <a:pt x="93145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L2-band-b09"/>
            <p:cNvSpPr/>
            <p:nvPr/>
          </p:nvSpPr>
          <p:spPr>
            <a:xfrm>
              <a:off x="9828276" y="6250305"/>
              <a:ext cx="9832848" cy="47625"/>
            </a:xfrm>
            <a:custGeom>
              <a:avLst/>
              <a:gdLst/>
              <a:ahLst/>
              <a:cxnLst/>
              <a:rect l="l" t="t" r="r" b="b"/>
              <a:pathLst>
                <a:path w="9832848" h="47625">
                  <a:moveTo>
                    <a:pt x="178308" y="0"/>
                  </a:moveTo>
                  <a:lnTo>
                    <a:pt x="178308" y="0"/>
                  </a:lnTo>
                  <a:lnTo>
                    <a:pt x="35242" y="38100"/>
                  </a:lnTo>
                  <a:lnTo>
                    <a:pt x="0" y="47625"/>
                  </a:lnTo>
                  <a:lnTo>
                    <a:pt x="9832848" y="47625"/>
                  </a:lnTo>
                  <a:lnTo>
                    <a:pt x="9797606" y="38100"/>
                  </a:lnTo>
                  <a:lnTo>
                    <a:pt x="9654540" y="0"/>
                  </a:lnTo>
                  <a:lnTo>
                    <a:pt x="96545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L2-band-b10"/>
            <p:cNvSpPr/>
            <p:nvPr/>
          </p:nvSpPr>
          <p:spPr>
            <a:xfrm>
              <a:off x="9696545" y="6286500"/>
              <a:ext cx="10096310" cy="47625"/>
            </a:xfrm>
            <a:custGeom>
              <a:avLst/>
              <a:gdLst/>
              <a:ahLst/>
              <a:cxnLst/>
              <a:rect l="l" t="t" r="r" b="b"/>
              <a:pathLst>
                <a:path w="10096310" h="47625">
                  <a:moveTo>
                    <a:pt x="174022" y="0"/>
                  </a:moveTo>
                  <a:lnTo>
                    <a:pt x="174022" y="0"/>
                  </a:lnTo>
                  <a:lnTo>
                    <a:pt x="34385" y="38100"/>
                  </a:lnTo>
                  <a:lnTo>
                    <a:pt x="0" y="47625"/>
                  </a:lnTo>
                  <a:lnTo>
                    <a:pt x="10096310" y="47625"/>
                  </a:lnTo>
                  <a:lnTo>
                    <a:pt x="10061925" y="38100"/>
                  </a:lnTo>
                  <a:lnTo>
                    <a:pt x="9922288" y="0"/>
                  </a:lnTo>
                  <a:lnTo>
                    <a:pt x="9922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L2-band-b11"/>
            <p:cNvSpPr/>
            <p:nvPr/>
          </p:nvSpPr>
          <p:spPr>
            <a:xfrm>
              <a:off x="9583102" y="6322695"/>
              <a:ext cx="10323196" cy="47625"/>
            </a:xfrm>
            <a:custGeom>
              <a:avLst/>
              <a:gdLst/>
              <a:ahLst/>
              <a:cxnLst/>
              <a:rect l="l" t="t" r="r" b="b"/>
              <a:pathLst>
                <a:path w="10323196" h="47625">
                  <a:moveTo>
                    <a:pt x="154782" y="0"/>
                  </a:moveTo>
                  <a:lnTo>
                    <a:pt x="154782" y="0"/>
                  </a:lnTo>
                  <a:lnTo>
                    <a:pt x="20765" y="38100"/>
                  </a:lnTo>
                  <a:lnTo>
                    <a:pt x="0" y="47625"/>
                  </a:lnTo>
                  <a:lnTo>
                    <a:pt x="10323196" y="47625"/>
                  </a:lnTo>
                  <a:lnTo>
                    <a:pt x="10302431" y="38100"/>
                  </a:lnTo>
                  <a:lnTo>
                    <a:pt x="10168414" y="0"/>
                  </a:lnTo>
                  <a:lnTo>
                    <a:pt x="101684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L2-band-b12"/>
            <p:cNvSpPr/>
            <p:nvPr/>
          </p:nvSpPr>
          <p:spPr>
            <a:xfrm>
              <a:off x="9505664" y="6358890"/>
              <a:ext cx="10478072" cy="47625"/>
            </a:xfrm>
            <a:custGeom>
              <a:avLst/>
              <a:gdLst/>
              <a:ahLst/>
              <a:cxnLst/>
              <a:rect l="l" t="t" r="r" b="b"/>
              <a:pathLst>
                <a:path w="10478072" h="47625">
                  <a:moveTo>
                    <a:pt x="102394" y="0"/>
                  </a:moveTo>
                  <a:lnTo>
                    <a:pt x="102394" y="0"/>
                  </a:lnTo>
                  <a:lnTo>
                    <a:pt x="20098" y="38100"/>
                  </a:lnTo>
                  <a:lnTo>
                    <a:pt x="0" y="47625"/>
                  </a:lnTo>
                  <a:lnTo>
                    <a:pt x="10478072" y="47625"/>
                  </a:lnTo>
                  <a:lnTo>
                    <a:pt x="10457974" y="38100"/>
                  </a:lnTo>
                  <a:lnTo>
                    <a:pt x="10375678" y="0"/>
                  </a:lnTo>
                  <a:lnTo>
                    <a:pt x="103756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L2-band-b13"/>
            <p:cNvSpPr/>
            <p:nvPr/>
          </p:nvSpPr>
          <p:spPr>
            <a:xfrm>
              <a:off x="9430607" y="6395085"/>
              <a:ext cx="10628186" cy="47625"/>
            </a:xfrm>
            <a:custGeom>
              <a:avLst/>
              <a:gdLst/>
              <a:ahLst/>
              <a:cxnLst/>
              <a:rect l="l" t="t" r="r" b="b"/>
              <a:pathLst>
                <a:path w="10628186" h="47625">
                  <a:moveTo>
                    <a:pt x="99251" y="0"/>
                  </a:moveTo>
                  <a:lnTo>
                    <a:pt x="99251" y="0"/>
                  </a:lnTo>
                  <a:lnTo>
                    <a:pt x="19527" y="38100"/>
                  </a:lnTo>
                  <a:lnTo>
                    <a:pt x="0" y="47625"/>
                  </a:lnTo>
                  <a:lnTo>
                    <a:pt x="10628186" y="47625"/>
                  </a:lnTo>
                  <a:lnTo>
                    <a:pt x="10608659" y="38100"/>
                  </a:lnTo>
                  <a:lnTo>
                    <a:pt x="10528935" y="0"/>
                  </a:lnTo>
                  <a:lnTo>
                    <a:pt x="105289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L2-band-b14"/>
            <p:cNvSpPr/>
            <p:nvPr/>
          </p:nvSpPr>
          <p:spPr>
            <a:xfrm>
              <a:off x="9412224" y="6431280"/>
              <a:ext cx="10664952" cy="47625"/>
            </a:xfrm>
            <a:custGeom>
              <a:avLst/>
              <a:gdLst/>
              <a:ahLst/>
              <a:cxnLst/>
              <a:rect l="l" t="t" r="r" b="b"/>
              <a:pathLst>
                <a:path w="10664952" h="47625">
                  <a:moveTo>
                    <a:pt x="41815" y="0"/>
                  </a:moveTo>
                  <a:lnTo>
                    <a:pt x="41815" y="0"/>
                  </a:lnTo>
                  <a:lnTo>
                    <a:pt x="30480" y="38100"/>
                  </a:lnTo>
                  <a:lnTo>
                    <a:pt x="0" y="47625"/>
                  </a:lnTo>
                  <a:lnTo>
                    <a:pt x="10664952" y="47625"/>
                  </a:lnTo>
                  <a:lnTo>
                    <a:pt x="10634472" y="38100"/>
                  </a:lnTo>
                  <a:lnTo>
                    <a:pt x="10623137" y="0"/>
                  </a:lnTo>
                  <a:lnTo>
                    <a:pt x="106231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L2-band-b15"/>
            <p:cNvSpPr/>
            <p:nvPr/>
          </p:nvSpPr>
          <p:spPr>
            <a:xfrm>
              <a:off x="9302877" y="6467475"/>
              <a:ext cx="10883646" cy="47625"/>
            </a:xfrm>
            <a:custGeom>
              <a:avLst/>
              <a:gdLst/>
              <a:ahLst/>
              <a:cxnLst/>
              <a:rect l="l" t="t" r="r" b="b"/>
              <a:pathLst>
                <a:path w="10883646" h="47625">
                  <a:moveTo>
                    <a:pt x="146018" y="0"/>
                  </a:moveTo>
                  <a:lnTo>
                    <a:pt x="146018" y="0"/>
                  </a:lnTo>
                  <a:lnTo>
                    <a:pt x="27813" y="38100"/>
                  </a:lnTo>
                  <a:lnTo>
                    <a:pt x="0" y="47625"/>
                  </a:lnTo>
                  <a:lnTo>
                    <a:pt x="10883646" y="47625"/>
                  </a:lnTo>
                  <a:lnTo>
                    <a:pt x="10855833" y="38100"/>
                  </a:lnTo>
                  <a:lnTo>
                    <a:pt x="10737628" y="0"/>
                  </a:lnTo>
                  <a:lnTo>
                    <a:pt x="107376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L2-band-b16"/>
            <p:cNvSpPr/>
            <p:nvPr/>
          </p:nvSpPr>
          <p:spPr>
            <a:xfrm>
              <a:off x="9203150" y="6503670"/>
              <a:ext cx="11083100" cy="47625"/>
            </a:xfrm>
            <a:custGeom>
              <a:avLst/>
              <a:gdLst/>
              <a:ahLst/>
              <a:cxnLst/>
              <a:rect l="l" t="t" r="r" b="b"/>
              <a:pathLst>
                <a:path w="11083100" h="47625">
                  <a:moveTo>
                    <a:pt x="133160" y="0"/>
                  </a:moveTo>
                  <a:lnTo>
                    <a:pt x="133160" y="0"/>
                  </a:lnTo>
                  <a:lnTo>
                    <a:pt x="25337" y="38100"/>
                  </a:lnTo>
                  <a:lnTo>
                    <a:pt x="0" y="47625"/>
                  </a:lnTo>
                  <a:lnTo>
                    <a:pt x="11083100" y="47625"/>
                  </a:lnTo>
                  <a:lnTo>
                    <a:pt x="11057763" y="38100"/>
                  </a:lnTo>
                  <a:lnTo>
                    <a:pt x="10949940" y="0"/>
                  </a:lnTo>
                  <a:lnTo>
                    <a:pt x="109499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5" name="L2-band-b17"/>
            <p:cNvSpPr/>
            <p:nvPr/>
          </p:nvSpPr>
          <p:spPr>
            <a:xfrm>
              <a:off x="9112472" y="6539865"/>
              <a:ext cx="11264456" cy="47625"/>
            </a:xfrm>
            <a:custGeom>
              <a:avLst/>
              <a:gdLst/>
              <a:ahLst/>
              <a:cxnLst/>
              <a:rect l="l" t="t" r="r" b="b"/>
              <a:pathLst>
                <a:path w="11264456" h="47625">
                  <a:moveTo>
                    <a:pt x="121158" y="0"/>
                  </a:moveTo>
                  <a:lnTo>
                    <a:pt x="121158" y="0"/>
                  </a:lnTo>
                  <a:lnTo>
                    <a:pt x="23051" y="38100"/>
                  </a:lnTo>
                  <a:lnTo>
                    <a:pt x="0" y="47625"/>
                  </a:lnTo>
                  <a:lnTo>
                    <a:pt x="11264456" y="47625"/>
                  </a:lnTo>
                  <a:lnTo>
                    <a:pt x="11241405" y="38100"/>
                  </a:lnTo>
                  <a:lnTo>
                    <a:pt x="11143298" y="0"/>
                  </a:lnTo>
                  <a:lnTo>
                    <a:pt x="11143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L2-band-b18"/>
            <p:cNvSpPr/>
            <p:nvPr/>
          </p:nvSpPr>
          <p:spPr>
            <a:xfrm>
              <a:off x="9030557" y="6576060"/>
              <a:ext cx="11428286" cy="47625"/>
            </a:xfrm>
            <a:custGeom>
              <a:avLst/>
              <a:gdLst/>
              <a:ahLst/>
              <a:cxnLst/>
              <a:rect l="l" t="t" r="r" b="b"/>
              <a:pathLst>
                <a:path w="11428286" h="47625">
                  <a:moveTo>
                    <a:pt x="109633" y="0"/>
                  </a:moveTo>
                  <a:lnTo>
                    <a:pt x="109633" y="0"/>
                  </a:lnTo>
                  <a:lnTo>
                    <a:pt x="20765" y="38100"/>
                  </a:lnTo>
                  <a:lnTo>
                    <a:pt x="0" y="47625"/>
                  </a:lnTo>
                  <a:lnTo>
                    <a:pt x="11428286" y="47625"/>
                  </a:lnTo>
                  <a:lnTo>
                    <a:pt x="11407521" y="38100"/>
                  </a:lnTo>
                  <a:lnTo>
                    <a:pt x="11318653" y="0"/>
                  </a:lnTo>
                  <a:lnTo>
                    <a:pt x="11318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L2-band-b19"/>
            <p:cNvSpPr/>
            <p:nvPr/>
          </p:nvSpPr>
          <p:spPr>
            <a:xfrm>
              <a:off x="8957024" y="6612255"/>
              <a:ext cx="11575352" cy="47625"/>
            </a:xfrm>
            <a:custGeom>
              <a:avLst/>
              <a:gdLst/>
              <a:ahLst/>
              <a:cxnLst/>
              <a:rect l="l" t="t" r="r" b="b"/>
              <a:pathLst>
                <a:path w="11575352" h="47625">
                  <a:moveTo>
                    <a:pt x="98489" y="0"/>
                  </a:moveTo>
                  <a:lnTo>
                    <a:pt x="98489" y="0"/>
                  </a:lnTo>
                  <a:lnTo>
                    <a:pt x="18574" y="38100"/>
                  </a:lnTo>
                  <a:lnTo>
                    <a:pt x="0" y="47625"/>
                  </a:lnTo>
                  <a:lnTo>
                    <a:pt x="11575352" y="47625"/>
                  </a:lnTo>
                  <a:lnTo>
                    <a:pt x="11556778" y="38100"/>
                  </a:lnTo>
                  <a:lnTo>
                    <a:pt x="11476863" y="0"/>
                  </a:lnTo>
                  <a:lnTo>
                    <a:pt x="11476863" y="0"/>
                  </a:lnTo>
                  <a:close/>
                </a:path>
              </a:pathLst>
            </a:custGeom>
            <a:solidFill>
              <a:srgbClr val="FCF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L2-band-b20"/>
            <p:cNvSpPr/>
            <p:nvPr/>
          </p:nvSpPr>
          <p:spPr>
            <a:xfrm>
              <a:off x="8891492" y="6648450"/>
              <a:ext cx="11706416" cy="47625"/>
            </a:xfrm>
            <a:custGeom>
              <a:avLst/>
              <a:gdLst/>
              <a:ahLst/>
              <a:cxnLst/>
              <a:rect l="l" t="t" r="r" b="b"/>
              <a:pathLst>
                <a:path w="11706416" h="47625">
                  <a:moveTo>
                    <a:pt x="87916" y="0"/>
                  </a:moveTo>
                  <a:lnTo>
                    <a:pt x="87916" y="0"/>
                  </a:lnTo>
                  <a:lnTo>
                    <a:pt x="16478" y="38100"/>
                  </a:lnTo>
                  <a:lnTo>
                    <a:pt x="0" y="47625"/>
                  </a:lnTo>
                  <a:lnTo>
                    <a:pt x="11706416" y="47625"/>
                  </a:lnTo>
                  <a:lnTo>
                    <a:pt x="11689938" y="38100"/>
                  </a:lnTo>
                  <a:lnTo>
                    <a:pt x="11618500" y="0"/>
                  </a:lnTo>
                  <a:lnTo>
                    <a:pt x="11618500" y="0"/>
                  </a:lnTo>
                  <a:close/>
                </a:path>
              </a:pathLst>
            </a:custGeom>
            <a:solidFill>
              <a:srgbClr val="F4F6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L2-band-b21"/>
            <p:cNvSpPr/>
            <p:nvPr/>
          </p:nvSpPr>
          <p:spPr>
            <a:xfrm>
              <a:off x="8833676" y="6684645"/>
              <a:ext cx="11822048" cy="47625"/>
            </a:xfrm>
            <a:custGeom>
              <a:avLst/>
              <a:gdLst/>
              <a:ahLst/>
              <a:cxnLst/>
              <a:rect l="l" t="t" r="r" b="b"/>
              <a:pathLst>
                <a:path w="11822048" h="47625">
                  <a:moveTo>
                    <a:pt x="77628" y="0"/>
                  </a:moveTo>
                  <a:lnTo>
                    <a:pt x="77628" y="0"/>
                  </a:lnTo>
                  <a:lnTo>
                    <a:pt x="14478" y="38100"/>
                  </a:lnTo>
                  <a:lnTo>
                    <a:pt x="0" y="47625"/>
                  </a:lnTo>
                  <a:lnTo>
                    <a:pt x="11822048" y="47625"/>
                  </a:lnTo>
                  <a:lnTo>
                    <a:pt x="11807570" y="38100"/>
                  </a:lnTo>
                  <a:lnTo>
                    <a:pt x="11744420" y="0"/>
                  </a:lnTo>
                  <a:lnTo>
                    <a:pt x="11744420" y="0"/>
                  </a:lnTo>
                  <a:close/>
                </a:path>
              </a:pathLst>
            </a:custGeom>
            <a:solidFill>
              <a:srgbClr val="EBEF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L2-band-b22"/>
            <p:cNvSpPr/>
            <p:nvPr/>
          </p:nvSpPr>
          <p:spPr>
            <a:xfrm>
              <a:off x="8783384" y="6720840"/>
              <a:ext cx="11922632" cy="47625"/>
            </a:xfrm>
            <a:custGeom>
              <a:avLst/>
              <a:gdLst/>
              <a:ahLst/>
              <a:cxnLst/>
              <a:rect l="l" t="t" r="r" b="b"/>
              <a:pathLst>
                <a:path w="11922632" h="47625">
                  <a:moveTo>
                    <a:pt x="67722" y="0"/>
                  </a:moveTo>
                  <a:lnTo>
                    <a:pt x="67722" y="0"/>
                  </a:lnTo>
                  <a:lnTo>
                    <a:pt x="12477" y="38100"/>
                  </a:lnTo>
                  <a:lnTo>
                    <a:pt x="0" y="47625"/>
                  </a:lnTo>
                  <a:lnTo>
                    <a:pt x="11922632" y="47625"/>
                  </a:lnTo>
                  <a:lnTo>
                    <a:pt x="11910155" y="38100"/>
                  </a:lnTo>
                  <a:lnTo>
                    <a:pt x="11854910" y="0"/>
                  </a:lnTo>
                  <a:lnTo>
                    <a:pt x="11854910" y="0"/>
                  </a:lnTo>
                  <a:close/>
                </a:path>
              </a:pathLst>
            </a:custGeom>
            <a:solidFill>
              <a:srgbClr val="E2E7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L2-band-b23"/>
            <p:cNvSpPr/>
            <p:nvPr/>
          </p:nvSpPr>
          <p:spPr>
            <a:xfrm>
              <a:off x="8740426" y="6757035"/>
              <a:ext cx="12008548" cy="47625"/>
            </a:xfrm>
            <a:custGeom>
              <a:avLst/>
              <a:gdLst/>
              <a:ahLst/>
              <a:cxnLst/>
              <a:rect l="l" t="t" r="r" b="b"/>
              <a:pathLst>
                <a:path w="12008548" h="47625">
                  <a:moveTo>
                    <a:pt x="58007" y="0"/>
                  </a:moveTo>
                  <a:lnTo>
                    <a:pt x="58007" y="0"/>
                  </a:lnTo>
                  <a:lnTo>
                    <a:pt x="10572" y="38100"/>
                  </a:lnTo>
                  <a:lnTo>
                    <a:pt x="0" y="47625"/>
                  </a:lnTo>
                  <a:lnTo>
                    <a:pt x="12008548" y="47625"/>
                  </a:lnTo>
                  <a:lnTo>
                    <a:pt x="11997976" y="38100"/>
                  </a:lnTo>
                  <a:lnTo>
                    <a:pt x="11950541" y="0"/>
                  </a:lnTo>
                  <a:lnTo>
                    <a:pt x="11950541" y="0"/>
                  </a:lnTo>
                  <a:close/>
                </a:path>
              </a:pathLst>
            </a:custGeom>
            <a:solidFill>
              <a:srgbClr val="DAE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L2-band-b24"/>
            <p:cNvSpPr/>
            <p:nvPr/>
          </p:nvSpPr>
          <p:spPr>
            <a:xfrm>
              <a:off x="8704612" y="6793230"/>
              <a:ext cx="12080176" cy="47625"/>
            </a:xfrm>
            <a:custGeom>
              <a:avLst/>
              <a:gdLst/>
              <a:ahLst/>
              <a:cxnLst/>
              <a:rect l="l" t="t" r="r" b="b"/>
              <a:pathLst>
                <a:path w="12080176" h="47625">
                  <a:moveTo>
                    <a:pt x="48577" y="0"/>
                  </a:moveTo>
                  <a:lnTo>
                    <a:pt x="48577" y="0"/>
                  </a:lnTo>
                  <a:lnTo>
                    <a:pt x="8763" y="38100"/>
                  </a:lnTo>
                  <a:lnTo>
                    <a:pt x="0" y="47625"/>
                  </a:lnTo>
                  <a:lnTo>
                    <a:pt x="12080176" y="47625"/>
                  </a:lnTo>
                  <a:lnTo>
                    <a:pt x="12071413" y="38100"/>
                  </a:lnTo>
                  <a:lnTo>
                    <a:pt x="12031599" y="0"/>
                  </a:lnTo>
                  <a:lnTo>
                    <a:pt x="12031599" y="0"/>
                  </a:lnTo>
                  <a:close/>
                </a:path>
              </a:pathLst>
            </a:custGeom>
            <a:solidFill>
              <a:srgbClr val="D8DF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L2-band-b25"/>
            <p:cNvSpPr/>
            <p:nvPr/>
          </p:nvSpPr>
          <p:spPr>
            <a:xfrm>
              <a:off x="8675942" y="6829425"/>
              <a:ext cx="12137516" cy="47625"/>
            </a:xfrm>
            <a:custGeom>
              <a:avLst/>
              <a:gdLst/>
              <a:ahLst/>
              <a:cxnLst/>
              <a:rect l="l" t="t" r="r" b="b"/>
              <a:pathLst>
                <a:path w="12137516" h="47625">
                  <a:moveTo>
                    <a:pt x="39242" y="0"/>
                  </a:moveTo>
                  <a:lnTo>
                    <a:pt x="39242" y="0"/>
                  </a:lnTo>
                  <a:lnTo>
                    <a:pt x="6858" y="38100"/>
                  </a:lnTo>
                  <a:lnTo>
                    <a:pt x="0" y="47625"/>
                  </a:lnTo>
                  <a:lnTo>
                    <a:pt x="12137516" y="47625"/>
                  </a:lnTo>
                  <a:lnTo>
                    <a:pt x="12130658" y="38100"/>
                  </a:lnTo>
                  <a:lnTo>
                    <a:pt x="12098274" y="0"/>
                  </a:lnTo>
                  <a:lnTo>
                    <a:pt x="12098274" y="0"/>
                  </a:lnTo>
                  <a:close/>
                </a:path>
              </a:pathLst>
            </a:custGeom>
            <a:solidFill>
              <a:srgbClr val="D6DE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L2-band-b26"/>
            <p:cNvSpPr/>
            <p:nvPr/>
          </p:nvSpPr>
          <p:spPr>
            <a:xfrm>
              <a:off x="8654129" y="6865620"/>
              <a:ext cx="12181142" cy="47625"/>
            </a:xfrm>
            <a:custGeom>
              <a:avLst/>
              <a:gdLst/>
              <a:ahLst/>
              <a:cxnLst/>
              <a:rect l="l" t="t" r="r" b="b"/>
              <a:pathLst>
                <a:path w="12181142" h="47625">
                  <a:moveTo>
                    <a:pt x="30099" y="0"/>
                  </a:moveTo>
                  <a:lnTo>
                    <a:pt x="30099" y="0"/>
                  </a:lnTo>
                  <a:lnTo>
                    <a:pt x="5144" y="38100"/>
                  </a:lnTo>
                  <a:lnTo>
                    <a:pt x="0" y="47625"/>
                  </a:lnTo>
                  <a:lnTo>
                    <a:pt x="12181142" y="47625"/>
                  </a:lnTo>
                  <a:lnTo>
                    <a:pt x="12175998" y="38100"/>
                  </a:lnTo>
                  <a:lnTo>
                    <a:pt x="12151043" y="0"/>
                  </a:lnTo>
                  <a:lnTo>
                    <a:pt x="12151043" y="0"/>
                  </a:lnTo>
                  <a:close/>
                </a:path>
              </a:pathLst>
            </a:custGeom>
            <a:solidFill>
              <a:srgbClr val="D4DC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L2-band-b27"/>
            <p:cNvSpPr/>
            <p:nvPr/>
          </p:nvSpPr>
          <p:spPr>
            <a:xfrm>
              <a:off x="8639270" y="6901815"/>
              <a:ext cx="12210860" cy="47625"/>
            </a:xfrm>
            <a:custGeom>
              <a:avLst/>
              <a:gdLst/>
              <a:ahLst/>
              <a:cxnLst/>
              <a:rect l="l" t="t" r="r" b="b"/>
              <a:pathLst>
                <a:path w="12210860" h="47625">
                  <a:moveTo>
                    <a:pt x="21050" y="0"/>
                  </a:moveTo>
                  <a:lnTo>
                    <a:pt x="21050" y="0"/>
                  </a:lnTo>
                  <a:lnTo>
                    <a:pt x="3239" y="38100"/>
                  </a:lnTo>
                  <a:lnTo>
                    <a:pt x="0" y="47625"/>
                  </a:lnTo>
                  <a:lnTo>
                    <a:pt x="12210860" y="47625"/>
                  </a:lnTo>
                  <a:lnTo>
                    <a:pt x="12207621" y="38100"/>
                  </a:lnTo>
                  <a:lnTo>
                    <a:pt x="12189810" y="0"/>
                  </a:lnTo>
                  <a:lnTo>
                    <a:pt x="12189810" y="0"/>
                  </a:lnTo>
                  <a:close/>
                </a:path>
              </a:pathLst>
            </a:custGeom>
            <a:solidFill>
              <a:srgbClr val="D2DB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L2-band-b28"/>
            <p:cNvSpPr/>
            <p:nvPr/>
          </p:nvSpPr>
          <p:spPr>
            <a:xfrm>
              <a:off x="8631269" y="6938010"/>
              <a:ext cx="12226862" cy="47625"/>
            </a:xfrm>
            <a:custGeom>
              <a:avLst/>
              <a:gdLst/>
              <a:ahLst/>
              <a:cxnLst/>
              <a:rect l="l" t="t" r="r" b="b"/>
              <a:pathLst>
                <a:path w="12226862" h="47625">
                  <a:moveTo>
                    <a:pt x="12002" y="0"/>
                  </a:moveTo>
                  <a:lnTo>
                    <a:pt x="12002" y="0"/>
                  </a:lnTo>
                  <a:lnTo>
                    <a:pt x="1429" y="38100"/>
                  </a:lnTo>
                  <a:lnTo>
                    <a:pt x="0" y="47625"/>
                  </a:lnTo>
                  <a:lnTo>
                    <a:pt x="12226862" y="47625"/>
                  </a:lnTo>
                  <a:lnTo>
                    <a:pt x="12225433" y="38100"/>
                  </a:lnTo>
                  <a:lnTo>
                    <a:pt x="12214860" y="0"/>
                  </a:lnTo>
                  <a:lnTo>
                    <a:pt x="12214860" y="0"/>
                  </a:lnTo>
                  <a:close/>
                </a:path>
              </a:pathLst>
            </a:custGeom>
            <a:solidFill>
              <a:srgbClr val="D0D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L2-band-b29"/>
            <p:cNvSpPr/>
            <p:nvPr/>
          </p:nvSpPr>
          <p:spPr>
            <a:xfrm>
              <a:off x="8629650" y="6974205"/>
              <a:ext cx="12230100" cy="47625"/>
            </a:xfrm>
            <a:custGeom>
              <a:avLst/>
              <a:gdLst/>
              <a:ahLst/>
              <a:cxnLst/>
              <a:rect l="l" t="t" r="r" b="b"/>
              <a:pathLst>
                <a:path w="12230100" h="47625">
                  <a:moveTo>
                    <a:pt x="3429" y="0"/>
                  </a:moveTo>
                  <a:lnTo>
                    <a:pt x="3429" y="0"/>
                  </a:lnTo>
                  <a:lnTo>
                    <a:pt x="0" y="38100"/>
                  </a:lnTo>
                  <a:lnTo>
                    <a:pt x="381" y="47625"/>
                  </a:lnTo>
                  <a:lnTo>
                    <a:pt x="12229719" y="47625"/>
                  </a:lnTo>
                  <a:lnTo>
                    <a:pt x="12230100" y="38100"/>
                  </a:lnTo>
                  <a:lnTo>
                    <a:pt x="12226671" y="0"/>
                  </a:lnTo>
                  <a:lnTo>
                    <a:pt x="12226671" y="0"/>
                  </a:lnTo>
                  <a:close/>
                </a:path>
              </a:pathLst>
            </a:custGeom>
            <a:solidFill>
              <a:srgbClr val="CED8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L2-band-b30"/>
            <p:cNvSpPr/>
            <p:nvPr/>
          </p:nvSpPr>
          <p:spPr>
            <a:xfrm>
              <a:off x="8629650" y="7010400"/>
              <a:ext cx="12230100" cy="47625"/>
            </a:xfrm>
            <a:custGeom>
              <a:avLst/>
              <a:gdLst/>
              <a:ahLst/>
              <a:cxnLst/>
              <a:rect l="l" t="t" r="r" b="b"/>
              <a:pathLst>
                <a:path w="12230100" h="47625">
                  <a:moveTo>
                    <a:pt x="0" y="0"/>
                  </a:moveTo>
                  <a:lnTo>
                    <a:pt x="0" y="0"/>
                  </a:lnTo>
                  <a:lnTo>
                    <a:pt x="3810" y="38100"/>
                  </a:lnTo>
                  <a:lnTo>
                    <a:pt x="5906" y="47625"/>
                  </a:lnTo>
                  <a:lnTo>
                    <a:pt x="12224194" y="47625"/>
                  </a:lnTo>
                  <a:lnTo>
                    <a:pt x="12226290" y="38100"/>
                  </a:lnTo>
                  <a:lnTo>
                    <a:pt x="12230100" y="0"/>
                  </a:lnTo>
                  <a:lnTo>
                    <a:pt x="12230100" y="0"/>
                  </a:lnTo>
                  <a:close/>
                </a:path>
              </a:pathLst>
            </a:custGeom>
            <a:solidFill>
              <a:srgbClr val="CCD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L2-band-b31"/>
            <p:cNvSpPr/>
            <p:nvPr/>
          </p:nvSpPr>
          <p:spPr>
            <a:xfrm>
              <a:off x="8633079" y="7046595"/>
              <a:ext cx="12223242" cy="47625"/>
            </a:xfrm>
            <a:custGeom>
              <a:avLst/>
              <a:gdLst/>
              <a:ahLst/>
              <a:cxnLst/>
              <a:rect l="l" t="t" r="r" b="b"/>
              <a:pathLst>
                <a:path w="12223242" h="47625">
                  <a:moveTo>
                    <a:pt x="0" y="0"/>
                  </a:moveTo>
                  <a:lnTo>
                    <a:pt x="0" y="0"/>
                  </a:lnTo>
                  <a:lnTo>
                    <a:pt x="10859" y="38100"/>
                  </a:lnTo>
                  <a:lnTo>
                    <a:pt x="14859" y="47625"/>
                  </a:lnTo>
                  <a:lnTo>
                    <a:pt x="12208383" y="47625"/>
                  </a:lnTo>
                  <a:lnTo>
                    <a:pt x="12212383" y="38100"/>
                  </a:lnTo>
                  <a:lnTo>
                    <a:pt x="12223242" y="0"/>
                  </a:lnTo>
                  <a:lnTo>
                    <a:pt x="12223242" y="0"/>
                  </a:lnTo>
                  <a:close/>
                </a:path>
              </a:pathLst>
            </a:custGeom>
            <a:solidFill>
              <a:srgbClr val="CAD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L2-band-b32"/>
            <p:cNvSpPr/>
            <p:nvPr/>
          </p:nvSpPr>
          <p:spPr>
            <a:xfrm>
              <a:off x="8643271" y="7082790"/>
              <a:ext cx="12202858" cy="47625"/>
            </a:xfrm>
            <a:custGeom>
              <a:avLst/>
              <a:gdLst/>
              <a:ahLst/>
              <a:cxnLst/>
              <a:rect l="l" t="t" r="r" b="b"/>
              <a:pathLst>
                <a:path w="12202858" h="47625">
                  <a:moveTo>
                    <a:pt x="0" y="0"/>
                  </a:moveTo>
                  <a:lnTo>
                    <a:pt x="0" y="0"/>
                  </a:lnTo>
                  <a:lnTo>
                    <a:pt x="18097" y="38100"/>
                  </a:lnTo>
                  <a:lnTo>
                    <a:pt x="23812" y="47625"/>
                  </a:lnTo>
                  <a:lnTo>
                    <a:pt x="12179046" y="47625"/>
                  </a:lnTo>
                  <a:lnTo>
                    <a:pt x="12184761" y="38100"/>
                  </a:lnTo>
                  <a:lnTo>
                    <a:pt x="12202858" y="0"/>
                  </a:lnTo>
                  <a:lnTo>
                    <a:pt x="12202858" y="0"/>
                  </a:lnTo>
                  <a:close/>
                </a:path>
              </a:pathLst>
            </a:custGeom>
            <a:solidFill>
              <a:srgbClr val="C8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1" name="L2-band-b33"/>
            <p:cNvSpPr/>
            <p:nvPr/>
          </p:nvSpPr>
          <p:spPr>
            <a:xfrm>
              <a:off x="8660320" y="7118985"/>
              <a:ext cx="12168760" cy="47625"/>
            </a:xfrm>
            <a:custGeom>
              <a:avLst/>
              <a:gdLst/>
              <a:ahLst/>
              <a:cxnLst/>
              <a:rect l="l" t="t" r="r" b="b"/>
              <a:pathLst>
                <a:path w="12168760" h="47625">
                  <a:moveTo>
                    <a:pt x="0" y="0"/>
                  </a:moveTo>
                  <a:lnTo>
                    <a:pt x="0" y="0"/>
                  </a:lnTo>
                  <a:lnTo>
                    <a:pt x="25337" y="38100"/>
                  </a:lnTo>
                  <a:lnTo>
                    <a:pt x="32957" y="47625"/>
                  </a:lnTo>
                  <a:lnTo>
                    <a:pt x="12135803" y="47625"/>
                  </a:lnTo>
                  <a:lnTo>
                    <a:pt x="12143423" y="38100"/>
                  </a:lnTo>
                  <a:lnTo>
                    <a:pt x="12168760" y="0"/>
                  </a:lnTo>
                  <a:lnTo>
                    <a:pt x="12168760" y="0"/>
                  </a:lnTo>
                  <a:close/>
                </a:path>
              </a:pathLst>
            </a:custGeom>
            <a:solidFill>
              <a:srgbClr val="C6D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L2-band-b34"/>
            <p:cNvSpPr/>
            <p:nvPr/>
          </p:nvSpPr>
          <p:spPr>
            <a:xfrm>
              <a:off x="8684228" y="7155180"/>
              <a:ext cx="12120944" cy="47625"/>
            </a:xfrm>
            <a:custGeom>
              <a:avLst/>
              <a:gdLst/>
              <a:ahLst/>
              <a:cxnLst/>
              <a:rect l="l" t="t" r="r" b="b"/>
              <a:pathLst>
                <a:path w="12120944" h="47625">
                  <a:moveTo>
                    <a:pt x="0" y="0"/>
                  </a:moveTo>
                  <a:lnTo>
                    <a:pt x="0" y="0"/>
                  </a:lnTo>
                  <a:lnTo>
                    <a:pt x="32766" y="38100"/>
                  </a:lnTo>
                  <a:lnTo>
                    <a:pt x="42196" y="47625"/>
                  </a:lnTo>
                  <a:lnTo>
                    <a:pt x="12078748" y="47625"/>
                  </a:lnTo>
                  <a:lnTo>
                    <a:pt x="12088178" y="38100"/>
                  </a:lnTo>
                  <a:lnTo>
                    <a:pt x="12120944" y="0"/>
                  </a:lnTo>
                  <a:lnTo>
                    <a:pt x="12120944" y="0"/>
                  </a:lnTo>
                  <a:close/>
                </a:path>
              </a:pathLst>
            </a:custGeom>
            <a:solidFill>
              <a:srgbClr val="C5C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L2-band-b35"/>
            <p:cNvSpPr/>
            <p:nvPr/>
          </p:nvSpPr>
          <p:spPr>
            <a:xfrm>
              <a:off x="8715184" y="7191375"/>
              <a:ext cx="12059032" cy="47625"/>
            </a:xfrm>
            <a:custGeom>
              <a:avLst/>
              <a:gdLst/>
              <a:ahLst/>
              <a:cxnLst/>
              <a:rect l="l" t="t" r="r" b="b"/>
              <a:pathLst>
                <a:path w="12059032" h="47625">
                  <a:moveTo>
                    <a:pt x="0" y="0"/>
                  </a:moveTo>
                  <a:lnTo>
                    <a:pt x="0" y="0"/>
                  </a:lnTo>
                  <a:lnTo>
                    <a:pt x="40196" y="38100"/>
                  </a:lnTo>
                  <a:lnTo>
                    <a:pt x="51531" y="47625"/>
                  </a:lnTo>
                  <a:lnTo>
                    <a:pt x="12007501" y="47625"/>
                  </a:lnTo>
                  <a:lnTo>
                    <a:pt x="12018836" y="38100"/>
                  </a:lnTo>
                  <a:lnTo>
                    <a:pt x="12059032" y="0"/>
                  </a:lnTo>
                  <a:lnTo>
                    <a:pt x="12059032" y="0"/>
                  </a:lnTo>
                  <a:close/>
                </a:path>
              </a:pathLst>
            </a:custGeom>
            <a:solidFill>
              <a:srgbClr val="C3C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L2-band-b36"/>
            <p:cNvSpPr/>
            <p:nvPr/>
          </p:nvSpPr>
          <p:spPr>
            <a:xfrm>
              <a:off x="8753189" y="7227570"/>
              <a:ext cx="11983022" cy="47625"/>
            </a:xfrm>
            <a:custGeom>
              <a:avLst/>
              <a:gdLst/>
              <a:ahLst/>
              <a:cxnLst/>
              <a:rect l="l" t="t" r="r" b="b"/>
              <a:pathLst>
                <a:path w="11983022" h="47625">
                  <a:moveTo>
                    <a:pt x="0" y="0"/>
                  </a:moveTo>
                  <a:lnTo>
                    <a:pt x="0" y="0"/>
                  </a:lnTo>
                  <a:lnTo>
                    <a:pt x="47816" y="38100"/>
                  </a:lnTo>
                  <a:lnTo>
                    <a:pt x="61055" y="47625"/>
                  </a:lnTo>
                  <a:lnTo>
                    <a:pt x="11921967" y="47625"/>
                  </a:lnTo>
                  <a:lnTo>
                    <a:pt x="11935206" y="38100"/>
                  </a:lnTo>
                  <a:lnTo>
                    <a:pt x="11983022" y="0"/>
                  </a:lnTo>
                  <a:lnTo>
                    <a:pt x="11983022" y="0"/>
                  </a:lnTo>
                  <a:close/>
                </a:path>
              </a:pathLst>
            </a:custGeom>
            <a:solidFill>
              <a:srgbClr val="C1C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L2-band-b37"/>
            <p:cNvSpPr/>
            <p:nvPr/>
          </p:nvSpPr>
          <p:spPr>
            <a:xfrm>
              <a:off x="8798433" y="7263765"/>
              <a:ext cx="11892534" cy="47625"/>
            </a:xfrm>
            <a:custGeom>
              <a:avLst/>
              <a:gdLst/>
              <a:ahLst/>
              <a:cxnLst/>
              <a:rect l="l" t="t" r="r" b="b"/>
              <a:pathLst>
                <a:path w="11892534" h="47625">
                  <a:moveTo>
                    <a:pt x="0" y="0"/>
                  </a:moveTo>
                  <a:lnTo>
                    <a:pt x="0" y="0"/>
                  </a:lnTo>
                  <a:lnTo>
                    <a:pt x="55626" y="38100"/>
                  </a:lnTo>
                  <a:lnTo>
                    <a:pt x="70866" y="47625"/>
                  </a:lnTo>
                  <a:lnTo>
                    <a:pt x="11821668" y="47625"/>
                  </a:lnTo>
                  <a:lnTo>
                    <a:pt x="11836908" y="38100"/>
                  </a:lnTo>
                  <a:lnTo>
                    <a:pt x="11892534" y="0"/>
                  </a:lnTo>
                  <a:lnTo>
                    <a:pt x="11892534" y="0"/>
                  </a:lnTo>
                  <a:close/>
                </a:path>
              </a:pathLst>
            </a:custGeom>
            <a:solidFill>
              <a:srgbClr val="C0C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L2-band-b38"/>
            <p:cNvSpPr/>
            <p:nvPr/>
          </p:nvSpPr>
          <p:spPr>
            <a:xfrm>
              <a:off x="8851106" y="7299960"/>
              <a:ext cx="11787188" cy="47625"/>
            </a:xfrm>
            <a:custGeom>
              <a:avLst/>
              <a:gdLst/>
              <a:ahLst/>
              <a:cxnLst/>
              <a:rect l="l" t="t" r="r" b="b"/>
              <a:pathLst>
                <a:path w="11787188" h="47625">
                  <a:moveTo>
                    <a:pt x="0" y="0"/>
                  </a:moveTo>
                  <a:lnTo>
                    <a:pt x="0" y="0"/>
                  </a:lnTo>
                  <a:lnTo>
                    <a:pt x="63627" y="38100"/>
                  </a:lnTo>
                  <a:lnTo>
                    <a:pt x="80868" y="47625"/>
                  </a:lnTo>
                  <a:lnTo>
                    <a:pt x="11706321" y="47625"/>
                  </a:lnTo>
                  <a:lnTo>
                    <a:pt x="11723561" y="38100"/>
                  </a:lnTo>
                  <a:lnTo>
                    <a:pt x="11787188" y="0"/>
                  </a:lnTo>
                  <a:lnTo>
                    <a:pt x="11787188" y="0"/>
                  </a:lnTo>
                  <a:close/>
                </a:path>
              </a:pathLst>
            </a:custGeom>
            <a:solidFill>
              <a:srgbClr val="BEC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L2-band-b39"/>
            <p:cNvSpPr/>
            <p:nvPr/>
          </p:nvSpPr>
          <p:spPr>
            <a:xfrm>
              <a:off x="8911304" y="7336155"/>
              <a:ext cx="11666792" cy="47625"/>
            </a:xfrm>
            <a:custGeom>
              <a:avLst/>
              <a:gdLst/>
              <a:ahLst/>
              <a:cxnLst/>
              <a:rect l="l" t="t" r="r" b="b"/>
              <a:pathLst>
                <a:path w="11666792" h="47625">
                  <a:moveTo>
                    <a:pt x="0" y="0"/>
                  </a:moveTo>
                  <a:lnTo>
                    <a:pt x="0" y="0"/>
                  </a:lnTo>
                  <a:lnTo>
                    <a:pt x="71914" y="38100"/>
                  </a:lnTo>
                  <a:lnTo>
                    <a:pt x="91250" y="47625"/>
                  </a:lnTo>
                  <a:lnTo>
                    <a:pt x="11575542" y="47625"/>
                  </a:lnTo>
                  <a:lnTo>
                    <a:pt x="11594878" y="38100"/>
                  </a:lnTo>
                  <a:lnTo>
                    <a:pt x="11666792" y="0"/>
                  </a:lnTo>
                  <a:lnTo>
                    <a:pt x="11666792" y="0"/>
                  </a:lnTo>
                  <a:close/>
                </a:path>
              </a:pathLst>
            </a:custGeom>
            <a:solidFill>
              <a:srgbClr val="BDC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L2-band-b40"/>
            <p:cNvSpPr/>
            <p:nvPr/>
          </p:nvSpPr>
          <p:spPr>
            <a:xfrm>
              <a:off x="8979408" y="7372350"/>
              <a:ext cx="11530584" cy="47625"/>
            </a:xfrm>
            <a:custGeom>
              <a:avLst/>
              <a:gdLst/>
              <a:ahLst/>
              <a:cxnLst/>
              <a:rect l="l" t="t" r="r" b="b"/>
              <a:pathLst>
                <a:path w="11530584" h="47625">
                  <a:moveTo>
                    <a:pt x="0" y="0"/>
                  </a:moveTo>
                  <a:lnTo>
                    <a:pt x="0" y="0"/>
                  </a:lnTo>
                  <a:lnTo>
                    <a:pt x="80391" y="38100"/>
                  </a:lnTo>
                  <a:lnTo>
                    <a:pt x="101918" y="47625"/>
                  </a:lnTo>
                  <a:lnTo>
                    <a:pt x="11428666" y="47625"/>
                  </a:lnTo>
                  <a:lnTo>
                    <a:pt x="11450193" y="38100"/>
                  </a:lnTo>
                  <a:lnTo>
                    <a:pt x="11530584" y="0"/>
                  </a:lnTo>
                  <a:lnTo>
                    <a:pt x="11530584" y="0"/>
                  </a:lnTo>
                  <a:close/>
                </a:path>
              </a:pathLst>
            </a:custGeom>
            <a:solidFill>
              <a:srgbClr val="BAC4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L2-band-b41"/>
            <p:cNvSpPr/>
            <p:nvPr/>
          </p:nvSpPr>
          <p:spPr>
            <a:xfrm>
              <a:off x="9055513" y="7408545"/>
              <a:ext cx="11378374" cy="47625"/>
            </a:xfrm>
            <a:custGeom>
              <a:avLst/>
              <a:gdLst/>
              <a:ahLst/>
              <a:cxnLst/>
              <a:rect l="l" t="t" r="r" b="b"/>
              <a:pathLst>
                <a:path w="11378374" h="47625">
                  <a:moveTo>
                    <a:pt x="0" y="0"/>
                  </a:moveTo>
                  <a:lnTo>
                    <a:pt x="0" y="0"/>
                  </a:lnTo>
                  <a:lnTo>
                    <a:pt x="89344" y="38100"/>
                  </a:lnTo>
                  <a:lnTo>
                    <a:pt x="113157" y="47625"/>
                  </a:lnTo>
                  <a:lnTo>
                    <a:pt x="11265217" y="47625"/>
                  </a:lnTo>
                  <a:lnTo>
                    <a:pt x="11289030" y="38100"/>
                  </a:lnTo>
                  <a:lnTo>
                    <a:pt x="11378374" y="0"/>
                  </a:lnTo>
                  <a:lnTo>
                    <a:pt x="11378374" y="0"/>
                  </a:lnTo>
                  <a:close/>
                </a:path>
              </a:pathLst>
            </a:custGeom>
            <a:solidFill>
              <a:srgbClr val="B5C0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L2-band-b42"/>
            <p:cNvSpPr/>
            <p:nvPr/>
          </p:nvSpPr>
          <p:spPr>
            <a:xfrm>
              <a:off x="9140190" y="7444740"/>
              <a:ext cx="11209020" cy="47625"/>
            </a:xfrm>
            <a:custGeom>
              <a:avLst/>
              <a:gdLst/>
              <a:ahLst/>
              <a:cxnLst/>
              <a:rect l="l" t="t" r="r" b="b"/>
              <a:pathLst>
                <a:path w="11209020" h="47625">
                  <a:moveTo>
                    <a:pt x="0" y="0"/>
                  </a:moveTo>
                  <a:lnTo>
                    <a:pt x="0" y="0"/>
                  </a:lnTo>
                  <a:lnTo>
                    <a:pt x="98584" y="38100"/>
                  </a:lnTo>
                  <a:lnTo>
                    <a:pt x="124873" y="47625"/>
                  </a:lnTo>
                  <a:lnTo>
                    <a:pt x="11084147" y="47625"/>
                  </a:lnTo>
                  <a:lnTo>
                    <a:pt x="11110436" y="38100"/>
                  </a:lnTo>
                  <a:lnTo>
                    <a:pt x="11209020" y="0"/>
                  </a:lnTo>
                  <a:lnTo>
                    <a:pt x="11209020" y="0"/>
                  </a:lnTo>
                  <a:close/>
                </a:path>
              </a:pathLst>
            </a:custGeom>
            <a:solidFill>
              <a:srgbClr val="B1BC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1" name="L2-band-b43"/>
            <p:cNvSpPr/>
            <p:nvPr/>
          </p:nvSpPr>
          <p:spPr>
            <a:xfrm>
              <a:off x="9233630" y="7480935"/>
              <a:ext cx="11022140" cy="47625"/>
            </a:xfrm>
            <a:custGeom>
              <a:avLst/>
              <a:gdLst/>
              <a:ahLst/>
              <a:cxnLst/>
              <a:rect l="l" t="t" r="r" b="b"/>
              <a:pathLst>
                <a:path w="11022140" h="47625">
                  <a:moveTo>
                    <a:pt x="0" y="0"/>
                  </a:moveTo>
                  <a:lnTo>
                    <a:pt x="0" y="0"/>
                  </a:lnTo>
                  <a:lnTo>
                    <a:pt x="108395" y="38100"/>
                  </a:lnTo>
                  <a:lnTo>
                    <a:pt x="137160" y="47625"/>
                  </a:lnTo>
                  <a:lnTo>
                    <a:pt x="10884980" y="47625"/>
                  </a:lnTo>
                  <a:lnTo>
                    <a:pt x="10913745" y="38100"/>
                  </a:lnTo>
                  <a:lnTo>
                    <a:pt x="11022140" y="0"/>
                  </a:lnTo>
                  <a:lnTo>
                    <a:pt x="11022140" y="0"/>
                  </a:lnTo>
                  <a:close/>
                </a:path>
              </a:pathLst>
            </a:custGeom>
            <a:solidFill>
              <a:srgbClr val="ADB8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L2-band-b44"/>
            <p:cNvSpPr/>
            <p:nvPr/>
          </p:nvSpPr>
          <p:spPr>
            <a:xfrm>
              <a:off x="9336310" y="7517130"/>
              <a:ext cx="10816780" cy="47625"/>
            </a:xfrm>
            <a:custGeom>
              <a:avLst/>
              <a:gdLst/>
              <a:ahLst/>
              <a:cxnLst/>
              <a:rect l="l" t="t" r="r" b="b"/>
              <a:pathLst>
                <a:path w="10816780" h="47625">
                  <a:moveTo>
                    <a:pt x="0" y="0"/>
                  </a:moveTo>
                  <a:lnTo>
                    <a:pt x="0" y="0"/>
                  </a:lnTo>
                  <a:lnTo>
                    <a:pt x="118776" y="38100"/>
                  </a:lnTo>
                  <a:lnTo>
                    <a:pt x="150304" y="47625"/>
                  </a:lnTo>
                  <a:lnTo>
                    <a:pt x="10666476" y="47625"/>
                  </a:lnTo>
                  <a:lnTo>
                    <a:pt x="10698004" y="38100"/>
                  </a:lnTo>
                  <a:lnTo>
                    <a:pt x="10816780" y="0"/>
                  </a:lnTo>
                  <a:lnTo>
                    <a:pt x="10816780" y="0"/>
                  </a:lnTo>
                  <a:close/>
                </a:path>
              </a:pathLst>
            </a:custGeom>
            <a:solidFill>
              <a:srgbClr val="A9B4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L2-band-b45"/>
            <p:cNvSpPr/>
            <p:nvPr/>
          </p:nvSpPr>
          <p:spPr>
            <a:xfrm>
              <a:off x="9448895" y="7553325"/>
              <a:ext cx="10591610" cy="47625"/>
            </a:xfrm>
            <a:custGeom>
              <a:avLst/>
              <a:gdLst/>
              <a:ahLst/>
              <a:cxnLst/>
              <a:rect l="l" t="t" r="r" b="b"/>
              <a:pathLst>
                <a:path w="10591610" h="47625">
                  <a:moveTo>
                    <a:pt x="0" y="0"/>
                  </a:moveTo>
                  <a:lnTo>
                    <a:pt x="0" y="0"/>
                  </a:lnTo>
                  <a:lnTo>
                    <a:pt x="129826" y="38100"/>
                  </a:lnTo>
                  <a:lnTo>
                    <a:pt x="164211" y="47625"/>
                  </a:lnTo>
                  <a:lnTo>
                    <a:pt x="10427399" y="47625"/>
                  </a:lnTo>
                  <a:lnTo>
                    <a:pt x="10461784" y="38100"/>
                  </a:lnTo>
                  <a:lnTo>
                    <a:pt x="10591610" y="0"/>
                  </a:lnTo>
                  <a:lnTo>
                    <a:pt x="10591610" y="0"/>
                  </a:lnTo>
                  <a:close/>
                </a:path>
              </a:pathLst>
            </a:custGeom>
            <a:solidFill>
              <a:srgbClr val="A5B0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L2-band-b46"/>
            <p:cNvSpPr/>
            <p:nvPr/>
          </p:nvSpPr>
          <p:spPr>
            <a:xfrm>
              <a:off x="9571958" y="7589520"/>
              <a:ext cx="10345484" cy="47625"/>
            </a:xfrm>
            <a:custGeom>
              <a:avLst/>
              <a:gdLst/>
              <a:ahLst/>
              <a:cxnLst/>
              <a:rect l="l" t="t" r="r" b="b"/>
              <a:pathLst>
                <a:path w="10345484" h="47625">
                  <a:moveTo>
                    <a:pt x="0" y="0"/>
                  </a:moveTo>
                  <a:lnTo>
                    <a:pt x="0" y="0"/>
                  </a:lnTo>
                  <a:lnTo>
                    <a:pt x="141637" y="38100"/>
                  </a:lnTo>
                  <a:lnTo>
                    <a:pt x="179166" y="47625"/>
                  </a:lnTo>
                  <a:lnTo>
                    <a:pt x="10166319" y="47625"/>
                  </a:lnTo>
                  <a:lnTo>
                    <a:pt x="10203847" y="38100"/>
                  </a:lnTo>
                  <a:lnTo>
                    <a:pt x="10345484" y="0"/>
                  </a:lnTo>
                  <a:lnTo>
                    <a:pt x="10345484" y="0"/>
                  </a:lnTo>
                  <a:close/>
                </a:path>
              </a:pathLst>
            </a:custGeom>
            <a:solidFill>
              <a:srgbClr val="A1ADF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L2-band-b47"/>
            <p:cNvSpPr/>
            <p:nvPr/>
          </p:nvSpPr>
          <p:spPr>
            <a:xfrm>
              <a:off x="9706261" y="7625715"/>
              <a:ext cx="10076878" cy="47625"/>
            </a:xfrm>
            <a:custGeom>
              <a:avLst/>
              <a:gdLst/>
              <a:ahLst/>
              <a:cxnLst/>
              <a:rect l="l" t="t" r="r" b="b"/>
              <a:pathLst>
                <a:path w="10076878" h="47625">
                  <a:moveTo>
                    <a:pt x="0" y="0"/>
                  </a:moveTo>
                  <a:lnTo>
                    <a:pt x="0" y="0"/>
                  </a:lnTo>
                  <a:lnTo>
                    <a:pt x="154495" y="38100"/>
                  </a:lnTo>
                  <a:lnTo>
                    <a:pt x="195357" y="47625"/>
                  </a:lnTo>
                  <a:lnTo>
                    <a:pt x="9881521" y="47625"/>
                  </a:lnTo>
                  <a:lnTo>
                    <a:pt x="9922383" y="38100"/>
                  </a:lnTo>
                  <a:lnTo>
                    <a:pt x="10076878" y="0"/>
                  </a:lnTo>
                  <a:lnTo>
                    <a:pt x="10076878" y="0"/>
                  </a:lnTo>
                  <a:close/>
                </a:path>
              </a:pathLst>
            </a:custGeom>
            <a:solidFill>
              <a:srgbClr val="9DA9F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6" name="L2-band-b48"/>
            <p:cNvSpPr/>
            <p:nvPr/>
          </p:nvSpPr>
          <p:spPr>
            <a:xfrm>
              <a:off x="9852660" y="7661910"/>
              <a:ext cx="9784080" cy="47625"/>
            </a:xfrm>
            <a:custGeom>
              <a:avLst/>
              <a:gdLst/>
              <a:ahLst/>
              <a:cxnLst/>
              <a:rect l="l" t="t" r="r" b="b"/>
              <a:pathLst>
                <a:path w="9784080" h="47625">
                  <a:moveTo>
                    <a:pt x="0" y="0"/>
                  </a:moveTo>
                  <a:lnTo>
                    <a:pt x="0" y="0"/>
                  </a:lnTo>
                  <a:lnTo>
                    <a:pt x="168497" y="38100"/>
                  </a:lnTo>
                  <a:lnTo>
                    <a:pt x="213170" y="47625"/>
                  </a:lnTo>
                  <a:lnTo>
                    <a:pt x="9570910" y="47625"/>
                  </a:lnTo>
                  <a:lnTo>
                    <a:pt x="9615583" y="38100"/>
                  </a:lnTo>
                  <a:lnTo>
                    <a:pt x="9784080" y="0"/>
                  </a:lnTo>
                  <a:lnTo>
                    <a:pt x="9784080" y="0"/>
                  </a:lnTo>
                  <a:close/>
                </a:path>
              </a:pathLst>
            </a:custGeom>
            <a:solidFill>
              <a:srgbClr val="99A5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L2-band-b49"/>
            <p:cNvSpPr/>
            <p:nvPr/>
          </p:nvSpPr>
          <p:spPr>
            <a:xfrm>
              <a:off x="10012394" y="7698105"/>
              <a:ext cx="9464612" cy="47625"/>
            </a:xfrm>
            <a:custGeom>
              <a:avLst/>
              <a:gdLst/>
              <a:ahLst/>
              <a:cxnLst/>
              <a:rect l="l" t="t" r="r" b="b"/>
              <a:pathLst>
                <a:path w="9464612" h="47625">
                  <a:moveTo>
                    <a:pt x="0" y="0"/>
                  </a:moveTo>
                  <a:lnTo>
                    <a:pt x="0" y="0"/>
                  </a:lnTo>
                  <a:lnTo>
                    <a:pt x="184023" y="38100"/>
                  </a:lnTo>
                  <a:lnTo>
                    <a:pt x="232791" y="47625"/>
                  </a:lnTo>
                  <a:lnTo>
                    <a:pt x="9231821" y="47625"/>
                  </a:lnTo>
                  <a:lnTo>
                    <a:pt x="9280589" y="38100"/>
                  </a:lnTo>
                  <a:lnTo>
                    <a:pt x="9464612" y="0"/>
                  </a:lnTo>
                  <a:lnTo>
                    <a:pt x="9464612" y="0"/>
                  </a:lnTo>
                  <a:close/>
                </a:path>
              </a:pathLst>
            </a:custGeom>
            <a:solidFill>
              <a:srgbClr val="94A2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L2-band-b50"/>
            <p:cNvSpPr/>
            <p:nvPr/>
          </p:nvSpPr>
          <p:spPr>
            <a:xfrm>
              <a:off x="10186797" y="7734300"/>
              <a:ext cx="9115806" cy="47625"/>
            </a:xfrm>
            <a:custGeom>
              <a:avLst/>
              <a:gdLst/>
              <a:ahLst/>
              <a:cxnLst/>
              <a:rect l="l" t="t" r="r" b="b"/>
              <a:pathLst>
                <a:path w="9115806" h="47625">
                  <a:moveTo>
                    <a:pt x="0" y="0"/>
                  </a:moveTo>
                  <a:lnTo>
                    <a:pt x="0" y="0"/>
                  </a:lnTo>
                  <a:lnTo>
                    <a:pt x="201454" y="38100"/>
                  </a:lnTo>
                  <a:lnTo>
                    <a:pt x="254889" y="47625"/>
                  </a:lnTo>
                  <a:lnTo>
                    <a:pt x="8860917" y="47625"/>
                  </a:lnTo>
                  <a:lnTo>
                    <a:pt x="8914352" y="38100"/>
                  </a:lnTo>
                  <a:lnTo>
                    <a:pt x="9115806" y="0"/>
                  </a:lnTo>
                  <a:lnTo>
                    <a:pt x="9115806" y="0"/>
                  </a:lnTo>
                  <a:close/>
                </a:path>
              </a:pathLst>
            </a:custGeom>
            <a:solidFill>
              <a:srgbClr val="909F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L2-band-b51"/>
            <p:cNvSpPr/>
            <p:nvPr/>
          </p:nvSpPr>
          <p:spPr>
            <a:xfrm>
              <a:off x="10377678" y="7770495"/>
              <a:ext cx="8734044" cy="47625"/>
            </a:xfrm>
            <a:custGeom>
              <a:avLst/>
              <a:gdLst/>
              <a:ahLst/>
              <a:cxnLst/>
              <a:rect l="l" t="t" r="r" b="b"/>
              <a:pathLst>
                <a:path w="8734044" h="47625">
                  <a:moveTo>
                    <a:pt x="0" y="0"/>
                  </a:moveTo>
                  <a:lnTo>
                    <a:pt x="0" y="0"/>
                  </a:lnTo>
                  <a:lnTo>
                    <a:pt x="221170" y="38100"/>
                  </a:lnTo>
                  <a:lnTo>
                    <a:pt x="280130" y="47625"/>
                  </a:lnTo>
                  <a:lnTo>
                    <a:pt x="8453914" y="47625"/>
                  </a:lnTo>
                  <a:lnTo>
                    <a:pt x="8512874" y="38100"/>
                  </a:lnTo>
                  <a:lnTo>
                    <a:pt x="8734044" y="0"/>
                  </a:lnTo>
                  <a:lnTo>
                    <a:pt x="8734044" y="0"/>
                  </a:lnTo>
                  <a:close/>
                </a:path>
              </a:pathLst>
            </a:custGeom>
            <a:solidFill>
              <a:srgbClr val="8B9B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L2-band-b52"/>
            <p:cNvSpPr/>
            <p:nvPr/>
          </p:nvSpPr>
          <p:spPr>
            <a:xfrm>
              <a:off x="10587228" y="7806690"/>
              <a:ext cx="8314944" cy="47625"/>
            </a:xfrm>
            <a:custGeom>
              <a:avLst/>
              <a:gdLst/>
              <a:ahLst/>
              <a:cxnLst/>
              <a:rect l="l" t="t" r="r" b="b"/>
              <a:pathLst>
                <a:path w="8314944" h="47625">
                  <a:moveTo>
                    <a:pt x="0" y="0"/>
                  </a:moveTo>
                  <a:lnTo>
                    <a:pt x="0" y="0"/>
                  </a:lnTo>
                  <a:lnTo>
                    <a:pt x="244221" y="38100"/>
                  </a:lnTo>
                  <a:lnTo>
                    <a:pt x="309467" y="47625"/>
                  </a:lnTo>
                  <a:lnTo>
                    <a:pt x="8005477" y="47625"/>
                  </a:lnTo>
                  <a:lnTo>
                    <a:pt x="8070723" y="38100"/>
                  </a:lnTo>
                  <a:lnTo>
                    <a:pt x="8314944" y="0"/>
                  </a:lnTo>
                  <a:lnTo>
                    <a:pt x="8314944" y="0"/>
                  </a:lnTo>
                  <a:close/>
                </a:path>
              </a:pathLst>
            </a:custGeom>
            <a:solidFill>
              <a:srgbClr val="8798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L2-band-b53"/>
            <p:cNvSpPr/>
            <p:nvPr/>
          </p:nvSpPr>
          <p:spPr>
            <a:xfrm>
              <a:off x="10818590" y="7842885"/>
              <a:ext cx="7852220" cy="47625"/>
            </a:xfrm>
            <a:custGeom>
              <a:avLst/>
              <a:gdLst/>
              <a:ahLst/>
              <a:cxnLst/>
              <a:rect l="l" t="t" r="r" b="b"/>
              <a:pathLst>
                <a:path w="7852220" h="47625">
                  <a:moveTo>
                    <a:pt x="0" y="0"/>
                  </a:moveTo>
                  <a:lnTo>
                    <a:pt x="0" y="0"/>
                  </a:lnTo>
                  <a:lnTo>
                    <a:pt x="271463" y="38100"/>
                  </a:lnTo>
                  <a:lnTo>
                    <a:pt x="344520" y="47625"/>
                  </a:lnTo>
                  <a:lnTo>
                    <a:pt x="7507700" y="47625"/>
                  </a:lnTo>
                  <a:lnTo>
                    <a:pt x="7580757" y="38100"/>
                  </a:lnTo>
                  <a:lnTo>
                    <a:pt x="7852220" y="0"/>
                  </a:lnTo>
                  <a:lnTo>
                    <a:pt x="7852220" y="0"/>
                  </a:lnTo>
                  <a:close/>
                </a:path>
              </a:pathLst>
            </a:custGeom>
            <a:solidFill>
              <a:srgbClr val="8395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L2-band-b54"/>
            <p:cNvSpPr/>
            <p:nvPr/>
          </p:nvSpPr>
          <p:spPr>
            <a:xfrm>
              <a:off x="11075670" y="7879080"/>
              <a:ext cx="7338060" cy="47625"/>
            </a:xfrm>
            <a:custGeom>
              <a:avLst/>
              <a:gdLst/>
              <a:ahLst/>
              <a:cxnLst/>
              <a:rect l="l" t="t" r="r" b="b"/>
              <a:pathLst>
                <a:path w="7338060" h="47625">
                  <a:moveTo>
                    <a:pt x="0" y="0"/>
                  </a:moveTo>
                  <a:lnTo>
                    <a:pt x="0" y="0"/>
                  </a:lnTo>
                  <a:lnTo>
                    <a:pt x="305086" y="38100"/>
                  </a:lnTo>
                  <a:lnTo>
                    <a:pt x="387953" y="47625"/>
                  </a:lnTo>
                  <a:lnTo>
                    <a:pt x="6950107" y="47625"/>
                  </a:lnTo>
                  <a:lnTo>
                    <a:pt x="7032974" y="38100"/>
                  </a:lnTo>
                  <a:lnTo>
                    <a:pt x="7338060" y="0"/>
                  </a:lnTo>
                  <a:lnTo>
                    <a:pt x="7338060" y="0"/>
                  </a:lnTo>
                  <a:close/>
                </a:path>
              </a:pathLst>
            </a:custGeom>
            <a:solidFill>
              <a:srgbClr val="7E91E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L2-band-b55"/>
            <p:cNvSpPr/>
            <p:nvPr/>
          </p:nvSpPr>
          <p:spPr>
            <a:xfrm>
              <a:off x="11364468" y="7915275"/>
              <a:ext cx="6760464" cy="47625"/>
            </a:xfrm>
            <a:custGeom>
              <a:avLst/>
              <a:gdLst/>
              <a:ahLst/>
              <a:cxnLst/>
              <a:rect l="l" t="t" r="r" b="b"/>
              <a:pathLst>
                <a:path w="6760464" h="47625">
                  <a:moveTo>
                    <a:pt x="0" y="0"/>
                  </a:moveTo>
                  <a:lnTo>
                    <a:pt x="0" y="0"/>
                  </a:lnTo>
                  <a:lnTo>
                    <a:pt x="348234" y="38100"/>
                  </a:lnTo>
                  <a:lnTo>
                    <a:pt x="444151" y="47625"/>
                  </a:lnTo>
                  <a:lnTo>
                    <a:pt x="6316313" y="47625"/>
                  </a:lnTo>
                  <a:lnTo>
                    <a:pt x="6412230" y="38100"/>
                  </a:lnTo>
                  <a:lnTo>
                    <a:pt x="6760464" y="0"/>
                  </a:lnTo>
                  <a:lnTo>
                    <a:pt x="6760464" y="0"/>
                  </a:lnTo>
                  <a:close/>
                </a:path>
              </a:pathLst>
            </a:custGeom>
            <a:solidFill>
              <a:srgbClr val="7A8EE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L2-band-b56"/>
            <p:cNvSpPr/>
            <p:nvPr/>
          </p:nvSpPr>
          <p:spPr>
            <a:xfrm>
              <a:off x="11693938" y="7951470"/>
              <a:ext cx="6101524" cy="47625"/>
            </a:xfrm>
            <a:custGeom>
              <a:avLst/>
              <a:gdLst/>
              <a:ahLst/>
              <a:cxnLst/>
              <a:rect l="l" t="t" r="r" b="b"/>
              <a:pathLst>
                <a:path w="6101524" h="47625">
                  <a:moveTo>
                    <a:pt x="0" y="0"/>
                  </a:moveTo>
                  <a:lnTo>
                    <a:pt x="0" y="0"/>
                  </a:lnTo>
                  <a:lnTo>
                    <a:pt x="407574" y="38100"/>
                  </a:lnTo>
                  <a:lnTo>
                    <a:pt x="522446" y="47625"/>
                  </a:lnTo>
                  <a:lnTo>
                    <a:pt x="5579078" y="47625"/>
                  </a:lnTo>
                  <a:lnTo>
                    <a:pt x="5693950" y="38100"/>
                  </a:lnTo>
                  <a:lnTo>
                    <a:pt x="6101524" y="0"/>
                  </a:lnTo>
                  <a:lnTo>
                    <a:pt x="6101524" y="0"/>
                  </a:lnTo>
                  <a:close/>
                </a:path>
              </a:pathLst>
            </a:custGeom>
            <a:solidFill>
              <a:srgbClr val="778BE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L2-band-b57"/>
            <p:cNvSpPr/>
            <p:nvPr/>
          </p:nvSpPr>
          <p:spPr>
            <a:xfrm>
              <a:off x="12079224" y="7987665"/>
              <a:ext cx="5330952" cy="47625"/>
            </a:xfrm>
            <a:custGeom>
              <a:avLst/>
              <a:gdLst/>
              <a:ahLst/>
              <a:cxnLst/>
              <a:rect l="l" t="t" r="r" b="b"/>
              <a:pathLst>
                <a:path w="5330952" h="47625">
                  <a:moveTo>
                    <a:pt x="0" y="0"/>
                  </a:moveTo>
                  <a:lnTo>
                    <a:pt x="0" y="0"/>
                  </a:lnTo>
                  <a:lnTo>
                    <a:pt x="498158" y="38100"/>
                  </a:lnTo>
                  <a:lnTo>
                    <a:pt x="645414" y="47625"/>
                  </a:lnTo>
                  <a:lnTo>
                    <a:pt x="4685538" y="47625"/>
                  </a:lnTo>
                  <a:lnTo>
                    <a:pt x="4832794" y="38100"/>
                  </a:lnTo>
                  <a:lnTo>
                    <a:pt x="5330952" y="0"/>
                  </a:lnTo>
                  <a:lnTo>
                    <a:pt x="5330952" y="0"/>
                  </a:lnTo>
                  <a:close/>
                </a:path>
              </a:pathLst>
            </a:custGeom>
            <a:solidFill>
              <a:srgbClr val="7387E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L2-band-b58"/>
            <p:cNvSpPr/>
            <p:nvPr/>
          </p:nvSpPr>
          <p:spPr>
            <a:xfrm>
              <a:off x="12549283" y="8023860"/>
              <a:ext cx="4390834" cy="47625"/>
            </a:xfrm>
            <a:custGeom>
              <a:avLst/>
              <a:gdLst/>
              <a:ahLst/>
              <a:cxnLst/>
              <a:rect l="l" t="t" r="r" b="b"/>
              <a:pathLst>
                <a:path w="4390834" h="47625">
                  <a:moveTo>
                    <a:pt x="0" y="0"/>
                  </a:moveTo>
                  <a:lnTo>
                    <a:pt x="0" y="0"/>
                  </a:lnTo>
                  <a:lnTo>
                    <a:pt x="670845" y="38100"/>
                  </a:lnTo>
                  <a:lnTo>
                    <a:pt x="896874" y="47625"/>
                  </a:lnTo>
                  <a:lnTo>
                    <a:pt x="3493960" y="47625"/>
                  </a:lnTo>
                  <a:lnTo>
                    <a:pt x="3719989" y="38100"/>
                  </a:lnTo>
                  <a:lnTo>
                    <a:pt x="4390834" y="0"/>
                  </a:lnTo>
                  <a:lnTo>
                    <a:pt x="4390834" y="0"/>
                  </a:lnTo>
                  <a:close/>
                </a:path>
              </a:pathLst>
            </a:custGeom>
            <a:solidFill>
              <a:srgbClr val="7084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L2-band-b59"/>
            <p:cNvSpPr/>
            <p:nvPr/>
          </p:nvSpPr>
          <p:spPr>
            <a:xfrm>
              <a:off x="13178980" y="8060055"/>
              <a:ext cx="3131440" cy="36195"/>
            </a:xfrm>
            <a:custGeom>
              <a:avLst/>
              <a:gdLst/>
              <a:ahLst/>
              <a:cxnLst/>
              <a:rect l="l" t="t" r="r" b="b"/>
              <a:pathLst>
                <a:path w="3131440" h="36195">
                  <a:moveTo>
                    <a:pt x="0" y="0"/>
                  </a:moveTo>
                  <a:lnTo>
                    <a:pt x="0" y="0"/>
                  </a:lnTo>
                  <a:lnTo>
                    <a:pt x="1565720" y="36195"/>
                  </a:lnTo>
                  <a:lnTo>
                    <a:pt x="1565720" y="36195"/>
                  </a:lnTo>
                  <a:lnTo>
                    <a:pt x="3131440" y="0"/>
                  </a:lnTo>
                  <a:lnTo>
                    <a:pt x="3131440" y="0"/>
                  </a:lnTo>
                  <a:close/>
                </a:path>
              </a:pathLst>
            </a:custGeom>
            <a:solidFill>
              <a:srgbClr val="6D81E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L2-face"/>
            <p:cNvSpPr/>
            <p:nvPr/>
          </p:nvSpPr>
          <p:spPr>
            <a:xfrm>
              <a:off x="14744700" y="5924550"/>
              <a:ext cx="6115050" cy="1085850"/>
            </a:xfrm>
            <a:custGeom>
              <a:avLst/>
              <a:gdLst/>
              <a:ahLst/>
              <a:cxnLst/>
              <a:rect l="l" t="t" r="r" b="b"/>
              <a:pathLst>
                <a:path w="6115050" h="1085850">
                  <a:moveTo>
                    <a:pt x="0" y="0"/>
                  </a:moveTo>
                  <a:lnTo>
                    <a:pt x="84963" y="95"/>
                  </a:lnTo>
                  <a:lnTo>
                    <a:pt x="169831" y="381"/>
                  </a:lnTo>
                  <a:lnTo>
                    <a:pt x="254794" y="952"/>
                  </a:lnTo>
                  <a:lnTo>
                    <a:pt x="339757" y="1714"/>
                  </a:lnTo>
                  <a:lnTo>
                    <a:pt x="424624" y="2667"/>
                  </a:lnTo>
                  <a:lnTo>
                    <a:pt x="509588" y="3810"/>
                  </a:lnTo>
                  <a:lnTo>
                    <a:pt x="594550" y="5144"/>
                  </a:lnTo>
                  <a:lnTo>
                    <a:pt x="679418" y="6763"/>
                  </a:lnTo>
                  <a:lnTo>
                    <a:pt x="764381" y="8477"/>
                  </a:lnTo>
                  <a:lnTo>
                    <a:pt x="849344" y="10478"/>
                  </a:lnTo>
                  <a:lnTo>
                    <a:pt x="934212" y="12764"/>
                  </a:lnTo>
                  <a:lnTo>
                    <a:pt x="1019175" y="15145"/>
                  </a:lnTo>
                  <a:lnTo>
                    <a:pt x="1104138" y="17812"/>
                  </a:lnTo>
                  <a:lnTo>
                    <a:pt x="1189006" y="20764"/>
                  </a:lnTo>
                  <a:lnTo>
                    <a:pt x="1273969" y="23812"/>
                  </a:lnTo>
                  <a:lnTo>
                    <a:pt x="1358932" y="27146"/>
                  </a:lnTo>
                  <a:lnTo>
                    <a:pt x="1443800" y="30670"/>
                  </a:lnTo>
                  <a:lnTo>
                    <a:pt x="1528762" y="34480"/>
                  </a:lnTo>
                  <a:lnTo>
                    <a:pt x="1613726" y="38481"/>
                  </a:lnTo>
                  <a:lnTo>
                    <a:pt x="1698593" y="42767"/>
                  </a:lnTo>
                  <a:lnTo>
                    <a:pt x="1783556" y="47244"/>
                  </a:lnTo>
                  <a:lnTo>
                    <a:pt x="1868519" y="51911"/>
                  </a:lnTo>
                  <a:lnTo>
                    <a:pt x="1953387" y="56864"/>
                  </a:lnTo>
                  <a:lnTo>
                    <a:pt x="2038350" y="62103"/>
                  </a:lnTo>
                  <a:lnTo>
                    <a:pt x="2123313" y="67532"/>
                  </a:lnTo>
                  <a:lnTo>
                    <a:pt x="2208181" y="73247"/>
                  </a:lnTo>
                  <a:lnTo>
                    <a:pt x="2293144" y="79248"/>
                  </a:lnTo>
                  <a:lnTo>
                    <a:pt x="2378107" y="85439"/>
                  </a:lnTo>
                  <a:lnTo>
                    <a:pt x="2462974" y="92012"/>
                  </a:lnTo>
                  <a:lnTo>
                    <a:pt x="2547938" y="98774"/>
                  </a:lnTo>
                  <a:lnTo>
                    <a:pt x="2632900" y="105823"/>
                  </a:lnTo>
                  <a:lnTo>
                    <a:pt x="2717768" y="113157"/>
                  </a:lnTo>
                  <a:lnTo>
                    <a:pt x="2802731" y="120777"/>
                  </a:lnTo>
                  <a:lnTo>
                    <a:pt x="2887694" y="128683"/>
                  </a:lnTo>
                  <a:lnTo>
                    <a:pt x="2972562" y="136970"/>
                  </a:lnTo>
                  <a:lnTo>
                    <a:pt x="3057525" y="145447"/>
                  </a:lnTo>
                  <a:lnTo>
                    <a:pt x="3142488" y="154305"/>
                  </a:lnTo>
                  <a:lnTo>
                    <a:pt x="3227356" y="163544"/>
                  </a:lnTo>
                  <a:lnTo>
                    <a:pt x="3312319" y="173069"/>
                  </a:lnTo>
                  <a:lnTo>
                    <a:pt x="3397282" y="182975"/>
                  </a:lnTo>
                  <a:lnTo>
                    <a:pt x="3482150" y="193262"/>
                  </a:lnTo>
                  <a:lnTo>
                    <a:pt x="3567112" y="203930"/>
                  </a:lnTo>
                  <a:lnTo>
                    <a:pt x="3652076" y="214884"/>
                  </a:lnTo>
                  <a:lnTo>
                    <a:pt x="3736943" y="226314"/>
                  </a:lnTo>
                  <a:lnTo>
                    <a:pt x="3821906" y="238220"/>
                  </a:lnTo>
                  <a:lnTo>
                    <a:pt x="3906869" y="250508"/>
                  </a:lnTo>
                  <a:lnTo>
                    <a:pt x="3991737" y="263271"/>
                  </a:lnTo>
                  <a:lnTo>
                    <a:pt x="4076700" y="276511"/>
                  </a:lnTo>
                  <a:lnTo>
                    <a:pt x="4161663" y="290227"/>
                  </a:lnTo>
                  <a:lnTo>
                    <a:pt x="4246531" y="304514"/>
                  </a:lnTo>
                  <a:lnTo>
                    <a:pt x="4331494" y="319373"/>
                  </a:lnTo>
                  <a:lnTo>
                    <a:pt x="4416457" y="334804"/>
                  </a:lnTo>
                  <a:lnTo>
                    <a:pt x="4501324" y="350901"/>
                  </a:lnTo>
                  <a:lnTo>
                    <a:pt x="4586288" y="367665"/>
                  </a:lnTo>
                  <a:lnTo>
                    <a:pt x="4671250" y="385096"/>
                  </a:lnTo>
                  <a:lnTo>
                    <a:pt x="4756118" y="403384"/>
                  </a:lnTo>
                  <a:lnTo>
                    <a:pt x="4841081" y="422434"/>
                  </a:lnTo>
                  <a:lnTo>
                    <a:pt x="4926044" y="442436"/>
                  </a:lnTo>
                  <a:lnTo>
                    <a:pt x="5010912" y="463486"/>
                  </a:lnTo>
                  <a:lnTo>
                    <a:pt x="5095875" y="485584"/>
                  </a:lnTo>
                  <a:lnTo>
                    <a:pt x="5180838" y="509016"/>
                  </a:lnTo>
                  <a:lnTo>
                    <a:pt x="5265706" y="533781"/>
                  </a:lnTo>
                  <a:lnTo>
                    <a:pt x="5350669" y="560165"/>
                  </a:lnTo>
                  <a:lnTo>
                    <a:pt x="5435632" y="588359"/>
                  </a:lnTo>
                  <a:lnTo>
                    <a:pt x="5520500" y="618839"/>
                  </a:lnTo>
                  <a:lnTo>
                    <a:pt x="5605462" y="651891"/>
                  </a:lnTo>
                  <a:lnTo>
                    <a:pt x="5690426" y="688276"/>
                  </a:lnTo>
                  <a:lnTo>
                    <a:pt x="5775293" y="728948"/>
                  </a:lnTo>
                  <a:lnTo>
                    <a:pt x="5860256" y="775716"/>
                  </a:lnTo>
                  <a:lnTo>
                    <a:pt x="5945219" y="831723"/>
                  </a:lnTo>
                  <a:lnTo>
                    <a:pt x="6030087" y="905542"/>
                  </a:lnTo>
                  <a:lnTo>
                    <a:pt x="6115050" y="1085850"/>
                  </a:lnTo>
                  <a:lnTo>
                    <a:pt x="6115050" y="1085850"/>
                  </a:lnTo>
                  <a:lnTo>
                    <a:pt x="6030087" y="905542"/>
                  </a:lnTo>
                  <a:lnTo>
                    <a:pt x="5945219" y="831723"/>
                  </a:lnTo>
                  <a:lnTo>
                    <a:pt x="5860256" y="775716"/>
                  </a:lnTo>
                  <a:lnTo>
                    <a:pt x="5775293" y="728948"/>
                  </a:lnTo>
                  <a:lnTo>
                    <a:pt x="5690426" y="688276"/>
                  </a:lnTo>
                  <a:lnTo>
                    <a:pt x="5605462" y="651891"/>
                  </a:lnTo>
                  <a:lnTo>
                    <a:pt x="5520500" y="618839"/>
                  </a:lnTo>
                  <a:lnTo>
                    <a:pt x="5435632" y="592455"/>
                  </a:lnTo>
                  <a:lnTo>
                    <a:pt x="5350669" y="614458"/>
                  </a:lnTo>
                  <a:lnTo>
                    <a:pt x="5265706" y="638366"/>
                  </a:lnTo>
                  <a:lnTo>
                    <a:pt x="5180838" y="659225"/>
                  </a:lnTo>
                  <a:lnTo>
                    <a:pt x="5095875" y="681038"/>
                  </a:lnTo>
                  <a:lnTo>
                    <a:pt x="5010912" y="704183"/>
                  </a:lnTo>
                  <a:lnTo>
                    <a:pt x="4926044" y="728377"/>
                  </a:lnTo>
                  <a:lnTo>
                    <a:pt x="4841081" y="753618"/>
                  </a:lnTo>
                  <a:lnTo>
                    <a:pt x="4756118" y="778288"/>
                  </a:lnTo>
                  <a:lnTo>
                    <a:pt x="4671250" y="795814"/>
                  </a:lnTo>
                  <a:lnTo>
                    <a:pt x="4586288" y="814197"/>
                  </a:lnTo>
                  <a:lnTo>
                    <a:pt x="4501324" y="833247"/>
                  </a:lnTo>
                  <a:lnTo>
                    <a:pt x="4416457" y="852964"/>
                  </a:lnTo>
                  <a:lnTo>
                    <a:pt x="4331494" y="873347"/>
                  </a:lnTo>
                  <a:lnTo>
                    <a:pt x="4246531" y="889064"/>
                  </a:lnTo>
                  <a:lnTo>
                    <a:pt x="4161663" y="897446"/>
                  </a:lnTo>
                  <a:lnTo>
                    <a:pt x="4076700" y="906304"/>
                  </a:lnTo>
                  <a:lnTo>
                    <a:pt x="3991737" y="915638"/>
                  </a:lnTo>
                  <a:lnTo>
                    <a:pt x="3906869" y="925544"/>
                  </a:lnTo>
                  <a:lnTo>
                    <a:pt x="3821906" y="935831"/>
                  </a:lnTo>
                  <a:lnTo>
                    <a:pt x="3736943" y="943166"/>
                  </a:lnTo>
                  <a:lnTo>
                    <a:pt x="3652076" y="948976"/>
                  </a:lnTo>
                  <a:lnTo>
                    <a:pt x="3567112" y="955167"/>
                  </a:lnTo>
                  <a:lnTo>
                    <a:pt x="3482150" y="961834"/>
                  </a:lnTo>
                  <a:lnTo>
                    <a:pt x="3397282" y="968788"/>
                  </a:lnTo>
                  <a:lnTo>
                    <a:pt x="3312319" y="972121"/>
                  </a:lnTo>
                  <a:lnTo>
                    <a:pt x="3227356" y="973074"/>
                  </a:lnTo>
                  <a:lnTo>
                    <a:pt x="3142488" y="974503"/>
                  </a:lnTo>
                  <a:lnTo>
                    <a:pt x="3057525" y="976122"/>
                  </a:lnTo>
                  <a:lnTo>
                    <a:pt x="2972562" y="978122"/>
                  </a:lnTo>
                  <a:lnTo>
                    <a:pt x="2887694" y="980504"/>
                  </a:lnTo>
                  <a:lnTo>
                    <a:pt x="2802731" y="983075"/>
                  </a:lnTo>
                  <a:lnTo>
                    <a:pt x="2717768" y="985838"/>
                  </a:lnTo>
                  <a:lnTo>
                    <a:pt x="2632900" y="988600"/>
                  </a:lnTo>
                  <a:lnTo>
                    <a:pt x="2547938" y="991552"/>
                  </a:lnTo>
                  <a:lnTo>
                    <a:pt x="2462974" y="994791"/>
                  </a:lnTo>
                  <a:lnTo>
                    <a:pt x="2378107" y="998411"/>
                  </a:lnTo>
                  <a:lnTo>
                    <a:pt x="2293144" y="1002220"/>
                  </a:lnTo>
                  <a:lnTo>
                    <a:pt x="2208181" y="1006316"/>
                  </a:lnTo>
                  <a:lnTo>
                    <a:pt x="2123313" y="1010602"/>
                  </a:lnTo>
                  <a:lnTo>
                    <a:pt x="2038350" y="1015270"/>
                  </a:lnTo>
                  <a:lnTo>
                    <a:pt x="1953387" y="1020128"/>
                  </a:lnTo>
                  <a:lnTo>
                    <a:pt x="1868519" y="1025176"/>
                  </a:lnTo>
                  <a:lnTo>
                    <a:pt x="1783556" y="1026604"/>
                  </a:lnTo>
                  <a:lnTo>
                    <a:pt x="1698593" y="1025652"/>
                  </a:lnTo>
                  <a:lnTo>
                    <a:pt x="1613726" y="1024890"/>
                  </a:lnTo>
                  <a:lnTo>
                    <a:pt x="1528762" y="1024414"/>
                  </a:lnTo>
                  <a:lnTo>
                    <a:pt x="1443800" y="1024128"/>
                  </a:lnTo>
                  <a:lnTo>
                    <a:pt x="1358932" y="1024128"/>
                  </a:lnTo>
                  <a:lnTo>
                    <a:pt x="1273969" y="1024318"/>
                  </a:lnTo>
                  <a:lnTo>
                    <a:pt x="1189006" y="1024700"/>
                  </a:lnTo>
                  <a:lnTo>
                    <a:pt x="1104138" y="1025366"/>
                  </a:lnTo>
                  <a:lnTo>
                    <a:pt x="1019175" y="1026224"/>
                  </a:lnTo>
                  <a:lnTo>
                    <a:pt x="934212" y="1027271"/>
                  </a:lnTo>
                  <a:lnTo>
                    <a:pt x="849344" y="1028605"/>
                  </a:lnTo>
                  <a:lnTo>
                    <a:pt x="764381" y="1030129"/>
                  </a:lnTo>
                  <a:lnTo>
                    <a:pt x="679418" y="1031843"/>
                  </a:lnTo>
                  <a:lnTo>
                    <a:pt x="594550" y="1033748"/>
                  </a:lnTo>
                  <a:lnTo>
                    <a:pt x="509588" y="1035939"/>
                  </a:lnTo>
                  <a:lnTo>
                    <a:pt x="424624" y="1038320"/>
                  </a:lnTo>
                  <a:lnTo>
                    <a:pt x="339757" y="1040892"/>
                  </a:lnTo>
                  <a:lnTo>
                    <a:pt x="254794" y="1043654"/>
                  </a:lnTo>
                  <a:lnTo>
                    <a:pt x="169831" y="1046702"/>
                  </a:lnTo>
                  <a:lnTo>
                    <a:pt x="84963" y="1049846"/>
                  </a:lnTo>
                  <a:lnTo>
                    <a:pt x="0" y="1053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L2-rim"/>
            <p:cNvSpPr/>
            <p:nvPr/>
          </p:nvSpPr>
          <p:spPr>
            <a:xfrm>
              <a:off x="8629650" y="5924550"/>
              <a:ext cx="12229910" cy="1095375"/>
            </a:xfrm>
            <a:custGeom>
              <a:avLst/>
              <a:gdLst/>
              <a:ahLst/>
              <a:cxnLst/>
              <a:rect l="l" t="t" r="r" b="b"/>
              <a:pathLst>
                <a:path w="12229910" h="1095375">
                  <a:moveTo>
                    <a:pt x="6115050" y="0"/>
                  </a:moveTo>
                  <a:lnTo>
                    <a:pt x="3648266" y="57150"/>
                  </a:lnTo>
                  <a:lnTo>
                    <a:pt x="2839593" y="114300"/>
                  </a:lnTo>
                  <a:lnTo>
                    <a:pt x="2340007" y="171450"/>
                  </a:lnTo>
                  <a:lnTo>
                    <a:pt x="1937385" y="228600"/>
                  </a:lnTo>
                  <a:lnTo>
                    <a:pt x="1603724" y="285750"/>
                  </a:lnTo>
                  <a:lnTo>
                    <a:pt x="1312069" y="342900"/>
                  </a:lnTo>
                  <a:lnTo>
                    <a:pt x="1101280" y="400050"/>
                  </a:lnTo>
                  <a:lnTo>
                    <a:pt x="928688" y="457200"/>
                  </a:lnTo>
                  <a:lnTo>
                    <a:pt x="808768" y="514350"/>
                  </a:lnTo>
                  <a:lnTo>
                    <a:pt x="729520" y="571500"/>
                  </a:lnTo>
                  <a:lnTo>
                    <a:pt x="568452" y="628650"/>
                  </a:lnTo>
                  <a:lnTo>
                    <a:pt x="430149" y="685800"/>
                  </a:lnTo>
                  <a:lnTo>
                    <a:pt x="312896" y="742950"/>
                  </a:lnTo>
                  <a:lnTo>
                    <a:pt x="215551" y="800100"/>
                  </a:lnTo>
                  <a:lnTo>
                    <a:pt x="137065" y="857250"/>
                  </a:lnTo>
                  <a:lnTo>
                    <a:pt x="76676" y="914400"/>
                  </a:lnTo>
                  <a:lnTo>
                    <a:pt x="34004" y="971550"/>
                  </a:lnTo>
                  <a:lnTo>
                    <a:pt x="8477" y="1028700"/>
                  </a:lnTo>
                  <a:lnTo>
                    <a:pt x="0" y="1085850"/>
                  </a:lnTo>
                  <a:lnTo>
                    <a:pt x="12229910" y="1095375"/>
                  </a:lnTo>
                  <a:lnTo>
                    <a:pt x="12224194" y="1038225"/>
                  </a:lnTo>
                  <a:lnTo>
                    <a:pt x="12201525" y="981075"/>
                  </a:lnTo>
                  <a:lnTo>
                    <a:pt x="12161710" y="923925"/>
                  </a:lnTo>
                  <a:lnTo>
                    <a:pt x="12104370" y="866775"/>
                  </a:lnTo>
                  <a:lnTo>
                    <a:pt x="12028932" y="809625"/>
                  </a:lnTo>
                  <a:lnTo>
                    <a:pt x="11934730" y="752475"/>
                  </a:lnTo>
                  <a:lnTo>
                    <a:pt x="11820906" y="695325"/>
                  </a:lnTo>
                  <a:lnTo>
                    <a:pt x="11686222" y="638175"/>
                  </a:lnTo>
                  <a:lnTo>
                    <a:pt x="11529060" y="581025"/>
                  </a:lnTo>
                  <a:lnTo>
                    <a:pt x="11440763" y="523875"/>
                  </a:lnTo>
                  <a:lnTo>
                    <a:pt x="11321796" y="466725"/>
                  </a:lnTo>
                  <a:lnTo>
                    <a:pt x="11163205" y="409575"/>
                  </a:lnTo>
                  <a:lnTo>
                    <a:pt x="10953750" y="352425"/>
                  </a:lnTo>
                  <a:lnTo>
                    <a:pt x="10680859" y="295275"/>
                  </a:lnTo>
                  <a:lnTo>
                    <a:pt x="10349198" y="238125"/>
                  </a:lnTo>
                  <a:lnTo>
                    <a:pt x="9970960" y="180975"/>
                  </a:lnTo>
                  <a:lnTo>
                    <a:pt x="9475851" y="123825"/>
                  </a:lnTo>
                  <a:lnTo>
                    <a:pt x="8762428" y="66675"/>
                  </a:lnTo>
                  <a:lnTo>
                    <a:pt x="7600950" y="9525"/>
                  </a:lnTo>
                </a:path>
              </a:pathLst>
            </a:custGeom>
            <a:noFill/>
            <a:ln w="19050">
              <a:solidFill>
                <a:srgbClr val="B8C3F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0" name="L2-sub1"/>
            <p:cNvSpPr txBox="1"/>
            <p:nvPr/>
          </p:nvSpPr>
          <p:spPr>
            <a:xfrm>
              <a:off x="11031093" y="6129338"/>
              <a:ext cx="7427214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12" b="1" i="0">
                  <a:solidFill>
                    <a:srgbClr val="6B7FE1"/>
                  </a:solidFill>
                  <a:latin typeface="Microsoft YaHei"/>
                  <a:ea typeface="Microsoft YaHei"/>
                  <a:cs typeface="Microsoft YaHei"/>
                </a:rPr>
                <a:t>跨模态知识 / 多教师协同 / 互补正则化</a:t>
              </a:r>
            </a:p>
          </p:txBody>
        </p:sp>
        <p:sp>
          <p:nvSpPr>
            <p:cNvPr id="221" name="L2-sub2"/>
            <p:cNvSpPr txBox="1"/>
            <p:nvPr/>
          </p:nvSpPr>
          <p:spPr>
            <a:xfrm>
              <a:off x="12203240" y="6557962"/>
              <a:ext cx="5225796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12" b="1" i="0">
                  <a:solidFill>
                    <a:srgbClr val="6B7FE1"/>
                  </a:solidFill>
                  <a:latin typeface="Microsoft YaHei"/>
                  <a:ea typeface="Microsoft YaHei"/>
                  <a:cs typeface="Microsoft YaHei"/>
                </a:rPr>
                <a:t>动态温度调度 / 少数据联动</a:t>
              </a:r>
            </a:p>
          </p:txBody>
        </p:sp>
        <p:sp>
          <p:nvSpPr>
            <p:cNvPr id="222" name="L2-title"/>
            <p:cNvSpPr txBox="1"/>
            <p:nvPr/>
          </p:nvSpPr>
          <p:spPr>
            <a:xfrm>
              <a:off x="12183237" y="7210425"/>
              <a:ext cx="5122926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多模态知识蒸馏核心层</a:t>
              </a:r>
            </a:p>
          </p:txBody>
        </p:sp>
      </p:grpSp>
      <p:grpSp>
        <p:nvGrpSpPr>
          <p:cNvPr id="478" name="layer-L3"/>
          <p:cNvGrpSpPr/>
          <p:nvPr/>
        </p:nvGrpSpPr>
        <p:grpSpPr>
          <a:xfrm>
            <a:off x="9525000" y="8820150"/>
            <a:ext cx="10439400" cy="2171700"/>
            <a:chOff x="9525000" y="8820150"/>
            <a:chExt cx="10439400" cy="2171700"/>
          </a:xfrm>
        </p:grpSpPr>
        <p:sp>
          <p:nvSpPr>
            <p:cNvPr id="223" name="L3-band-b00"/>
            <p:cNvSpPr/>
            <p:nvPr/>
          </p:nvSpPr>
          <p:spPr>
            <a:xfrm>
              <a:off x="12795695" y="8820150"/>
              <a:ext cx="3898010" cy="47625"/>
            </a:xfrm>
            <a:custGeom>
              <a:avLst/>
              <a:gdLst/>
              <a:ahLst/>
              <a:cxnLst/>
              <a:rect l="l" t="t" r="r" b="b"/>
              <a:pathLst>
                <a:path w="3898010" h="47625">
                  <a:moveTo>
                    <a:pt x="1949005" y="0"/>
                  </a:moveTo>
                  <a:lnTo>
                    <a:pt x="1949005" y="0"/>
                  </a:lnTo>
                  <a:lnTo>
                    <a:pt x="159924" y="38100"/>
                  </a:lnTo>
                  <a:lnTo>
                    <a:pt x="0" y="47625"/>
                  </a:lnTo>
                  <a:lnTo>
                    <a:pt x="3898010" y="47625"/>
                  </a:lnTo>
                  <a:lnTo>
                    <a:pt x="3738086" y="38100"/>
                  </a:lnTo>
                  <a:lnTo>
                    <a:pt x="1949005" y="0"/>
                  </a:lnTo>
                  <a:lnTo>
                    <a:pt x="19490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L3-band-b01"/>
            <p:cNvSpPr/>
            <p:nvPr/>
          </p:nvSpPr>
          <p:spPr>
            <a:xfrm>
              <a:off x="12212098" y="8856345"/>
              <a:ext cx="5065204" cy="47625"/>
            </a:xfrm>
            <a:custGeom>
              <a:avLst/>
              <a:gdLst/>
              <a:ahLst/>
              <a:cxnLst/>
              <a:rect l="l" t="t" r="r" b="b"/>
              <a:pathLst>
                <a:path w="5065204" h="47625">
                  <a:moveTo>
                    <a:pt x="776002" y="0"/>
                  </a:moveTo>
                  <a:lnTo>
                    <a:pt x="776002" y="0"/>
                  </a:lnTo>
                  <a:lnTo>
                    <a:pt x="150876" y="38100"/>
                  </a:lnTo>
                  <a:lnTo>
                    <a:pt x="0" y="47625"/>
                  </a:lnTo>
                  <a:lnTo>
                    <a:pt x="5065204" y="47625"/>
                  </a:lnTo>
                  <a:lnTo>
                    <a:pt x="4914328" y="38100"/>
                  </a:lnTo>
                  <a:lnTo>
                    <a:pt x="4289202" y="0"/>
                  </a:lnTo>
                  <a:lnTo>
                    <a:pt x="4289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5" name="L3-band-b02"/>
            <p:cNvSpPr/>
            <p:nvPr/>
          </p:nvSpPr>
          <p:spPr>
            <a:xfrm>
              <a:off x="11905012" y="8892540"/>
              <a:ext cx="5679376" cy="47625"/>
            </a:xfrm>
            <a:custGeom>
              <a:avLst/>
              <a:gdLst/>
              <a:ahLst/>
              <a:cxnLst/>
              <a:rect l="l" t="t" r="r" b="b"/>
              <a:pathLst>
                <a:path w="5679376" h="47625">
                  <a:moveTo>
                    <a:pt x="488347" y="0"/>
                  </a:moveTo>
                  <a:lnTo>
                    <a:pt x="488347" y="0"/>
                  </a:lnTo>
                  <a:lnTo>
                    <a:pt x="73247" y="38100"/>
                  </a:lnTo>
                  <a:lnTo>
                    <a:pt x="0" y="47625"/>
                  </a:lnTo>
                  <a:lnTo>
                    <a:pt x="5679376" y="47625"/>
                  </a:lnTo>
                  <a:lnTo>
                    <a:pt x="5606129" y="38100"/>
                  </a:lnTo>
                  <a:lnTo>
                    <a:pt x="5191030" y="0"/>
                  </a:lnTo>
                  <a:lnTo>
                    <a:pt x="51910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6" name="L3-band-b03"/>
            <p:cNvSpPr/>
            <p:nvPr/>
          </p:nvSpPr>
          <p:spPr>
            <a:xfrm>
              <a:off x="11633835" y="8928735"/>
              <a:ext cx="6221730" cy="47625"/>
            </a:xfrm>
            <a:custGeom>
              <a:avLst/>
              <a:gdLst/>
              <a:ahLst/>
              <a:cxnLst/>
              <a:rect l="l" t="t" r="r" b="b"/>
              <a:pathLst>
                <a:path w="6221730" h="47625">
                  <a:moveTo>
                    <a:pt x="359188" y="0"/>
                  </a:moveTo>
                  <a:lnTo>
                    <a:pt x="359188" y="0"/>
                  </a:lnTo>
                  <a:lnTo>
                    <a:pt x="70485" y="38100"/>
                  </a:lnTo>
                  <a:lnTo>
                    <a:pt x="0" y="47625"/>
                  </a:lnTo>
                  <a:lnTo>
                    <a:pt x="6221730" y="47625"/>
                  </a:lnTo>
                  <a:lnTo>
                    <a:pt x="6151245" y="38100"/>
                  </a:lnTo>
                  <a:lnTo>
                    <a:pt x="5862542" y="0"/>
                  </a:lnTo>
                  <a:lnTo>
                    <a:pt x="58625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L3-band-b04"/>
            <p:cNvSpPr/>
            <p:nvPr/>
          </p:nvSpPr>
          <p:spPr>
            <a:xfrm>
              <a:off x="11371231" y="8964930"/>
              <a:ext cx="6746938" cy="47625"/>
            </a:xfrm>
            <a:custGeom>
              <a:avLst/>
              <a:gdLst/>
              <a:ahLst/>
              <a:cxnLst/>
              <a:rect l="l" t="t" r="r" b="b"/>
              <a:pathLst>
                <a:path w="6746938" h="47625">
                  <a:moveTo>
                    <a:pt x="347186" y="0"/>
                  </a:moveTo>
                  <a:lnTo>
                    <a:pt x="347186" y="0"/>
                  </a:lnTo>
                  <a:lnTo>
                    <a:pt x="68389" y="38100"/>
                  </a:lnTo>
                  <a:lnTo>
                    <a:pt x="0" y="47625"/>
                  </a:lnTo>
                  <a:lnTo>
                    <a:pt x="6746938" y="47625"/>
                  </a:lnTo>
                  <a:lnTo>
                    <a:pt x="6678549" y="38100"/>
                  </a:lnTo>
                  <a:lnTo>
                    <a:pt x="6399752" y="0"/>
                  </a:lnTo>
                  <a:lnTo>
                    <a:pt x="63997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L3-band-b05"/>
            <p:cNvSpPr/>
            <p:nvPr/>
          </p:nvSpPr>
          <p:spPr>
            <a:xfrm>
              <a:off x="11178730" y="9001125"/>
              <a:ext cx="7131940" cy="47625"/>
            </a:xfrm>
            <a:custGeom>
              <a:avLst/>
              <a:gdLst/>
              <a:ahLst/>
              <a:cxnLst/>
              <a:rect l="l" t="t" r="r" b="b"/>
              <a:pathLst>
                <a:path w="7131940" h="47625">
                  <a:moveTo>
                    <a:pt x="274702" y="0"/>
                  </a:moveTo>
                  <a:lnTo>
                    <a:pt x="274702" y="0"/>
                  </a:lnTo>
                  <a:lnTo>
                    <a:pt x="48578" y="38100"/>
                  </a:lnTo>
                  <a:lnTo>
                    <a:pt x="0" y="47625"/>
                  </a:lnTo>
                  <a:lnTo>
                    <a:pt x="7131940" y="47625"/>
                  </a:lnTo>
                  <a:lnTo>
                    <a:pt x="7083362" y="38100"/>
                  </a:lnTo>
                  <a:lnTo>
                    <a:pt x="6857238" y="0"/>
                  </a:lnTo>
                  <a:lnTo>
                    <a:pt x="68572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L3-band-b06"/>
            <p:cNvSpPr/>
            <p:nvPr/>
          </p:nvSpPr>
          <p:spPr>
            <a:xfrm>
              <a:off x="10997089" y="9037320"/>
              <a:ext cx="7495222" cy="47625"/>
            </a:xfrm>
            <a:custGeom>
              <a:avLst/>
              <a:gdLst/>
              <a:ahLst/>
              <a:cxnLst/>
              <a:rect l="l" t="t" r="r" b="b"/>
              <a:pathLst>
                <a:path w="7495222" h="47625">
                  <a:moveTo>
                    <a:pt x="239935" y="0"/>
                  </a:moveTo>
                  <a:lnTo>
                    <a:pt x="239935" y="0"/>
                  </a:lnTo>
                  <a:lnTo>
                    <a:pt x="47339" y="38100"/>
                  </a:lnTo>
                  <a:lnTo>
                    <a:pt x="0" y="47625"/>
                  </a:lnTo>
                  <a:lnTo>
                    <a:pt x="7495222" y="47625"/>
                  </a:lnTo>
                  <a:lnTo>
                    <a:pt x="7447883" y="38100"/>
                  </a:lnTo>
                  <a:lnTo>
                    <a:pt x="7255287" y="0"/>
                  </a:lnTo>
                  <a:lnTo>
                    <a:pt x="72552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L3-band-b07"/>
            <p:cNvSpPr/>
            <p:nvPr/>
          </p:nvSpPr>
          <p:spPr>
            <a:xfrm>
              <a:off x="10819638" y="9073515"/>
              <a:ext cx="7850124" cy="47625"/>
            </a:xfrm>
            <a:custGeom>
              <a:avLst/>
              <a:gdLst/>
              <a:ahLst/>
              <a:cxnLst/>
              <a:rect l="l" t="t" r="r" b="b"/>
              <a:pathLst>
                <a:path w="7850124" h="47625">
                  <a:moveTo>
                    <a:pt x="234315" y="0"/>
                  </a:moveTo>
                  <a:lnTo>
                    <a:pt x="234315" y="0"/>
                  </a:lnTo>
                  <a:lnTo>
                    <a:pt x="46387" y="38100"/>
                  </a:lnTo>
                  <a:lnTo>
                    <a:pt x="0" y="47625"/>
                  </a:lnTo>
                  <a:lnTo>
                    <a:pt x="7850124" y="47625"/>
                  </a:lnTo>
                  <a:lnTo>
                    <a:pt x="7803737" y="38100"/>
                  </a:lnTo>
                  <a:lnTo>
                    <a:pt x="7615809" y="0"/>
                  </a:lnTo>
                  <a:lnTo>
                    <a:pt x="76158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1" name="L3-band-b08"/>
            <p:cNvSpPr/>
            <p:nvPr/>
          </p:nvSpPr>
          <p:spPr>
            <a:xfrm>
              <a:off x="10663333" y="9109710"/>
              <a:ext cx="8162734" cy="47625"/>
            </a:xfrm>
            <a:custGeom>
              <a:avLst/>
              <a:gdLst/>
              <a:ahLst/>
              <a:cxnLst/>
              <a:rect l="l" t="t" r="r" b="b"/>
              <a:pathLst>
                <a:path w="8162734" h="47625">
                  <a:moveTo>
                    <a:pt x="211931" y="0"/>
                  </a:moveTo>
                  <a:lnTo>
                    <a:pt x="211931" y="0"/>
                  </a:lnTo>
                  <a:lnTo>
                    <a:pt x="30765" y="38100"/>
                  </a:lnTo>
                  <a:lnTo>
                    <a:pt x="0" y="47625"/>
                  </a:lnTo>
                  <a:lnTo>
                    <a:pt x="8162734" y="47625"/>
                  </a:lnTo>
                  <a:lnTo>
                    <a:pt x="8131969" y="38100"/>
                  </a:lnTo>
                  <a:lnTo>
                    <a:pt x="7950803" y="0"/>
                  </a:lnTo>
                  <a:lnTo>
                    <a:pt x="79508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L3-band-b09"/>
            <p:cNvSpPr/>
            <p:nvPr/>
          </p:nvSpPr>
          <p:spPr>
            <a:xfrm>
              <a:off x="10548176" y="9145905"/>
              <a:ext cx="8393048" cy="47625"/>
            </a:xfrm>
            <a:custGeom>
              <a:avLst/>
              <a:gdLst/>
              <a:ahLst/>
              <a:cxnLst/>
              <a:rect l="l" t="t" r="r" b="b"/>
              <a:pathLst>
                <a:path w="8393048" h="47625">
                  <a:moveTo>
                    <a:pt x="152114" y="0"/>
                  </a:moveTo>
                  <a:lnTo>
                    <a:pt x="152114" y="0"/>
                  </a:lnTo>
                  <a:lnTo>
                    <a:pt x="30003" y="38100"/>
                  </a:lnTo>
                  <a:lnTo>
                    <a:pt x="0" y="47625"/>
                  </a:lnTo>
                  <a:lnTo>
                    <a:pt x="8393048" y="47625"/>
                  </a:lnTo>
                  <a:lnTo>
                    <a:pt x="8363045" y="38100"/>
                  </a:lnTo>
                  <a:lnTo>
                    <a:pt x="8240934" y="0"/>
                  </a:lnTo>
                  <a:lnTo>
                    <a:pt x="82409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L3-band-b10"/>
            <p:cNvSpPr/>
            <p:nvPr/>
          </p:nvSpPr>
          <p:spPr>
            <a:xfrm>
              <a:off x="10435685" y="9182100"/>
              <a:ext cx="8618030" cy="47625"/>
            </a:xfrm>
            <a:custGeom>
              <a:avLst/>
              <a:gdLst/>
              <a:ahLst/>
              <a:cxnLst/>
              <a:rect l="l" t="t" r="r" b="b"/>
              <a:pathLst>
                <a:path w="8618030" h="47625">
                  <a:moveTo>
                    <a:pt x="148495" y="0"/>
                  </a:moveTo>
                  <a:lnTo>
                    <a:pt x="148495" y="0"/>
                  </a:lnTo>
                  <a:lnTo>
                    <a:pt x="29337" y="38100"/>
                  </a:lnTo>
                  <a:lnTo>
                    <a:pt x="0" y="47625"/>
                  </a:lnTo>
                  <a:lnTo>
                    <a:pt x="8618030" y="47625"/>
                  </a:lnTo>
                  <a:lnTo>
                    <a:pt x="8588693" y="38100"/>
                  </a:lnTo>
                  <a:lnTo>
                    <a:pt x="8469535" y="0"/>
                  </a:lnTo>
                  <a:lnTo>
                    <a:pt x="84695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L3-band-b11"/>
            <p:cNvSpPr/>
            <p:nvPr/>
          </p:nvSpPr>
          <p:spPr>
            <a:xfrm>
              <a:off x="10338816" y="9218295"/>
              <a:ext cx="8811768" cy="47625"/>
            </a:xfrm>
            <a:custGeom>
              <a:avLst/>
              <a:gdLst/>
              <a:ahLst/>
              <a:cxnLst/>
              <a:rect l="l" t="t" r="r" b="b"/>
              <a:pathLst>
                <a:path w="8811768" h="47625">
                  <a:moveTo>
                    <a:pt x="132112" y="0"/>
                  </a:moveTo>
                  <a:lnTo>
                    <a:pt x="132112" y="0"/>
                  </a:lnTo>
                  <a:lnTo>
                    <a:pt x="17812" y="38100"/>
                  </a:lnTo>
                  <a:lnTo>
                    <a:pt x="0" y="47625"/>
                  </a:lnTo>
                  <a:lnTo>
                    <a:pt x="8811768" y="47625"/>
                  </a:lnTo>
                  <a:lnTo>
                    <a:pt x="8793956" y="38100"/>
                  </a:lnTo>
                  <a:lnTo>
                    <a:pt x="8679656" y="0"/>
                  </a:lnTo>
                  <a:lnTo>
                    <a:pt x="86796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L3-band-b12"/>
            <p:cNvSpPr/>
            <p:nvPr/>
          </p:nvSpPr>
          <p:spPr>
            <a:xfrm>
              <a:off x="10272712" y="9254490"/>
              <a:ext cx="8943976" cy="47625"/>
            </a:xfrm>
            <a:custGeom>
              <a:avLst/>
              <a:gdLst/>
              <a:ahLst/>
              <a:cxnLst/>
              <a:rect l="l" t="t" r="r" b="b"/>
              <a:pathLst>
                <a:path w="8943976" h="47625">
                  <a:moveTo>
                    <a:pt x="87440" y="0"/>
                  </a:moveTo>
                  <a:lnTo>
                    <a:pt x="87440" y="0"/>
                  </a:lnTo>
                  <a:lnTo>
                    <a:pt x="17241" y="38100"/>
                  </a:lnTo>
                  <a:lnTo>
                    <a:pt x="0" y="47625"/>
                  </a:lnTo>
                  <a:lnTo>
                    <a:pt x="8943976" y="47625"/>
                  </a:lnTo>
                  <a:lnTo>
                    <a:pt x="8926735" y="38100"/>
                  </a:lnTo>
                  <a:lnTo>
                    <a:pt x="8856536" y="0"/>
                  </a:lnTo>
                  <a:lnTo>
                    <a:pt x="88565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L3-band-b13"/>
            <p:cNvSpPr/>
            <p:nvPr/>
          </p:nvSpPr>
          <p:spPr>
            <a:xfrm>
              <a:off x="10208704" y="9290685"/>
              <a:ext cx="9071992" cy="47625"/>
            </a:xfrm>
            <a:custGeom>
              <a:avLst/>
              <a:gdLst/>
              <a:ahLst/>
              <a:cxnLst/>
              <a:rect l="l" t="t" r="r" b="b"/>
              <a:pathLst>
                <a:path w="9071992" h="47625">
                  <a:moveTo>
                    <a:pt x="84678" y="0"/>
                  </a:moveTo>
                  <a:lnTo>
                    <a:pt x="84678" y="0"/>
                  </a:lnTo>
                  <a:lnTo>
                    <a:pt x="16669" y="38100"/>
                  </a:lnTo>
                  <a:lnTo>
                    <a:pt x="0" y="47625"/>
                  </a:lnTo>
                  <a:lnTo>
                    <a:pt x="9071992" y="47625"/>
                  </a:lnTo>
                  <a:lnTo>
                    <a:pt x="9055323" y="38100"/>
                  </a:lnTo>
                  <a:lnTo>
                    <a:pt x="8987314" y="0"/>
                  </a:lnTo>
                  <a:lnTo>
                    <a:pt x="89873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L3-band-b14"/>
            <p:cNvSpPr/>
            <p:nvPr/>
          </p:nvSpPr>
          <p:spPr>
            <a:xfrm>
              <a:off x="10192988" y="9326880"/>
              <a:ext cx="9103424" cy="47625"/>
            </a:xfrm>
            <a:custGeom>
              <a:avLst/>
              <a:gdLst/>
              <a:ahLst/>
              <a:cxnLst/>
              <a:rect l="l" t="t" r="r" b="b"/>
              <a:pathLst>
                <a:path w="9103424" h="47625">
                  <a:moveTo>
                    <a:pt x="35719" y="0"/>
                  </a:moveTo>
                  <a:lnTo>
                    <a:pt x="35719" y="0"/>
                  </a:lnTo>
                  <a:lnTo>
                    <a:pt x="26003" y="38100"/>
                  </a:lnTo>
                  <a:lnTo>
                    <a:pt x="0" y="47625"/>
                  </a:lnTo>
                  <a:lnTo>
                    <a:pt x="9103424" y="47625"/>
                  </a:lnTo>
                  <a:lnTo>
                    <a:pt x="9077420" y="38100"/>
                  </a:lnTo>
                  <a:lnTo>
                    <a:pt x="9067705" y="0"/>
                  </a:lnTo>
                  <a:lnTo>
                    <a:pt x="90677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L3-band-b15"/>
            <p:cNvSpPr/>
            <p:nvPr/>
          </p:nvSpPr>
          <p:spPr>
            <a:xfrm>
              <a:off x="10099643" y="9363075"/>
              <a:ext cx="9290114" cy="47625"/>
            </a:xfrm>
            <a:custGeom>
              <a:avLst/>
              <a:gdLst/>
              <a:ahLst/>
              <a:cxnLst/>
              <a:rect l="l" t="t" r="r" b="b"/>
              <a:pathLst>
                <a:path w="9290114" h="47625">
                  <a:moveTo>
                    <a:pt x="124683" y="0"/>
                  </a:moveTo>
                  <a:lnTo>
                    <a:pt x="124683" y="0"/>
                  </a:lnTo>
                  <a:lnTo>
                    <a:pt x="23717" y="38100"/>
                  </a:lnTo>
                  <a:lnTo>
                    <a:pt x="0" y="47625"/>
                  </a:lnTo>
                  <a:lnTo>
                    <a:pt x="9290114" y="47625"/>
                  </a:lnTo>
                  <a:lnTo>
                    <a:pt x="9266397" y="38100"/>
                  </a:lnTo>
                  <a:lnTo>
                    <a:pt x="9165431" y="0"/>
                  </a:lnTo>
                  <a:lnTo>
                    <a:pt x="91654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L3-band-b16"/>
            <p:cNvSpPr/>
            <p:nvPr/>
          </p:nvSpPr>
          <p:spPr>
            <a:xfrm>
              <a:off x="10014490" y="9399270"/>
              <a:ext cx="9460420" cy="47625"/>
            </a:xfrm>
            <a:custGeom>
              <a:avLst/>
              <a:gdLst/>
              <a:ahLst/>
              <a:cxnLst/>
              <a:rect l="l" t="t" r="r" b="b"/>
              <a:pathLst>
                <a:path w="9460420" h="47625">
                  <a:moveTo>
                    <a:pt x="113728" y="0"/>
                  </a:moveTo>
                  <a:lnTo>
                    <a:pt x="113728" y="0"/>
                  </a:lnTo>
                  <a:lnTo>
                    <a:pt x="21622" y="38100"/>
                  </a:lnTo>
                  <a:lnTo>
                    <a:pt x="0" y="47625"/>
                  </a:lnTo>
                  <a:lnTo>
                    <a:pt x="9460420" y="47625"/>
                  </a:lnTo>
                  <a:lnTo>
                    <a:pt x="9438798" y="38100"/>
                  </a:lnTo>
                  <a:lnTo>
                    <a:pt x="9346692" y="0"/>
                  </a:lnTo>
                  <a:lnTo>
                    <a:pt x="93466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L3-band-b17"/>
            <p:cNvSpPr/>
            <p:nvPr/>
          </p:nvSpPr>
          <p:spPr>
            <a:xfrm>
              <a:off x="9937147" y="9435465"/>
              <a:ext cx="9615106" cy="47625"/>
            </a:xfrm>
            <a:custGeom>
              <a:avLst/>
              <a:gdLst/>
              <a:ahLst/>
              <a:cxnLst/>
              <a:rect l="l" t="t" r="r" b="b"/>
              <a:pathLst>
                <a:path w="9615106" h="47625">
                  <a:moveTo>
                    <a:pt x="103346" y="0"/>
                  </a:moveTo>
                  <a:lnTo>
                    <a:pt x="103346" y="0"/>
                  </a:lnTo>
                  <a:lnTo>
                    <a:pt x="19621" y="38100"/>
                  </a:lnTo>
                  <a:lnTo>
                    <a:pt x="0" y="47625"/>
                  </a:lnTo>
                  <a:lnTo>
                    <a:pt x="9615106" y="47625"/>
                  </a:lnTo>
                  <a:lnTo>
                    <a:pt x="9595485" y="38100"/>
                  </a:lnTo>
                  <a:lnTo>
                    <a:pt x="9511760" y="0"/>
                  </a:lnTo>
                  <a:lnTo>
                    <a:pt x="9511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1" name="L3-band-b18"/>
            <p:cNvSpPr/>
            <p:nvPr/>
          </p:nvSpPr>
          <p:spPr>
            <a:xfrm>
              <a:off x="9867233" y="9471660"/>
              <a:ext cx="9754934" cy="47625"/>
            </a:xfrm>
            <a:custGeom>
              <a:avLst/>
              <a:gdLst/>
              <a:ahLst/>
              <a:cxnLst/>
              <a:rect l="l" t="t" r="r" b="b"/>
              <a:pathLst>
                <a:path w="9754934" h="47625">
                  <a:moveTo>
                    <a:pt x="93536" y="0"/>
                  </a:moveTo>
                  <a:lnTo>
                    <a:pt x="93536" y="0"/>
                  </a:lnTo>
                  <a:lnTo>
                    <a:pt x="17717" y="38100"/>
                  </a:lnTo>
                  <a:lnTo>
                    <a:pt x="0" y="47625"/>
                  </a:lnTo>
                  <a:lnTo>
                    <a:pt x="9754934" y="47625"/>
                  </a:lnTo>
                  <a:lnTo>
                    <a:pt x="9737217" y="38100"/>
                  </a:lnTo>
                  <a:lnTo>
                    <a:pt x="9661398" y="0"/>
                  </a:lnTo>
                  <a:lnTo>
                    <a:pt x="96613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L3-band-b19"/>
            <p:cNvSpPr/>
            <p:nvPr/>
          </p:nvSpPr>
          <p:spPr>
            <a:xfrm>
              <a:off x="9804464" y="9507855"/>
              <a:ext cx="9880472" cy="47625"/>
            </a:xfrm>
            <a:custGeom>
              <a:avLst/>
              <a:gdLst/>
              <a:ahLst/>
              <a:cxnLst/>
              <a:rect l="l" t="t" r="r" b="b"/>
              <a:pathLst>
                <a:path w="9880472" h="47625">
                  <a:moveTo>
                    <a:pt x="84105" y="0"/>
                  </a:moveTo>
                  <a:lnTo>
                    <a:pt x="84105" y="0"/>
                  </a:lnTo>
                  <a:lnTo>
                    <a:pt x="15811" y="38100"/>
                  </a:lnTo>
                  <a:lnTo>
                    <a:pt x="0" y="47625"/>
                  </a:lnTo>
                  <a:lnTo>
                    <a:pt x="9880472" y="47625"/>
                  </a:lnTo>
                  <a:lnTo>
                    <a:pt x="9864661" y="38100"/>
                  </a:lnTo>
                  <a:lnTo>
                    <a:pt x="9796367" y="0"/>
                  </a:lnTo>
                  <a:lnTo>
                    <a:pt x="9796367" y="0"/>
                  </a:lnTo>
                  <a:close/>
                </a:path>
              </a:pathLst>
            </a:custGeom>
            <a:solidFill>
              <a:srgbClr val="FCF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L3-band-b20"/>
            <p:cNvSpPr/>
            <p:nvPr/>
          </p:nvSpPr>
          <p:spPr>
            <a:xfrm>
              <a:off x="9748456" y="9544050"/>
              <a:ext cx="9992488" cy="47625"/>
            </a:xfrm>
            <a:custGeom>
              <a:avLst/>
              <a:gdLst/>
              <a:ahLst/>
              <a:cxnLst/>
              <a:rect l="l" t="t" r="r" b="b"/>
              <a:pathLst>
                <a:path w="9992488" h="47625">
                  <a:moveTo>
                    <a:pt x="75058" y="0"/>
                  </a:moveTo>
                  <a:lnTo>
                    <a:pt x="75058" y="0"/>
                  </a:lnTo>
                  <a:lnTo>
                    <a:pt x="14098" y="38100"/>
                  </a:lnTo>
                  <a:lnTo>
                    <a:pt x="0" y="47625"/>
                  </a:lnTo>
                  <a:lnTo>
                    <a:pt x="9992488" y="47625"/>
                  </a:lnTo>
                  <a:lnTo>
                    <a:pt x="9978390" y="38100"/>
                  </a:lnTo>
                  <a:lnTo>
                    <a:pt x="9917430" y="0"/>
                  </a:lnTo>
                  <a:lnTo>
                    <a:pt x="9917430" y="0"/>
                  </a:lnTo>
                  <a:close/>
                </a:path>
              </a:pathLst>
            </a:custGeom>
            <a:solidFill>
              <a:srgbClr val="F4F6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L3-band-b21"/>
            <p:cNvSpPr/>
            <p:nvPr/>
          </p:nvSpPr>
          <p:spPr>
            <a:xfrm>
              <a:off x="9699117" y="9580245"/>
              <a:ext cx="10091166" cy="47625"/>
            </a:xfrm>
            <a:custGeom>
              <a:avLst/>
              <a:gdLst/>
              <a:ahLst/>
              <a:cxnLst/>
              <a:rect l="l" t="t" r="r" b="b"/>
              <a:pathLst>
                <a:path w="10091166" h="47625">
                  <a:moveTo>
                    <a:pt x="66294" y="0"/>
                  </a:moveTo>
                  <a:lnTo>
                    <a:pt x="66294" y="0"/>
                  </a:lnTo>
                  <a:lnTo>
                    <a:pt x="12383" y="38100"/>
                  </a:lnTo>
                  <a:lnTo>
                    <a:pt x="0" y="47625"/>
                  </a:lnTo>
                  <a:lnTo>
                    <a:pt x="10091166" y="47625"/>
                  </a:lnTo>
                  <a:lnTo>
                    <a:pt x="10078783" y="38100"/>
                  </a:lnTo>
                  <a:lnTo>
                    <a:pt x="10024872" y="0"/>
                  </a:lnTo>
                  <a:lnTo>
                    <a:pt x="10024872" y="0"/>
                  </a:lnTo>
                  <a:close/>
                </a:path>
              </a:pathLst>
            </a:custGeom>
            <a:solidFill>
              <a:srgbClr val="EBEF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L3-band-b22"/>
            <p:cNvSpPr/>
            <p:nvPr/>
          </p:nvSpPr>
          <p:spPr>
            <a:xfrm>
              <a:off x="9656254" y="9616440"/>
              <a:ext cx="10176891" cy="47625"/>
            </a:xfrm>
            <a:custGeom>
              <a:avLst/>
              <a:gdLst/>
              <a:ahLst/>
              <a:cxnLst/>
              <a:rect l="l" t="t" r="r" b="b"/>
              <a:pathLst>
                <a:path w="10176891" h="47625">
                  <a:moveTo>
                    <a:pt x="57722" y="0"/>
                  </a:moveTo>
                  <a:lnTo>
                    <a:pt x="57722" y="0"/>
                  </a:lnTo>
                  <a:lnTo>
                    <a:pt x="10668" y="38100"/>
                  </a:lnTo>
                  <a:lnTo>
                    <a:pt x="0" y="47625"/>
                  </a:lnTo>
                  <a:lnTo>
                    <a:pt x="10176891" y="47625"/>
                  </a:lnTo>
                  <a:lnTo>
                    <a:pt x="10166224" y="38100"/>
                  </a:lnTo>
                  <a:lnTo>
                    <a:pt x="10119170" y="0"/>
                  </a:lnTo>
                  <a:lnTo>
                    <a:pt x="10119170" y="0"/>
                  </a:lnTo>
                  <a:close/>
                </a:path>
              </a:pathLst>
            </a:custGeom>
            <a:solidFill>
              <a:srgbClr val="E2E7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L3-band-b23"/>
            <p:cNvSpPr/>
            <p:nvPr/>
          </p:nvSpPr>
          <p:spPr>
            <a:xfrm>
              <a:off x="9619583" y="9652635"/>
              <a:ext cx="10250234" cy="47625"/>
            </a:xfrm>
            <a:custGeom>
              <a:avLst/>
              <a:gdLst/>
              <a:ahLst/>
              <a:cxnLst/>
              <a:rect l="l" t="t" r="r" b="b"/>
              <a:pathLst>
                <a:path w="10250234" h="47625">
                  <a:moveTo>
                    <a:pt x="49530" y="0"/>
                  </a:moveTo>
                  <a:lnTo>
                    <a:pt x="49530" y="0"/>
                  </a:lnTo>
                  <a:lnTo>
                    <a:pt x="9049" y="38100"/>
                  </a:lnTo>
                  <a:lnTo>
                    <a:pt x="0" y="47625"/>
                  </a:lnTo>
                  <a:lnTo>
                    <a:pt x="10250234" y="47625"/>
                  </a:lnTo>
                  <a:lnTo>
                    <a:pt x="10241185" y="38100"/>
                  </a:lnTo>
                  <a:lnTo>
                    <a:pt x="10200704" y="0"/>
                  </a:lnTo>
                  <a:lnTo>
                    <a:pt x="10200704" y="0"/>
                  </a:lnTo>
                  <a:close/>
                </a:path>
              </a:pathLst>
            </a:custGeom>
            <a:solidFill>
              <a:srgbClr val="DAE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L3-band-b24"/>
            <p:cNvSpPr/>
            <p:nvPr/>
          </p:nvSpPr>
          <p:spPr>
            <a:xfrm>
              <a:off x="9589008" y="9688830"/>
              <a:ext cx="10311384" cy="47625"/>
            </a:xfrm>
            <a:custGeom>
              <a:avLst/>
              <a:gdLst/>
              <a:ahLst/>
              <a:cxnLst/>
              <a:rect l="l" t="t" r="r" b="b"/>
              <a:pathLst>
                <a:path w="10311384" h="47625">
                  <a:moveTo>
                    <a:pt x="41434" y="0"/>
                  </a:moveTo>
                  <a:lnTo>
                    <a:pt x="41434" y="0"/>
                  </a:lnTo>
                  <a:lnTo>
                    <a:pt x="7430" y="38100"/>
                  </a:lnTo>
                  <a:lnTo>
                    <a:pt x="0" y="47625"/>
                  </a:lnTo>
                  <a:lnTo>
                    <a:pt x="10311384" y="47625"/>
                  </a:lnTo>
                  <a:lnTo>
                    <a:pt x="10303954" y="38100"/>
                  </a:lnTo>
                  <a:lnTo>
                    <a:pt x="10269950" y="0"/>
                  </a:lnTo>
                  <a:lnTo>
                    <a:pt x="10269950" y="0"/>
                  </a:lnTo>
                  <a:close/>
                </a:path>
              </a:pathLst>
            </a:custGeom>
            <a:solidFill>
              <a:srgbClr val="D8DF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L3-band-b25"/>
            <p:cNvSpPr/>
            <p:nvPr/>
          </p:nvSpPr>
          <p:spPr>
            <a:xfrm>
              <a:off x="9564529" y="9725025"/>
              <a:ext cx="10360342" cy="47625"/>
            </a:xfrm>
            <a:custGeom>
              <a:avLst/>
              <a:gdLst/>
              <a:ahLst/>
              <a:cxnLst/>
              <a:rect l="l" t="t" r="r" b="b"/>
              <a:pathLst>
                <a:path w="10360342" h="47625">
                  <a:moveTo>
                    <a:pt x="33433" y="0"/>
                  </a:moveTo>
                  <a:lnTo>
                    <a:pt x="33433" y="0"/>
                  </a:lnTo>
                  <a:lnTo>
                    <a:pt x="5810" y="38100"/>
                  </a:lnTo>
                  <a:lnTo>
                    <a:pt x="0" y="47625"/>
                  </a:lnTo>
                  <a:lnTo>
                    <a:pt x="10360342" y="47625"/>
                  </a:lnTo>
                  <a:lnTo>
                    <a:pt x="10354532" y="38100"/>
                  </a:lnTo>
                  <a:lnTo>
                    <a:pt x="10326909" y="0"/>
                  </a:lnTo>
                  <a:lnTo>
                    <a:pt x="10326909" y="0"/>
                  </a:lnTo>
                  <a:close/>
                </a:path>
              </a:pathLst>
            </a:custGeom>
            <a:solidFill>
              <a:srgbClr val="D6DE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L3-band-b26"/>
            <p:cNvSpPr/>
            <p:nvPr/>
          </p:nvSpPr>
          <p:spPr>
            <a:xfrm>
              <a:off x="9545955" y="9761220"/>
              <a:ext cx="10397490" cy="47625"/>
            </a:xfrm>
            <a:custGeom>
              <a:avLst/>
              <a:gdLst/>
              <a:ahLst/>
              <a:cxnLst/>
              <a:rect l="l" t="t" r="r" b="b"/>
              <a:pathLst>
                <a:path w="10397490" h="47625">
                  <a:moveTo>
                    <a:pt x="25622" y="0"/>
                  </a:moveTo>
                  <a:lnTo>
                    <a:pt x="25622" y="0"/>
                  </a:lnTo>
                  <a:lnTo>
                    <a:pt x="4286" y="38100"/>
                  </a:lnTo>
                  <a:lnTo>
                    <a:pt x="0" y="47625"/>
                  </a:lnTo>
                  <a:lnTo>
                    <a:pt x="10397490" y="47625"/>
                  </a:lnTo>
                  <a:lnTo>
                    <a:pt x="10393204" y="38100"/>
                  </a:lnTo>
                  <a:lnTo>
                    <a:pt x="10371868" y="0"/>
                  </a:lnTo>
                  <a:lnTo>
                    <a:pt x="10371868" y="0"/>
                  </a:lnTo>
                  <a:close/>
                </a:path>
              </a:pathLst>
            </a:custGeom>
            <a:solidFill>
              <a:srgbClr val="D4DC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0" name="L3-band-b27"/>
            <p:cNvSpPr/>
            <p:nvPr/>
          </p:nvSpPr>
          <p:spPr>
            <a:xfrm>
              <a:off x="9533192" y="9797415"/>
              <a:ext cx="10423016" cy="47625"/>
            </a:xfrm>
            <a:custGeom>
              <a:avLst/>
              <a:gdLst/>
              <a:ahLst/>
              <a:cxnLst/>
              <a:rect l="l" t="t" r="r" b="b"/>
              <a:pathLst>
                <a:path w="10423016" h="47625">
                  <a:moveTo>
                    <a:pt x="18002" y="0"/>
                  </a:moveTo>
                  <a:lnTo>
                    <a:pt x="18002" y="0"/>
                  </a:lnTo>
                  <a:lnTo>
                    <a:pt x="2857" y="38100"/>
                  </a:lnTo>
                  <a:lnTo>
                    <a:pt x="0" y="47625"/>
                  </a:lnTo>
                  <a:lnTo>
                    <a:pt x="10423016" y="47625"/>
                  </a:lnTo>
                  <a:lnTo>
                    <a:pt x="10420159" y="38100"/>
                  </a:lnTo>
                  <a:lnTo>
                    <a:pt x="10405014" y="0"/>
                  </a:lnTo>
                  <a:lnTo>
                    <a:pt x="10405014" y="0"/>
                  </a:lnTo>
                  <a:close/>
                </a:path>
              </a:pathLst>
            </a:custGeom>
            <a:solidFill>
              <a:srgbClr val="D2DB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L3-band-b28"/>
            <p:cNvSpPr/>
            <p:nvPr/>
          </p:nvSpPr>
          <p:spPr>
            <a:xfrm>
              <a:off x="9526334" y="9833610"/>
              <a:ext cx="10436732" cy="47625"/>
            </a:xfrm>
            <a:custGeom>
              <a:avLst/>
              <a:gdLst/>
              <a:ahLst/>
              <a:cxnLst/>
              <a:rect l="l" t="t" r="r" b="b"/>
              <a:pathLst>
                <a:path w="10436732" h="47625">
                  <a:moveTo>
                    <a:pt x="10286" y="0"/>
                  </a:moveTo>
                  <a:lnTo>
                    <a:pt x="10286" y="0"/>
                  </a:lnTo>
                  <a:lnTo>
                    <a:pt x="1238" y="38100"/>
                  </a:lnTo>
                  <a:lnTo>
                    <a:pt x="0" y="47625"/>
                  </a:lnTo>
                  <a:lnTo>
                    <a:pt x="10436732" y="47625"/>
                  </a:lnTo>
                  <a:lnTo>
                    <a:pt x="10435494" y="38100"/>
                  </a:lnTo>
                  <a:lnTo>
                    <a:pt x="10426446" y="0"/>
                  </a:lnTo>
                  <a:lnTo>
                    <a:pt x="10426446" y="0"/>
                  </a:lnTo>
                  <a:close/>
                </a:path>
              </a:pathLst>
            </a:custGeom>
            <a:solidFill>
              <a:srgbClr val="D0D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L3-band-b29"/>
            <p:cNvSpPr/>
            <p:nvPr/>
          </p:nvSpPr>
          <p:spPr>
            <a:xfrm>
              <a:off x="9525000" y="9869805"/>
              <a:ext cx="10439400" cy="47625"/>
            </a:xfrm>
            <a:custGeom>
              <a:avLst/>
              <a:gdLst/>
              <a:ahLst/>
              <a:cxnLst/>
              <a:rect l="l" t="t" r="r" b="b"/>
              <a:pathLst>
                <a:path w="10439400" h="47625">
                  <a:moveTo>
                    <a:pt x="2858" y="0"/>
                  </a:moveTo>
                  <a:lnTo>
                    <a:pt x="2858" y="0"/>
                  </a:lnTo>
                  <a:lnTo>
                    <a:pt x="0" y="38100"/>
                  </a:lnTo>
                  <a:lnTo>
                    <a:pt x="286" y="47625"/>
                  </a:lnTo>
                  <a:lnTo>
                    <a:pt x="10439114" y="47625"/>
                  </a:lnTo>
                  <a:lnTo>
                    <a:pt x="10439400" y="38100"/>
                  </a:lnTo>
                  <a:lnTo>
                    <a:pt x="10436542" y="0"/>
                  </a:lnTo>
                  <a:lnTo>
                    <a:pt x="10436542" y="0"/>
                  </a:lnTo>
                  <a:close/>
                </a:path>
              </a:pathLst>
            </a:custGeom>
            <a:solidFill>
              <a:srgbClr val="CED8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L3-band-b30"/>
            <p:cNvSpPr/>
            <p:nvPr/>
          </p:nvSpPr>
          <p:spPr>
            <a:xfrm>
              <a:off x="9525000" y="9906000"/>
              <a:ext cx="10439400" cy="47625"/>
            </a:xfrm>
            <a:custGeom>
              <a:avLst/>
              <a:gdLst/>
              <a:ahLst/>
              <a:cxnLst/>
              <a:rect l="l" t="t" r="r" b="b"/>
              <a:pathLst>
                <a:path w="10439400" h="47625">
                  <a:moveTo>
                    <a:pt x="0" y="0"/>
                  </a:moveTo>
                  <a:lnTo>
                    <a:pt x="0" y="0"/>
                  </a:lnTo>
                  <a:lnTo>
                    <a:pt x="3238" y="38100"/>
                  </a:lnTo>
                  <a:lnTo>
                    <a:pt x="5048" y="47625"/>
                  </a:lnTo>
                  <a:lnTo>
                    <a:pt x="10434352" y="47625"/>
                  </a:lnTo>
                  <a:lnTo>
                    <a:pt x="10436162" y="38100"/>
                  </a:lnTo>
                  <a:lnTo>
                    <a:pt x="10439400" y="0"/>
                  </a:lnTo>
                  <a:lnTo>
                    <a:pt x="10439400" y="0"/>
                  </a:lnTo>
                  <a:close/>
                </a:path>
              </a:pathLst>
            </a:custGeom>
            <a:solidFill>
              <a:srgbClr val="CCD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L3-band-b31"/>
            <p:cNvSpPr/>
            <p:nvPr/>
          </p:nvSpPr>
          <p:spPr>
            <a:xfrm>
              <a:off x="9527858" y="9942195"/>
              <a:ext cx="10433684" cy="47625"/>
            </a:xfrm>
            <a:custGeom>
              <a:avLst/>
              <a:gdLst/>
              <a:ahLst/>
              <a:cxnLst/>
              <a:rect l="l" t="t" r="r" b="b"/>
              <a:pathLst>
                <a:path w="10433684" h="47625">
                  <a:moveTo>
                    <a:pt x="0" y="0"/>
                  </a:moveTo>
                  <a:lnTo>
                    <a:pt x="0" y="0"/>
                  </a:lnTo>
                  <a:lnTo>
                    <a:pt x="9334" y="38100"/>
                  </a:lnTo>
                  <a:lnTo>
                    <a:pt x="12763" y="47625"/>
                  </a:lnTo>
                  <a:lnTo>
                    <a:pt x="10420921" y="47625"/>
                  </a:lnTo>
                  <a:lnTo>
                    <a:pt x="10424350" y="38100"/>
                  </a:lnTo>
                  <a:lnTo>
                    <a:pt x="10433684" y="0"/>
                  </a:lnTo>
                  <a:lnTo>
                    <a:pt x="10433684" y="0"/>
                  </a:lnTo>
                  <a:close/>
                </a:path>
              </a:pathLst>
            </a:custGeom>
            <a:solidFill>
              <a:srgbClr val="CAD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5" name="L3-band-b32"/>
            <p:cNvSpPr/>
            <p:nvPr/>
          </p:nvSpPr>
          <p:spPr>
            <a:xfrm>
              <a:off x="9536620" y="9978390"/>
              <a:ext cx="10416160" cy="47625"/>
            </a:xfrm>
            <a:custGeom>
              <a:avLst/>
              <a:gdLst/>
              <a:ahLst/>
              <a:cxnLst/>
              <a:rect l="l" t="t" r="r" b="b"/>
              <a:pathLst>
                <a:path w="10416160" h="47625">
                  <a:moveTo>
                    <a:pt x="0" y="0"/>
                  </a:moveTo>
                  <a:lnTo>
                    <a:pt x="0" y="0"/>
                  </a:lnTo>
                  <a:lnTo>
                    <a:pt x="15431" y="38100"/>
                  </a:lnTo>
                  <a:lnTo>
                    <a:pt x="20384" y="47625"/>
                  </a:lnTo>
                  <a:lnTo>
                    <a:pt x="10395776" y="47625"/>
                  </a:lnTo>
                  <a:lnTo>
                    <a:pt x="10400729" y="38100"/>
                  </a:lnTo>
                  <a:lnTo>
                    <a:pt x="10416160" y="0"/>
                  </a:lnTo>
                  <a:lnTo>
                    <a:pt x="10416160" y="0"/>
                  </a:lnTo>
                  <a:close/>
                </a:path>
              </a:pathLst>
            </a:custGeom>
            <a:solidFill>
              <a:srgbClr val="C8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6" name="L3-band-b33"/>
            <p:cNvSpPr/>
            <p:nvPr/>
          </p:nvSpPr>
          <p:spPr>
            <a:xfrm>
              <a:off x="9551194" y="10014585"/>
              <a:ext cx="10387012" cy="47625"/>
            </a:xfrm>
            <a:custGeom>
              <a:avLst/>
              <a:gdLst/>
              <a:ahLst/>
              <a:cxnLst/>
              <a:rect l="l" t="t" r="r" b="b"/>
              <a:pathLst>
                <a:path w="10387012" h="47625">
                  <a:moveTo>
                    <a:pt x="0" y="0"/>
                  </a:moveTo>
                  <a:lnTo>
                    <a:pt x="0" y="0"/>
                  </a:lnTo>
                  <a:lnTo>
                    <a:pt x="21622" y="38100"/>
                  </a:lnTo>
                  <a:lnTo>
                    <a:pt x="28098" y="47625"/>
                  </a:lnTo>
                  <a:lnTo>
                    <a:pt x="10358914" y="47625"/>
                  </a:lnTo>
                  <a:lnTo>
                    <a:pt x="10365390" y="38100"/>
                  </a:lnTo>
                  <a:lnTo>
                    <a:pt x="10387012" y="0"/>
                  </a:lnTo>
                  <a:lnTo>
                    <a:pt x="10387012" y="0"/>
                  </a:lnTo>
                  <a:close/>
                </a:path>
              </a:pathLst>
            </a:custGeom>
            <a:solidFill>
              <a:srgbClr val="C6D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L3-band-b34"/>
            <p:cNvSpPr/>
            <p:nvPr/>
          </p:nvSpPr>
          <p:spPr>
            <a:xfrm>
              <a:off x="9571577" y="10050780"/>
              <a:ext cx="10346246" cy="47625"/>
            </a:xfrm>
            <a:custGeom>
              <a:avLst/>
              <a:gdLst/>
              <a:ahLst/>
              <a:cxnLst/>
              <a:rect l="l" t="t" r="r" b="b"/>
              <a:pathLst>
                <a:path w="10346246" h="47625">
                  <a:moveTo>
                    <a:pt x="0" y="0"/>
                  </a:moveTo>
                  <a:lnTo>
                    <a:pt x="0" y="0"/>
                  </a:lnTo>
                  <a:lnTo>
                    <a:pt x="28004" y="38100"/>
                  </a:lnTo>
                  <a:lnTo>
                    <a:pt x="36005" y="47625"/>
                  </a:lnTo>
                  <a:lnTo>
                    <a:pt x="10310241" y="47625"/>
                  </a:lnTo>
                  <a:lnTo>
                    <a:pt x="10318242" y="38100"/>
                  </a:lnTo>
                  <a:lnTo>
                    <a:pt x="10346246" y="0"/>
                  </a:lnTo>
                  <a:lnTo>
                    <a:pt x="10346246" y="0"/>
                  </a:lnTo>
                  <a:close/>
                </a:path>
              </a:pathLst>
            </a:custGeom>
            <a:solidFill>
              <a:srgbClr val="C5C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L3-band-b35"/>
            <p:cNvSpPr/>
            <p:nvPr/>
          </p:nvSpPr>
          <p:spPr>
            <a:xfrm>
              <a:off x="9597962" y="10086975"/>
              <a:ext cx="10293476" cy="47625"/>
            </a:xfrm>
            <a:custGeom>
              <a:avLst/>
              <a:gdLst/>
              <a:ahLst/>
              <a:cxnLst/>
              <a:rect l="l" t="t" r="r" b="b"/>
              <a:pathLst>
                <a:path w="10293476" h="47625">
                  <a:moveTo>
                    <a:pt x="0" y="0"/>
                  </a:moveTo>
                  <a:lnTo>
                    <a:pt x="0" y="0"/>
                  </a:lnTo>
                  <a:lnTo>
                    <a:pt x="34385" y="38100"/>
                  </a:lnTo>
                  <a:lnTo>
                    <a:pt x="44005" y="47625"/>
                  </a:lnTo>
                  <a:lnTo>
                    <a:pt x="10249471" y="47625"/>
                  </a:lnTo>
                  <a:lnTo>
                    <a:pt x="10259091" y="38100"/>
                  </a:lnTo>
                  <a:lnTo>
                    <a:pt x="10293476" y="0"/>
                  </a:lnTo>
                  <a:lnTo>
                    <a:pt x="10293476" y="0"/>
                  </a:lnTo>
                  <a:close/>
                </a:path>
              </a:pathLst>
            </a:custGeom>
            <a:solidFill>
              <a:srgbClr val="C3C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L3-band-b36"/>
            <p:cNvSpPr/>
            <p:nvPr/>
          </p:nvSpPr>
          <p:spPr>
            <a:xfrm>
              <a:off x="9630442" y="10123170"/>
              <a:ext cx="10228516" cy="47625"/>
            </a:xfrm>
            <a:custGeom>
              <a:avLst/>
              <a:gdLst/>
              <a:ahLst/>
              <a:cxnLst/>
              <a:rect l="l" t="t" r="r" b="b"/>
              <a:pathLst>
                <a:path w="10228516" h="47625">
                  <a:moveTo>
                    <a:pt x="0" y="0"/>
                  </a:moveTo>
                  <a:lnTo>
                    <a:pt x="0" y="0"/>
                  </a:lnTo>
                  <a:lnTo>
                    <a:pt x="40862" y="38100"/>
                  </a:lnTo>
                  <a:lnTo>
                    <a:pt x="52102" y="47625"/>
                  </a:lnTo>
                  <a:lnTo>
                    <a:pt x="10176414" y="47625"/>
                  </a:lnTo>
                  <a:lnTo>
                    <a:pt x="10187654" y="38100"/>
                  </a:lnTo>
                  <a:lnTo>
                    <a:pt x="10228516" y="0"/>
                  </a:lnTo>
                  <a:lnTo>
                    <a:pt x="10228516" y="0"/>
                  </a:lnTo>
                  <a:close/>
                </a:path>
              </a:pathLst>
            </a:custGeom>
            <a:solidFill>
              <a:srgbClr val="C1C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0" name="L3-band-b37"/>
            <p:cNvSpPr/>
            <p:nvPr/>
          </p:nvSpPr>
          <p:spPr>
            <a:xfrm>
              <a:off x="9669113" y="10159365"/>
              <a:ext cx="10151174" cy="47625"/>
            </a:xfrm>
            <a:custGeom>
              <a:avLst/>
              <a:gdLst/>
              <a:ahLst/>
              <a:cxnLst/>
              <a:rect l="l" t="t" r="r" b="b"/>
              <a:pathLst>
                <a:path w="10151174" h="47625">
                  <a:moveTo>
                    <a:pt x="0" y="0"/>
                  </a:moveTo>
                  <a:lnTo>
                    <a:pt x="0" y="0"/>
                  </a:lnTo>
                  <a:lnTo>
                    <a:pt x="47435" y="38100"/>
                  </a:lnTo>
                  <a:lnTo>
                    <a:pt x="60389" y="47625"/>
                  </a:lnTo>
                  <a:lnTo>
                    <a:pt x="10090785" y="47625"/>
                  </a:lnTo>
                  <a:lnTo>
                    <a:pt x="10103739" y="38100"/>
                  </a:lnTo>
                  <a:lnTo>
                    <a:pt x="10151174" y="0"/>
                  </a:lnTo>
                  <a:lnTo>
                    <a:pt x="10151174" y="0"/>
                  </a:lnTo>
                  <a:close/>
                </a:path>
              </a:pathLst>
            </a:custGeom>
            <a:solidFill>
              <a:srgbClr val="C0C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1" name="L3-band-b38"/>
            <p:cNvSpPr/>
            <p:nvPr/>
          </p:nvSpPr>
          <p:spPr>
            <a:xfrm>
              <a:off x="9713976" y="10195560"/>
              <a:ext cx="10061448" cy="47625"/>
            </a:xfrm>
            <a:custGeom>
              <a:avLst/>
              <a:gdLst/>
              <a:ahLst/>
              <a:cxnLst/>
              <a:rect l="l" t="t" r="r" b="b"/>
              <a:pathLst>
                <a:path w="10061448" h="47625">
                  <a:moveTo>
                    <a:pt x="0" y="0"/>
                  </a:moveTo>
                  <a:lnTo>
                    <a:pt x="0" y="0"/>
                  </a:lnTo>
                  <a:lnTo>
                    <a:pt x="54292" y="38100"/>
                  </a:lnTo>
                  <a:lnTo>
                    <a:pt x="69056" y="47625"/>
                  </a:lnTo>
                  <a:lnTo>
                    <a:pt x="9992392" y="47625"/>
                  </a:lnTo>
                  <a:lnTo>
                    <a:pt x="10007156" y="38100"/>
                  </a:lnTo>
                  <a:lnTo>
                    <a:pt x="10061448" y="0"/>
                  </a:lnTo>
                  <a:lnTo>
                    <a:pt x="10061448" y="0"/>
                  </a:lnTo>
                  <a:close/>
                </a:path>
              </a:pathLst>
            </a:custGeom>
            <a:solidFill>
              <a:srgbClr val="BEC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L3-band-b39"/>
            <p:cNvSpPr/>
            <p:nvPr/>
          </p:nvSpPr>
          <p:spPr>
            <a:xfrm>
              <a:off x="9765411" y="10231755"/>
              <a:ext cx="9958578" cy="47625"/>
            </a:xfrm>
            <a:custGeom>
              <a:avLst/>
              <a:gdLst/>
              <a:ahLst/>
              <a:cxnLst/>
              <a:rect l="l" t="t" r="r" b="b"/>
              <a:pathLst>
                <a:path w="9958578" h="47625">
                  <a:moveTo>
                    <a:pt x="0" y="0"/>
                  </a:moveTo>
                  <a:lnTo>
                    <a:pt x="0" y="0"/>
                  </a:lnTo>
                  <a:lnTo>
                    <a:pt x="61341" y="38100"/>
                  </a:lnTo>
                  <a:lnTo>
                    <a:pt x="77915" y="47625"/>
                  </a:lnTo>
                  <a:lnTo>
                    <a:pt x="9880663" y="47625"/>
                  </a:lnTo>
                  <a:lnTo>
                    <a:pt x="9897237" y="38100"/>
                  </a:lnTo>
                  <a:lnTo>
                    <a:pt x="9958578" y="0"/>
                  </a:lnTo>
                  <a:lnTo>
                    <a:pt x="9958578" y="0"/>
                  </a:lnTo>
                  <a:close/>
                </a:path>
              </a:pathLst>
            </a:custGeom>
            <a:solidFill>
              <a:srgbClr val="BDC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L3-band-b40"/>
            <p:cNvSpPr/>
            <p:nvPr/>
          </p:nvSpPr>
          <p:spPr>
            <a:xfrm>
              <a:off x="9823514" y="10267950"/>
              <a:ext cx="9842372" cy="47625"/>
            </a:xfrm>
            <a:custGeom>
              <a:avLst/>
              <a:gdLst/>
              <a:ahLst/>
              <a:cxnLst/>
              <a:rect l="l" t="t" r="r" b="b"/>
              <a:pathLst>
                <a:path w="9842372" h="47625">
                  <a:moveTo>
                    <a:pt x="0" y="0"/>
                  </a:moveTo>
                  <a:lnTo>
                    <a:pt x="0" y="0"/>
                  </a:lnTo>
                  <a:lnTo>
                    <a:pt x="68675" y="38100"/>
                  </a:lnTo>
                  <a:lnTo>
                    <a:pt x="87058" y="47625"/>
                  </a:lnTo>
                  <a:lnTo>
                    <a:pt x="9755314" y="47625"/>
                  </a:lnTo>
                  <a:lnTo>
                    <a:pt x="9773697" y="38100"/>
                  </a:lnTo>
                  <a:lnTo>
                    <a:pt x="9842372" y="0"/>
                  </a:lnTo>
                  <a:lnTo>
                    <a:pt x="9842372" y="0"/>
                  </a:lnTo>
                  <a:close/>
                </a:path>
              </a:pathLst>
            </a:custGeom>
            <a:solidFill>
              <a:srgbClr val="BAC4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L3-band-b41"/>
            <p:cNvSpPr/>
            <p:nvPr/>
          </p:nvSpPr>
          <p:spPr>
            <a:xfrm>
              <a:off x="9888569" y="10304145"/>
              <a:ext cx="9712262" cy="47625"/>
            </a:xfrm>
            <a:custGeom>
              <a:avLst/>
              <a:gdLst/>
              <a:ahLst/>
              <a:cxnLst/>
              <a:rect l="l" t="t" r="r" b="b"/>
              <a:pathLst>
                <a:path w="9712262" h="47625">
                  <a:moveTo>
                    <a:pt x="0" y="0"/>
                  </a:moveTo>
                  <a:lnTo>
                    <a:pt x="0" y="0"/>
                  </a:lnTo>
                  <a:lnTo>
                    <a:pt x="76200" y="38100"/>
                  </a:lnTo>
                  <a:lnTo>
                    <a:pt x="96584" y="47625"/>
                  </a:lnTo>
                  <a:lnTo>
                    <a:pt x="9615678" y="47625"/>
                  </a:lnTo>
                  <a:lnTo>
                    <a:pt x="9636062" y="38100"/>
                  </a:lnTo>
                  <a:lnTo>
                    <a:pt x="9712262" y="0"/>
                  </a:lnTo>
                  <a:lnTo>
                    <a:pt x="9712262" y="0"/>
                  </a:lnTo>
                  <a:close/>
                </a:path>
              </a:pathLst>
            </a:custGeom>
            <a:solidFill>
              <a:srgbClr val="B5C0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5" name="L3-band-b42"/>
            <p:cNvSpPr/>
            <p:nvPr/>
          </p:nvSpPr>
          <p:spPr>
            <a:xfrm>
              <a:off x="9960769" y="10340340"/>
              <a:ext cx="9567862" cy="47625"/>
            </a:xfrm>
            <a:custGeom>
              <a:avLst/>
              <a:gdLst/>
              <a:ahLst/>
              <a:cxnLst/>
              <a:rect l="l" t="t" r="r" b="b"/>
              <a:pathLst>
                <a:path w="9567862" h="47625">
                  <a:moveTo>
                    <a:pt x="0" y="0"/>
                  </a:moveTo>
                  <a:lnTo>
                    <a:pt x="0" y="0"/>
                  </a:lnTo>
                  <a:lnTo>
                    <a:pt x="84201" y="38100"/>
                  </a:lnTo>
                  <a:lnTo>
                    <a:pt x="106585" y="47625"/>
                  </a:lnTo>
                  <a:lnTo>
                    <a:pt x="9461277" y="47625"/>
                  </a:lnTo>
                  <a:lnTo>
                    <a:pt x="9483661" y="38100"/>
                  </a:lnTo>
                  <a:lnTo>
                    <a:pt x="9567862" y="0"/>
                  </a:lnTo>
                  <a:lnTo>
                    <a:pt x="9567862" y="0"/>
                  </a:lnTo>
                  <a:close/>
                </a:path>
              </a:pathLst>
            </a:custGeom>
            <a:solidFill>
              <a:srgbClr val="B1BC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6" name="L3-band-b43"/>
            <p:cNvSpPr/>
            <p:nvPr/>
          </p:nvSpPr>
          <p:spPr>
            <a:xfrm>
              <a:off x="10040493" y="10376535"/>
              <a:ext cx="9408414" cy="47625"/>
            </a:xfrm>
            <a:custGeom>
              <a:avLst/>
              <a:gdLst/>
              <a:ahLst/>
              <a:cxnLst/>
              <a:rect l="l" t="t" r="r" b="b"/>
              <a:pathLst>
                <a:path w="9408414" h="47625">
                  <a:moveTo>
                    <a:pt x="0" y="0"/>
                  </a:moveTo>
                  <a:lnTo>
                    <a:pt x="0" y="0"/>
                  </a:lnTo>
                  <a:lnTo>
                    <a:pt x="92583" y="38100"/>
                  </a:lnTo>
                  <a:lnTo>
                    <a:pt x="117157" y="47625"/>
                  </a:lnTo>
                  <a:lnTo>
                    <a:pt x="9291257" y="47625"/>
                  </a:lnTo>
                  <a:lnTo>
                    <a:pt x="9315831" y="38100"/>
                  </a:lnTo>
                  <a:lnTo>
                    <a:pt x="9408414" y="0"/>
                  </a:lnTo>
                  <a:lnTo>
                    <a:pt x="9408414" y="0"/>
                  </a:lnTo>
                  <a:close/>
                </a:path>
              </a:pathLst>
            </a:custGeom>
            <a:solidFill>
              <a:srgbClr val="ADB8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L3-band-b44"/>
            <p:cNvSpPr/>
            <p:nvPr/>
          </p:nvSpPr>
          <p:spPr>
            <a:xfrm>
              <a:off x="10128218" y="10412730"/>
              <a:ext cx="9232964" cy="47625"/>
            </a:xfrm>
            <a:custGeom>
              <a:avLst/>
              <a:gdLst/>
              <a:ahLst/>
              <a:cxnLst/>
              <a:rect l="l" t="t" r="r" b="b"/>
              <a:pathLst>
                <a:path w="9232964" h="47625">
                  <a:moveTo>
                    <a:pt x="0" y="0"/>
                  </a:moveTo>
                  <a:lnTo>
                    <a:pt x="0" y="0"/>
                  </a:lnTo>
                  <a:lnTo>
                    <a:pt x="101346" y="38100"/>
                  </a:lnTo>
                  <a:lnTo>
                    <a:pt x="128302" y="47625"/>
                  </a:lnTo>
                  <a:lnTo>
                    <a:pt x="9104662" y="47625"/>
                  </a:lnTo>
                  <a:lnTo>
                    <a:pt x="9131618" y="38100"/>
                  </a:lnTo>
                  <a:lnTo>
                    <a:pt x="9232964" y="0"/>
                  </a:lnTo>
                  <a:lnTo>
                    <a:pt x="9232964" y="0"/>
                  </a:lnTo>
                  <a:close/>
                </a:path>
              </a:pathLst>
            </a:custGeom>
            <a:solidFill>
              <a:srgbClr val="A9B4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L3-band-b45"/>
            <p:cNvSpPr/>
            <p:nvPr/>
          </p:nvSpPr>
          <p:spPr>
            <a:xfrm>
              <a:off x="10224326" y="10448925"/>
              <a:ext cx="9040748" cy="47625"/>
            </a:xfrm>
            <a:custGeom>
              <a:avLst/>
              <a:gdLst/>
              <a:ahLst/>
              <a:cxnLst/>
              <a:rect l="l" t="t" r="r" b="b"/>
              <a:pathLst>
                <a:path w="9040748" h="47625">
                  <a:moveTo>
                    <a:pt x="0" y="0"/>
                  </a:moveTo>
                  <a:lnTo>
                    <a:pt x="0" y="0"/>
                  </a:lnTo>
                  <a:lnTo>
                    <a:pt x="110775" y="38100"/>
                  </a:lnTo>
                  <a:lnTo>
                    <a:pt x="140112" y="47625"/>
                  </a:lnTo>
                  <a:lnTo>
                    <a:pt x="8900636" y="47625"/>
                  </a:lnTo>
                  <a:lnTo>
                    <a:pt x="8929973" y="38100"/>
                  </a:lnTo>
                  <a:lnTo>
                    <a:pt x="9040748" y="0"/>
                  </a:lnTo>
                  <a:lnTo>
                    <a:pt x="9040748" y="0"/>
                  </a:lnTo>
                  <a:close/>
                </a:path>
              </a:pathLst>
            </a:custGeom>
            <a:solidFill>
              <a:srgbClr val="A5B0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L3-band-b46"/>
            <p:cNvSpPr/>
            <p:nvPr/>
          </p:nvSpPr>
          <p:spPr>
            <a:xfrm>
              <a:off x="10329291" y="10485120"/>
              <a:ext cx="8830818" cy="47625"/>
            </a:xfrm>
            <a:custGeom>
              <a:avLst/>
              <a:gdLst/>
              <a:ahLst/>
              <a:cxnLst/>
              <a:rect l="l" t="t" r="r" b="b"/>
              <a:pathLst>
                <a:path w="8830818" h="47625">
                  <a:moveTo>
                    <a:pt x="0" y="0"/>
                  </a:moveTo>
                  <a:lnTo>
                    <a:pt x="0" y="0"/>
                  </a:lnTo>
                  <a:lnTo>
                    <a:pt x="120968" y="38100"/>
                  </a:lnTo>
                  <a:lnTo>
                    <a:pt x="152971" y="47625"/>
                  </a:lnTo>
                  <a:lnTo>
                    <a:pt x="8677847" y="47625"/>
                  </a:lnTo>
                  <a:lnTo>
                    <a:pt x="8709851" y="38100"/>
                  </a:lnTo>
                  <a:lnTo>
                    <a:pt x="8830818" y="0"/>
                  </a:lnTo>
                  <a:lnTo>
                    <a:pt x="8830818" y="0"/>
                  </a:lnTo>
                  <a:close/>
                </a:path>
              </a:pathLst>
            </a:custGeom>
            <a:solidFill>
              <a:srgbClr val="A1ADF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L3-band-b47"/>
            <p:cNvSpPr/>
            <p:nvPr/>
          </p:nvSpPr>
          <p:spPr>
            <a:xfrm>
              <a:off x="10443972" y="10521315"/>
              <a:ext cx="8601456" cy="47625"/>
            </a:xfrm>
            <a:custGeom>
              <a:avLst/>
              <a:gdLst/>
              <a:ahLst/>
              <a:cxnLst/>
              <a:rect l="l" t="t" r="r" b="b"/>
              <a:pathLst>
                <a:path w="8601456" h="47625">
                  <a:moveTo>
                    <a:pt x="0" y="0"/>
                  </a:moveTo>
                  <a:lnTo>
                    <a:pt x="0" y="0"/>
                  </a:lnTo>
                  <a:lnTo>
                    <a:pt x="131826" y="38100"/>
                  </a:lnTo>
                  <a:lnTo>
                    <a:pt x="166783" y="47625"/>
                  </a:lnTo>
                  <a:lnTo>
                    <a:pt x="8434673" y="47625"/>
                  </a:lnTo>
                  <a:lnTo>
                    <a:pt x="8469630" y="38100"/>
                  </a:lnTo>
                  <a:lnTo>
                    <a:pt x="8601456" y="0"/>
                  </a:lnTo>
                  <a:lnTo>
                    <a:pt x="8601456" y="0"/>
                  </a:lnTo>
                  <a:close/>
                </a:path>
              </a:pathLst>
            </a:custGeom>
            <a:solidFill>
              <a:srgbClr val="9DA9F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1" name="L3-band-b48"/>
            <p:cNvSpPr/>
            <p:nvPr/>
          </p:nvSpPr>
          <p:spPr>
            <a:xfrm>
              <a:off x="10568940" y="10557510"/>
              <a:ext cx="8351520" cy="47625"/>
            </a:xfrm>
            <a:custGeom>
              <a:avLst/>
              <a:gdLst/>
              <a:ahLst/>
              <a:cxnLst/>
              <a:rect l="l" t="t" r="r" b="b"/>
              <a:pathLst>
                <a:path w="8351520" h="47625">
                  <a:moveTo>
                    <a:pt x="0" y="0"/>
                  </a:moveTo>
                  <a:lnTo>
                    <a:pt x="0" y="0"/>
                  </a:lnTo>
                  <a:lnTo>
                    <a:pt x="143828" y="38100"/>
                  </a:lnTo>
                  <a:lnTo>
                    <a:pt x="181928" y="47625"/>
                  </a:lnTo>
                  <a:lnTo>
                    <a:pt x="8169592" y="47625"/>
                  </a:lnTo>
                  <a:lnTo>
                    <a:pt x="8207692" y="38100"/>
                  </a:lnTo>
                  <a:lnTo>
                    <a:pt x="8351520" y="0"/>
                  </a:lnTo>
                  <a:lnTo>
                    <a:pt x="8351520" y="0"/>
                  </a:lnTo>
                  <a:close/>
                </a:path>
              </a:pathLst>
            </a:custGeom>
            <a:solidFill>
              <a:srgbClr val="99A5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L3-band-b49"/>
            <p:cNvSpPr/>
            <p:nvPr/>
          </p:nvSpPr>
          <p:spPr>
            <a:xfrm>
              <a:off x="10705243" y="10593705"/>
              <a:ext cx="8078914" cy="47625"/>
            </a:xfrm>
            <a:custGeom>
              <a:avLst/>
              <a:gdLst/>
              <a:ahLst/>
              <a:cxnLst/>
              <a:rect l="l" t="t" r="r" b="b"/>
              <a:pathLst>
                <a:path w="8078914" h="47625">
                  <a:moveTo>
                    <a:pt x="0" y="0"/>
                  </a:moveTo>
                  <a:lnTo>
                    <a:pt x="0" y="0"/>
                  </a:lnTo>
                  <a:lnTo>
                    <a:pt x="157162" y="38100"/>
                  </a:lnTo>
                  <a:lnTo>
                    <a:pt x="198787" y="47625"/>
                  </a:lnTo>
                  <a:lnTo>
                    <a:pt x="7880127" y="47625"/>
                  </a:lnTo>
                  <a:lnTo>
                    <a:pt x="7921752" y="38100"/>
                  </a:lnTo>
                  <a:lnTo>
                    <a:pt x="8078914" y="0"/>
                  </a:lnTo>
                  <a:lnTo>
                    <a:pt x="8078914" y="0"/>
                  </a:lnTo>
                  <a:close/>
                </a:path>
              </a:pathLst>
            </a:custGeom>
            <a:solidFill>
              <a:srgbClr val="94A2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L3-band-b50"/>
            <p:cNvSpPr/>
            <p:nvPr/>
          </p:nvSpPr>
          <p:spPr>
            <a:xfrm>
              <a:off x="10854118" y="10629900"/>
              <a:ext cx="7781164" cy="47625"/>
            </a:xfrm>
            <a:custGeom>
              <a:avLst/>
              <a:gdLst/>
              <a:ahLst/>
              <a:cxnLst/>
              <a:rect l="l" t="t" r="r" b="b"/>
              <a:pathLst>
                <a:path w="7781164" h="47625">
                  <a:moveTo>
                    <a:pt x="0" y="0"/>
                  </a:moveTo>
                  <a:lnTo>
                    <a:pt x="0" y="0"/>
                  </a:lnTo>
                  <a:lnTo>
                    <a:pt x="171927" y="38100"/>
                  </a:lnTo>
                  <a:lnTo>
                    <a:pt x="217647" y="47625"/>
                  </a:lnTo>
                  <a:lnTo>
                    <a:pt x="7563517" y="47625"/>
                  </a:lnTo>
                  <a:lnTo>
                    <a:pt x="7609237" y="38100"/>
                  </a:lnTo>
                  <a:lnTo>
                    <a:pt x="7781164" y="0"/>
                  </a:lnTo>
                  <a:lnTo>
                    <a:pt x="7781164" y="0"/>
                  </a:lnTo>
                  <a:close/>
                </a:path>
              </a:pathLst>
            </a:custGeom>
            <a:solidFill>
              <a:srgbClr val="909F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L3-band-b51"/>
            <p:cNvSpPr/>
            <p:nvPr/>
          </p:nvSpPr>
          <p:spPr>
            <a:xfrm>
              <a:off x="11017091" y="10666095"/>
              <a:ext cx="7455218" cy="47625"/>
            </a:xfrm>
            <a:custGeom>
              <a:avLst/>
              <a:gdLst/>
              <a:ahLst/>
              <a:cxnLst/>
              <a:rect l="l" t="t" r="r" b="b"/>
              <a:pathLst>
                <a:path w="7455218" h="47625">
                  <a:moveTo>
                    <a:pt x="0" y="0"/>
                  </a:moveTo>
                  <a:lnTo>
                    <a:pt x="0" y="0"/>
                  </a:lnTo>
                  <a:lnTo>
                    <a:pt x="188786" y="38100"/>
                  </a:lnTo>
                  <a:lnTo>
                    <a:pt x="239078" y="47625"/>
                  </a:lnTo>
                  <a:lnTo>
                    <a:pt x="7216140" y="47625"/>
                  </a:lnTo>
                  <a:lnTo>
                    <a:pt x="7266432" y="38100"/>
                  </a:lnTo>
                  <a:lnTo>
                    <a:pt x="7455218" y="0"/>
                  </a:lnTo>
                  <a:lnTo>
                    <a:pt x="7455218" y="0"/>
                  </a:lnTo>
                  <a:close/>
                </a:path>
              </a:pathLst>
            </a:custGeom>
            <a:solidFill>
              <a:srgbClr val="8B9B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5" name="L3-band-b52"/>
            <p:cNvSpPr/>
            <p:nvPr/>
          </p:nvSpPr>
          <p:spPr>
            <a:xfrm>
              <a:off x="11195971" y="10702290"/>
              <a:ext cx="7097458" cy="47625"/>
            </a:xfrm>
            <a:custGeom>
              <a:avLst/>
              <a:gdLst/>
              <a:ahLst/>
              <a:cxnLst/>
              <a:rect l="l" t="t" r="r" b="b"/>
              <a:pathLst>
                <a:path w="7097458" h="47625">
                  <a:moveTo>
                    <a:pt x="0" y="0"/>
                  </a:moveTo>
                  <a:lnTo>
                    <a:pt x="0" y="0"/>
                  </a:lnTo>
                  <a:lnTo>
                    <a:pt x="208407" y="38100"/>
                  </a:lnTo>
                  <a:lnTo>
                    <a:pt x="264128" y="47625"/>
                  </a:lnTo>
                  <a:lnTo>
                    <a:pt x="6833330" y="47625"/>
                  </a:lnTo>
                  <a:lnTo>
                    <a:pt x="6889051" y="38100"/>
                  </a:lnTo>
                  <a:lnTo>
                    <a:pt x="7097458" y="0"/>
                  </a:lnTo>
                  <a:lnTo>
                    <a:pt x="7097458" y="0"/>
                  </a:lnTo>
                  <a:close/>
                </a:path>
              </a:pathLst>
            </a:custGeom>
            <a:solidFill>
              <a:srgbClr val="8798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6" name="L3-band-b53"/>
            <p:cNvSpPr/>
            <p:nvPr/>
          </p:nvSpPr>
          <p:spPr>
            <a:xfrm>
              <a:off x="11393424" y="10738485"/>
              <a:ext cx="6702552" cy="47625"/>
            </a:xfrm>
            <a:custGeom>
              <a:avLst/>
              <a:gdLst/>
              <a:ahLst/>
              <a:cxnLst/>
              <a:rect l="l" t="t" r="r" b="b"/>
              <a:pathLst>
                <a:path w="6702552" h="47625">
                  <a:moveTo>
                    <a:pt x="0" y="0"/>
                  </a:moveTo>
                  <a:lnTo>
                    <a:pt x="0" y="0"/>
                  </a:lnTo>
                  <a:lnTo>
                    <a:pt x="231743" y="38100"/>
                  </a:lnTo>
                  <a:lnTo>
                    <a:pt x="294132" y="47625"/>
                  </a:lnTo>
                  <a:lnTo>
                    <a:pt x="6408420" y="47625"/>
                  </a:lnTo>
                  <a:lnTo>
                    <a:pt x="6470809" y="38100"/>
                  </a:lnTo>
                  <a:lnTo>
                    <a:pt x="6702552" y="0"/>
                  </a:lnTo>
                  <a:lnTo>
                    <a:pt x="6702552" y="0"/>
                  </a:lnTo>
                  <a:close/>
                </a:path>
              </a:pathLst>
            </a:custGeom>
            <a:solidFill>
              <a:srgbClr val="8395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L3-band-b54"/>
            <p:cNvSpPr/>
            <p:nvPr/>
          </p:nvSpPr>
          <p:spPr>
            <a:xfrm>
              <a:off x="11612880" y="10774680"/>
              <a:ext cx="6263640" cy="47625"/>
            </a:xfrm>
            <a:custGeom>
              <a:avLst/>
              <a:gdLst/>
              <a:ahLst/>
              <a:cxnLst/>
              <a:rect l="l" t="t" r="r" b="b"/>
              <a:pathLst>
                <a:path w="6263640" h="47625">
                  <a:moveTo>
                    <a:pt x="0" y="0"/>
                  </a:moveTo>
                  <a:lnTo>
                    <a:pt x="0" y="0"/>
                  </a:lnTo>
                  <a:lnTo>
                    <a:pt x="260414" y="38100"/>
                  </a:lnTo>
                  <a:lnTo>
                    <a:pt x="331089" y="47625"/>
                  </a:lnTo>
                  <a:lnTo>
                    <a:pt x="5932551" y="47625"/>
                  </a:lnTo>
                  <a:lnTo>
                    <a:pt x="6003226" y="38100"/>
                  </a:lnTo>
                  <a:lnTo>
                    <a:pt x="6263640" y="0"/>
                  </a:lnTo>
                  <a:lnTo>
                    <a:pt x="6263640" y="0"/>
                  </a:lnTo>
                  <a:close/>
                </a:path>
              </a:pathLst>
            </a:custGeom>
            <a:solidFill>
              <a:srgbClr val="7E91E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L3-band-b55"/>
            <p:cNvSpPr/>
            <p:nvPr/>
          </p:nvSpPr>
          <p:spPr>
            <a:xfrm>
              <a:off x="11859387" y="10810875"/>
              <a:ext cx="5770626" cy="47625"/>
            </a:xfrm>
            <a:custGeom>
              <a:avLst/>
              <a:gdLst/>
              <a:ahLst/>
              <a:cxnLst/>
              <a:rect l="l" t="t" r="r" b="b"/>
              <a:pathLst>
                <a:path w="5770626" h="47625">
                  <a:moveTo>
                    <a:pt x="0" y="0"/>
                  </a:moveTo>
                  <a:lnTo>
                    <a:pt x="0" y="0"/>
                  </a:lnTo>
                  <a:lnTo>
                    <a:pt x="297275" y="38100"/>
                  </a:lnTo>
                  <a:lnTo>
                    <a:pt x="379095" y="47625"/>
                  </a:lnTo>
                  <a:lnTo>
                    <a:pt x="5391531" y="47625"/>
                  </a:lnTo>
                  <a:lnTo>
                    <a:pt x="5473351" y="38100"/>
                  </a:lnTo>
                  <a:lnTo>
                    <a:pt x="5770626" y="0"/>
                  </a:lnTo>
                  <a:lnTo>
                    <a:pt x="5770626" y="0"/>
                  </a:lnTo>
                  <a:close/>
                </a:path>
              </a:pathLst>
            </a:custGeom>
            <a:solidFill>
              <a:srgbClr val="7A8EE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L3-band-b56"/>
            <p:cNvSpPr/>
            <p:nvPr/>
          </p:nvSpPr>
          <p:spPr>
            <a:xfrm>
              <a:off x="12140660" y="10847070"/>
              <a:ext cx="5208080" cy="47625"/>
            </a:xfrm>
            <a:custGeom>
              <a:avLst/>
              <a:gdLst/>
              <a:ahLst/>
              <a:cxnLst/>
              <a:rect l="l" t="t" r="r" b="b"/>
              <a:pathLst>
                <a:path w="5208080" h="47625">
                  <a:moveTo>
                    <a:pt x="0" y="0"/>
                  </a:moveTo>
                  <a:lnTo>
                    <a:pt x="0" y="0"/>
                  </a:lnTo>
                  <a:lnTo>
                    <a:pt x="347853" y="38100"/>
                  </a:lnTo>
                  <a:lnTo>
                    <a:pt x="445961" y="47625"/>
                  </a:lnTo>
                  <a:lnTo>
                    <a:pt x="4762119" y="47625"/>
                  </a:lnTo>
                  <a:lnTo>
                    <a:pt x="4860227" y="38100"/>
                  </a:lnTo>
                  <a:lnTo>
                    <a:pt x="5208080" y="0"/>
                  </a:lnTo>
                  <a:lnTo>
                    <a:pt x="5208080" y="0"/>
                  </a:lnTo>
                  <a:close/>
                </a:path>
              </a:pathLst>
            </a:custGeom>
            <a:solidFill>
              <a:srgbClr val="778BE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L3-band-b57"/>
            <p:cNvSpPr/>
            <p:nvPr/>
          </p:nvSpPr>
          <p:spPr>
            <a:xfrm>
              <a:off x="12469463" y="10883265"/>
              <a:ext cx="4550474" cy="47625"/>
            </a:xfrm>
            <a:custGeom>
              <a:avLst/>
              <a:gdLst/>
              <a:ahLst/>
              <a:cxnLst/>
              <a:rect l="l" t="t" r="r" b="b"/>
              <a:pathLst>
                <a:path w="4550474" h="47625">
                  <a:moveTo>
                    <a:pt x="0" y="0"/>
                  </a:moveTo>
                  <a:lnTo>
                    <a:pt x="0" y="0"/>
                  </a:lnTo>
                  <a:lnTo>
                    <a:pt x="425291" y="38100"/>
                  </a:lnTo>
                  <a:lnTo>
                    <a:pt x="550926" y="47625"/>
                  </a:lnTo>
                  <a:lnTo>
                    <a:pt x="3999548" y="47625"/>
                  </a:lnTo>
                  <a:lnTo>
                    <a:pt x="4125183" y="38100"/>
                  </a:lnTo>
                  <a:lnTo>
                    <a:pt x="4550474" y="0"/>
                  </a:lnTo>
                  <a:lnTo>
                    <a:pt x="4550474" y="0"/>
                  </a:lnTo>
                  <a:close/>
                </a:path>
              </a:pathLst>
            </a:custGeom>
            <a:solidFill>
              <a:srgbClr val="7387E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L3-band-b58"/>
            <p:cNvSpPr/>
            <p:nvPr/>
          </p:nvSpPr>
          <p:spPr>
            <a:xfrm>
              <a:off x="12870752" y="10919460"/>
              <a:ext cx="3747896" cy="47625"/>
            </a:xfrm>
            <a:custGeom>
              <a:avLst/>
              <a:gdLst/>
              <a:ahLst/>
              <a:cxnLst/>
              <a:rect l="l" t="t" r="r" b="b"/>
              <a:pathLst>
                <a:path w="3747896" h="47625">
                  <a:moveTo>
                    <a:pt x="0" y="0"/>
                  </a:moveTo>
                  <a:lnTo>
                    <a:pt x="0" y="0"/>
                  </a:lnTo>
                  <a:lnTo>
                    <a:pt x="572547" y="38100"/>
                  </a:lnTo>
                  <a:lnTo>
                    <a:pt x="765524" y="47625"/>
                  </a:lnTo>
                  <a:lnTo>
                    <a:pt x="2982372" y="47625"/>
                  </a:lnTo>
                  <a:lnTo>
                    <a:pt x="3175349" y="38100"/>
                  </a:lnTo>
                  <a:lnTo>
                    <a:pt x="3747896" y="0"/>
                  </a:lnTo>
                  <a:lnTo>
                    <a:pt x="3747896" y="0"/>
                  </a:lnTo>
                  <a:close/>
                </a:path>
              </a:pathLst>
            </a:custGeom>
            <a:solidFill>
              <a:srgbClr val="7084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L3-band-b59"/>
            <p:cNvSpPr/>
            <p:nvPr/>
          </p:nvSpPr>
          <p:spPr>
            <a:xfrm>
              <a:off x="13408247" y="10955655"/>
              <a:ext cx="2672906" cy="36195"/>
            </a:xfrm>
            <a:custGeom>
              <a:avLst/>
              <a:gdLst/>
              <a:ahLst/>
              <a:cxnLst/>
              <a:rect l="l" t="t" r="r" b="b"/>
              <a:pathLst>
                <a:path w="2672906" h="36195">
                  <a:moveTo>
                    <a:pt x="0" y="0"/>
                  </a:moveTo>
                  <a:lnTo>
                    <a:pt x="0" y="0"/>
                  </a:lnTo>
                  <a:lnTo>
                    <a:pt x="1336453" y="36195"/>
                  </a:lnTo>
                  <a:lnTo>
                    <a:pt x="1336453" y="36195"/>
                  </a:lnTo>
                  <a:lnTo>
                    <a:pt x="2672906" y="0"/>
                  </a:lnTo>
                  <a:lnTo>
                    <a:pt x="2672906" y="0"/>
                  </a:lnTo>
                  <a:close/>
                </a:path>
              </a:pathLst>
            </a:custGeom>
            <a:solidFill>
              <a:srgbClr val="6D81E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L3-face"/>
            <p:cNvSpPr/>
            <p:nvPr/>
          </p:nvSpPr>
          <p:spPr>
            <a:xfrm>
              <a:off x="14744700" y="8820150"/>
              <a:ext cx="5219700" cy="1085850"/>
            </a:xfrm>
            <a:custGeom>
              <a:avLst/>
              <a:gdLst/>
              <a:ahLst/>
              <a:cxnLst/>
              <a:rect l="l" t="t" r="r" b="b"/>
              <a:pathLst>
                <a:path w="5219700" h="1085850">
                  <a:moveTo>
                    <a:pt x="0" y="0"/>
                  </a:moveTo>
                  <a:lnTo>
                    <a:pt x="72485" y="95"/>
                  </a:lnTo>
                  <a:lnTo>
                    <a:pt x="144970" y="381"/>
                  </a:lnTo>
                  <a:lnTo>
                    <a:pt x="217456" y="952"/>
                  </a:lnTo>
                  <a:lnTo>
                    <a:pt x="289941" y="1714"/>
                  </a:lnTo>
                  <a:lnTo>
                    <a:pt x="362522" y="2667"/>
                  </a:lnTo>
                  <a:lnTo>
                    <a:pt x="435007" y="3810"/>
                  </a:lnTo>
                  <a:lnTo>
                    <a:pt x="507492" y="5144"/>
                  </a:lnTo>
                  <a:lnTo>
                    <a:pt x="579977" y="6763"/>
                  </a:lnTo>
                  <a:lnTo>
                    <a:pt x="652462" y="8477"/>
                  </a:lnTo>
                  <a:lnTo>
                    <a:pt x="724948" y="10478"/>
                  </a:lnTo>
                  <a:lnTo>
                    <a:pt x="797433" y="12764"/>
                  </a:lnTo>
                  <a:lnTo>
                    <a:pt x="869918" y="15145"/>
                  </a:lnTo>
                  <a:lnTo>
                    <a:pt x="942404" y="17812"/>
                  </a:lnTo>
                  <a:lnTo>
                    <a:pt x="1014984" y="20764"/>
                  </a:lnTo>
                  <a:lnTo>
                    <a:pt x="1087469" y="23812"/>
                  </a:lnTo>
                  <a:lnTo>
                    <a:pt x="1159954" y="27146"/>
                  </a:lnTo>
                  <a:lnTo>
                    <a:pt x="1232440" y="30670"/>
                  </a:lnTo>
                  <a:lnTo>
                    <a:pt x="1304925" y="34480"/>
                  </a:lnTo>
                  <a:lnTo>
                    <a:pt x="1377410" y="38481"/>
                  </a:lnTo>
                  <a:lnTo>
                    <a:pt x="1449896" y="42767"/>
                  </a:lnTo>
                  <a:lnTo>
                    <a:pt x="1522381" y="47244"/>
                  </a:lnTo>
                  <a:lnTo>
                    <a:pt x="1594866" y="51911"/>
                  </a:lnTo>
                  <a:lnTo>
                    <a:pt x="1667446" y="56864"/>
                  </a:lnTo>
                  <a:lnTo>
                    <a:pt x="1739932" y="62103"/>
                  </a:lnTo>
                  <a:lnTo>
                    <a:pt x="1812417" y="67532"/>
                  </a:lnTo>
                  <a:lnTo>
                    <a:pt x="1884902" y="73247"/>
                  </a:lnTo>
                  <a:lnTo>
                    <a:pt x="1957388" y="79248"/>
                  </a:lnTo>
                  <a:lnTo>
                    <a:pt x="2029873" y="85439"/>
                  </a:lnTo>
                  <a:lnTo>
                    <a:pt x="2102358" y="92012"/>
                  </a:lnTo>
                  <a:lnTo>
                    <a:pt x="2174843" y="98774"/>
                  </a:lnTo>
                  <a:lnTo>
                    <a:pt x="2247328" y="105823"/>
                  </a:lnTo>
                  <a:lnTo>
                    <a:pt x="2319909" y="113157"/>
                  </a:lnTo>
                  <a:lnTo>
                    <a:pt x="2392394" y="120777"/>
                  </a:lnTo>
                  <a:lnTo>
                    <a:pt x="2464880" y="128683"/>
                  </a:lnTo>
                  <a:lnTo>
                    <a:pt x="2537365" y="136970"/>
                  </a:lnTo>
                  <a:lnTo>
                    <a:pt x="2609850" y="145447"/>
                  </a:lnTo>
                  <a:lnTo>
                    <a:pt x="2682335" y="154305"/>
                  </a:lnTo>
                  <a:lnTo>
                    <a:pt x="2754820" y="163544"/>
                  </a:lnTo>
                  <a:lnTo>
                    <a:pt x="2827306" y="173069"/>
                  </a:lnTo>
                  <a:lnTo>
                    <a:pt x="2899791" y="182975"/>
                  </a:lnTo>
                  <a:lnTo>
                    <a:pt x="2972372" y="193262"/>
                  </a:lnTo>
                  <a:lnTo>
                    <a:pt x="3044857" y="203930"/>
                  </a:lnTo>
                  <a:lnTo>
                    <a:pt x="3117342" y="214884"/>
                  </a:lnTo>
                  <a:lnTo>
                    <a:pt x="3189827" y="226314"/>
                  </a:lnTo>
                  <a:lnTo>
                    <a:pt x="3262312" y="238220"/>
                  </a:lnTo>
                  <a:lnTo>
                    <a:pt x="3334798" y="250508"/>
                  </a:lnTo>
                  <a:lnTo>
                    <a:pt x="3407283" y="263271"/>
                  </a:lnTo>
                  <a:lnTo>
                    <a:pt x="3479768" y="276511"/>
                  </a:lnTo>
                  <a:lnTo>
                    <a:pt x="3552254" y="290227"/>
                  </a:lnTo>
                  <a:lnTo>
                    <a:pt x="3624834" y="304514"/>
                  </a:lnTo>
                  <a:lnTo>
                    <a:pt x="3697319" y="319373"/>
                  </a:lnTo>
                  <a:lnTo>
                    <a:pt x="3769804" y="334804"/>
                  </a:lnTo>
                  <a:lnTo>
                    <a:pt x="3842290" y="350901"/>
                  </a:lnTo>
                  <a:lnTo>
                    <a:pt x="3914775" y="367665"/>
                  </a:lnTo>
                  <a:lnTo>
                    <a:pt x="3987260" y="385096"/>
                  </a:lnTo>
                  <a:lnTo>
                    <a:pt x="4059746" y="403384"/>
                  </a:lnTo>
                  <a:lnTo>
                    <a:pt x="4132231" y="422434"/>
                  </a:lnTo>
                  <a:lnTo>
                    <a:pt x="4204716" y="442436"/>
                  </a:lnTo>
                  <a:lnTo>
                    <a:pt x="4277296" y="463486"/>
                  </a:lnTo>
                  <a:lnTo>
                    <a:pt x="4349782" y="485584"/>
                  </a:lnTo>
                  <a:lnTo>
                    <a:pt x="4422267" y="509016"/>
                  </a:lnTo>
                  <a:lnTo>
                    <a:pt x="4494752" y="533781"/>
                  </a:lnTo>
                  <a:lnTo>
                    <a:pt x="4567238" y="560165"/>
                  </a:lnTo>
                  <a:lnTo>
                    <a:pt x="4639723" y="588359"/>
                  </a:lnTo>
                  <a:lnTo>
                    <a:pt x="4712208" y="618839"/>
                  </a:lnTo>
                  <a:lnTo>
                    <a:pt x="4784693" y="651891"/>
                  </a:lnTo>
                  <a:lnTo>
                    <a:pt x="4857178" y="688276"/>
                  </a:lnTo>
                  <a:lnTo>
                    <a:pt x="4929759" y="728948"/>
                  </a:lnTo>
                  <a:lnTo>
                    <a:pt x="5002244" y="775716"/>
                  </a:lnTo>
                  <a:lnTo>
                    <a:pt x="5074730" y="831723"/>
                  </a:lnTo>
                  <a:lnTo>
                    <a:pt x="5147215" y="905542"/>
                  </a:lnTo>
                  <a:lnTo>
                    <a:pt x="5219700" y="1085850"/>
                  </a:lnTo>
                  <a:lnTo>
                    <a:pt x="5219700" y="1085850"/>
                  </a:lnTo>
                  <a:lnTo>
                    <a:pt x="5147215" y="905542"/>
                  </a:lnTo>
                  <a:lnTo>
                    <a:pt x="5074730" y="831723"/>
                  </a:lnTo>
                  <a:lnTo>
                    <a:pt x="5002244" y="775716"/>
                  </a:lnTo>
                  <a:lnTo>
                    <a:pt x="4929759" y="728948"/>
                  </a:lnTo>
                  <a:lnTo>
                    <a:pt x="4857178" y="688276"/>
                  </a:lnTo>
                  <a:lnTo>
                    <a:pt x="4784693" y="651891"/>
                  </a:lnTo>
                  <a:lnTo>
                    <a:pt x="4712208" y="618839"/>
                  </a:lnTo>
                  <a:lnTo>
                    <a:pt x="4639723" y="592455"/>
                  </a:lnTo>
                  <a:lnTo>
                    <a:pt x="4567238" y="614458"/>
                  </a:lnTo>
                  <a:lnTo>
                    <a:pt x="4494752" y="638366"/>
                  </a:lnTo>
                  <a:lnTo>
                    <a:pt x="4422267" y="659225"/>
                  </a:lnTo>
                  <a:lnTo>
                    <a:pt x="4349782" y="681038"/>
                  </a:lnTo>
                  <a:lnTo>
                    <a:pt x="4277296" y="704183"/>
                  </a:lnTo>
                  <a:lnTo>
                    <a:pt x="4204716" y="728377"/>
                  </a:lnTo>
                  <a:lnTo>
                    <a:pt x="4132231" y="753618"/>
                  </a:lnTo>
                  <a:lnTo>
                    <a:pt x="4059746" y="778288"/>
                  </a:lnTo>
                  <a:lnTo>
                    <a:pt x="3987260" y="795814"/>
                  </a:lnTo>
                  <a:lnTo>
                    <a:pt x="3914775" y="814197"/>
                  </a:lnTo>
                  <a:lnTo>
                    <a:pt x="3842290" y="833247"/>
                  </a:lnTo>
                  <a:lnTo>
                    <a:pt x="3769804" y="852964"/>
                  </a:lnTo>
                  <a:lnTo>
                    <a:pt x="3697319" y="873347"/>
                  </a:lnTo>
                  <a:lnTo>
                    <a:pt x="3624834" y="889064"/>
                  </a:lnTo>
                  <a:lnTo>
                    <a:pt x="3552254" y="897446"/>
                  </a:lnTo>
                  <a:lnTo>
                    <a:pt x="3479768" y="906304"/>
                  </a:lnTo>
                  <a:lnTo>
                    <a:pt x="3407283" y="915638"/>
                  </a:lnTo>
                  <a:lnTo>
                    <a:pt x="3334798" y="925544"/>
                  </a:lnTo>
                  <a:lnTo>
                    <a:pt x="3262312" y="935831"/>
                  </a:lnTo>
                  <a:lnTo>
                    <a:pt x="3189827" y="943166"/>
                  </a:lnTo>
                  <a:lnTo>
                    <a:pt x="3117342" y="948976"/>
                  </a:lnTo>
                  <a:lnTo>
                    <a:pt x="3044857" y="955167"/>
                  </a:lnTo>
                  <a:lnTo>
                    <a:pt x="2972372" y="961834"/>
                  </a:lnTo>
                  <a:lnTo>
                    <a:pt x="2899791" y="968788"/>
                  </a:lnTo>
                  <a:lnTo>
                    <a:pt x="2827306" y="972122"/>
                  </a:lnTo>
                  <a:lnTo>
                    <a:pt x="2754820" y="973074"/>
                  </a:lnTo>
                  <a:lnTo>
                    <a:pt x="2682335" y="974503"/>
                  </a:lnTo>
                  <a:lnTo>
                    <a:pt x="2609850" y="976122"/>
                  </a:lnTo>
                  <a:lnTo>
                    <a:pt x="2537365" y="978122"/>
                  </a:lnTo>
                  <a:lnTo>
                    <a:pt x="2464880" y="980504"/>
                  </a:lnTo>
                  <a:lnTo>
                    <a:pt x="2392394" y="983075"/>
                  </a:lnTo>
                  <a:lnTo>
                    <a:pt x="2319909" y="985838"/>
                  </a:lnTo>
                  <a:lnTo>
                    <a:pt x="2247328" y="988600"/>
                  </a:lnTo>
                  <a:lnTo>
                    <a:pt x="2174843" y="991552"/>
                  </a:lnTo>
                  <a:lnTo>
                    <a:pt x="2102358" y="994791"/>
                  </a:lnTo>
                  <a:lnTo>
                    <a:pt x="2029873" y="998410"/>
                  </a:lnTo>
                  <a:lnTo>
                    <a:pt x="1957388" y="1002220"/>
                  </a:lnTo>
                  <a:lnTo>
                    <a:pt x="1884902" y="1006316"/>
                  </a:lnTo>
                  <a:lnTo>
                    <a:pt x="1812417" y="1010602"/>
                  </a:lnTo>
                  <a:lnTo>
                    <a:pt x="1739932" y="1015270"/>
                  </a:lnTo>
                  <a:lnTo>
                    <a:pt x="1667446" y="1020128"/>
                  </a:lnTo>
                  <a:lnTo>
                    <a:pt x="1594866" y="1025176"/>
                  </a:lnTo>
                  <a:lnTo>
                    <a:pt x="1522381" y="1026604"/>
                  </a:lnTo>
                  <a:lnTo>
                    <a:pt x="1449896" y="1025652"/>
                  </a:lnTo>
                  <a:lnTo>
                    <a:pt x="1377410" y="1024890"/>
                  </a:lnTo>
                  <a:lnTo>
                    <a:pt x="1304925" y="1024414"/>
                  </a:lnTo>
                  <a:lnTo>
                    <a:pt x="1232440" y="1024128"/>
                  </a:lnTo>
                  <a:lnTo>
                    <a:pt x="1159954" y="1024128"/>
                  </a:lnTo>
                  <a:lnTo>
                    <a:pt x="1087469" y="1024318"/>
                  </a:lnTo>
                  <a:lnTo>
                    <a:pt x="1014984" y="1024700"/>
                  </a:lnTo>
                  <a:lnTo>
                    <a:pt x="942404" y="1025366"/>
                  </a:lnTo>
                  <a:lnTo>
                    <a:pt x="869918" y="1026224"/>
                  </a:lnTo>
                  <a:lnTo>
                    <a:pt x="797433" y="1027271"/>
                  </a:lnTo>
                  <a:lnTo>
                    <a:pt x="724948" y="1028605"/>
                  </a:lnTo>
                  <a:lnTo>
                    <a:pt x="652462" y="1030129"/>
                  </a:lnTo>
                  <a:lnTo>
                    <a:pt x="579977" y="1031843"/>
                  </a:lnTo>
                  <a:lnTo>
                    <a:pt x="507492" y="1033748"/>
                  </a:lnTo>
                  <a:lnTo>
                    <a:pt x="435007" y="1035939"/>
                  </a:lnTo>
                  <a:lnTo>
                    <a:pt x="362522" y="1038320"/>
                  </a:lnTo>
                  <a:lnTo>
                    <a:pt x="289941" y="1040892"/>
                  </a:lnTo>
                  <a:lnTo>
                    <a:pt x="217456" y="1043654"/>
                  </a:lnTo>
                  <a:lnTo>
                    <a:pt x="144970" y="1046702"/>
                  </a:lnTo>
                  <a:lnTo>
                    <a:pt x="72485" y="1049846"/>
                  </a:lnTo>
                  <a:lnTo>
                    <a:pt x="0" y="10532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L3-rim"/>
            <p:cNvSpPr/>
            <p:nvPr/>
          </p:nvSpPr>
          <p:spPr>
            <a:xfrm>
              <a:off x="9525000" y="8820150"/>
              <a:ext cx="10439210" cy="1095375"/>
            </a:xfrm>
            <a:custGeom>
              <a:avLst/>
              <a:gdLst/>
              <a:ahLst/>
              <a:cxnLst/>
              <a:rect l="l" t="t" r="r" b="b"/>
              <a:pathLst>
                <a:path w="10439210" h="1095375">
                  <a:moveTo>
                    <a:pt x="5219700" y="0"/>
                  </a:moveTo>
                  <a:lnTo>
                    <a:pt x="3114104" y="57150"/>
                  </a:lnTo>
                  <a:lnTo>
                    <a:pt x="2423827" y="114300"/>
                  </a:lnTo>
                  <a:lnTo>
                    <a:pt x="1997392" y="171450"/>
                  </a:lnTo>
                  <a:lnTo>
                    <a:pt x="1653730" y="228600"/>
                  </a:lnTo>
                  <a:lnTo>
                    <a:pt x="1368933" y="285750"/>
                  </a:lnTo>
                  <a:lnTo>
                    <a:pt x="1119950" y="342900"/>
                  </a:lnTo>
                  <a:lnTo>
                    <a:pt x="940022" y="400050"/>
                  </a:lnTo>
                  <a:lnTo>
                    <a:pt x="792766" y="457200"/>
                  </a:lnTo>
                  <a:lnTo>
                    <a:pt x="690372" y="514350"/>
                  </a:lnTo>
                  <a:lnTo>
                    <a:pt x="622745" y="571500"/>
                  </a:lnTo>
                  <a:lnTo>
                    <a:pt x="485204" y="628650"/>
                  </a:lnTo>
                  <a:lnTo>
                    <a:pt x="367189" y="685800"/>
                  </a:lnTo>
                  <a:lnTo>
                    <a:pt x="267081" y="742950"/>
                  </a:lnTo>
                  <a:lnTo>
                    <a:pt x="184023" y="800100"/>
                  </a:lnTo>
                  <a:lnTo>
                    <a:pt x="116967" y="857250"/>
                  </a:lnTo>
                  <a:lnTo>
                    <a:pt x="65437" y="914400"/>
                  </a:lnTo>
                  <a:lnTo>
                    <a:pt x="28956" y="971550"/>
                  </a:lnTo>
                  <a:lnTo>
                    <a:pt x="7239" y="1028700"/>
                  </a:lnTo>
                  <a:lnTo>
                    <a:pt x="0" y="1085850"/>
                  </a:lnTo>
                  <a:lnTo>
                    <a:pt x="10439210" y="1095375"/>
                  </a:lnTo>
                  <a:lnTo>
                    <a:pt x="10434352" y="1038225"/>
                  </a:lnTo>
                  <a:lnTo>
                    <a:pt x="10415016" y="981075"/>
                  </a:lnTo>
                  <a:lnTo>
                    <a:pt x="10381012" y="923925"/>
                  </a:lnTo>
                  <a:lnTo>
                    <a:pt x="10332053" y="866775"/>
                  </a:lnTo>
                  <a:lnTo>
                    <a:pt x="10267664" y="809625"/>
                  </a:lnTo>
                  <a:lnTo>
                    <a:pt x="10187273" y="752475"/>
                  </a:lnTo>
                  <a:lnTo>
                    <a:pt x="10090118" y="695325"/>
                  </a:lnTo>
                  <a:lnTo>
                    <a:pt x="9975152" y="638175"/>
                  </a:lnTo>
                  <a:lnTo>
                    <a:pt x="9841040" y="581025"/>
                  </a:lnTo>
                  <a:lnTo>
                    <a:pt x="9765602" y="523875"/>
                  </a:lnTo>
                  <a:lnTo>
                    <a:pt x="9664065" y="466725"/>
                  </a:lnTo>
                  <a:lnTo>
                    <a:pt x="9528715" y="409575"/>
                  </a:lnTo>
                  <a:lnTo>
                    <a:pt x="9349930" y="352425"/>
                  </a:lnTo>
                  <a:lnTo>
                    <a:pt x="9116949" y="295275"/>
                  </a:lnTo>
                  <a:lnTo>
                    <a:pt x="8833961" y="238125"/>
                  </a:lnTo>
                  <a:lnTo>
                    <a:pt x="8510968" y="180975"/>
                  </a:lnTo>
                  <a:lnTo>
                    <a:pt x="8088440" y="123825"/>
                  </a:lnTo>
                  <a:lnTo>
                    <a:pt x="7479506" y="66675"/>
                  </a:lnTo>
                  <a:lnTo>
                    <a:pt x="6488049" y="9525"/>
                  </a:lnTo>
                </a:path>
              </a:pathLst>
            </a:custGeom>
            <a:noFill/>
            <a:ln w="19050">
              <a:solidFill>
                <a:srgbClr val="B8C3F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5" name="L3-sub1"/>
            <p:cNvSpPr txBox="1"/>
            <p:nvPr/>
          </p:nvSpPr>
          <p:spPr>
            <a:xfrm>
              <a:off x="10829354" y="9151620"/>
              <a:ext cx="7859268" cy="6324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12" b="1" i="0">
                  <a:solidFill>
                    <a:srgbClr val="6B7FE1"/>
                  </a:solidFill>
                  <a:latin typeface="Microsoft YaHei"/>
                  <a:ea typeface="Microsoft YaHei"/>
                  <a:cs typeface="Microsoft YaHei"/>
                </a:rPr>
                <a:t>DistilBERT / MobileViT / DistilWhisper</a:t>
              </a:r>
            </a:p>
          </p:txBody>
        </p:sp>
        <p:sp>
          <p:nvSpPr>
            <p:cNvPr id="286" name="L3-title"/>
            <p:cNvSpPr txBox="1"/>
            <p:nvPr/>
          </p:nvSpPr>
          <p:spPr>
            <a:xfrm>
              <a:off x="12687300" y="10134600"/>
              <a:ext cx="411480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轻量化学生模型层</a:t>
              </a:r>
            </a:p>
          </p:txBody>
        </p:sp>
      </p:grpSp>
      <p:grpSp>
        <p:nvGrpSpPr>
          <p:cNvPr id="473" name="layer-L4"/>
          <p:cNvGrpSpPr/>
          <p:nvPr/>
        </p:nvGrpSpPr>
        <p:grpSpPr>
          <a:xfrm>
            <a:off x="10410825" y="11763375"/>
            <a:ext cx="8667750" cy="2095500"/>
            <a:chOff x="10410825" y="11763375"/>
            <a:chExt cx="8667750" cy="2095500"/>
          </a:xfrm>
        </p:grpSpPr>
        <p:sp>
          <p:nvSpPr>
            <p:cNvPr id="287" name="L4-band-b00"/>
            <p:cNvSpPr/>
            <p:nvPr/>
          </p:nvSpPr>
          <p:spPr>
            <a:xfrm>
              <a:off x="13120783" y="11763375"/>
              <a:ext cx="3247834" cy="46387"/>
            </a:xfrm>
            <a:custGeom>
              <a:avLst/>
              <a:gdLst/>
              <a:ahLst/>
              <a:cxnLst/>
              <a:rect l="l" t="t" r="r" b="b"/>
              <a:pathLst>
                <a:path w="3247834" h="46387">
                  <a:moveTo>
                    <a:pt x="1623917" y="0"/>
                  </a:moveTo>
                  <a:lnTo>
                    <a:pt x="1623917" y="0"/>
                  </a:lnTo>
                  <a:lnTo>
                    <a:pt x="118967" y="38100"/>
                  </a:lnTo>
                  <a:lnTo>
                    <a:pt x="0" y="46387"/>
                  </a:lnTo>
                  <a:lnTo>
                    <a:pt x="3247834" y="46387"/>
                  </a:lnTo>
                  <a:lnTo>
                    <a:pt x="3128867" y="38100"/>
                  </a:lnTo>
                  <a:lnTo>
                    <a:pt x="1623917" y="0"/>
                  </a:lnTo>
                  <a:lnTo>
                    <a:pt x="16239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L4-band-b01"/>
            <p:cNvSpPr/>
            <p:nvPr/>
          </p:nvSpPr>
          <p:spPr>
            <a:xfrm>
              <a:off x="12636532" y="11798332"/>
              <a:ext cx="4216336" cy="46291"/>
            </a:xfrm>
            <a:custGeom>
              <a:avLst/>
              <a:gdLst/>
              <a:ahLst/>
              <a:cxnLst/>
              <a:rect l="l" t="t" r="r" b="b"/>
              <a:pathLst>
                <a:path w="4216336" h="46291">
                  <a:moveTo>
                    <a:pt x="649605" y="0"/>
                  </a:moveTo>
                  <a:lnTo>
                    <a:pt x="649605" y="0"/>
                  </a:lnTo>
                  <a:lnTo>
                    <a:pt x="112395" y="38100"/>
                  </a:lnTo>
                  <a:lnTo>
                    <a:pt x="0" y="46291"/>
                  </a:lnTo>
                  <a:lnTo>
                    <a:pt x="4216336" y="46291"/>
                  </a:lnTo>
                  <a:lnTo>
                    <a:pt x="4103941" y="38100"/>
                  </a:lnTo>
                  <a:lnTo>
                    <a:pt x="3566731" y="0"/>
                  </a:lnTo>
                  <a:lnTo>
                    <a:pt x="35667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L4-band-b02"/>
            <p:cNvSpPr/>
            <p:nvPr/>
          </p:nvSpPr>
          <p:spPr>
            <a:xfrm>
              <a:off x="12384310" y="11833193"/>
              <a:ext cx="4720780" cy="46387"/>
            </a:xfrm>
            <a:custGeom>
              <a:avLst/>
              <a:gdLst/>
              <a:ahLst/>
              <a:cxnLst/>
              <a:rect l="l" t="t" r="r" b="b"/>
              <a:pathLst>
                <a:path w="4720780" h="46387">
                  <a:moveTo>
                    <a:pt x="408146" y="0"/>
                  </a:moveTo>
                  <a:lnTo>
                    <a:pt x="408146" y="0"/>
                  </a:lnTo>
                  <a:lnTo>
                    <a:pt x="54578" y="38100"/>
                  </a:lnTo>
                  <a:lnTo>
                    <a:pt x="0" y="46387"/>
                  </a:lnTo>
                  <a:lnTo>
                    <a:pt x="4720780" y="46387"/>
                  </a:lnTo>
                  <a:lnTo>
                    <a:pt x="4666202" y="38100"/>
                  </a:lnTo>
                  <a:lnTo>
                    <a:pt x="4312634" y="0"/>
                  </a:lnTo>
                  <a:lnTo>
                    <a:pt x="43126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0" name="L4-band-b03"/>
            <p:cNvSpPr/>
            <p:nvPr/>
          </p:nvSpPr>
          <p:spPr>
            <a:xfrm>
              <a:off x="12159234" y="11868150"/>
              <a:ext cx="5170932" cy="46387"/>
            </a:xfrm>
            <a:custGeom>
              <a:avLst/>
              <a:gdLst/>
              <a:ahLst/>
              <a:cxnLst/>
              <a:rect l="l" t="t" r="r" b="b"/>
              <a:pathLst>
                <a:path w="5170932" h="46387">
                  <a:moveTo>
                    <a:pt x="300704" y="0"/>
                  </a:moveTo>
                  <a:lnTo>
                    <a:pt x="300704" y="0"/>
                  </a:lnTo>
                  <a:lnTo>
                    <a:pt x="52483" y="38100"/>
                  </a:lnTo>
                  <a:lnTo>
                    <a:pt x="0" y="46387"/>
                  </a:lnTo>
                  <a:lnTo>
                    <a:pt x="5170932" y="46387"/>
                  </a:lnTo>
                  <a:lnTo>
                    <a:pt x="5118449" y="38100"/>
                  </a:lnTo>
                  <a:lnTo>
                    <a:pt x="4870228" y="0"/>
                  </a:lnTo>
                  <a:lnTo>
                    <a:pt x="4870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1" name="L4-band-b04"/>
            <p:cNvSpPr/>
            <p:nvPr/>
          </p:nvSpPr>
          <p:spPr>
            <a:xfrm>
              <a:off x="11941302" y="11903107"/>
              <a:ext cx="5606796" cy="46291"/>
            </a:xfrm>
            <a:custGeom>
              <a:avLst/>
              <a:gdLst/>
              <a:ahLst/>
              <a:cxnLst/>
              <a:rect l="l" t="t" r="r" b="b"/>
              <a:pathLst>
                <a:path w="5606796" h="46291">
                  <a:moveTo>
                    <a:pt x="290703" y="0"/>
                  </a:moveTo>
                  <a:lnTo>
                    <a:pt x="290703" y="0"/>
                  </a:lnTo>
                  <a:lnTo>
                    <a:pt x="50959" y="38100"/>
                  </a:lnTo>
                  <a:lnTo>
                    <a:pt x="0" y="46291"/>
                  </a:lnTo>
                  <a:lnTo>
                    <a:pt x="5606796" y="46291"/>
                  </a:lnTo>
                  <a:lnTo>
                    <a:pt x="5555837" y="38100"/>
                  </a:lnTo>
                  <a:lnTo>
                    <a:pt x="5316093" y="0"/>
                  </a:lnTo>
                  <a:lnTo>
                    <a:pt x="53160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L4-band-b05"/>
            <p:cNvSpPr/>
            <p:nvPr/>
          </p:nvSpPr>
          <p:spPr>
            <a:xfrm>
              <a:off x="11782139" y="11937968"/>
              <a:ext cx="5925122" cy="46387"/>
            </a:xfrm>
            <a:custGeom>
              <a:avLst/>
              <a:gdLst/>
              <a:ahLst/>
              <a:cxnLst/>
              <a:rect l="l" t="t" r="r" b="b"/>
              <a:pathLst>
                <a:path w="5925122" h="46387">
                  <a:moveTo>
                    <a:pt x="229839" y="0"/>
                  </a:moveTo>
                  <a:lnTo>
                    <a:pt x="229839" y="0"/>
                  </a:lnTo>
                  <a:lnTo>
                    <a:pt x="36195" y="38100"/>
                  </a:lnTo>
                  <a:lnTo>
                    <a:pt x="0" y="46387"/>
                  </a:lnTo>
                  <a:lnTo>
                    <a:pt x="5925122" y="46387"/>
                  </a:lnTo>
                  <a:lnTo>
                    <a:pt x="5888927" y="38100"/>
                  </a:lnTo>
                  <a:lnTo>
                    <a:pt x="5695283" y="0"/>
                  </a:lnTo>
                  <a:lnTo>
                    <a:pt x="56952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L4-band-b06"/>
            <p:cNvSpPr/>
            <p:nvPr/>
          </p:nvSpPr>
          <p:spPr>
            <a:xfrm>
              <a:off x="11631359" y="11972925"/>
              <a:ext cx="6226683" cy="46387"/>
            </a:xfrm>
            <a:custGeom>
              <a:avLst/>
              <a:gdLst/>
              <a:ahLst/>
              <a:cxnLst/>
              <a:rect l="l" t="t" r="r" b="b"/>
              <a:pathLst>
                <a:path w="6226683" h="46387">
                  <a:moveTo>
                    <a:pt x="200977" y="0"/>
                  </a:moveTo>
                  <a:lnTo>
                    <a:pt x="200977" y="0"/>
                  </a:lnTo>
                  <a:lnTo>
                    <a:pt x="35337" y="38100"/>
                  </a:lnTo>
                  <a:lnTo>
                    <a:pt x="0" y="46387"/>
                  </a:lnTo>
                  <a:lnTo>
                    <a:pt x="6226683" y="46387"/>
                  </a:lnTo>
                  <a:lnTo>
                    <a:pt x="6191345" y="38100"/>
                  </a:lnTo>
                  <a:lnTo>
                    <a:pt x="6025705" y="0"/>
                  </a:lnTo>
                  <a:lnTo>
                    <a:pt x="60257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L4-band-b07"/>
            <p:cNvSpPr/>
            <p:nvPr/>
          </p:nvSpPr>
          <p:spPr>
            <a:xfrm>
              <a:off x="11484102" y="12007882"/>
              <a:ext cx="6521196" cy="46291"/>
            </a:xfrm>
            <a:custGeom>
              <a:avLst/>
              <a:gdLst/>
              <a:ahLst/>
              <a:cxnLst/>
              <a:rect l="l" t="t" r="r" b="b"/>
              <a:pathLst>
                <a:path w="6521196" h="46291">
                  <a:moveTo>
                    <a:pt x="196215" y="0"/>
                  </a:moveTo>
                  <a:lnTo>
                    <a:pt x="196215" y="0"/>
                  </a:lnTo>
                  <a:lnTo>
                    <a:pt x="34576" y="38100"/>
                  </a:lnTo>
                  <a:lnTo>
                    <a:pt x="0" y="46291"/>
                  </a:lnTo>
                  <a:lnTo>
                    <a:pt x="6521196" y="46291"/>
                  </a:lnTo>
                  <a:lnTo>
                    <a:pt x="6486620" y="38100"/>
                  </a:lnTo>
                  <a:lnTo>
                    <a:pt x="6324981" y="0"/>
                  </a:lnTo>
                  <a:lnTo>
                    <a:pt x="63249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L4-band-b08"/>
            <p:cNvSpPr/>
            <p:nvPr/>
          </p:nvSpPr>
          <p:spPr>
            <a:xfrm>
              <a:off x="11354848" y="12042743"/>
              <a:ext cx="6779704" cy="46387"/>
            </a:xfrm>
            <a:custGeom>
              <a:avLst/>
              <a:gdLst/>
              <a:ahLst/>
              <a:cxnLst/>
              <a:rect l="l" t="t" r="r" b="b"/>
              <a:pathLst>
                <a:path w="6779704" h="46387">
                  <a:moveTo>
                    <a:pt x="177165" y="0"/>
                  </a:moveTo>
                  <a:lnTo>
                    <a:pt x="177165" y="0"/>
                  </a:lnTo>
                  <a:lnTo>
                    <a:pt x="22955" y="38100"/>
                  </a:lnTo>
                  <a:lnTo>
                    <a:pt x="0" y="46387"/>
                  </a:lnTo>
                  <a:lnTo>
                    <a:pt x="6779704" y="46387"/>
                  </a:lnTo>
                  <a:lnTo>
                    <a:pt x="6756749" y="38100"/>
                  </a:lnTo>
                  <a:lnTo>
                    <a:pt x="6602539" y="0"/>
                  </a:lnTo>
                  <a:lnTo>
                    <a:pt x="6602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6" name="L4-band-b09"/>
            <p:cNvSpPr/>
            <p:nvPr/>
          </p:nvSpPr>
          <p:spPr>
            <a:xfrm>
              <a:off x="11259312" y="12077700"/>
              <a:ext cx="6970776" cy="46387"/>
            </a:xfrm>
            <a:custGeom>
              <a:avLst/>
              <a:gdLst/>
              <a:ahLst/>
              <a:cxnLst/>
              <a:rect l="l" t="t" r="r" b="b"/>
              <a:pathLst>
                <a:path w="6970776" h="46387">
                  <a:moveTo>
                    <a:pt x="127349" y="0"/>
                  </a:moveTo>
                  <a:lnTo>
                    <a:pt x="127349" y="0"/>
                  </a:lnTo>
                  <a:lnTo>
                    <a:pt x="22384" y="38100"/>
                  </a:lnTo>
                  <a:lnTo>
                    <a:pt x="0" y="46387"/>
                  </a:lnTo>
                  <a:lnTo>
                    <a:pt x="6970776" y="46387"/>
                  </a:lnTo>
                  <a:lnTo>
                    <a:pt x="6948392" y="38100"/>
                  </a:lnTo>
                  <a:lnTo>
                    <a:pt x="6843427" y="0"/>
                  </a:lnTo>
                  <a:lnTo>
                    <a:pt x="6843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L4-band-b10"/>
            <p:cNvSpPr/>
            <p:nvPr/>
          </p:nvSpPr>
          <p:spPr>
            <a:xfrm>
              <a:off x="11165872" y="12112657"/>
              <a:ext cx="7157656" cy="46291"/>
            </a:xfrm>
            <a:custGeom>
              <a:avLst/>
              <a:gdLst/>
              <a:ahLst/>
              <a:cxnLst/>
              <a:rect l="l" t="t" r="r" b="b"/>
              <a:pathLst>
                <a:path w="7157656" h="46291">
                  <a:moveTo>
                    <a:pt x="124396" y="0"/>
                  </a:moveTo>
                  <a:lnTo>
                    <a:pt x="124396" y="0"/>
                  </a:lnTo>
                  <a:lnTo>
                    <a:pt x="21907" y="38100"/>
                  </a:lnTo>
                  <a:lnTo>
                    <a:pt x="0" y="46291"/>
                  </a:lnTo>
                  <a:lnTo>
                    <a:pt x="7157656" y="46291"/>
                  </a:lnTo>
                  <a:lnTo>
                    <a:pt x="7135749" y="38100"/>
                  </a:lnTo>
                  <a:lnTo>
                    <a:pt x="7033260" y="0"/>
                  </a:lnTo>
                  <a:lnTo>
                    <a:pt x="70332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L4-band-b11"/>
            <p:cNvSpPr/>
            <p:nvPr/>
          </p:nvSpPr>
          <p:spPr>
            <a:xfrm>
              <a:off x="11085862" y="12147518"/>
              <a:ext cx="7317676" cy="46387"/>
            </a:xfrm>
            <a:custGeom>
              <a:avLst/>
              <a:gdLst/>
              <a:ahLst/>
              <a:cxnLst/>
              <a:rect l="l" t="t" r="r" b="b"/>
              <a:pathLst>
                <a:path w="7317676" h="46387">
                  <a:moveTo>
                    <a:pt x="110394" y="0"/>
                  </a:moveTo>
                  <a:lnTo>
                    <a:pt x="110394" y="0"/>
                  </a:lnTo>
                  <a:lnTo>
                    <a:pt x="13240" y="38100"/>
                  </a:lnTo>
                  <a:lnTo>
                    <a:pt x="0" y="46387"/>
                  </a:lnTo>
                  <a:lnTo>
                    <a:pt x="7317676" y="46387"/>
                  </a:lnTo>
                  <a:lnTo>
                    <a:pt x="7304436" y="38100"/>
                  </a:lnTo>
                  <a:lnTo>
                    <a:pt x="7207282" y="0"/>
                  </a:lnTo>
                  <a:lnTo>
                    <a:pt x="72072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L4-band-b12"/>
            <p:cNvSpPr/>
            <p:nvPr/>
          </p:nvSpPr>
          <p:spPr>
            <a:xfrm>
              <a:off x="11031093" y="12182475"/>
              <a:ext cx="7427214" cy="46387"/>
            </a:xfrm>
            <a:custGeom>
              <a:avLst/>
              <a:gdLst/>
              <a:ahLst/>
              <a:cxnLst/>
              <a:rect l="l" t="t" r="r" b="b"/>
              <a:pathLst>
                <a:path w="7427214" h="46387">
                  <a:moveTo>
                    <a:pt x="73152" y="0"/>
                  </a:moveTo>
                  <a:lnTo>
                    <a:pt x="73152" y="0"/>
                  </a:lnTo>
                  <a:lnTo>
                    <a:pt x="12763" y="38100"/>
                  </a:lnTo>
                  <a:lnTo>
                    <a:pt x="0" y="46387"/>
                  </a:lnTo>
                  <a:lnTo>
                    <a:pt x="7427214" y="46387"/>
                  </a:lnTo>
                  <a:lnTo>
                    <a:pt x="7414451" y="38100"/>
                  </a:lnTo>
                  <a:lnTo>
                    <a:pt x="7354062" y="0"/>
                  </a:lnTo>
                  <a:lnTo>
                    <a:pt x="73540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0" name="L4-band-b13"/>
            <p:cNvSpPr/>
            <p:nvPr/>
          </p:nvSpPr>
          <p:spPr>
            <a:xfrm>
              <a:off x="10977848" y="12217432"/>
              <a:ext cx="7533704" cy="46291"/>
            </a:xfrm>
            <a:custGeom>
              <a:avLst/>
              <a:gdLst/>
              <a:ahLst/>
              <a:cxnLst/>
              <a:rect l="l" t="t" r="r" b="b"/>
              <a:pathLst>
                <a:path w="7533704" h="46291">
                  <a:moveTo>
                    <a:pt x="70962" y="0"/>
                  </a:moveTo>
                  <a:lnTo>
                    <a:pt x="70962" y="0"/>
                  </a:lnTo>
                  <a:lnTo>
                    <a:pt x="12478" y="38100"/>
                  </a:lnTo>
                  <a:lnTo>
                    <a:pt x="0" y="46291"/>
                  </a:lnTo>
                  <a:lnTo>
                    <a:pt x="7533704" y="46291"/>
                  </a:lnTo>
                  <a:lnTo>
                    <a:pt x="7521226" y="38100"/>
                  </a:lnTo>
                  <a:lnTo>
                    <a:pt x="7462742" y="0"/>
                  </a:lnTo>
                  <a:lnTo>
                    <a:pt x="74627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" name="L4-band-b14"/>
            <p:cNvSpPr/>
            <p:nvPr/>
          </p:nvSpPr>
          <p:spPr>
            <a:xfrm>
              <a:off x="10964513" y="12252293"/>
              <a:ext cx="7560374" cy="46387"/>
            </a:xfrm>
            <a:custGeom>
              <a:avLst/>
              <a:gdLst/>
              <a:ahLst/>
              <a:cxnLst/>
              <a:rect l="l" t="t" r="r" b="b"/>
              <a:pathLst>
                <a:path w="7560374" h="46387">
                  <a:moveTo>
                    <a:pt x="30575" y="0"/>
                  </a:moveTo>
                  <a:lnTo>
                    <a:pt x="30575" y="0"/>
                  </a:lnTo>
                  <a:lnTo>
                    <a:pt x="19431" y="38100"/>
                  </a:lnTo>
                  <a:lnTo>
                    <a:pt x="0" y="46387"/>
                  </a:lnTo>
                  <a:lnTo>
                    <a:pt x="7560374" y="46387"/>
                  </a:lnTo>
                  <a:lnTo>
                    <a:pt x="7540943" y="38100"/>
                  </a:lnTo>
                  <a:lnTo>
                    <a:pt x="7529799" y="0"/>
                  </a:lnTo>
                  <a:lnTo>
                    <a:pt x="75297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L4-band-b15"/>
            <p:cNvSpPr/>
            <p:nvPr/>
          </p:nvSpPr>
          <p:spPr>
            <a:xfrm>
              <a:off x="10887075" y="12287250"/>
              <a:ext cx="7715250" cy="46387"/>
            </a:xfrm>
            <a:custGeom>
              <a:avLst/>
              <a:gdLst/>
              <a:ahLst/>
              <a:cxnLst/>
              <a:rect l="l" t="t" r="r" b="b"/>
              <a:pathLst>
                <a:path w="7715250" h="46387">
                  <a:moveTo>
                    <a:pt x="104394" y="0"/>
                  </a:moveTo>
                  <a:lnTo>
                    <a:pt x="104394" y="0"/>
                  </a:lnTo>
                  <a:lnTo>
                    <a:pt x="17716" y="38100"/>
                  </a:lnTo>
                  <a:lnTo>
                    <a:pt x="0" y="46387"/>
                  </a:lnTo>
                  <a:lnTo>
                    <a:pt x="7715250" y="46387"/>
                  </a:lnTo>
                  <a:lnTo>
                    <a:pt x="7697533" y="38100"/>
                  </a:lnTo>
                  <a:lnTo>
                    <a:pt x="7610856" y="0"/>
                  </a:lnTo>
                  <a:lnTo>
                    <a:pt x="76108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L4-band-b16"/>
            <p:cNvSpPr/>
            <p:nvPr/>
          </p:nvSpPr>
          <p:spPr>
            <a:xfrm>
              <a:off x="10816495" y="12322207"/>
              <a:ext cx="7856410" cy="46291"/>
            </a:xfrm>
            <a:custGeom>
              <a:avLst/>
              <a:gdLst/>
              <a:ahLst/>
              <a:cxnLst/>
              <a:rect l="l" t="t" r="r" b="b"/>
              <a:pathLst>
                <a:path w="7856410" h="46291">
                  <a:moveTo>
                    <a:pt x="95155" y="0"/>
                  </a:moveTo>
                  <a:lnTo>
                    <a:pt x="95155" y="0"/>
                  </a:lnTo>
                  <a:lnTo>
                    <a:pt x="16097" y="38100"/>
                  </a:lnTo>
                  <a:lnTo>
                    <a:pt x="0" y="46291"/>
                  </a:lnTo>
                  <a:lnTo>
                    <a:pt x="7856410" y="46291"/>
                  </a:lnTo>
                  <a:lnTo>
                    <a:pt x="7840313" y="38100"/>
                  </a:lnTo>
                  <a:lnTo>
                    <a:pt x="7761255" y="0"/>
                  </a:lnTo>
                  <a:lnTo>
                    <a:pt x="7761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L4-band-b17"/>
            <p:cNvSpPr/>
            <p:nvPr/>
          </p:nvSpPr>
          <p:spPr>
            <a:xfrm>
              <a:off x="10752296" y="12357068"/>
              <a:ext cx="7984808" cy="46387"/>
            </a:xfrm>
            <a:custGeom>
              <a:avLst/>
              <a:gdLst/>
              <a:ahLst/>
              <a:cxnLst/>
              <a:rect l="l" t="t" r="r" b="b"/>
              <a:pathLst>
                <a:path w="7984808" h="46387">
                  <a:moveTo>
                    <a:pt x="86582" y="0"/>
                  </a:moveTo>
                  <a:lnTo>
                    <a:pt x="86582" y="0"/>
                  </a:lnTo>
                  <a:lnTo>
                    <a:pt x="14669" y="38100"/>
                  </a:lnTo>
                  <a:lnTo>
                    <a:pt x="0" y="46387"/>
                  </a:lnTo>
                  <a:lnTo>
                    <a:pt x="7984808" y="46387"/>
                  </a:lnTo>
                  <a:lnTo>
                    <a:pt x="7970139" y="38100"/>
                  </a:lnTo>
                  <a:lnTo>
                    <a:pt x="7898226" y="0"/>
                  </a:lnTo>
                  <a:lnTo>
                    <a:pt x="78982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L4-band-b18"/>
            <p:cNvSpPr/>
            <p:nvPr/>
          </p:nvSpPr>
          <p:spPr>
            <a:xfrm>
              <a:off x="10694384" y="12392025"/>
              <a:ext cx="8100632" cy="46387"/>
            </a:xfrm>
            <a:custGeom>
              <a:avLst/>
              <a:gdLst/>
              <a:ahLst/>
              <a:cxnLst/>
              <a:rect l="l" t="t" r="r" b="b"/>
              <a:pathLst>
                <a:path w="8100632" h="46387">
                  <a:moveTo>
                    <a:pt x="78296" y="0"/>
                  </a:moveTo>
                  <a:lnTo>
                    <a:pt x="78296" y="0"/>
                  </a:lnTo>
                  <a:lnTo>
                    <a:pt x="13145" y="38100"/>
                  </a:lnTo>
                  <a:lnTo>
                    <a:pt x="0" y="46387"/>
                  </a:lnTo>
                  <a:lnTo>
                    <a:pt x="8100632" y="46387"/>
                  </a:lnTo>
                  <a:lnTo>
                    <a:pt x="8087487" y="38100"/>
                  </a:lnTo>
                  <a:lnTo>
                    <a:pt x="8022336" y="0"/>
                  </a:lnTo>
                  <a:lnTo>
                    <a:pt x="80223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" name="L4-band-b19"/>
            <p:cNvSpPr/>
            <p:nvPr/>
          </p:nvSpPr>
          <p:spPr>
            <a:xfrm>
              <a:off x="10642282" y="12426982"/>
              <a:ext cx="8204836" cy="46291"/>
            </a:xfrm>
            <a:custGeom>
              <a:avLst/>
              <a:gdLst/>
              <a:ahLst/>
              <a:cxnLst/>
              <a:rect l="l" t="t" r="r" b="b"/>
              <a:pathLst>
                <a:path w="8204836" h="46291">
                  <a:moveTo>
                    <a:pt x="70390" y="0"/>
                  </a:moveTo>
                  <a:lnTo>
                    <a:pt x="70390" y="0"/>
                  </a:lnTo>
                  <a:lnTo>
                    <a:pt x="11812" y="38100"/>
                  </a:lnTo>
                  <a:lnTo>
                    <a:pt x="0" y="46291"/>
                  </a:lnTo>
                  <a:lnTo>
                    <a:pt x="8204836" y="46291"/>
                  </a:lnTo>
                  <a:lnTo>
                    <a:pt x="8193024" y="38100"/>
                  </a:lnTo>
                  <a:lnTo>
                    <a:pt x="8134446" y="0"/>
                  </a:lnTo>
                  <a:lnTo>
                    <a:pt x="8134446" y="0"/>
                  </a:lnTo>
                  <a:close/>
                </a:path>
              </a:pathLst>
            </a:custGeom>
            <a:solidFill>
              <a:srgbClr val="FCFD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L4-band-b20"/>
            <p:cNvSpPr/>
            <p:nvPr/>
          </p:nvSpPr>
          <p:spPr>
            <a:xfrm>
              <a:off x="10595896" y="12461843"/>
              <a:ext cx="8297608" cy="46387"/>
            </a:xfrm>
            <a:custGeom>
              <a:avLst/>
              <a:gdLst/>
              <a:ahLst/>
              <a:cxnLst/>
              <a:rect l="l" t="t" r="r" b="b"/>
              <a:pathLst>
                <a:path w="8297608" h="46387">
                  <a:moveTo>
                    <a:pt x="62770" y="0"/>
                  </a:moveTo>
                  <a:lnTo>
                    <a:pt x="62770" y="0"/>
                  </a:lnTo>
                  <a:lnTo>
                    <a:pt x="10477" y="38100"/>
                  </a:lnTo>
                  <a:lnTo>
                    <a:pt x="0" y="46387"/>
                  </a:lnTo>
                  <a:lnTo>
                    <a:pt x="8297608" y="46387"/>
                  </a:lnTo>
                  <a:lnTo>
                    <a:pt x="8287131" y="38100"/>
                  </a:lnTo>
                  <a:lnTo>
                    <a:pt x="8234838" y="0"/>
                  </a:lnTo>
                  <a:lnTo>
                    <a:pt x="8234838" y="0"/>
                  </a:lnTo>
                  <a:close/>
                </a:path>
              </a:pathLst>
            </a:custGeom>
            <a:solidFill>
              <a:srgbClr val="F4F6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L4-band-b21"/>
            <p:cNvSpPr/>
            <p:nvPr/>
          </p:nvSpPr>
          <p:spPr>
            <a:xfrm>
              <a:off x="10554938" y="12496800"/>
              <a:ext cx="8379524" cy="46387"/>
            </a:xfrm>
            <a:custGeom>
              <a:avLst/>
              <a:gdLst/>
              <a:ahLst/>
              <a:cxnLst/>
              <a:rect l="l" t="t" r="r" b="b"/>
              <a:pathLst>
                <a:path w="8379524" h="46387">
                  <a:moveTo>
                    <a:pt x="55531" y="0"/>
                  </a:moveTo>
                  <a:lnTo>
                    <a:pt x="55531" y="0"/>
                  </a:lnTo>
                  <a:lnTo>
                    <a:pt x="9240" y="38100"/>
                  </a:lnTo>
                  <a:lnTo>
                    <a:pt x="0" y="46387"/>
                  </a:lnTo>
                  <a:lnTo>
                    <a:pt x="8379524" y="46387"/>
                  </a:lnTo>
                  <a:lnTo>
                    <a:pt x="8370284" y="38100"/>
                  </a:lnTo>
                  <a:lnTo>
                    <a:pt x="8323993" y="0"/>
                  </a:lnTo>
                  <a:lnTo>
                    <a:pt x="8323993" y="0"/>
                  </a:lnTo>
                  <a:close/>
                </a:path>
              </a:pathLst>
            </a:custGeom>
            <a:solidFill>
              <a:srgbClr val="EBEF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L4-band-b22"/>
            <p:cNvSpPr/>
            <p:nvPr/>
          </p:nvSpPr>
          <p:spPr>
            <a:xfrm>
              <a:off x="10519410" y="12531757"/>
              <a:ext cx="8450580" cy="46291"/>
            </a:xfrm>
            <a:custGeom>
              <a:avLst/>
              <a:gdLst/>
              <a:ahLst/>
              <a:cxnLst/>
              <a:rect l="l" t="t" r="r" b="b"/>
              <a:pathLst>
                <a:path w="8450580" h="46291">
                  <a:moveTo>
                    <a:pt x="48387" y="0"/>
                  </a:moveTo>
                  <a:lnTo>
                    <a:pt x="48387" y="0"/>
                  </a:lnTo>
                  <a:lnTo>
                    <a:pt x="7906" y="38100"/>
                  </a:lnTo>
                  <a:lnTo>
                    <a:pt x="0" y="46291"/>
                  </a:lnTo>
                  <a:lnTo>
                    <a:pt x="8450580" y="46291"/>
                  </a:lnTo>
                  <a:lnTo>
                    <a:pt x="8442674" y="38100"/>
                  </a:lnTo>
                  <a:lnTo>
                    <a:pt x="8402193" y="0"/>
                  </a:lnTo>
                  <a:lnTo>
                    <a:pt x="8402193" y="0"/>
                  </a:lnTo>
                  <a:close/>
                </a:path>
              </a:pathLst>
            </a:custGeom>
            <a:solidFill>
              <a:srgbClr val="E2E7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0" name="L4-band-b23"/>
            <p:cNvSpPr/>
            <p:nvPr/>
          </p:nvSpPr>
          <p:spPr>
            <a:xfrm>
              <a:off x="10489025" y="12566618"/>
              <a:ext cx="8511350" cy="46387"/>
            </a:xfrm>
            <a:custGeom>
              <a:avLst/>
              <a:gdLst/>
              <a:ahLst/>
              <a:cxnLst/>
              <a:rect l="l" t="t" r="r" b="b"/>
              <a:pathLst>
                <a:path w="8511350" h="46387">
                  <a:moveTo>
                    <a:pt x="41434" y="0"/>
                  </a:moveTo>
                  <a:lnTo>
                    <a:pt x="41434" y="0"/>
                  </a:lnTo>
                  <a:lnTo>
                    <a:pt x="6668" y="38100"/>
                  </a:lnTo>
                  <a:lnTo>
                    <a:pt x="0" y="46387"/>
                  </a:lnTo>
                  <a:lnTo>
                    <a:pt x="8511350" y="46387"/>
                  </a:lnTo>
                  <a:lnTo>
                    <a:pt x="8504682" y="38100"/>
                  </a:lnTo>
                  <a:lnTo>
                    <a:pt x="8469916" y="0"/>
                  </a:lnTo>
                  <a:lnTo>
                    <a:pt x="8469916" y="0"/>
                  </a:lnTo>
                  <a:close/>
                </a:path>
              </a:pathLst>
            </a:custGeom>
            <a:solidFill>
              <a:srgbClr val="DAE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" name="L4-band-b24"/>
            <p:cNvSpPr/>
            <p:nvPr/>
          </p:nvSpPr>
          <p:spPr>
            <a:xfrm>
              <a:off x="10463689" y="12601575"/>
              <a:ext cx="8562022" cy="46387"/>
            </a:xfrm>
            <a:custGeom>
              <a:avLst/>
              <a:gdLst/>
              <a:ahLst/>
              <a:cxnLst/>
              <a:rect l="l" t="t" r="r" b="b"/>
              <a:pathLst>
                <a:path w="8562022" h="46387">
                  <a:moveTo>
                    <a:pt x="34671" y="0"/>
                  </a:moveTo>
                  <a:lnTo>
                    <a:pt x="34671" y="0"/>
                  </a:lnTo>
                  <a:lnTo>
                    <a:pt x="5524" y="38100"/>
                  </a:lnTo>
                  <a:lnTo>
                    <a:pt x="0" y="46387"/>
                  </a:lnTo>
                  <a:lnTo>
                    <a:pt x="8562022" y="46387"/>
                  </a:lnTo>
                  <a:lnTo>
                    <a:pt x="8556498" y="38100"/>
                  </a:lnTo>
                  <a:lnTo>
                    <a:pt x="8527351" y="0"/>
                  </a:lnTo>
                  <a:lnTo>
                    <a:pt x="8527351" y="0"/>
                  </a:lnTo>
                  <a:close/>
                </a:path>
              </a:pathLst>
            </a:custGeom>
            <a:solidFill>
              <a:srgbClr val="D8DF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L4-band-b25"/>
            <p:cNvSpPr/>
            <p:nvPr/>
          </p:nvSpPr>
          <p:spPr>
            <a:xfrm>
              <a:off x="10443400" y="12636532"/>
              <a:ext cx="8602600" cy="46291"/>
            </a:xfrm>
            <a:custGeom>
              <a:avLst/>
              <a:gdLst/>
              <a:ahLst/>
              <a:cxnLst/>
              <a:rect l="l" t="t" r="r" b="b"/>
              <a:pathLst>
                <a:path w="8602600" h="46291">
                  <a:moveTo>
                    <a:pt x="28004" y="0"/>
                  </a:moveTo>
                  <a:lnTo>
                    <a:pt x="28004" y="0"/>
                  </a:lnTo>
                  <a:lnTo>
                    <a:pt x="4382" y="38100"/>
                  </a:lnTo>
                  <a:lnTo>
                    <a:pt x="0" y="46291"/>
                  </a:lnTo>
                  <a:lnTo>
                    <a:pt x="8602600" y="46291"/>
                  </a:lnTo>
                  <a:lnTo>
                    <a:pt x="8598218" y="38100"/>
                  </a:lnTo>
                  <a:lnTo>
                    <a:pt x="8574596" y="0"/>
                  </a:lnTo>
                  <a:lnTo>
                    <a:pt x="8574596" y="0"/>
                  </a:lnTo>
                  <a:close/>
                </a:path>
              </a:pathLst>
            </a:custGeom>
            <a:solidFill>
              <a:srgbClr val="D6DE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L4-band-b26"/>
            <p:cNvSpPr/>
            <p:nvPr/>
          </p:nvSpPr>
          <p:spPr>
            <a:xfrm>
              <a:off x="10428065" y="12671393"/>
              <a:ext cx="8633270" cy="46387"/>
            </a:xfrm>
            <a:custGeom>
              <a:avLst/>
              <a:gdLst/>
              <a:ahLst/>
              <a:cxnLst/>
              <a:rect l="l" t="t" r="r" b="b"/>
              <a:pathLst>
                <a:path w="8633270" h="46387">
                  <a:moveTo>
                    <a:pt x="21431" y="0"/>
                  </a:moveTo>
                  <a:lnTo>
                    <a:pt x="21431" y="0"/>
                  </a:lnTo>
                  <a:lnTo>
                    <a:pt x="3144" y="38100"/>
                  </a:lnTo>
                  <a:lnTo>
                    <a:pt x="0" y="46387"/>
                  </a:lnTo>
                  <a:lnTo>
                    <a:pt x="8633270" y="46387"/>
                  </a:lnTo>
                  <a:lnTo>
                    <a:pt x="8630127" y="38100"/>
                  </a:lnTo>
                  <a:lnTo>
                    <a:pt x="8611839" y="0"/>
                  </a:lnTo>
                  <a:lnTo>
                    <a:pt x="8611839" y="0"/>
                  </a:lnTo>
                  <a:close/>
                </a:path>
              </a:pathLst>
            </a:custGeom>
            <a:solidFill>
              <a:srgbClr val="D4DC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L4-band-b27"/>
            <p:cNvSpPr/>
            <p:nvPr/>
          </p:nvSpPr>
          <p:spPr>
            <a:xfrm>
              <a:off x="10417588" y="12706350"/>
              <a:ext cx="8654224" cy="46387"/>
            </a:xfrm>
            <a:custGeom>
              <a:avLst/>
              <a:gdLst/>
              <a:ahLst/>
              <a:cxnLst/>
              <a:rect l="l" t="t" r="r" b="b"/>
              <a:pathLst>
                <a:path w="8654224" h="46387">
                  <a:moveTo>
                    <a:pt x="14954" y="0"/>
                  </a:moveTo>
                  <a:lnTo>
                    <a:pt x="14954" y="0"/>
                  </a:lnTo>
                  <a:lnTo>
                    <a:pt x="2000" y="38100"/>
                  </a:lnTo>
                  <a:lnTo>
                    <a:pt x="0" y="46387"/>
                  </a:lnTo>
                  <a:lnTo>
                    <a:pt x="8654224" y="46387"/>
                  </a:lnTo>
                  <a:lnTo>
                    <a:pt x="8652224" y="38100"/>
                  </a:lnTo>
                  <a:lnTo>
                    <a:pt x="8639270" y="0"/>
                  </a:lnTo>
                  <a:lnTo>
                    <a:pt x="8639270" y="0"/>
                  </a:lnTo>
                  <a:close/>
                </a:path>
              </a:pathLst>
            </a:custGeom>
            <a:solidFill>
              <a:srgbClr val="D2DB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5" name="L4-band-b28"/>
            <p:cNvSpPr/>
            <p:nvPr/>
          </p:nvSpPr>
          <p:spPr>
            <a:xfrm>
              <a:off x="10411873" y="12741307"/>
              <a:ext cx="8665654" cy="46291"/>
            </a:xfrm>
            <a:custGeom>
              <a:avLst/>
              <a:gdLst/>
              <a:ahLst/>
              <a:cxnLst/>
              <a:rect l="l" t="t" r="r" b="b"/>
              <a:pathLst>
                <a:path w="8665654" h="46291">
                  <a:moveTo>
                    <a:pt x="8572" y="0"/>
                  </a:moveTo>
                  <a:lnTo>
                    <a:pt x="8572" y="0"/>
                  </a:lnTo>
                  <a:lnTo>
                    <a:pt x="952" y="38100"/>
                  </a:lnTo>
                  <a:lnTo>
                    <a:pt x="0" y="46291"/>
                  </a:lnTo>
                  <a:lnTo>
                    <a:pt x="8665654" y="46291"/>
                  </a:lnTo>
                  <a:lnTo>
                    <a:pt x="8664702" y="38100"/>
                  </a:lnTo>
                  <a:lnTo>
                    <a:pt x="8657082" y="0"/>
                  </a:lnTo>
                  <a:lnTo>
                    <a:pt x="8657082" y="0"/>
                  </a:lnTo>
                  <a:close/>
                </a:path>
              </a:pathLst>
            </a:custGeom>
            <a:solidFill>
              <a:srgbClr val="D0D9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6" name="L4-band-b29"/>
            <p:cNvSpPr/>
            <p:nvPr/>
          </p:nvSpPr>
          <p:spPr>
            <a:xfrm>
              <a:off x="10410825" y="12776168"/>
              <a:ext cx="8667750" cy="46387"/>
            </a:xfrm>
            <a:custGeom>
              <a:avLst/>
              <a:gdLst/>
              <a:ahLst/>
              <a:cxnLst/>
              <a:rect l="l" t="t" r="r" b="b"/>
              <a:pathLst>
                <a:path w="8667750" h="46387">
                  <a:moveTo>
                    <a:pt x="2381" y="0"/>
                  </a:moveTo>
                  <a:lnTo>
                    <a:pt x="2381" y="0"/>
                  </a:lnTo>
                  <a:lnTo>
                    <a:pt x="0" y="38100"/>
                  </a:lnTo>
                  <a:lnTo>
                    <a:pt x="286" y="46387"/>
                  </a:lnTo>
                  <a:lnTo>
                    <a:pt x="8667464" y="46387"/>
                  </a:lnTo>
                  <a:lnTo>
                    <a:pt x="8667750" y="38100"/>
                  </a:lnTo>
                  <a:lnTo>
                    <a:pt x="8665369" y="0"/>
                  </a:lnTo>
                  <a:lnTo>
                    <a:pt x="8665369" y="0"/>
                  </a:lnTo>
                  <a:close/>
                </a:path>
              </a:pathLst>
            </a:custGeom>
            <a:solidFill>
              <a:srgbClr val="CED8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L4-band-b30"/>
            <p:cNvSpPr/>
            <p:nvPr/>
          </p:nvSpPr>
          <p:spPr>
            <a:xfrm>
              <a:off x="10410825" y="12811125"/>
              <a:ext cx="8667750" cy="46387"/>
            </a:xfrm>
            <a:custGeom>
              <a:avLst/>
              <a:gdLst/>
              <a:ahLst/>
              <a:cxnLst/>
              <a:rect l="l" t="t" r="r" b="b"/>
              <a:pathLst>
                <a:path w="8667750" h="46387">
                  <a:moveTo>
                    <a:pt x="0" y="0"/>
                  </a:moveTo>
                  <a:lnTo>
                    <a:pt x="0" y="0"/>
                  </a:lnTo>
                  <a:lnTo>
                    <a:pt x="2857" y="38100"/>
                  </a:lnTo>
                  <a:lnTo>
                    <a:pt x="4286" y="46387"/>
                  </a:lnTo>
                  <a:lnTo>
                    <a:pt x="8663464" y="46387"/>
                  </a:lnTo>
                  <a:lnTo>
                    <a:pt x="8664893" y="38100"/>
                  </a:lnTo>
                  <a:lnTo>
                    <a:pt x="8667750" y="0"/>
                  </a:lnTo>
                  <a:lnTo>
                    <a:pt x="8667750" y="0"/>
                  </a:lnTo>
                  <a:close/>
                </a:path>
              </a:pathLst>
            </a:custGeom>
            <a:solidFill>
              <a:srgbClr val="CCD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L4-band-b31"/>
            <p:cNvSpPr/>
            <p:nvPr/>
          </p:nvSpPr>
          <p:spPr>
            <a:xfrm>
              <a:off x="10413206" y="12846082"/>
              <a:ext cx="8662988" cy="46291"/>
            </a:xfrm>
            <a:custGeom>
              <a:avLst/>
              <a:gdLst/>
              <a:ahLst/>
              <a:cxnLst/>
              <a:rect l="l" t="t" r="r" b="b"/>
              <a:pathLst>
                <a:path w="8662988" h="46291">
                  <a:moveTo>
                    <a:pt x="0" y="0"/>
                  </a:moveTo>
                  <a:lnTo>
                    <a:pt x="0" y="0"/>
                  </a:lnTo>
                  <a:lnTo>
                    <a:pt x="8192" y="38100"/>
                  </a:lnTo>
                  <a:lnTo>
                    <a:pt x="10668" y="46291"/>
                  </a:lnTo>
                  <a:lnTo>
                    <a:pt x="8652320" y="46291"/>
                  </a:lnTo>
                  <a:lnTo>
                    <a:pt x="8654796" y="38100"/>
                  </a:lnTo>
                  <a:lnTo>
                    <a:pt x="8662988" y="0"/>
                  </a:lnTo>
                  <a:lnTo>
                    <a:pt x="8662988" y="0"/>
                  </a:lnTo>
                  <a:close/>
                </a:path>
              </a:pathLst>
            </a:custGeom>
            <a:solidFill>
              <a:srgbClr val="CAD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L4-band-b32"/>
            <p:cNvSpPr/>
            <p:nvPr/>
          </p:nvSpPr>
          <p:spPr>
            <a:xfrm>
              <a:off x="10420445" y="12880943"/>
              <a:ext cx="8648510" cy="46387"/>
            </a:xfrm>
            <a:custGeom>
              <a:avLst/>
              <a:gdLst/>
              <a:ahLst/>
              <a:cxnLst/>
              <a:rect l="l" t="t" r="r" b="b"/>
              <a:pathLst>
                <a:path w="8648510" h="46387">
                  <a:moveTo>
                    <a:pt x="0" y="0"/>
                  </a:moveTo>
                  <a:lnTo>
                    <a:pt x="0" y="0"/>
                  </a:lnTo>
                  <a:lnTo>
                    <a:pt x="13431" y="38100"/>
                  </a:lnTo>
                  <a:lnTo>
                    <a:pt x="17145" y="46387"/>
                  </a:lnTo>
                  <a:lnTo>
                    <a:pt x="8631365" y="46387"/>
                  </a:lnTo>
                  <a:lnTo>
                    <a:pt x="8635079" y="38100"/>
                  </a:lnTo>
                  <a:lnTo>
                    <a:pt x="8648510" y="0"/>
                  </a:lnTo>
                  <a:lnTo>
                    <a:pt x="8648510" y="0"/>
                  </a:lnTo>
                  <a:close/>
                </a:path>
              </a:pathLst>
            </a:custGeom>
            <a:solidFill>
              <a:srgbClr val="C8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0" name="L4-band-b33"/>
            <p:cNvSpPr/>
            <p:nvPr/>
          </p:nvSpPr>
          <p:spPr>
            <a:xfrm>
              <a:off x="10432542" y="12915900"/>
              <a:ext cx="8624316" cy="46387"/>
            </a:xfrm>
            <a:custGeom>
              <a:avLst/>
              <a:gdLst/>
              <a:ahLst/>
              <a:cxnLst/>
              <a:rect l="l" t="t" r="r" b="b"/>
              <a:pathLst>
                <a:path w="8624316" h="46387">
                  <a:moveTo>
                    <a:pt x="0" y="0"/>
                  </a:moveTo>
                  <a:lnTo>
                    <a:pt x="0" y="0"/>
                  </a:lnTo>
                  <a:lnTo>
                    <a:pt x="18764" y="38100"/>
                  </a:lnTo>
                  <a:lnTo>
                    <a:pt x="23622" y="46387"/>
                  </a:lnTo>
                  <a:lnTo>
                    <a:pt x="8600694" y="46387"/>
                  </a:lnTo>
                  <a:lnTo>
                    <a:pt x="8605552" y="38100"/>
                  </a:lnTo>
                  <a:lnTo>
                    <a:pt x="8624316" y="0"/>
                  </a:lnTo>
                  <a:lnTo>
                    <a:pt x="8624316" y="0"/>
                  </a:lnTo>
                  <a:close/>
                </a:path>
              </a:pathLst>
            </a:custGeom>
            <a:solidFill>
              <a:srgbClr val="C6D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1" name="L4-band-b34"/>
            <p:cNvSpPr/>
            <p:nvPr/>
          </p:nvSpPr>
          <p:spPr>
            <a:xfrm>
              <a:off x="10449496" y="12950857"/>
              <a:ext cx="8590408" cy="46291"/>
            </a:xfrm>
            <a:custGeom>
              <a:avLst/>
              <a:gdLst/>
              <a:ahLst/>
              <a:cxnLst/>
              <a:rect l="l" t="t" r="r" b="b"/>
              <a:pathLst>
                <a:path w="8590408" h="46291">
                  <a:moveTo>
                    <a:pt x="0" y="0"/>
                  </a:moveTo>
                  <a:lnTo>
                    <a:pt x="0" y="0"/>
                  </a:lnTo>
                  <a:lnTo>
                    <a:pt x="24194" y="38100"/>
                  </a:lnTo>
                  <a:lnTo>
                    <a:pt x="30195" y="46291"/>
                  </a:lnTo>
                  <a:lnTo>
                    <a:pt x="8560213" y="46291"/>
                  </a:lnTo>
                  <a:lnTo>
                    <a:pt x="8566214" y="38100"/>
                  </a:lnTo>
                  <a:lnTo>
                    <a:pt x="8590408" y="0"/>
                  </a:lnTo>
                  <a:lnTo>
                    <a:pt x="8590408" y="0"/>
                  </a:lnTo>
                  <a:close/>
                </a:path>
              </a:pathLst>
            </a:custGeom>
            <a:solidFill>
              <a:srgbClr val="C5C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L4-band-b35"/>
            <p:cNvSpPr/>
            <p:nvPr/>
          </p:nvSpPr>
          <p:spPr>
            <a:xfrm>
              <a:off x="10471404" y="12985718"/>
              <a:ext cx="8546592" cy="46387"/>
            </a:xfrm>
            <a:custGeom>
              <a:avLst/>
              <a:gdLst/>
              <a:ahLst/>
              <a:cxnLst/>
              <a:rect l="l" t="t" r="r" b="b"/>
              <a:pathLst>
                <a:path w="8546592" h="46387">
                  <a:moveTo>
                    <a:pt x="0" y="0"/>
                  </a:moveTo>
                  <a:lnTo>
                    <a:pt x="0" y="0"/>
                  </a:lnTo>
                  <a:lnTo>
                    <a:pt x="29718" y="38100"/>
                  </a:lnTo>
                  <a:lnTo>
                    <a:pt x="36862" y="46387"/>
                  </a:lnTo>
                  <a:lnTo>
                    <a:pt x="8509730" y="46387"/>
                  </a:lnTo>
                  <a:lnTo>
                    <a:pt x="8516874" y="38100"/>
                  </a:lnTo>
                  <a:lnTo>
                    <a:pt x="8546592" y="0"/>
                  </a:lnTo>
                  <a:lnTo>
                    <a:pt x="8546592" y="0"/>
                  </a:lnTo>
                  <a:close/>
                </a:path>
              </a:pathLst>
            </a:custGeom>
            <a:solidFill>
              <a:srgbClr val="C3C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L4-band-b36"/>
            <p:cNvSpPr/>
            <p:nvPr/>
          </p:nvSpPr>
          <p:spPr>
            <a:xfrm>
              <a:off x="10498360" y="13020675"/>
              <a:ext cx="8492680" cy="46387"/>
            </a:xfrm>
            <a:custGeom>
              <a:avLst/>
              <a:gdLst/>
              <a:ahLst/>
              <a:cxnLst/>
              <a:rect l="l" t="t" r="r" b="b"/>
              <a:pathLst>
                <a:path w="8492680" h="46387">
                  <a:moveTo>
                    <a:pt x="0" y="0"/>
                  </a:moveTo>
                  <a:lnTo>
                    <a:pt x="0" y="0"/>
                  </a:lnTo>
                  <a:lnTo>
                    <a:pt x="35242" y="38100"/>
                  </a:lnTo>
                  <a:lnTo>
                    <a:pt x="43720" y="46387"/>
                  </a:lnTo>
                  <a:lnTo>
                    <a:pt x="8448960" y="46387"/>
                  </a:lnTo>
                  <a:lnTo>
                    <a:pt x="8457438" y="38100"/>
                  </a:lnTo>
                  <a:lnTo>
                    <a:pt x="8492680" y="0"/>
                  </a:lnTo>
                  <a:lnTo>
                    <a:pt x="8492680" y="0"/>
                  </a:lnTo>
                  <a:close/>
                </a:path>
              </a:pathLst>
            </a:custGeom>
            <a:solidFill>
              <a:srgbClr val="C1C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L4-band-b37"/>
            <p:cNvSpPr/>
            <p:nvPr/>
          </p:nvSpPr>
          <p:spPr>
            <a:xfrm>
              <a:off x="10530459" y="13055632"/>
              <a:ext cx="8428482" cy="46291"/>
            </a:xfrm>
            <a:custGeom>
              <a:avLst/>
              <a:gdLst/>
              <a:ahLst/>
              <a:cxnLst/>
              <a:rect l="l" t="t" r="r" b="b"/>
              <a:pathLst>
                <a:path w="8428482" h="46291">
                  <a:moveTo>
                    <a:pt x="0" y="0"/>
                  </a:moveTo>
                  <a:lnTo>
                    <a:pt x="0" y="0"/>
                  </a:lnTo>
                  <a:lnTo>
                    <a:pt x="40957" y="38100"/>
                  </a:lnTo>
                  <a:lnTo>
                    <a:pt x="50673" y="46291"/>
                  </a:lnTo>
                  <a:lnTo>
                    <a:pt x="8377809" y="46291"/>
                  </a:lnTo>
                  <a:lnTo>
                    <a:pt x="8387525" y="38100"/>
                  </a:lnTo>
                  <a:lnTo>
                    <a:pt x="8428482" y="0"/>
                  </a:lnTo>
                  <a:lnTo>
                    <a:pt x="8428482" y="0"/>
                  </a:lnTo>
                  <a:close/>
                </a:path>
              </a:pathLst>
            </a:custGeom>
            <a:solidFill>
              <a:srgbClr val="C0C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5" name="L4-band-b38"/>
            <p:cNvSpPr/>
            <p:nvPr/>
          </p:nvSpPr>
          <p:spPr>
            <a:xfrm>
              <a:off x="10567797" y="13090493"/>
              <a:ext cx="8353806" cy="46387"/>
            </a:xfrm>
            <a:custGeom>
              <a:avLst/>
              <a:gdLst/>
              <a:ahLst/>
              <a:cxnLst/>
              <a:rect l="l" t="t" r="r" b="b"/>
              <a:pathLst>
                <a:path w="8353806" h="46387">
                  <a:moveTo>
                    <a:pt x="0" y="0"/>
                  </a:moveTo>
                  <a:lnTo>
                    <a:pt x="0" y="0"/>
                  </a:lnTo>
                  <a:lnTo>
                    <a:pt x="46768" y="38100"/>
                  </a:lnTo>
                  <a:lnTo>
                    <a:pt x="57817" y="46387"/>
                  </a:lnTo>
                  <a:lnTo>
                    <a:pt x="8295989" y="46387"/>
                  </a:lnTo>
                  <a:lnTo>
                    <a:pt x="8307038" y="38100"/>
                  </a:lnTo>
                  <a:lnTo>
                    <a:pt x="8353806" y="0"/>
                  </a:lnTo>
                  <a:lnTo>
                    <a:pt x="8353806" y="0"/>
                  </a:lnTo>
                  <a:close/>
                </a:path>
              </a:pathLst>
            </a:custGeom>
            <a:solidFill>
              <a:srgbClr val="BEC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6" name="L4-band-b39"/>
            <p:cNvSpPr/>
            <p:nvPr/>
          </p:nvSpPr>
          <p:spPr>
            <a:xfrm>
              <a:off x="10610469" y="13125450"/>
              <a:ext cx="8268462" cy="46387"/>
            </a:xfrm>
            <a:custGeom>
              <a:avLst/>
              <a:gdLst/>
              <a:ahLst/>
              <a:cxnLst/>
              <a:rect l="l" t="t" r="r" b="b"/>
              <a:pathLst>
                <a:path w="8268462" h="46387">
                  <a:moveTo>
                    <a:pt x="0" y="0"/>
                  </a:moveTo>
                  <a:lnTo>
                    <a:pt x="0" y="0"/>
                  </a:lnTo>
                  <a:lnTo>
                    <a:pt x="52864" y="38100"/>
                  </a:lnTo>
                  <a:lnTo>
                    <a:pt x="65246" y="46387"/>
                  </a:lnTo>
                  <a:lnTo>
                    <a:pt x="8203216" y="46387"/>
                  </a:lnTo>
                  <a:lnTo>
                    <a:pt x="8215598" y="38100"/>
                  </a:lnTo>
                  <a:lnTo>
                    <a:pt x="8268462" y="0"/>
                  </a:lnTo>
                  <a:lnTo>
                    <a:pt x="8268462" y="0"/>
                  </a:lnTo>
                  <a:close/>
                </a:path>
              </a:pathLst>
            </a:custGeom>
            <a:solidFill>
              <a:srgbClr val="BDC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L4-band-b40"/>
            <p:cNvSpPr/>
            <p:nvPr/>
          </p:nvSpPr>
          <p:spPr>
            <a:xfrm>
              <a:off x="10658666" y="13160407"/>
              <a:ext cx="8172068" cy="46291"/>
            </a:xfrm>
            <a:custGeom>
              <a:avLst/>
              <a:gdLst/>
              <a:ahLst/>
              <a:cxnLst/>
              <a:rect l="l" t="t" r="r" b="b"/>
              <a:pathLst>
                <a:path w="8172068" h="46291">
                  <a:moveTo>
                    <a:pt x="0" y="0"/>
                  </a:moveTo>
                  <a:lnTo>
                    <a:pt x="0" y="0"/>
                  </a:lnTo>
                  <a:lnTo>
                    <a:pt x="59245" y="38100"/>
                  </a:lnTo>
                  <a:lnTo>
                    <a:pt x="72961" y="46291"/>
                  </a:lnTo>
                  <a:lnTo>
                    <a:pt x="8099107" y="46291"/>
                  </a:lnTo>
                  <a:lnTo>
                    <a:pt x="8112823" y="38100"/>
                  </a:lnTo>
                  <a:lnTo>
                    <a:pt x="8172068" y="0"/>
                  </a:lnTo>
                  <a:lnTo>
                    <a:pt x="8172068" y="0"/>
                  </a:lnTo>
                  <a:close/>
                </a:path>
              </a:pathLst>
            </a:custGeom>
            <a:solidFill>
              <a:srgbClr val="BAC4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L4-band-b41"/>
            <p:cNvSpPr/>
            <p:nvPr/>
          </p:nvSpPr>
          <p:spPr>
            <a:xfrm>
              <a:off x="10712672" y="13195268"/>
              <a:ext cx="8064056" cy="46387"/>
            </a:xfrm>
            <a:custGeom>
              <a:avLst/>
              <a:gdLst/>
              <a:ahLst/>
              <a:cxnLst/>
              <a:rect l="l" t="t" r="r" b="b"/>
              <a:pathLst>
                <a:path w="8064056" h="46387">
                  <a:moveTo>
                    <a:pt x="0" y="0"/>
                  </a:moveTo>
                  <a:lnTo>
                    <a:pt x="0" y="0"/>
                  </a:lnTo>
                  <a:lnTo>
                    <a:pt x="65723" y="38100"/>
                  </a:lnTo>
                  <a:lnTo>
                    <a:pt x="80963" y="46387"/>
                  </a:lnTo>
                  <a:lnTo>
                    <a:pt x="7983093" y="46387"/>
                  </a:lnTo>
                  <a:lnTo>
                    <a:pt x="7998333" y="38100"/>
                  </a:lnTo>
                  <a:lnTo>
                    <a:pt x="8064056" y="0"/>
                  </a:lnTo>
                  <a:lnTo>
                    <a:pt x="8064056" y="0"/>
                  </a:lnTo>
                  <a:close/>
                </a:path>
              </a:pathLst>
            </a:custGeom>
            <a:solidFill>
              <a:srgbClr val="B5C0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L4-band-b42"/>
            <p:cNvSpPr/>
            <p:nvPr/>
          </p:nvSpPr>
          <p:spPr>
            <a:xfrm>
              <a:off x="10772680" y="13230225"/>
              <a:ext cx="7944040" cy="46387"/>
            </a:xfrm>
            <a:custGeom>
              <a:avLst/>
              <a:gdLst/>
              <a:ahLst/>
              <a:cxnLst/>
              <a:rect l="l" t="t" r="r" b="b"/>
              <a:pathLst>
                <a:path w="7944040" h="46387">
                  <a:moveTo>
                    <a:pt x="0" y="0"/>
                  </a:moveTo>
                  <a:lnTo>
                    <a:pt x="0" y="0"/>
                  </a:lnTo>
                  <a:lnTo>
                    <a:pt x="72485" y="38100"/>
                  </a:lnTo>
                  <a:lnTo>
                    <a:pt x="89249" y="46387"/>
                  </a:lnTo>
                  <a:lnTo>
                    <a:pt x="7854791" y="46387"/>
                  </a:lnTo>
                  <a:lnTo>
                    <a:pt x="7871555" y="38100"/>
                  </a:lnTo>
                  <a:lnTo>
                    <a:pt x="7944040" y="0"/>
                  </a:lnTo>
                  <a:lnTo>
                    <a:pt x="7944040" y="0"/>
                  </a:lnTo>
                  <a:close/>
                </a:path>
              </a:pathLst>
            </a:custGeom>
            <a:solidFill>
              <a:srgbClr val="B1BC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0" name="L4-band-b43"/>
            <p:cNvSpPr/>
            <p:nvPr/>
          </p:nvSpPr>
          <p:spPr>
            <a:xfrm>
              <a:off x="10838878" y="13265182"/>
              <a:ext cx="7811644" cy="46291"/>
            </a:xfrm>
            <a:custGeom>
              <a:avLst/>
              <a:gdLst/>
              <a:ahLst/>
              <a:cxnLst/>
              <a:rect l="l" t="t" r="r" b="b"/>
              <a:pathLst>
                <a:path w="7811644" h="46291">
                  <a:moveTo>
                    <a:pt x="0" y="0"/>
                  </a:moveTo>
                  <a:lnTo>
                    <a:pt x="0" y="0"/>
                  </a:lnTo>
                  <a:lnTo>
                    <a:pt x="79725" y="38100"/>
                  </a:lnTo>
                  <a:lnTo>
                    <a:pt x="98108" y="46291"/>
                  </a:lnTo>
                  <a:lnTo>
                    <a:pt x="7713536" y="46291"/>
                  </a:lnTo>
                  <a:lnTo>
                    <a:pt x="7731919" y="38100"/>
                  </a:lnTo>
                  <a:lnTo>
                    <a:pt x="7811644" y="0"/>
                  </a:lnTo>
                  <a:lnTo>
                    <a:pt x="7811644" y="0"/>
                  </a:lnTo>
                  <a:close/>
                </a:path>
              </a:pathLst>
            </a:custGeom>
            <a:solidFill>
              <a:srgbClr val="ADB8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1" name="L4-band-b44"/>
            <p:cNvSpPr/>
            <p:nvPr/>
          </p:nvSpPr>
          <p:spPr>
            <a:xfrm>
              <a:off x="10911650" y="13300043"/>
              <a:ext cx="7666100" cy="46387"/>
            </a:xfrm>
            <a:custGeom>
              <a:avLst/>
              <a:gdLst/>
              <a:ahLst/>
              <a:cxnLst/>
              <a:rect l="l" t="t" r="r" b="b"/>
              <a:pathLst>
                <a:path w="7666100" h="46387">
                  <a:moveTo>
                    <a:pt x="0" y="0"/>
                  </a:moveTo>
                  <a:lnTo>
                    <a:pt x="0" y="0"/>
                  </a:lnTo>
                  <a:lnTo>
                    <a:pt x="87439" y="38100"/>
                  </a:lnTo>
                  <a:lnTo>
                    <a:pt x="107537" y="46387"/>
                  </a:lnTo>
                  <a:lnTo>
                    <a:pt x="7558563" y="46387"/>
                  </a:lnTo>
                  <a:lnTo>
                    <a:pt x="7578661" y="38100"/>
                  </a:lnTo>
                  <a:lnTo>
                    <a:pt x="7666100" y="0"/>
                  </a:lnTo>
                  <a:lnTo>
                    <a:pt x="7666100" y="0"/>
                  </a:lnTo>
                  <a:close/>
                </a:path>
              </a:pathLst>
            </a:custGeom>
            <a:solidFill>
              <a:srgbClr val="A9B4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L4-band-b45"/>
            <p:cNvSpPr/>
            <p:nvPr/>
          </p:nvSpPr>
          <p:spPr>
            <a:xfrm>
              <a:off x="10991469" y="13335000"/>
              <a:ext cx="7506462" cy="46387"/>
            </a:xfrm>
            <a:custGeom>
              <a:avLst/>
              <a:gdLst/>
              <a:ahLst/>
              <a:cxnLst/>
              <a:rect l="l" t="t" r="r" b="b"/>
              <a:pathLst>
                <a:path w="7506462" h="46387">
                  <a:moveTo>
                    <a:pt x="0" y="0"/>
                  </a:moveTo>
                  <a:lnTo>
                    <a:pt x="0" y="0"/>
                  </a:lnTo>
                  <a:lnTo>
                    <a:pt x="95536" y="38100"/>
                  </a:lnTo>
                  <a:lnTo>
                    <a:pt x="117443" y="46387"/>
                  </a:lnTo>
                  <a:lnTo>
                    <a:pt x="7389019" y="46387"/>
                  </a:lnTo>
                  <a:lnTo>
                    <a:pt x="7410926" y="38100"/>
                  </a:lnTo>
                  <a:lnTo>
                    <a:pt x="7506462" y="0"/>
                  </a:lnTo>
                  <a:lnTo>
                    <a:pt x="7506462" y="0"/>
                  </a:lnTo>
                  <a:close/>
                </a:path>
              </a:pathLst>
            </a:custGeom>
            <a:solidFill>
              <a:srgbClr val="A5B0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L4-band-b46"/>
            <p:cNvSpPr/>
            <p:nvPr/>
          </p:nvSpPr>
          <p:spPr>
            <a:xfrm>
              <a:off x="11078623" y="13369957"/>
              <a:ext cx="7332154" cy="46291"/>
            </a:xfrm>
            <a:custGeom>
              <a:avLst/>
              <a:gdLst/>
              <a:ahLst/>
              <a:cxnLst/>
              <a:rect l="l" t="t" r="r" b="b"/>
              <a:pathLst>
                <a:path w="7332154" h="46291">
                  <a:moveTo>
                    <a:pt x="0" y="0"/>
                  </a:moveTo>
                  <a:lnTo>
                    <a:pt x="0" y="0"/>
                  </a:lnTo>
                  <a:lnTo>
                    <a:pt x="104299" y="38100"/>
                  </a:lnTo>
                  <a:lnTo>
                    <a:pt x="128206" y="46291"/>
                  </a:lnTo>
                  <a:lnTo>
                    <a:pt x="7203948" y="46291"/>
                  </a:lnTo>
                  <a:lnTo>
                    <a:pt x="7227855" y="38100"/>
                  </a:lnTo>
                  <a:lnTo>
                    <a:pt x="7332154" y="0"/>
                  </a:lnTo>
                  <a:lnTo>
                    <a:pt x="7332154" y="0"/>
                  </a:lnTo>
                  <a:close/>
                </a:path>
              </a:pathLst>
            </a:custGeom>
            <a:solidFill>
              <a:srgbClr val="A1ADF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L4-band-b47"/>
            <p:cNvSpPr/>
            <p:nvPr/>
          </p:nvSpPr>
          <p:spPr>
            <a:xfrm>
              <a:off x="11173778" y="13404818"/>
              <a:ext cx="7141844" cy="46387"/>
            </a:xfrm>
            <a:custGeom>
              <a:avLst/>
              <a:gdLst/>
              <a:ahLst/>
              <a:cxnLst/>
              <a:rect l="l" t="t" r="r" b="b"/>
              <a:pathLst>
                <a:path w="7141844" h="46387">
                  <a:moveTo>
                    <a:pt x="0" y="0"/>
                  </a:moveTo>
                  <a:lnTo>
                    <a:pt x="0" y="0"/>
                  </a:lnTo>
                  <a:lnTo>
                    <a:pt x="113728" y="38100"/>
                  </a:lnTo>
                  <a:lnTo>
                    <a:pt x="139826" y="46387"/>
                  </a:lnTo>
                  <a:lnTo>
                    <a:pt x="7002018" y="46387"/>
                  </a:lnTo>
                  <a:lnTo>
                    <a:pt x="7028116" y="38100"/>
                  </a:lnTo>
                  <a:lnTo>
                    <a:pt x="7141844" y="0"/>
                  </a:lnTo>
                  <a:lnTo>
                    <a:pt x="7141844" y="0"/>
                  </a:lnTo>
                  <a:close/>
                </a:path>
              </a:pathLst>
            </a:custGeom>
            <a:solidFill>
              <a:srgbClr val="9DA9F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5" name="L4-band-b48"/>
            <p:cNvSpPr/>
            <p:nvPr/>
          </p:nvSpPr>
          <p:spPr>
            <a:xfrm>
              <a:off x="11277600" y="13439775"/>
              <a:ext cx="6934200" cy="46387"/>
            </a:xfrm>
            <a:custGeom>
              <a:avLst/>
              <a:gdLst/>
              <a:ahLst/>
              <a:cxnLst/>
              <a:rect l="l" t="t" r="r" b="b"/>
              <a:pathLst>
                <a:path w="6934200" h="46387">
                  <a:moveTo>
                    <a:pt x="0" y="0"/>
                  </a:moveTo>
                  <a:lnTo>
                    <a:pt x="0" y="0"/>
                  </a:lnTo>
                  <a:lnTo>
                    <a:pt x="124016" y="38100"/>
                  </a:lnTo>
                  <a:lnTo>
                    <a:pt x="152495" y="46387"/>
                  </a:lnTo>
                  <a:lnTo>
                    <a:pt x="6781705" y="46387"/>
                  </a:lnTo>
                  <a:lnTo>
                    <a:pt x="6810184" y="38100"/>
                  </a:lnTo>
                  <a:lnTo>
                    <a:pt x="6934200" y="0"/>
                  </a:lnTo>
                  <a:lnTo>
                    <a:pt x="6934200" y="0"/>
                  </a:lnTo>
                  <a:close/>
                </a:path>
              </a:pathLst>
            </a:custGeom>
            <a:solidFill>
              <a:srgbClr val="99A5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6" name="L4-band-b49"/>
            <p:cNvSpPr/>
            <p:nvPr/>
          </p:nvSpPr>
          <p:spPr>
            <a:xfrm>
              <a:off x="11390852" y="13474732"/>
              <a:ext cx="6707696" cy="46291"/>
            </a:xfrm>
            <a:custGeom>
              <a:avLst/>
              <a:gdLst/>
              <a:ahLst/>
              <a:cxnLst/>
              <a:rect l="l" t="t" r="r" b="b"/>
              <a:pathLst>
                <a:path w="6707696" h="46291">
                  <a:moveTo>
                    <a:pt x="0" y="0"/>
                  </a:moveTo>
                  <a:lnTo>
                    <a:pt x="0" y="0"/>
                  </a:lnTo>
                  <a:lnTo>
                    <a:pt x="135350" y="38100"/>
                  </a:lnTo>
                  <a:lnTo>
                    <a:pt x="166497" y="46291"/>
                  </a:lnTo>
                  <a:lnTo>
                    <a:pt x="6541199" y="46291"/>
                  </a:lnTo>
                  <a:lnTo>
                    <a:pt x="6572346" y="38100"/>
                  </a:lnTo>
                  <a:lnTo>
                    <a:pt x="6707696" y="0"/>
                  </a:lnTo>
                  <a:lnTo>
                    <a:pt x="6707696" y="0"/>
                  </a:lnTo>
                  <a:close/>
                </a:path>
              </a:pathLst>
            </a:custGeom>
            <a:solidFill>
              <a:srgbClr val="94A2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L4-band-b50"/>
            <p:cNvSpPr/>
            <p:nvPr/>
          </p:nvSpPr>
          <p:spPr>
            <a:xfrm>
              <a:off x="11514391" y="13509593"/>
              <a:ext cx="6460617" cy="46387"/>
            </a:xfrm>
            <a:custGeom>
              <a:avLst/>
              <a:gdLst/>
              <a:ahLst/>
              <a:cxnLst/>
              <a:rect l="l" t="t" r="r" b="b"/>
              <a:pathLst>
                <a:path w="6460617" h="46387">
                  <a:moveTo>
                    <a:pt x="0" y="0"/>
                  </a:moveTo>
                  <a:lnTo>
                    <a:pt x="0" y="0"/>
                  </a:lnTo>
                  <a:lnTo>
                    <a:pt x="148209" y="38100"/>
                  </a:lnTo>
                  <a:lnTo>
                    <a:pt x="182404" y="46387"/>
                  </a:lnTo>
                  <a:lnTo>
                    <a:pt x="6278214" y="46387"/>
                  </a:lnTo>
                  <a:lnTo>
                    <a:pt x="6312409" y="38100"/>
                  </a:lnTo>
                  <a:lnTo>
                    <a:pt x="6460617" y="0"/>
                  </a:lnTo>
                  <a:lnTo>
                    <a:pt x="6460617" y="0"/>
                  </a:lnTo>
                  <a:close/>
                </a:path>
              </a:pathLst>
            </a:custGeom>
            <a:solidFill>
              <a:srgbClr val="909F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L4-band-b51"/>
            <p:cNvSpPr/>
            <p:nvPr/>
          </p:nvSpPr>
          <p:spPr>
            <a:xfrm>
              <a:off x="11649742" y="13544550"/>
              <a:ext cx="6189916" cy="46387"/>
            </a:xfrm>
            <a:custGeom>
              <a:avLst/>
              <a:gdLst/>
              <a:ahLst/>
              <a:cxnLst/>
              <a:rect l="l" t="t" r="r" b="b"/>
              <a:pathLst>
                <a:path w="6189916" h="46387">
                  <a:moveTo>
                    <a:pt x="0" y="0"/>
                  </a:moveTo>
                  <a:lnTo>
                    <a:pt x="0" y="0"/>
                  </a:lnTo>
                  <a:lnTo>
                    <a:pt x="162687" y="38100"/>
                  </a:lnTo>
                  <a:lnTo>
                    <a:pt x="200310" y="46387"/>
                  </a:lnTo>
                  <a:lnTo>
                    <a:pt x="5989606" y="46387"/>
                  </a:lnTo>
                  <a:lnTo>
                    <a:pt x="6027229" y="38100"/>
                  </a:lnTo>
                  <a:lnTo>
                    <a:pt x="6189916" y="0"/>
                  </a:lnTo>
                  <a:lnTo>
                    <a:pt x="6189916" y="0"/>
                  </a:lnTo>
                  <a:close/>
                </a:path>
              </a:pathLst>
            </a:custGeom>
            <a:solidFill>
              <a:srgbClr val="8B9B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L4-band-b52"/>
            <p:cNvSpPr/>
            <p:nvPr/>
          </p:nvSpPr>
          <p:spPr>
            <a:xfrm>
              <a:off x="11798236" y="13579507"/>
              <a:ext cx="5892928" cy="46291"/>
            </a:xfrm>
            <a:custGeom>
              <a:avLst/>
              <a:gdLst/>
              <a:ahLst/>
              <a:cxnLst/>
              <a:rect l="l" t="t" r="r" b="b"/>
              <a:pathLst>
                <a:path w="5892928" h="46291">
                  <a:moveTo>
                    <a:pt x="0" y="0"/>
                  </a:moveTo>
                  <a:lnTo>
                    <a:pt x="0" y="0"/>
                  </a:lnTo>
                  <a:lnTo>
                    <a:pt x="179642" y="38100"/>
                  </a:lnTo>
                  <a:lnTo>
                    <a:pt x="221362" y="46291"/>
                  </a:lnTo>
                  <a:lnTo>
                    <a:pt x="5671566" y="46291"/>
                  </a:lnTo>
                  <a:lnTo>
                    <a:pt x="5713286" y="38100"/>
                  </a:lnTo>
                  <a:lnTo>
                    <a:pt x="5892928" y="0"/>
                  </a:lnTo>
                  <a:lnTo>
                    <a:pt x="5892928" y="0"/>
                  </a:lnTo>
                  <a:close/>
                </a:path>
              </a:pathLst>
            </a:custGeom>
            <a:solidFill>
              <a:srgbClr val="8798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" name="L4-band-b53"/>
            <p:cNvSpPr/>
            <p:nvPr/>
          </p:nvSpPr>
          <p:spPr>
            <a:xfrm>
              <a:off x="11962162" y="13614368"/>
              <a:ext cx="5565076" cy="46387"/>
            </a:xfrm>
            <a:custGeom>
              <a:avLst/>
              <a:gdLst/>
              <a:ahLst/>
              <a:cxnLst/>
              <a:rect l="l" t="t" r="r" b="b"/>
              <a:pathLst>
                <a:path w="5565076" h="46387">
                  <a:moveTo>
                    <a:pt x="0" y="0"/>
                  </a:moveTo>
                  <a:lnTo>
                    <a:pt x="0" y="0"/>
                  </a:lnTo>
                  <a:lnTo>
                    <a:pt x="199834" y="38100"/>
                  </a:lnTo>
                  <a:lnTo>
                    <a:pt x="246507" y="46387"/>
                  </a:lnTo>
                  <a:lnTo>
                    <a:pt x="5318569" y="46387"/>
                  </a:lnTo>
                  <a:lnTo>
                    <a:pt x="5365242" y="38100"/>
                  </a:lnTo>
                  <a:lnTo>
                    <a:pt x="5565076" y="0"/>
                  </a:lnTo>
                  <a:lnTo>
                    <a:pt x="5565076" y="0"/>
                  </a:lnTo>
                  <a:close/>
                </a:path>
              </a:pathLst>
            </a:custGeom>
            <a:solidFill>
              <a:srgbClr val="8395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" name="L4-band-b54"/>
            <p:cNvSpPr/>
            <p:nvPr/>
          </p:nvSpPr>
          <p:spPr>
            <a:xfrm>
              <a:off x="12144375" y="13649325"/>
              <a:ext cx="5200650" cy="46387"/>
            </a:xfrm>
            <a:custGeom>
              <a:avLst/>
              <a:gdLst/>
              <a:ahLst/>
              <a:cxnLst/>
              <a:rect l="l" t="t" r="r" b="b"/>
              <a:pathLst>
                <a:path w="5200650" h="46387">
                  <a:moveTo>
                    <a:pt x="0" y="0"/>
                  </a:moveTo>
                  <a:lnTo>
                    <a:pt x="0" y="0"/>
                  </a:lnTo>
                  <a:lnTo>
                    <a:pt x="224599" y="38100"/>
                  </a:lnTo>
                  <a:lnTo>
                    <a:pt x="277559" y="46387"/>
                  </a:lnTo>
                  <a:lnTo>
                    <a:pt x="4923091" y="46387"/>
                  </a:lnTo>
                  <a:lnTo>
                    <a:pt x="4976051" y="38100"/>
                  </a:lnTo>
                  <a:lnTo>
                    <a:pt x="5200650" y="0"/>
                  </a:lnTo>
                  <a:lnTo>
                    <a:pt x="5200650" y="0"/>
                  </a:lnTo>
                  <a:close/>
                </a:path>
              </a:pathLst>
            </a:custGeom>
            <a:solidFill>
              <a:srgbClr val="7E91E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L4-band-b55"/>
            <p:cNvSpPr/>
            <p:nvPr/>
          </p:nvSpPr>
          <p:spPr>
            <a:xfrm>
              <a:off x="12349067" y="13684282"/>
              <a:ext cx="4791266" cy="46291"/>
            </a:xfrm>
            <a:custGeom>
              <a:avLst/>
              <a:gdLst/>
              <a:ahLst/>
              <a:cxnLst/>
              <a:rect l="l" t="t" r="r" b="b"/>
              <a:pathLst>
                <a:path w="4791266" h="46291">
                  <a:moveTo>
                    <a:pt x="0" y="0"/>
                  </a:moveTo>
                  <a:lnTo>
                    <a:pt x="0" y="0"/>
                  </a:lnTo>
                  <a:lnTo>
                    <a:pt x="256509" y="38100"/>
                  </a:lnTo>
                  <a:lnTo>
                    <a:pt x="317849" y="46291"/>
                  </a:lnTo>
                  <a:lnTo>
                    <a:pt x="4473417" y="46291"/>
                  </a:lnTo>
                  <a:lnTo>
                    <a:pt x="4534757" y="38100"/>
                  </a:lnTo>
                  <a:lnTo>
                    <a:pt x="4791266" y="0"/>
                  </a:lnTo>
                  <a:lnTo>
                    <a:pt x="4791266" y="0"/>
                  </a:lnTo>
                  <a:close/>
                </a:path>
              </a:pathLst>
            </a:custGeom>
            <a:solidFill>
              <a:srgbClr val="7A8EE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L4-band-b56"/>
            <p:cNvSpPr/>
            <p:nvPr/>
          </p:nvSpPr>
          <p:spPr>
            <a:xfrm>
              <a:off x="12582620" y="13719143"/>
              <a:ext cx="4324160" cy="46387"/>
            </a:xfrm>
            <a:custGeom>
              <a:avLst/>
              <a:gdLst/>
              <a:ahLst/>
              <a:cxnLst/>
              <a:rect l="l" t="t" r="r" b="b"/>
              <a:pathLst>
                <a:path w="4324160" h="46387">
                  <a:moveTo>
                    <a:pt x="0" y="0"/>
                  </a:moveTo>
                  <a:lnTo>
                    <a:pt x="0" y="0"/>
                  </a:lnTo>
                  <a:lnTo>
                    <a:pt x="300324" y="38100"/>
                  </a:lnTo>
                  <a:lnTo>
                    <a:pt x="373856" y="46387"/>
                  </a:lnTo>
                  <a:lnTo>
                    <a:pt x="3950304" y="46387"/>
                  </a:lnTo>
                  <a:lnTo>
                    <a:pt x="4023836" y="38100"/>
                  </a:lnTo>
                  <a:lnTo>
                    <a:pt x="4324160" y="0"/>
                  </a:lnTo>
                  <a:lnTo>
                    <a:pt x="4324160" y="0"/>
                  </a:lnTo>
                  <a:close/>
                </a:path>
              </a:pathLst>
            </a:custGeom>
            <a:solidFill>
              <a:srgbClr val="778BE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L4-band-b57"/>
            <p:cNvSpPr/>
            <p:nvPr/>
          </p:nvSpPr>
          <p:spPr>
            <a:xfrm>
              <a:off x="12855607" y="13754100"/>
              <a:ext cx="3778186" cy="46387"/>
            </a:xfrm>
            <a:custGeom>
              <a:avLst/>
              <a:gdLst/>
              <a:ahLst/>
              <a:cxnLst/>
              <a:rect l="l" t="t" r="r" b="b"/>
              <a:pathLst>
                <a:path w="3778186" h="46387">
                  <a:moveTo>
                    <a:pt x="0" y="0"/>
                  </a:moveTo>
                  <a:lnTo>
                    <a:pt x="0" y="0"/>
                  </a:lnTo>
                  <a:lnTo>
                    <a:pt x="367760" y="38100"/>
                  </a:lnTo>
                  <a:lnTo>
                    <a:pt x="462153" y="46387"/>
                  </a:lnTo>
                  <a:lnTo>
                    <a:pt x="3316033" y="46387"/>
                  </a:lnTo>
                  <a:lnTo>
                    <a:pt x="3410426" y="38100"/>
                  </a:lnTo>
                  <a:lnTo>
                    <a:pt x="3778186" y="0"/>
                  </a:lnTo>
                  <a:lnTo>
                    <a:pt x="3778186" y="0"/>
                  </a:lnTo>
                  <a:close/>
                </a:path>
              </a:pathLst>
            </a:custGeom>
            <a:solidFill>
              <a:srgbClr val="7387E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L4-band-b58"/>
            <p:cNvSpPr/>
            <p:nvPr/>
          </p:nvSpPr>
          <p:spPr>
            <a:xfrm>
              <a:off x="13188791" y="13789057"/>
              <a:ext cx="3111818" cy="46291"/>
            </a:xfrm>
            <a:custGeom>
              <a:avLst/>
              <a:gdLst/>
              <a:ahLst/>
              <a:cxnLst/>
              <a:rect l="l" t="t" r="r" b="b"/>
              <a:pathLst>
                <a:path w="3111818" h="46291">
                  <a:moveTo>
                    <a:pt x="0" y="0"/>
                  </a:moveTo>
                  <a:lnTo>
                    <a:pt x="0" y="0"/>
                  </a:lnTo>
                  <a:lnTo>
                    <a:pt x="497110" y="38100"/>
                  </a:lnTo>
                  <a:lnTo>
                    <a:pt x="643223" y="46291"/>
                  </a:lnTo>
                  <a:lnTo>
                    <a:pt x="2468595" y="46291"/>
                  </a:lnTo>
                  <a:lnTo>
                    <a:pt x="2614708" y="38100"/>
                  </a:lnTo>
                  <a:lnTo>
                    <a:pt x="3111818" y="0"/>
                  </a:lnTo>
                  <a:lnTo>
                    <a:pt x="3111818" y="0"/>
                  </a:lnTo>
                  <a:close/>
                </a:path>
              </a:pathLst>
            </a:custGeom>
            <a:solidFill>
              <a:srgbClr val="7084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" name="L4-band-b59"/>
            <p:cNvSpPr/>
            <p:nvPr/>
          </p:nvSpPr>
          <p:spPr>
            <a:xfrm>
              <a:off x="13635038" y="13823918"/>
              <a:ext cx="2219324" cy="34957"/>
            </a:xfrm>
            <a:custGeom>
              <a:avLst/>
              <a:gdLst/>
              <a:ahLst/>
              <a:cxnLst/>
              <a:rect l="l" t="t" r="r" b="b"/>
              <a:pathLst>
                <a:path w="2219324" h="34957">
                  <a:moveTo>
                    <a:pt x="0" y="0"/>
                  </a:moveTo>
                  <a:lnTo>
                    <a:pt x="0" y="0"/>
                  </a:lnTo>
                  <a:lnTo>
                    <a:pt x="1109662" y="34957"/>
                  </a:lnTo>
                  <a:lnTo>
                    <a:pt x="1109662" y="34957"/>
                  </a:lnTo>
                  <a:lnTo>
                    <a:pt x="2219324" y="0"/>
                  </a:lnTo>
                  <a:lnTo>
                    <a:pt x="2219324" y="0"/>
                  </a:lnTo>
                  <a:close/>
                </a:path>
              </a:pathLst>
            </a:custGeom>
            <a:solidFill>
              <a:srgbClr val="6D81E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L4-face"/>
            <p:cNvSpPr/>
            <p:nvPr/>
          </p:nvSpPr>
          <p:spPr>
            <a:xfrm>
              <a:off x="14744700" y="11763375"/>
              <a:ext cx="4333875" cy="1047750"/>
            </a:xfrm>
            <a:custGeom>
              <a:avLst/>
              <a:gdLst/>
              <a:ahLst/>
              <a:cxnLst/>
              <a:rect l="l" t="t" r="r" b="b"/>
              <a:pathLst>
                <a:path w="4333875" h="1047750">
                  <a:moveTo>
                    <a:pt x="0" y="0"/>
                  </a:moveTo>
                  <a:lnTo>
                    <a:pt x="60198" y="95"/>
                  </a:lnTo>
                  <a:lnTo>
                    <a:pt x="120396" y="381"/>
                  </a:lnTo>
                  <a:lnTo>
                    <a:pt x="180594" y="953"/>
                  </a:lnTo>
                  <a:lnTo>
                    <a:pt x="240792" y="1619"/>
                  </a:lnTo>
                  <a:lnTo>
                    <a:pt x="300990" y="2572"/>
                  </a:lnTo>
                  <a:lnTo>
                    <a:pt x="361188" y="3620"/>
                  </a:lnTo>
                  <a:lnTo>
                    <a:pt x="421386" y="4953"/>
                  </a:lnTo>
                  <a:lnTo>
                    <a:pt x="481584" y="6477"/>
                  </a:lnTo>
                  <a:lnTo>
                    <a:pt x="541782" y="8191"/>
                  </a:lnTo>
                  <a:lnTo>
                    <a:pt x="601885" y="10192"/>
                  </a:lnTo>
                  <a:lnTo>
                    <a:pt x="662083" y="12287"/>
                  </a:lnTo>
                  <a:lnTo>
                    <a:pt x="722281" y="14669"/>
                  </a:lnTo>
                  <a:lnTo>
                    <a:pt x="782479" y="17240"/>
                  </a:lnTo>
                  <a:lnTo>
                    <a:pt x="842677" y="20003"/>
                  </a:lnTo>
                  <a:lnTo>
                    <a:pt x="902875" y="22955"/>
                  </a:lnTo>
                  <a:lnTo>
                    <a:pt x="963073" y="26194"/>
                  </a:lnTo>
                  <a:lnTo>
                    <a:pt x="1023271" y="29623"/>
                  </a:lnTo>
                  <a:lnTo>
                    <a:pt x="1083469" y="33242"/>
                  </a:lnTo>
                  <a:lnTo>
                    <a:pt x="1143667" y="37147"/>
                  </a:lnTo>
                  <a:lnTo>
                    <a:pt x="1203865" y="41243"/>
                  </a:lnTo>
                  <a:lnTo>
                    <a:pt x="1264063" y="45529"/>
                  </a:lnTo>
                  <a:lnTo>
                    <a:pt x="1324261" y="50101"/>
                  </a:lnTo>
                  <a:lnTo>
                    <a:pt x="1384459" y="54864"/>
                  </a:lnTo>
                  <a:lnTo>
                    <a:pt x="1444657" y="59912"/>
                  </a:lnTo>
                  <a:lnTo>
                    <a:pt x="1504855" y="65151"/>
                  </a:lnTo>
                  <a:lnTo>
                    <a:pt x="1565053" y="70675"/>
                  </a:lnTo>
                  <a:lnTo>
                    <a:pt x="1625155" y="76486"/>
                  </a:lnTo>
                  <a:lnTo>
                    <a:pt x="1685354" y="82487"/>
                  </a:lnTo>
                  <a:lnTo>
                    <a:pt x="1745552" y="88773"/>
                  </a:lnTo>
                  <a:lnTo>
                    <a:pt x="1805750" y="95250"/>
                  </a:lnTo>
                  <a:lnTo>
                    <a:pt x="1865948" y="102108"/>
                  </a:lnTo>
                  <a:lnTo>
                    <a:pt x="1926146" y="109157"/>
                  </a:lnTo>
                  <a:lnTo>
                    <a:pt x="1986344" y="116491"/>
                  </a:lnTo>
                  <a:lnTo>
                    <a:pt x="2046542" y="124206"/>
                  </a:lnTo>
                  <a:lnTo>
                    <a:pt x="2106740" y="132112"/>
                  </a:lnTo>
                  <a:lnTo>
                    <a:pt x="2166938" y="140399"/>
                  </a:lnTo>
                  <a:lnTo>
                    <a:pt x="2227136" y="148971"/>
                  </a:lnTo>
                  <a:lnTo>
                    <a:pt x="2287334" y="157829"/>
                  </a:lnTo>
                  <a:lnTo>
                    <a:pt x="2347532" y="166973"/>
                  </a:lnTo>
                  <a:lnTo>
                    <a:pt x="2407730" y="176593"/>
                  </a:lnTo>
                  <a:lnTo>
                    <a:pt x="2467928" y="186499"/>
                  </a:lnTo>
                  <a:lnTo>
                    <a:pt x="2528126" y="196691"/>
                  </a:lnTo>
                  <a:lnTo>
                    <a:pt x="2588324" y="207359"/>
                  </a:lnTo>
                  <a:lnTo>
                    <a:pt x="2648522" y="218408"/>
                  </a:lnTo>
                  <a:lnTo>
                    <a:pt x="2708720" y="229838"/>
                  </a:lnTo>
                  <a:lnTo>
                    <a:pt x="2768822" y="241745"/>
                  </a:lnTo>
                  <a:lnTo>
                    <a:pt x="2829020" y="254032"/>
                  </a:lnTo>
                  <a:lnTo>
                    <a:pt x="2889218" y="266795"/>
                  </a:lnTo>
                  <a:lnTo>
                    <a:pt x="2949416" y="280035"/>
                  </a:lnTo>
                  <a:lnTo>
                    <a:pt x="3009614" y="293846"/>
                  </a:lnTo>
                  <a:lnTo>
                    <a:pt x="3069812" y="308134"/>
                  </a:lnTo>
                  <a:lnTo>
                    <a:pt x="3130010" y="323088"/>
                  </a:lnTo>
                  <a:lnTo>
                    <a:pt x="3190208" y="338614"/>
                  </a:lnTo>
                  <a:lnTo>
                    <a:pt x="3250406" y="354711"/>
                  </a:lnTo>
                  <a:lnTo>
                    <a:pt x="3310604" y="371570"/>
                  </a:lnTo>
                  <a:lnTo>
                    <a:pt x="3370802" y="389191"/>
                  </a:lnTo>
                  <a:lnTo>
                    <a:pt x="3431000" y="407670"/>
                  </a:lnTo>
                  <a:lnTo>
                    <a:pt x="3491198" y="426911"/>
                  </a:lnTo>
                  <a:lnTo>
                    <a:pt x="3551396" y="447199"/>
                  </a:lnTo>
                  <a:lnTo>
                    <a:pt x="3611594" y="468630"/>
                  </a:lnTo>
                  <a:lnTo>
                    <a:pt x="3671792" y="491109"/>
                  </a:lnTo>
                  <a:lnTo>
                    <a:pt x="3731990" y="515017"/>
                  </a:lnTo>
                  <a:lnTo>
                    <a:pt x="3792093" y="540544"/>
                  </a:lnTo>
                  <a:lnTo>
                    <a:pt x="3852291" y="567785"/>
                  </a:lnTo>
                  <a:lnTo>
                    <a:pt x="3912489" y="597122"/>
                  </a:lnTo>
                  <a:lnTo>
                    <a:pt x="3972687" y="629031"/>
                  </a:lnTo>
                  <a:lnTo>
                    <a:pt x="4032885" y="664083"/>
                  </a:lnTo>
                  <a:lnTo>
                    <a:pt x="4093083" y="703421"/>
                  </a:lnTo>
                  <a:lnTo>
                    <a:pt x="4153281" y="748475"/>
                  </a:lnTo>
                  <a:lnTo>
                    <a:pt x="4213479" y="802481"/>
                  </a:lnTo>
                  <a:lnTo>
                    <a:pt x="4273677" y="873728"/>
                  </a:lnTo>
                  <a:lnTo>
                    <a:pt x="4333875" y="1047750"/>
                  </a:lnTo>
                  <a:lnTo>
                    <a:pt x="4333875" y="1047750"/>
                  </a:lnTo>
                  <a:lnTo>
                    <a:pt x="4273677" y="873728"/>
                  </a:lnTo>
                  <a:lnTo>
                    <a:pt x="4213479" y="802481"/>
                  </a:lnTo>
                  <a:lnTo>
                    <a:pt x="4153281" y="748475"/>
                  </a:lnTo>
                  <a:lnTo>
                    <a:pt x="4093083" y="703421"/>
                  </a:lnTo>
                  <a:lnTo>
                    <a:pt x="4032885" y="664083"/>
                  </a:lnTo>
                  <a:lnTo>
                    <a:pt x="3972687" y="629031"/>
                  </a:lnTo>
                  <a:lnTo>
                    <a:pt x="3912489" y="597122"/>
                  </a:lnTo>
                  <a:lnTo>
                    <a:pt x="3852291" y="571595"/>
                  </a:lnTo>
                  <a:lnTo>
                    <a:pt x="3792093" y="592931"/>
                  </a:lnTo>
                  <a:lnTo>
                    <a:pt x="3731990" y="615982"/>
                  </a:lnTo>
                  <a:lnTo>
                    <a:pt x="3671792" y="636079"/>
                  </a:lnTo>
                  <a:lnTo>
                    <a:pt x="3611594" y="657225"/>
                  </a:lnTo>
                  <a:lnTo>
                    <a:pt x="3551396" y="679513"/>
                  </a:lnTo>
                  <a:lnTo>
                    <a:pt x="3491198" y="702850"/>
                  </a:lnTo>
                  <a:lnTo>
                    <a:pt x="3431000" y="727234"/>
                  </a:lnTo>
                  <a:lnTo>
                    <a:pt x="3370802" y="750951"/>
                  </a:lnTo>
                  <a:lnTo>
                    <a:pt x="3310604" y="767905"/>
                  </a:lnTo>
                  <a:lnTo>
                    <a:pt x="3250406" y="785622"/>
                  </a:lnTo>
                  <a:lnTo>
                    <a:pt x="3190208" y="804005"/>
                  </a:lnTo>
                  <a:lnTo>
                    <a:pt x="3130010" y="823055"/>
                  </a:lnTo>
                  <a:lnTo>
                    <a:pt x="3069812" y="842772"/>
                  </a:lnTo>
                  <a:lnTo>
                    <a:pt x="3009614" y="857917"/>
                  </a:lnTo>
                  <a:lnTo>
                    <a:pt x="2949416" y="865918"/>
                  </a:lnTo>
                  <a:lnTo>
                    <a:pt x="2889218" y="874490"/>
                  </a:lnTo>
                  <a:lnTo>
                    <a:pt x="2829020" y="883539"/>
                  </a:lnTo>
                  <a:lnTo>
                    <a:pt x="2768822" y="893064"/>
                  </a:lnTo>
                  <a:lnTo>
                    <a:pt x="2708720" y="903065"/>
                  </a:lnTo>
                  <a:lnTo>
                    <a:pt x="2648522" y="910114"/>
                  </a:lnTo>
                  <a:lnTo>
                    <a:pt x="2588324" y="915734"/>
                  </a:lnTo>
                  <a:lnTo>
                    <a:pt x="2528126" y="921639"/>
                  </a:lnTo>
                  <a:lnTo>
                    <a:pt x="2467928" y="928021"/>
                  </a:lnTo>
                  <a:lnTo>
                    <a:pt x="2407730" y="934784"/>
                  </a:lnTo>
                  <a:lnTo>
                    <a:pt x="2347532" y="938022"/>
                  </a:lnTo>
                  <a:lnTo>
                    <a:pt x="2287334" y="938975"/>
                  </a:lnTo>
                  <a:lnTo>
                    <a:pt x="2227136" y="940308"/>
                  </a:lnTo>
                  <a:lnTo>
                    <a:pt x="2166938" y="941927"/>
                  </a:lnTo>
                  <a:lnTo>
                    <a:pt x="2106740" y="943832"/>
                  </a:lnTo>
                  <a:lnTo>
                    <a:pt x="2046542" y="946118"/>
                  </a:lnTo>
                  <a:lnTo>
                    <a:pt x="1986344" y="948595"/>
                  </a:lnTo>
                  <a:lnTo>
                    <a:pt x="1926146" y="951262"/>
                  </a:lnTo>
                  <a:lnTo>
                    <a:pt x="1865948" y="953834"/>
                  </a:lnTo>
                  <a:lnTo>
                    <a:pt x="1805750" y="956786"/>
                  </a:lnTo>
                  <a:lnTo>
                    <a:pt x="1745552" y="959929"/>
                  </a:lnTo>
                  <a:lnTo>
                    <a:pt x="1685354" y="963359"/>
                  </a:lnTo>
                  <a:lnTo>
                    <a:pt x="1625155" y="967073"/>
                  </a:lnTo>
                  <a:lnTo>
                    <a:pt x="1565053" y="970979"/>
                  </a:lnTo>
                  <a:lnTo>
                    <a:pt x="1504855" y="975170"/>
                  </a:lnTo>
                  <a:lnTo>
                    <a:pt x="1444657" y="979646"/>
                  </a:lnTo>
                  <a:lnTo>
                    <a:pt x="1384459" y="984313"/>
                  </a:lnTo>
                  <a:lnTo>
                    <a:pt x="1324261" y="989171"/>
                  </a:lnTo>
                  <a:lnTo>
                    <a:pt x="1264063" y="990600"/>
                  </a:lnTo>
                  <a:lnTo>
                    <a:pt x="1203865" y="989647"/>
                  </a:lnTo>
                  <a:lnTo>
                    <a:pt x="1143667" y="988981"/>
                  </a:lnTo>
                  <a:lnTo>
                    <a:pt x="1083469" y="988505"/>
                  </a:lnTo>
                  <a:lnTo>
                    <a:pt x="1023271" y="988219"/>
                  </a:lnTo>
                  <a:lnTo>
                    <a:pt x="963073" y="988219"/>
                  </a:lnTo>
                  <a:lnTo>
                    <a:pt x="902875" y="988409"/>
                  </a:lnTo>
                  <a:lnTo>
                    <a:pt x="842677" y="988790"/>
                  </a:lnTo>
                  <a:lnTo>
                    <a:pt x="782479" y="989362"/>
                  </a:lnTo>
                  <a:lnTo>
                    <a:pt x="722281" y="990219"/>
                  </a:lnTo>
                  <a:lnTo>
                    <a:pt x="662083" y="991267"/>
                  </a:lnTo>
                  <a:lnTo>
                    <a:pt x="601885" y="992505"/>
                  </a:lnTo>
                  <a:lnTo>
                    <a:pt x="541782" y="993934"/>
                  </a:lnTo>
                  <a:lnTo>
                    <a:pt x="481584" y="995648"/>
                  </a:lnTo>
                  <a:lnTo>
                    <a:pt x="421386" y="997553"/>
                  </a:lnTo>
                  <a:lnTo>
                    <a:pt x="361188" y="999553"/>
                  </a:lnTo>
                  <a:lnTo>
                    <a:pt x="300990" y="1001839"/>
                  </a:lnTo>
                  <a:lnTo>
                    <a:pt x="240792" y="1004316"/>
                  </a:lnTo>
                  <a:lnTo>
                    <a:pt x="180594" y="1007078"/>
                  </a:lnTo>
                  <a:lnTo>
                    <a:pt x="120396" y="1009936"/>
                  </a:lnTo>
                  <a:lnTo>
                    <a:pt x="60198" y="1012984"/>
                  </a:lnTo>
                  <a:lnTo>
                    <a:pt x="0" y="10163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L4-rim"/>
            <p:cNvSpPr/>
            <p:nvPr/>
          </p:nvSpPr>
          <p:spPr>
            <a:xfrm>
              <a:off x="10411587" y="11763375"/>
              <a:ext cx="8666797" cy="1057275"/>
            </a:xfrm>
            <a:custGeom>
              <a:avLst/>
              <a:gdLst/>
              <a:ahLst/>
              <a:cxnLst/>
              <a:rect l="l" t="t" r="r" b="b"/>
              <a:pathLst>
                <a:path w="8666797" h="1057275">
                  <a:moveTo>
                    <a:pt x="4333113" y="0"/>
                  </a:moveTo>
                  <a:lnTo>
                    <a:pt x="2556796" y="57150"/>
                  </a:lnTo>
                  <a:lnTo>
                    <a:pt x="1985296" y="114300"/>
                  </a:lnTo>
                  <a:lnTo>
                    <a:pt x="1620107" y="171450"/>
                  </a:lnTo>
                  <a:lnTo>
                    <a:pt x="1337310" y="228600"/>
                  </a:lnTo>
                  <a:lnTo>
                    <a:pt x="1093756" y="285750"/>
                  </a:lnTo>
                  <a:lnTo>
                    <a:pt x="896017" y="342900"/>
                  </a:lnTo>
                  <a:lnTo>
                    <a:pt x="742569" y="400050"/>
                  </a:lnTo>
                  <a:lnTo>
                    <a:pt x="632269" y="457200"/>
                  </a:lnTo>
                  <a:lnTo>
                    <a:pt x="545497" y="514350"/>
                  </a:lnTo>
                  <a:lnTo>
                    <a:pt x="472821" y="571500"/>
                  </a:lnTo>
                  <a:lnTo>
                    <a:pt x="361093" y="628650"/>
                  </a:lnTo>
                  <a:lnTo>
                    <a:pt x="266033" y="685800"/>
                  </a:lnTo>
                  <a:lnTo>
                    <a:pt x="186690" y="742950"/>
                  </a:lnTo>
                  <a:lnTo>
                    <a:pt x="122015" y="800100"/>
                  </a:lnTo>
                  <a:lnTo>
                    <a:pt x="71437" y="857250"/>
                  </a:lnTo>
                  <a:lnTo>
                    <a:pt x="34481" y="914400"/>
                  </a:lnTo>
                  <a:lnTo>
                    <a:pt x="10668" y="971550"/>
                  </a:lnTo>
                  <a:lnTo>
                    <a:pt x="0" y="1028700"/>
                  </a:lnTo>
                  <a:lnTo>
                    <a:pt x="8666797" y="1057275"/>
                  </a:lnTo>
                  <a:lnTo>
                    <a:pt x="8662511" y="1000125"/>
                  </a:lnTo>
                  <a:lnTo>
                    <a:pt x="8645271" y="942975"/>
                  </a:lnTo>
                  <a:lnTo>
                    <a:pt x="8614886" y="885825"/>
                  </a:lnTo>
                  <a:lnTo>
                    <a:pt x="8571167" y="828675"/>
                  </a:lnTo>
                  <a:lnTo>
                    <a:pt x="8513635" y="771525"/>
                  </a:lnTo>
                  <a:lnTo>
                    <a:pt x="8441722" y="714375"/>
                  </a:lnTo>
                  <a:lnTo>
                    <a:pt x="8354663" y="657225"/>
                  </a:lnTo>
                  <a:lnTo>
                    <a:pt x="8251507" y="600075"/>
                  </a:lnTo>
                  <a:lnTo>
                    <a:pt x="8130731" y="542925"/>
                  </a:lnTo>
                  <a:lnTo>
                    <a:pt x="8077867" y="485775"/>
                  </a:lnTo>
                  <a:lnTo>
                    <a:pt x="7988903" y="428625"/>
                  </a:lnTo>
                  <a:lnTo>
                    <a:pt x="7847647" y="371475"/>
                  </a:lnTo>
                  <a:lnTo>
                    <a:pt x="7691152" y="314325"/>
                  </a:lnTo>
                  <a:lnTo>
                    <a:pt x="7451789" y="257175"/>
                  </a:lnTo>
                  <a:lnTo>
                    <a:pt x="7203281" y="200025"/>
                  </a:lnTo>
                  <a:lnTo>
                    <a:pt x="6866096" y="142875"/>
                  </a:lnTo>
                  <a:lnTo>
                    <a:pt x="6488811" y="85725"/>
                  </a:lnTo>
                  <a:lnTo>
                    <a:pt x="5697188" y="28575"/>
                  </a:lnTo>
                </a:path>
              </a:pathLst>
            </a:custGeom>
            <a:noFill/>
            <a:ln w="19050">
              <a:solidFill>
                <a:srgbClr val="B8C3F9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L4-sub1"/>
            <p:cNvSpPr txBox="1"/>
            <p:nvPr/>
          </p:nvSpPr>
          <p:spPr>
            <a:xfrm>
              <a:off x="12774740" y="11925300"/>
              <a:ext cx="3939921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12" b="1" i="0">
                  <a:solidFill>
                    <a:srgbClr val="6B7FE1"/>
                  </a:solidFill>
                  <a:latin typeface="Microsoft YaHei"/>
                  <a:ea typeface="Microsoft YaHei"/>
                  <a:cs typeface="Microsoft YaHei"/>
                </a:rPr>
                <a:t>专属文本 / 专属视觉</a:t>
              </a:r>
            </a:p>
          </p:txBody>
        </p:sp>
        <p:sp>
          <p:nvSpPr>
            <p:cNvPr id="350" name="L4-sub2"/>
            <p:cNvSpPr txBox="1"/>
            <p:nvPr/>
          </p:nvSpPr>
          <p:spPr>
            <a:xfrm>
              <a:off x="12774740" y="12349162"/>
              <a:ext cx="3939921" cy="419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12" b="1" i="0">
                  <a:solidFill>
                    <a:srgbClr val="6B7FE1"/>
                  </a:solidFill>
                  <a:latin typeface="Microsoft YaHei"/>
                  <a:ea typeface="Microsoft YaHei"/>
                  <a:cs typeface="Microsoft YaHei"/>
                </a:rPr>
                <a:t>专属语音 / 融合教师</a:t>
              </a:r>
            </a:p>
          </p:txBody>
        </p:sp>
        <p:sp>
          <p:nvSpPr>
            <p:cNvPr id="351" name="L4-title"/>
            <p:cNvSpPr txBox="1"/>
            <p:nvPr/>
          </p:nvSpPr>
          <p:spPr>
            <a:xfrm>
              <a:off x="12167806" y="13030200"/>
              <a:ext cx="5153787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教育多模态教师模型层</a:t>
              </a:r>
            </a:p>
          </p:txBody>
        </p:sp>
      </p:grpSp>
      <p:grpSp>
        <p:nvGrpSpPr>
          <p:cNvPr id="475" name="pill-L1"/>
          <p:cNvGrpSpPr/>
          <p:nvPr/>
        </p:nvGrpSpPr>
        <p:grpSpPr>
          <a:xfrm>
            <a:off x="1028700" y="5729288"/>
            <a:ext cx="3267075" cy="1300162"/>
            <a:chOff x="1028700" y="5729288"/>
            <a:chExt cx="3267075" cy="1300162"/>
          </a:xfrm>
        </p:grpSpPr>
        <p:sp>
          <p:nvSpPr>
            <p:cNvPr id="352" name="pill-L1-bg"/>
            <p:cNvSpPr/>
            <p:nvPr/>
          </p:nvSpPr>
          <p:spPr>
            <a:xfrm>
              <a:off x="1028700" y="5729288"/>
              <a:ext cx="3267075" cy="1300162"/>
            </a:xfrm>
            <a:prstGeom prst="roundRect">
              <a:avLst>
                <a:gd name="adj" fmla="val 42490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pill-L1-t"/>
            <p:cNvSpPr txBox="1"/>
            <p:nvPr/>
          </p:nvSpPr>
          <p:spPr>
            <a:xfrm>
              <a:off x="1607820" y="6011704"/>
              <a:ext cx="2108835" cy="7543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推理引擎</a:t>
              </a:r>
            </a:p>
          </p:txBody>
        </p:sp>
      </p:grpSp>
      <p:grpSp>
        <p:nvGrpSpPr>
          <p:cNvPr id="474" name="pill-L2"/>
          <p:cNvGrpSpPr/>
          <p:nvPr/>
        </p:nvGrpSpPr>
        <p:grpSpPr>
          <a:xfrm>
            <a:off x="1028700" y="7500938"/>
            <a:ext cx="3267075" cy="1300162"/>
            <a:chOff x="1028700" y="7500938"/>
            <a:chExt cx="3267075" cy="1300162"/>
          </a:xfrm>
        </p:grpSpPr>
        <p:sp>
          <p:nvSpPr>
            <p:cNvPr id="354" name="pill-L2-bg"/>
            <p:cNvSpPr/>
            <p:nvPr/>
          </p:nvSpPr>
          <p:spPr>
            <a:xfrm>
              <a:off x="1028700" y="7500938"/>
              <a:ext cx="3267075" cy="1300162"/>
            </a:xfrm>
            <a:prstGeom prst="roundRect">
              <a:avLst>
                <a:gd name="adj" fmla="val 42490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pill-L2-t"/>
            <p:cNvSpPr txBox="1"/>
            <p:nvPr/>
          </p:nvSpPr>
          <p:spPr>
            <a:xfrm>
              <a:off x="1607820" y="7783354"/>
              <a:ext cx="2108835" cy="7543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优化技术</a:t>
              </a:r>
            </a:p>
          </p:txBody>
        </p:sp>
      </p:grpSp>
      <p:grpSp>
        <p:nvGrpSpPr>
          <p:cNvPr id="468" name="pill-L3"/>
          <p:cNvGrpSpPr/>
          <p:nvPr/>
        </p:nvGrpSpPr>
        <p:grpSpPr>
          <a:xfrm>
            <a:off x="1028700" y="9272588"/>
            <a:ext cx="3267075" cy="1300162"/>
            <a:chOff x="1028700" y="9272588"/>
            <a:chExt cx="3267075" cy="1300162"/>
          </a:xfrm>
        </p:grpSpPr>
        <p:sp>
          <p:nvSpPr>
            <p:cNvPr id="356" name="pill-L3-bg"/>
            <p:cNvSpPr/>
            <p:nvPr/>
          </p:nvSpPr>
          <p:spPr>
            <a:xfrm>
              <a:off x="1028700" y="9272588"/>
              <a:ext cx="3267075" cy="1300162"/>
            </a:xfrm>
            <a:prstGeom prst="roundRect">
              <a:avLst>
                <a:gd name="adj" fmla="val 42490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pill-L3-t"/>
            <p:cNvSpPr txBox="1"/>
            <p:nvPr/>
          </p:nvSpPr>
          <p:spPr>
            <a:xfrm>
              <a:off x="1607820" y="9555004"/>
              <a:ext cx="2108835" cy="7543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隐私体系</a:t>
              </a:r>
            </a:p>
          </p:txBody>
        </p:sp>
      </p:grpSp>
      <p:grpSp>
        <p:nvGrpSpPr>
          <p:cNvPr id="477" name="pill-L4"/>
          <p:cNvGrpSpPr/>
          <p:nvPr/>
        </p:nvGrpSpPr>
        <p:grpSpPr>
          <a:xfrm>
            <a:off x="1028700" y="11044238"/>
            <a:ext cx="3267075" cy="1300162"/>
            <a:chOff x="1028700" y="11044238"/>
            <a:chExt cx="3267075" cy="1300162"/>
          </a:xfrm>
        </p:grpSpPr>
        <p:sp>
          <p:nvSpPr>
            <p:cNvPr id="358" name="pill-L4-bg"/>
            <p:cNvSpPr/>
            <p:nvPr/>
          </p:nvSpPr>
          <p:spPr>
            <a:xfrm>
              <a:off x="1028700" y="11044238"/>
              <a:ext cx="3267075" cy="1300162"/>
            </a:xfrm>
            <a:prstGeom prst="roundRect">
              <a:avLst>
                <a:gd name="adj" fmla="val 42490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pill-L4-t"/>
            <p:cNvSpPr txBox="1"/>
            <p:nvPr/>
          </p:nvSpPr>
          <p:spPr>
            <a:xfrm>
              <a:off x="1607820" y="11326654"/>
              <a:ext cx="2108835" cy="7543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部署架构</a:t>
              </a:r>
            </a:p>
          </p:txBody>
        </p:sp>
      </p:grpSp>
      <p:grpSp>
        <p:nvGrpSpPr>
          <p:cNvPr id="465" name="pill-R1"/>
          <p:cNvGrpSpPr/>
          <p:nvPr/>
        </p:nvGrpSpPr>
        <p:grpSpPr>
          <a:xfrm>
            <a:off x="25165050" y="5729288"/>
            <a:ext cx="3248025" cy="1300162"/>
            <a:chOff x="25165050" y="5729288"/>
            <a:chExt cx="3248025" cy="1300162"/>
          </a:xfrm>
        </p:grpSpPr>
        <p:sp>
          <p:nvSpPr>
            <p:cNvPr id="360" name="pill-R1-bg"/>
            <p:cNvSpPr/>
            <p:nvPr/>
          </p:nvSpPr>
          <p:spPr>
            <a:xfrm>
              <a:off x="25165050" y="5729288"/>
              <a:ext cx="3248025" cy="1300162"/>
            </a:xfrm>
            <a:prstGeom prst="roundRect">
              <a:avLst>
                <a:gd name="adj" fmla="val 42490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1" name="pill-R1-t"/>
            <p:cNvSpPr txBox="1"/>
            <p:nvPr/>
          </p:nvSpPr>
          <p:spPr>
            <a:xfrm>
              <a:off x="25734645" y="6011704"/>
              <a:ext cx="2108835" cy="7543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技术性能</a:t>
              </a:r>
            </a:p>
          </p:txBody>
        </p:sp>
      </p:grpSp>
      <p:grpSp>
        <p:nvGrpSpPr>
          <p:cNvPr id="460" name="pill-R2"/>
          <p:cNvGrpSpPr/>
          <p:nvPr/>
        </p:nvGrpSpPr>
        <p:grpSpPr>
          <a:xfrm>
            <a:off x="25165050" y="7500938"/>
            <a:ext cx="3248025" cy="1300162"/>
            <a:chOff x="25165050" y="7500938"/>
            <a:chExt cx="3248025" cy="1300162"/>
          </a:xfrm>
        </p:grpSpPr>
        <p:sp>
          <p:nvSpPr>
            <p:cNvPr id="362" name="pill-R2-bg"/>
            <p:cNvSpPr/>
            <p:nvPr/>
          </p:nvSpPr>
          <p:spPr>
            <a:xfrm>
              <a:off x="25165050" y="7500938"/>
              <a:ext cx="3248025" cy="1300162"/>
            </a:xfrm>
            <a:prstGeom prst="roundRect">
              <a:avLst>
                <a:gd name="adj" fmla="val 42490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pill-R2-t"/>
            <p:cNvSpPr txBox="1"/>
            <p:nvPr/>
          </p:nvSpPr>
          <p:spPr>
            <a:xfrm>
              <a:off x="25734645" y="7783354"/>
              <a:ext cx="2108835" cy="7543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教育效果</a:t>
              </a:r>
            </a:p>
          </p:txBody>
        </p:sp>
      </p:grpSp>
      <p:grpSp>
        <p:nvGrpSpPr>
          <p:cNvPr id="461" name="pill-R3"/>
          <p:cNvGrpSpPr/>
          <p:nvPr/>
        </p:nvGrpSpPr>
        <p:grpSpPr>
          <a:xfrm>
            <a:off x="25165050" y="9272588"/>
            <a:ext cx="3248025" cy="1300162"/>
            <a:chOff x="25165050" y="9272588"/>
            <a:chExt cx="3248025" cy="1300162"/>
          </a:xfrm>
        </p:grpSpPr>
        <p:sp>
          <p:nvSpPr>
            <p:cNvPr id="364" name="pill-R3-bg"/>
            <p:cNvSpPr/>
            <p:nvPr/>
          </p:nvSpPr>
          <p:spPr>
            <a:xfrm>
              <a:off x="25165050" y="9272588"/>
              <a:ext cx="3248025" cy="1300162"/>
            </a:xfrm>
            <a:prstGeom prst="roundRect">
              <a:avLst>
                <a:gd name="adj" fmla="val 42490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pill-R3-t"/>
            <p:cNvSpPr txBox="1"/>
            <p:nvPr/>
          </p:nvSpPr>
          <p:spPr>
            <a:xfrm>
              <a:off x="25734645" y="9555004"/>
              <a:ext cx="2108835" cy="7543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用户体验</a:t>
              </a:r>
            </a:p>
          </p:txBody>
        </p:sp>
      </p:grpSp>
      <p:grpSp>
        <p:nvGrpSpPr>
          <p:cNvPr id="466" name="pill-R4"/>
          <p:cNvGrpSpPr/>
          <p:nvPr/>
        </p:nvGrpSpPr>
        <p:grpSpPr>
          <a:xfrm>
            <a:off x="25165050" y="11044238"/>
            <a:ext cx="3248025" cy="1300162"/>
            <a:chOff x="25165050" y="11044238"/>
            <a:chExt cx="3248025" cy="1300162"/>
          </a:xfrm>
        </p:grpSpPr>
        <p:sp>
          <p:nvSpPr>
            <p:cNvPr id="366" name="pill-R4-bg"/>
            <p:cNvSpPr/>
            <p:nvPr/>
          </p:nvSpPr>
          <p:spPr>
            <a:xfrm>
              <a:off x="25165050" y="11044238"/>
              <a:ext cx="3248025" cy="1300162"/>
            </a:xfrm>
            <a:prstGeom prst="roundRect">
              <a:avLst>
                <a:gd name="adj" fmla="val 42490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pill-R4-t"/>
            <p:cNvSpPr txBox="1"/>
            <p:nvPr/>
          </p:nvSpPr>
          <p:spPr>
            <a:xfrm>
              <a:off x="25734645" y="11326654"/>
              <a:ext cx="2108835" cy="7543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712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教育公平</a:t>
              </a:r>
            </a:p>
          </p:txBody>
        </p:sp>
      </p:grpSp>
      <p:grpSp>
        <p:nvGrpSpPr>
          <p:cNvPr id="471" name="pill-B1"/>
          <p:cNvGrpSpPr/>
          <p:nvPr/>
        </p:nvGrpSpPr>
        <p:grpSpPr>
          <a:xfrm>
            <a:off x="2419350" y="14535150"/>
            <a:ext cx="4572000" cy="1304925"/>
            <a:chOff x="2419350" y="14535150"/>
            <a:chExt cx="4572000" cy="1304925"/>
          </a:xfrm>
        </p:grpSpPr>
        <p:sp>
          <p:nvSpPr>
            <p:cNvPr id="368" name="pill-B1-bg"/>
            <p:cNvSpPr/>
            <p:nvPr/>
          </p:nvSpPr>
          <p:spPr>
            <a:xfrm>
              <a:off x="2419350" y="14535150"/>
              <a:ext cx="4572000" cy="1304925"/>
            </a:xfrm>
            <a:prstGeom prst="roundRect">
              <a:avLst>
                <a:gd name="adj" fmla="val 42335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pill-B1-t"/>
            <p:cNvSpPr txBox="1"/>
            <p:nvPr/>
          </p:nvSpPr>
          <p:spPr>
            <a:xfrm>
              <a:off x="2622232" y="14696122"/>
              <a:ext cx="4166235" cy="10210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隐私合规设计</a:t>
              </a:r>
            </a:p>
          </p:txBody>
        </p:sp>
      </p:grpSp>
      <p:grpSp>
        <p:nvGrpSpPr>
          <p:cNvPr id="464" name="pill-B2"/>
          <p:cNvGrpSpPr/>
          <p:nvPr/>
        </p:nvGrpSpPr>
        <p:grpSpPr>
          <a:xfrm>
            <a:off x="12458700" y="14535150"/>
            <a:ext cx="4591050" cy="1304925"/>
            <a:chOff x="12458700" y="14535150"/>
            <a:chExt cx="4591050" cy="1304925"/>
          </a:xfrm>
        </p:grpSpPr>
        <p:sp>
          <p:nvSpPr>
            <p:cNvPr id="370" name="pill-B2-bg"/>
            <p:cNvSpPr/>
            <p:nvPr/>
          </p:nvSpPr>
          <p:spPr>
            <a:xfrm>
              <a:off x="12458700" y="14535150"/>
              <a:ext cx="4591050" cy="1304925"/>
            </a:xfrm>
            <a:prstGeom prst="roundRect">
              <a:avLst>
                <a:gd name="adj" fmla="val 42335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" name="pill-B2-t"/>
            <p:cNvSpPr txBox="1"/>
            <p:nvPr/>
          </p:nvSpPr>
          <p:spPr>
            <a:xfrm>
              <a:off x="12671108" y="14696122"/>
              <a:ext cx="4166235" cy="10210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教育专属蒸馏</a:t>
              </a:r>
            </a:p>
          </p:txBody>
        </p:sp>
      </p:grpSp>
      <p:grpSp>
        <p:nvGrpSpPr>
          <p:cNvPr id="462" name="pill-B3"/>
          <p:cNvGrpSpPr/>
          <p:nvPr/>
        </p:nvGrpSpPr>
        <p:grpSpPr>
          <a:xfrm>
            <a:off x="22498050" y="14535150"/>
            <a:ext cx="4581525" cy="1304925"/>
            <a:chOff x="22498050" y="14535150"/>
            <a:chExt cx="4581525" cy="1304925"/>
          </a:xfrm>
        </p:grpSpPr>
        <p:sp>
          <p:nvSpPr>
            <p:cNvPr id="372" name="pill-B3-bg"/>
            <p:cNvSpPr/>
            <p:nvPr/>
          </p:nvSpPr>
          <p:spPr>
            <a:xfrm>
              <a:off x="22498050" y="14535150"/>
              <a:ext cx="4581525" cy="1304925"/>
            </a:xfrm>
            <a:prstGeom prst="roundRect">
              <a:avLst>
                <a:gd name="adj" fmla="val 42335"/>
              </a:avLst>
            </a:prstGeom>
            <a:solidFill>
              <a:srgbClr val="6B7FE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pill-B3-t"/>
            <p:cNvSpPr txBox="1"/>
            <p:nvPr/>
          </p:nvSpPr>
          <p:spPr>
            <a:xfrm>
              <a:off x="22705695" y="14696122"/>
              <a:ext cx="4166235" cy="10210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普惠落地路径</a:t>
              </a:r>
            </a:p>
          </p:txBody>
        </p:sp>
      </p:grpSp>
      <p:grpSp>
        <p:nvGrpSpPr>
          <p:cNvPr id="470" name="arrow-h-left"/>
          <p:cNvGrpSpPr/>
          <p:nvPr/>
        </p:nvGrpSpPr>
        <p:grpSpPr>
          <a:xfrm>
            <a:off x="7467600" y="14897100"/>
            <a:ext cx="2539365" cy="581025"/>
            <a:chOff x="7467600" y="14897100"/>
            <a:chExt cx="2539365" cy="581025"/>
          </a:xfrm>
        </p:grpSpPr>
        <p:sp>
          <p:nvSpPr>
            <p:cNvPr id="374" name="ahL-head"/>
            <p:cNvSpPr/>
            <p:nvPr/>
          </p:nvSpPr>
          <p:spPr>
            <a:xfrm>
              <a:off x="7467600" y="14897100"/>
              <a:ext cx="266700" cy="581025"/>
            </a:xfrm>
            <a:custGeom>
              <a:avLst/>
              <a:gdLst/>
              <a:ahLst/>
              <a:cxnLst/>
              <a:rect l="l" t="t" r="r" b="b"/>
              <a:pathLst>
                <a:path w="266700" h="581025">
                  <a:moveTo>
                    <a:pt x="0" y="290512"/>
                  </a:moveTo>
                  <a:lnTo>
                    <a:pt x="266700" y="0"/>
                  </a:lnTo>
                  <a:lnTo>
                    <a:pt x="266700" y="581025"/>
                  </a:lnTo>
                  <a:close/>
                </a:path>
              </a:pathLst>
            </a:custGeom>
            <a:solidFill>
              <a:srgbClr val="C0CA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ahL-b00"/>
            <p:cNvSpPr/>
            <p:nvPr/>
          </p:nvSpPr>
          <p:spPr>
            <a:xfrm>
              <a:off x="7715250" y="15049500"/>
              <a:ext cx="127635" cy="285750"/>
            </a:xfrm>
            <a:prstGeom prst="rect">
              <a:avLst/>
            </a:prstGeom>
            <a:solidFill>
              <a:srgbClr val="C9D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6" name="ahL-b01"/>
            <p:cNvSpPr/>
            <p:nvPr/>
          </p:nvSpPr>
          <p:spPr>
            <a:xfrm>
              <a:off x="7829550" y="15049500"/>
              <a:ext cx="127635" cy="285750"/>
            </a:xfrm>
            <a:prstGeom prst="rect">
              <a:avLst/>
            </a:prstGeom>
            <a:solidFill>
              <a:srgbClr val="CC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ahL-b02"/>
            <p:cNvSpPr/>
            <p:nvPr/>
          </p:nvSpPr>
          <p:spPr>
            <a:xfrm>
              <a:off x="7943850" y="15049500"/>
              <a:ext cx="127635" cy="285750"/>
            </a:xfrm>
            <a:prstGeom prst="rect">
              <a:avLst/>
            </a:prstGeom>
            <a:solidFill>
              <a:srgbClr val="CED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ahL-b03"/>
            <p:cNvSpPr/>
            <p:nvPr/>
          </p:nvSpPr>
          <p:spPr>
            <a:xfrm>
              <a:off x="8058150" y="15049500"/>
              <a:ext cx="127635" cy="285750"/>
            </a:xfrm>
            <a:prstGeom prst="rect">
              <a:avLst/>
            </a:prstGeom>
            <a:solidFill>
              <a:srgbClr val="D1D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ahL-b04"/>
            <p:cNvSpPr/>
            <p:nvPr/>
          </p:nvSpPr>
          <p:spPr>
            <a:xfrm>
              <a:off x="8172450" y="15049500"/>
              <a:ext cx="127635" cy="285750"/>
            </a:xfrm>
            <a:prstGeom prst="rect">
              <a:avLst/>
            </a:prstGeom>
            <a:solidFill>
              <a:srgbClr val="D4D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0" name="ahL-b05"/>
            <p:cNvSpPr/>
            <p:nvPr/>
          </p:nvSpPr>
          <p:spPr>
            <a:xfrm>
              <a:off x="8286750" y="15049500"/>
              <a:ext cx="127635" cy="285750"/>
            </a:xfrm>
            <a:prstGeom prst="rect">
              <a:avLst/>
            </a:prstGeom>
            <a:solidFill>
              <a:srgbClr val="D6D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1" name="ahL-b06"/>
            <p:cNvSpPr/>
            <p:nvPr/>
          </p:nvSpPr>
          <p:spPr>
            <a:xfrm>
              <a:off x="8401050" y="15049500"/>
              <a:ext cx="127635" cy="285750"/>
            </a:xfrm>
            <a:prstGeom prst="rect">
              <a:avLst/>
            </a:prstGeom>
            <a:solidFill>
              <a:srgbClr val="D9D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ahL-b07"/>
            <p:cNvSpPr/>
            <p:nvPr/>
          </p:nvSpPr>
          <p:spPr>
            <a:xfrm>
              <a:off x="8515350" y="15049500"/>
              <a:ext cx="127635" cy="285750"/>
            </a:xfrm>
            <a:prstGeom prst="rect">
              <a:avLst/>
            </a:prstGeom>
            <a:solidFill>
              <a:srgbClr val="DBE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ahL-b08"/>
            <p:cNvSpPr/>
            <p:nvPr/>
          </p:nvSpPr>
          <p:spPr>
            <a:xfrm>
              <a:off x="8629650" y="15049500"/>
              <a:ext cx="127635" cy="285750"/>
            </a:xfrm>
            <a:prstGeom prst="rect">
              <a:avLst/>
            </a:prstGeom>
            <a:solidFill>
              <a:srgbClr val="DEE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ahL-b09"/>
            <p:cNvSpPr/>
            <p:nvPr/>
          </p:nvSpPr>
          <p:spPr>
            <a:xfrm>
              <a:off x="8743950" y="15049500"/>
              <a:ext cx="127635" cy="285750"/>
            </a:xfrm>
            <a:prstGeom prst="rect">
              <a:avLst/>
            </a:prstGeom>
            <a:solidFill>
              <a:srgbClr val="E0E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5" name="ahL-b10"/>
            <p:cNvSpPr/>
            <p:nvPr/>
          </p:nvSpPr>
          <p:spPr>
            <a:xfrm>
              <a:off x="8858250" y="15049500"/>
              <a:ext cx="127635" cy="285750"/>
            </a:xfrm>
            <a:prstGeom prst="rect">
              <a:avLst/>
            </a:prstGeom>
            <a:solidFill>
              <a:srgbClr val="E3E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6" name="ahL-b11"/>
            <p:cNvSpPr/>
            <p:nvPr/>
          </p:nvSpPr>
          <p:spPr>
            <a:xfrm>
              <a:off x="8972550" y="15049500"/>
              <a:ext cx="127635" cy="285750"/>
            </a:xfrm>
            <a:prstGeom prst="rect">
              <a:avLst/>
            </a:prstGeom>
            <a:solidFill>
              <a:srgbClr val="E5E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ahL-b12"/>
            <p:cNvSpPr/>
            <p:nvPr/>
          </p:nvSpPr>
          <p:spPr>
            <a:xfrm>
              <a:off x="9086850" y="15049500"/>
              <a:ext cx="127635" cy="285750"/>
            </a:xfrm>
            <a:prstGeom prst="rect">
              <a:avLst/>
            </a:prstGeom>
            <a:solidFill>
              <a:srgbClr val="E8E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ahL-b13"/>
            <p:cNvSpPr/>
            <p:nvPr/>
          </p:nvSpPr>
          <p:spPr>
            <a:xfrm>
              <a:off x="9201150" y="15049500"/>
              <a:ext cx="127635" cy="285750"/>
            </a:xfrm>
            <a:prstGeom prst="rect">
              <a:avLst/>
            </a:prstGeom>
            <a:solidFill>
              <a:srgbClr val="EBE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ahL-b14"/>
            <p:cNvSpPr/>
            <p:nvPr/>
          </p:nvSpPr>
          <p:spPr>
            <a:xfrm>
              <a:off x="9315450" y="15049500"/>
              <a:ext cx="127635" cy="285750"/>
            </a:xfrm>
            <a:prstGeom prst="rect">
              <a:avLst/>
            </a:prstGeom>
            <a:solidFill>
              <a:srgbClr val="EDF0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0" name="ahL-b15"/>
            <p:cNvSpPr/>
            <p:nvPr/>
          </p:nvSpPr>
          <p:spPr>
            <a:xfrm>
              <a:off x="9429750" y="15049500"/>
              <a:ext cx="127635" cy="285750"/>
            </a:xfrm>
            <a:prstGeom prst="rect">
              <a:avLst/>
            </a:prstGeom>
            <a:solidFill>
              <a:srgbClr val="F0F2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1" name="ahL-b16"/>
            <p:cNvSpPr/>
            <p:nvPr/>
          </p:nvSpPr>
          <p:spPr>
            <a:xfrm>
              <a:off x="9544050" y="15049500"/>
              <a:ext cx="127635" cy="285750"/>
            </a:xfrm>
            <a:prstGeom prst="rect">
              <a:avLst/>
            </a:prstGeom>
            <a:solidFill>
              <a:srgbClr val="F2F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ahL-b17"/>
            <p:cNvSpPr/>
            <p:nvPr/>
          </p:nvSpPr>
          <p:spPr>
            <a:xfrm>
              <a:off x="9658350" y="15049500"/>
              <a:ext cx="127635" cy="285750"/>
            </a:xfrm>
            <a:prstGeom prst="rect">
              <a:avLst/>
            </a:prstGeom>
            <a:solidFill>
              <a:srgbClr val="F5F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ahL-b18"/>
            <p:cNvSpPr/>
            <p:nvPr/>
          </p:nvSpPr>
          <p:spPr>
            <a:xfrm>
              <a:off x="9772650" y="15049500"/>
              <a:ext cx="127635" cy="285750"/>
            </a:xfrm>
            <a:prstGeom prst="rect">
              <a:avLst/>
            </a:prstGeom>
            <a:solidFill>
              <a:srgbClr val="F7F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ahL-b19"/>
            <p:cNvSpPr/>
            <p:nvPr/>
          </p:nvSpPr>
          <p:spPr>
            <a:xfrm>
              <a:off x="9886950" y="15049500"/>
              <a:ext cx="120015" cy="285750"/>
            </a:xfrm>
            <a:prstGeom prst="rect">
              <a:avLst/>
            </a:prstGeom>
            <a:solidFill>
              <a:srgbClr val="FAF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9" name="arrow-h-right"/>
          <p:cNvGrpSpPr/>
          <p:nvPr/>
        </p:nvGrpSpPr>
        <p:grpSpPr>
          <a:xfrm>
            <a:off x="19097625" y="14897100"/>
            <a:ext cx="2657475" cy="581025"/>
            <a:chOff x="19097625" y="14897100"/>
            <a:chExt cx="2657475" cy="581025"/>
          </a:xfrm>
        </p:grpSpPr>
        <p:sp>
          <p:nvSpPr>
            <p:cNvPr id="395" name="ahR-head"/>
            <p:cNvSpPr/>
            <p:nvPr/>
          </p:nvSpPr>
          <p:spPr>
            <a:xfrm>
              <a:off x="21450300" y="14897100"/>
              <a:ext cx="304800" cy="581025"/>
            </a:xfrm>
            <a:custGeom>
              <a:avLst/>
              <a:gdLst/>
              <a:ahLst/>
              <a:cxnLst/>
              <a:rect l="l" t="t" r="r" b="b"/>
              <a:pathLst>
                <a:path w="304800" h="581025">
                  <a:moveTo>
                    <a:pt x="304800" y="290512"/>
                  </a:moveTo>
                  <a:lnTo>
                    <a:pt x="0" y="0"/>
                  </a:lnTo>
                  <a:lnTo>
                    <a:pt x="0" y="581025"/>
                  </a:lnTo>
                  <a:close/>
                </a:path>
              </a:pathLst>
            </a:custGeom>
            <a:solidFill>
              <a:srgbClr val="C0CA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6" name="ahR-b00"/>
            <p:cNvSpPr/>
            <p:nvPr/>
          </p:nvSpPr>
          <p:spPr>
            <a:xfrm>
              <a:off x="19097625" y="15049500"/>
              <a:ext cx="130969" cy="285750"/>
            </a:xfrm>
            <a:prstGeom prst="rect">
              <a:avLst/>
            </a:prstGeom>
            <a:solidFill>
              <a:srgbClr val="FAF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ahR-b01"/>
            <p:cNvSpPr/>
            <p:nvPr/>
          </p:nvSpPr>
          <p:spPr>
            <a:xfrm>
              <a:off x="19215259" y="15049500"/>
              <a:ext cx="130969" cy="285750"/>
            </a:xfrm>
            <a:prstGeom prst="rect">
              <a:avLst/>
            </a:prstGeom>
            <a:solidFill>
              <a:srgbClr val="F7F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ahR-b02"/>
            <p:cNvSpPr/>
            <p:nvPr/>
          </p:nvSpPr>
          <p:spPr>
            <a:xfrm>
              <a:off x="19332892" y="15049500"/>
              <a:ext cx="130969" cy="285750"/>
            </a:xfrm>
            <a:prstGeom prst="rect">
              <a:avLst/>
            </a:prstGeom>
            <a:solidFill>
              <a:srgbClr val="F5F6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ahR-b03"/>
            <p:cNvSpPr/>
            <p:nvPr/>
          </p:nvSpPr>
          <p:spPr>
            <a:xfrm>
              <a:off x="19450526" y="15049500"/>
              <a:ext cx="130969" cy="285750"/>
            </a:xfrm>
            <a:prstGeom prst="rect">
              <a:avLst/>
            </a:prstGeom>
            <a:solidFill>
              <a:srgbClr val="F2F4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0" name="ahR-b04"/>
            <p:cNvSpPr/>
            <p:nvPr/>
          </p:nvSpPr>
          <p:spPr>
            <a:xfrm>
              <a:off x="19568160" y="15049500"/>
              <a:ext cx="130969" cy="285750"/>
            </a:xfrm>
            <a:prstGeom prst="rect">
              <a:avLst/>
            </a:prstGeom>
            <a:solidFill>
              <a:srgbClr val="EFF2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1" name="ahR-b05"/>
            <p:cNvSpPr/>
            <p:nvPr/>
          </p:nvSpPr>
          <p:spPr>
            <a:xfrm>
              <a:off x="19685794" y="15049500"/>
              <a:ext cx="130969" cy="285750"/>
            </a:xfrm>
            <a:prstGeom prst="rect">
              <a:avLst/>
            </a:prstGeom>
            <a:solidFill>
              <a:srgbClr val="EDF0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ahR-b06"/>
            <p:cNvSpPr/>
            <p:nvPr/>
          </p:nvSpPr>
          <p:spPr>
            <a:xfrm>
              <a:off x="19803428" y="15049500"/>
              <a:ext cx="130969" cy="285750"/>
            </a:xfrm>
            <a:prstGeom prst="rect">
              <a:avLst/>
            </a:prstGeom>
            <a:solidFill>
              <a:srgbClr val="EAE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ahR-b07"/>
            <p:cNvSpPr/>
            <p:nvPr/>
          </p:nvSpPr>
          <p:spPr>
            <a:xfrm>
              <a:off x="19921061" y="15049500"/>
              <a:ext cx="130969" cy="285750"/>
            </a:xfrm>
            <a:prstGeom prst="rect">
              <a:avLst/>
            </a:prstGeom>
            <a:solidFill>
              <a:srgbClr val="E8EB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ahR-b08"/>
            <p:cNvSpPr/>
            <p:nvPr/>
          </p:nvSpPr>
          <p:spPr>
            <a:xfrm>
              <a:off x="20038695" y="15049500"/>
              <a:ext cx="130969" cy="285750"/>
            </a:xfrm>
            <a:prstGeom prst="rect">
              <a:avLst/>
            </a:prstGeom>
            <a:solidFill>
              <a:srgbClr val="E5E9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ahR-b09"/>
            <p:cNvSpPr/>
            <p:nvPr/>
          </p:nvSpPr>
          <p:spPr>
            <a:xfrm>
              <a:off x="20156329" y="15049500"/>
              <a:ext cx="130969" cy="285750"/>
            </a:xfrm>
            <a:prstGeom prst="rect">
              <a:avLst/>
            </a:prstGeom>
            <a:solidFill>
              <a:srgbClr val="E3E7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6" name="ahR-b10"/>
            <p:cNvSpPr/>
            <p:nvPr/>
          </p:nvSpPr>
          <p:spPr>
            <a:xfrm>
              <a:off x="20273962" y="15049500"/>
              <a:ext cx="130969" cy="285750"/>
            </a:xfrm>
            <a:prstGeom prst="rect">
              <a:avLst/>
            </a:prstGeom>
            <a:solidFill>
              <a:srgbClr val="E0E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ahR-b11"/>
            <p:cNvSpPr/>
            <p:nvPr/>
          </p:nvSpPr>
          <p:spPr>
            <a:xfrm>
              <a:off x="20391596" y="15049500"/>
              <a:ext cx="130969" cy="285750"/>
            </a:xfrm>
            <a:prstGeom prst="rect">
              <a:avLst/>
            </a:prstGeom>
            <a:solidFill>
              <a:srgbClr val="DEE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ahR-b12"/>
            <p:cNvSpPr/>
            <p:nvPr/>
          </p:nvSpPr>
          <p:spPr>
            <a:xfrm>
              <a:off x="20509230" y="15049500"/>
              <a:ext cx="130969" cy="285750"/>
            </a:xfrm>
            <a:prstGeom prst="rect">
              <a:avLst/>
            </a:prstGeom>
            <a:solidFill>
              <a:srgbClr val="DBE0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ahR-b13"/>
            <p:cNvSpPr/>
            <p:nvPr/>
          </p:nvSpPr>
          <p:spPr>
            <a:xfrm>
              <a:off x="20626864" y="15049500"/>
              <a:ext cx="130969" cy="285750"/>
            </a:xfrm>
            <a:prstGeom prst="rect">
              <a:avLst/>
            </a:prstGeom>
            <a:solidFill>
              <a:srgbClr val="D8DE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0" name="ahR-b14"/>
            <p:cNvSpPr/>
            <p:nvPr/>
          </p:nvSpPr>
          <p:spPr>
            <a:xfrm>
              <a:off x="20744498" y="15049500"/>
              <a:ext cx="130969" cy="285750"/>
            </a:xfrm>
            <a:prstGeom prst="rect">
              <a:avLst/>
            </a:prstGeom>
            <a:solidFill>
              <a:srgbClr val="D6D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1" name="ahR-b15"/>
            <p:cNvSpPr/>
            <p:nvPr/>
          </p:nvSpPr>
          <p:spPr>
            <a:xfrm>
              <a:off x="20862131" y="15049500"/>
              <a:ext cx="130969" cy="285750"/>
            </a:xfrm>
            <a:prstGeom prst="rect">
              <a:avLst/>
            </a:prstGeom>
            <a:solidFill>
              <a:srgbClr val="D3D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ahR-b16"/>
            <p:cNvSpPr/>
            <p:nvPr/>
          </p:nvSpPr>
          <p:spPr>
            <a:xfrm>
              <a:off x="20979765" y="15049500"/>
              <a:ext cx="130969" cy="285750"/>
            </a:xfrm>
            <a:prstGeom prst="rect">
              <a:avLst/>
            </a:prstGeom>
            <a:solidFill>
              <a:srgbClr val="D1D8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ahR-b17"/>
            <p:cNvSpPr/>
            <p:nvPr/>
          </p:nvSpPr>
          <p:spPr>
            <a:xfrm>
              <a:off x="21097399" y="15049500"/>
              <a:ext cx="130969" cy="285750"/>
            </a:xfrm>
            <a:prstGeom prst="rect">
              <a:avLst/>
            </a:prstGeom>
            <a:solidFill>
              <a:srgbClr val="CED5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ahR-b18"/>
            <p:cNvSpPr/>
            <p:nvPr/>
          </p:nvSpPr>
          <p:spPr>
            <a:xfrm>
              <a:off x="21215032" y="15049500"/>
              <a:ext cx="130969" cy="285750"/>
            </a:xfrm>
            <a:prstGeom prst="rect">
              <a:avLst/>
            </a:prstGeom>
            <a:solidFill>
              <a:srgbClr val="CCD3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5" name="ahR-b19"/>
            <p:cNvSpPr/>
            <p:nvPr/>
          </p:nvSpPr>
          <p:spPr>
            <a:xfrm>
              <a:off x="21332666" y="15049500"/>
              <a:ext cx="123349" cy="285750"/>
            </a:xfrm>
            <a:prstGeom prst="rect">
              <a:avLst/>
            </a:prstGeom>
            <a:solidFill>
              <a:srgbClr val="C9D1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3" name="banner"/>
          <p:cNvGrpSpPr/>
          <p:nvPr/>
        </p:nvGrpSpPr>
        <p:grpSpPr>
          <a:xfrm>
            <a:off x="3562350" y="1047750"/>
            <a:ext cx="22374225" cy="1367790"/>
            <a:chOff x="3562350" y="1047750"/>
            <a:chExt cx="22374225" cy="1367790"/>
          </a:xfrm>
        </p:grpSpPr>
        <p:sp>
          <p:nvSpPr>
            <p:cNvPr id="416" name="banner-b00"/>
            <p:cNvSpPr/>
            <p:nvPr/>
          </p:nvSpPr>
          <p:spPr>
            <a:xfrm>
              <a:off x="3562350" y="1047750"/>
              <a:ext cx="22374225" cy="44196"/>
            </a:xfrm>
            <a:custGeom>
              <a:avLst/>
              <a:gdLst/>
              <a:ahLst/>
              <a:cxnLst/>
              <a:rect l="l" t="t" r="r" b="b"/>
              <a:pathLst>
                <a:path w="22374225" h="44196">
                  <a:moveTo>
                    <a:pt x="0" y="0"/>
                  </a:moveTo>
                  <a:lnTo>
                    <a:pt x="22374225" y="0"/>
                  </a:lnTo>
                  <a:lnTo>
                    <a:pt x="89440" y="8858"/>
                  </a:lnTo>
                  <a:lnTo>
                    <a:pt x="125921" y="17716"/>
                  </a:lnTo>
                  <a:lnTo>
                    <a:pt x="153448" y="26480"/>
                  </a:lnTo>
                  <a:lnTo>
                    <a:pt x="176212" y="35338"/>
                  </a:lnTo>
                  <a:lnTo>
                    <a:pt x="196024" y="44196"/>
                  </a:lnTo>
                  <a:lnTo>
                    <a:pt x="22178200" y="44196"/>
                  </a:lnTo>
                  <a:lnTo>
                    <a:pt x="22198012" y="35338"/>
                  </a:lnTo>
                  <a:lnTo>
                    <a:pt x="22220777" y="26480"/>
                  </a:lnTo>
                  <a:lnTo>
                    <a:pt x="22248305" y="17716"/>
                  </a:lnTo>
                  <a:lnTo>
                    <a:pt x="22284785" y="8858"/>
                  </a:lnTo>
                  <a:close/>
                </a:path>
              </a:pathLst>
            </a:custGeom>
            <a:solidFill>
              <a:srgbClr val="D6DC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banner-b01"/>
            <p:cNvSpPr/>
            <p:nvPr/>
          </p:nvSpPr>
          <p:spPr>
            <a:xfrm>
              <a:off x="3732276" y="1080516"/>
              <a:ext cx="22034373" cy="44196"/>
            </a:xfrm>
            <a:custGeom>
              <a:avLst/>
              <a:gdLst/>
              <a:ahLst/>
              <a:cxnLst/>
              <a:rect l="l" t="t" r="r" b="b"/>
              <a:pathLst>
                <a:path w="22034373" h="44196">
                  <a:moveTo>
                    <a:pt x="0" y="0"/>
                  </a:moveTo>
                  <a:lnTo>
                    <a:pt x="22034373" y="0"/>
                  </a:lnTo>
                  <a:lnTo>
                    <a:pt x="20574" y="8763"/>
                  </a:lnTo>
                  <a:lnTo>
                    <a:pt x="38767" y="17621"/>
                  </a:lnTo>
                  <a:lnTo>
                    <a:pt x="55150" y="26480"/>
                  </a:lnTo>
                  <a:lnTo>
                    <a:pt x="70104" y="35338"/>
                  </a:lnTo>
                  <a:lnTo>
                    <a:pt x="83915" y="44196"/>
                  </a:lnTo>
                  <a:lnTo>
                    <a:pt x="21950458" y="44196"/>
                  </a:lnTo>
                  <a:lnTo>
                    <a:pt x="21964269" y="35338"/>
                  </a:lnTo>
                  <a:lnTo>
                    <a:pt x="21979223" y="26480"/>
                  </a:lnTo>
                  <a:lnTo>
                    <a:pt x="21995606" y="17621"/>
                  </a:lnTo>
                  <a:lnTo>
                    <a:pt x="22013799" y="8763"/>
                  </a:lnTo>
                  <a:close/>
                </a:path>
              </a:pathLst>
            </a:custGeom>
            <a:solidFill>
              <a:srgbClr val="D3DA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banner-b02"/>
            <p:cNvSpPr/>
            <p:nvPr/>
          </p:nvSpPr>
          <p:spPr>
            <a:xfrm>
              <a:off x="3798094" y="1113282"/>
              <a:ext cx="21902737" cy="44101"/>
            </a:xfrm>
            <a:custGeom>
              <a:avLst/>
              <a:gdLst/>
              <a:ahLst/>
              <a:cxnLst/>
              <a:rect l="l" t="t" r="r" b="b"/>
              <a:pathLst>
                <a:path w="21902737" h="44101">
                  <a:moveTo>
                    <a:pt x="0" y="0"/>
                  </a:moveTo>
                  <a:lnTo>
                    <a:pt x="21902737" y="0"/>
                  </a:lnTo>
                  <a:lnTo>
                    <a:pt x="14097" y="8763"/>
                  </a:lnTo>
                  <a:lnTo>
                    <a:pt x="27146" y="17621"/>
                  </a:lnTo>
                  <a:lnTo>
                    <a:pt x="39338" y="26480"/>
                  </a:lnTo>
                  <a:lnTo>
                    <a:pt x="50673" y="35338"/>
                  </a:lnTo>
                  <a:lnTo>
                    <a:pt x="61341" y="44101"/>
                  </a:lnTo>
                  <a:lnTo>
                    <a:pt x="21841396" y="44101"/>
                  </a:lnTo>
                  <a:lnTo>
                    <a:pt x="21852064" y="35338"/>
                  </a:lnTo>
                  <a:lnTo>
                    <a:pt x="21863399" y="26480"/>
                  </a:lnTo>
                  <a:lnTo>
                    <a:pt x="21875591" y="17621"/>
                  </a:lnTo>
                  <a:lnTo>
                    <a:pt x="21888640" y="8763"/>
                  </a:lnTo>
                  <a:close/>
                </a:path>
              </a:pathLst>
            </a:custGeom>
            <a:solidFill>
              <a:srgbClr val="D1D8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banner-b03"/>
            <p:cNvSpPr/>
            <p:nvPr/>
          </p:nvSpPr>
          <p:spPr>
            <a:xfrm>
              <a:off x="3845528" y="1145953"/>
              <a:ext cx="21807869" cy="44196"/>
            </a:xfrm>
            <a:custGeom>
              <a:avLst/>
              <a:gdLst/>
              <a:ahLst/>
              <a:cxnLst/>
              <a:rect l="l" t="t" r="r" b="b"/>
              <a:pathLst>
                <a:path w="21807869" h="44196">
                  <a:moveTo>
                    <a:pt x="0" y="0"/>
                  </a:moveTo>
                  <a:lnTo>
                    <a:pt x="21807869" y="0"/>
                  </a:lnTo>
                  <a:lnTo>
                    <a:pt x="10859" y="8858"/>
                  </a:lnTo>
                  <a:lnTo>
                    <a:pt x="21050" y="17716"/>
                  </a:lnTo>
                  <a:lnTo>
                    <a:pt x="30671" y="26479"/>
                  </a:lnTo>
                  <a:lnTo>
                    <a:pt x="39720" y="35337"/>
                  </a:lnTo>
                  <a:lnTo>
                    <a:pt x="48387" y="44196"/>
                  </a:lnTo>
                  <a:lnTo>
                    <a:pt x="21759482" y="44196"/>
                  </a:lnTo>
                  <a:lnTo>
                    <a:pt x="21768150" y="35337"/>
                  </a:lnTo>
                  <a:lnTo>
                    <a:pt x="21777198" y="26479"/>
                  </a:lnTo>
                  <a:lnTo>
                    <a:pt x="21786818" y="17716"/>
                  </a:lnTo>
                  <a:lnTo>
                    <a:pt x="21797010" y="8858"/>
                  </a:lnTo>
                  <a:close/>
                </a:path>
              </a:pathLst>
            </a:custGeom>
            <a:solidFill>
              <a:srgbClr val="CFD6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0" name="banner-b04"/>
            <p:cNvSpPr/>
            <p:nvPr/>
          </p:nvSpPr>
          <p:spPr>
            <a:xfrm>
              <a:off x="3882676" y="1178719"/>
              <a:ext cx="21733573" cy="44196"/>
            </a:xfrm>
            <a:custGeom>
              <a:avLst/>
              <a:gdLst/>
              <a:ahLst/>
              <a:cxnLst/>
              <a:rect l="l" t="t" r="r" b="b"/>
              <a:pathLst>
                <a:path w="21733573" h="44196">
                  <a:moveTo>
                    <a:pt x="0" y="0"/>
                  </a:moveTo>
                  <a:lnTo>
                    <a:pt x="21733573" y="0"/>
                  </a:lnTo>
                  <a:lnTo>
                    <a:pt x="8763" y="8858"/>
                  </a:lnTo>
                  <a:lnTo>
                    <a:pt x="17050" y="17621"/>
                  </a:lnTo>
                  <a:lnTo>
                    <a:pt x="24955" y="26479"/>
                  </a:lnTo>
                  <a:lnTo>
                    <a:pt x="32385" y="35337"/>
                  </a:lnTo>
                  <a:lnTo>
                    <a:pt x="39528" y="44196"/>
                  </a:lnTo>
                  <a:lnTo>
                    <a:pt x="21694044" y="44196"/>
                  </a:lnTo>
                  <a:lnTo>
                    <a:pt x="21701188" y="35337"/>
                  </a:lnTo>
                  <a:lnTo>
                    <a:pt x="21708618" y="26479"/>
                  </a:lnTo>
                  <a:lnTo>
                    <a:pt x="21716524" y="17621"/>
                  </a:lnTo>
                  <a:lnTo>
                    <a:pt x="21724810" y="8858"/>
                  </a:lnTo>
                  <a:close/>
                </a:path>
              </a:pathLst>
            </a:custGeom>
            <a:solidFill>
              <a:srgbClr val="CDD4F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1" name="banner-b05"/>
            <p:cNvSpPr/>
            <p:nvPr/>
          </p:nvSpPr>
          <p:spPr>
            <a:xfrm>
              <a:off x="3912870" y="1211485"/>
              <a:ext cx="21673185" cy="44101"/>
            </a:xfrm>
            <a:custGeom>
              <a:avLst/>
              <a:gdLst/>
              <a:ahLst/>
              <a:cxnLst/>
              <a:rect l="l" t="t" r="r" b="b"/>
              <a:pathLst>
                <a:path w="21673185" h="44101">
                  <a:moveTo>
                    <a:pt x="0" y="0"/>
                  </a:moveTo>
                  <a:lnTo>
                    <a:pt x="21673185" y="0"/>
                  </a:lnTo>
                  <a:lnTo>
                    <a:pt x="7239" y="8858"/>
                  </a:lnTo>
                  <a:lnTo>
                    <a:pt x="14097" y="17621"/>
                  </a:lnTo>
                  <a:lnTo>
                    <a:pt x="20669" y="26479"/>
                  </a:lnTo>
                  <a:lnTo>
                    <a:pt x="26860" y="35337"/>
                  </a:lnTo>
                  <a:lnTo>
                    <a:pt x="32766" y="44101"/>
                  </a:lnTo>
                  <a:lnTo>
                    <a:pt x="21640419" y="44101"/>
                  </a:lnTo>
                  <a:lnTo>
                    <a:pt x="21646324" y="35337"/>
                  </a:lnTo>
                  <a:lnTo>
                    <a:pt x="21652516" y="26479"/>
                  </a:lnTo>
                  <a:lnTo>
                    <a:pt x="21659088" y="17621"/>
                  </a:lnTo>
                  <a:lnTo>
                    <a:pt x="21665946" y="8858"/>
                  </a:lnTo>
                  <a:close/>
                </a:path>
              </a:pathLst>
            </a:custGeom>
            <a:solidFill>
              <a:srgbClr val="CBD2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banner-b06"/>
            <p:cNvSpPr/>
            <p:nvPr/>
          </p:nvSpPr>
          <p:spPr>
            <a:xfrm>
              <a:off x="3937921" y="1244156"/>
              <a:ext cx="21623083" cy="44196"/>
            </a:xfrm>
            <a:custGeom>
              <a:avLst/>
              <a:gdLst/>
              <a:ahLst/>
              <a:cxnLst/>
              <a:rect l="l" t="t" r="r" b="b"/>
              <a:pathLst>
                <a:path w="21623083" h="44196">
                  <a:moveTo>
                    <a:pt x="0" y="0"/>
                  </a:moveTo>
                  <a:lnTo>
                    <a:pt x="21623083" y="0"/>
                  </a:lnTo>
                  <a:lnTo>
                    <a:pt x="6001" y="8858"/>
                  </a:lnTo>
                  <a:lnTo>
                    <a:pt x="11620" y="17716"/>
                  </a:lnTo>
                  <a:lnTo>
                    <a:pt x="17050" y="26574"/>
                  </a:lnTo>
                  <a:lnTo>
                    <a:pt x="22193" y="35337"/>
                  </a:lnTo>
                  <a:lnTo>
                    <a:pt x="27051" y="44196"/>
                  </a:lnTo>
                  <a:lnTo>
                    <a:pt x="21596032" y="44196"/>
                  </a:lnTo>
                  <a:lnTo>
                    <a:pt x="21600890" y="35337"/>
                  </a:lnTo>
                  <a:lnTo>
                    <a:pt x="21606034" y="26574"/>
                  </a:lnTo>
                  <a:lnTo>
                    <a:pt x="21611463" y="17716"/>
                  </a:lnTo>
                  <a:lnTo>
                    <a:pt x="21617083" y="8858"/>
                  </a:lnTo>
                  <a:close/>
                </a:path>
              </a:pathLst>
            </a:custGeom>
            <a:solidFill>
              <a:srgbClr val="C9D1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banner-b07"/>
            <p:cNvSpPr/>
            <p:nvPr/>
          </p:nvSpPr>
          <p:spPr>
            <a:xfrm>
              <a:off x="3958685" y="1276922"/>
              <a:ext cx="21581555" cy="44196"/>
            </a:xfrm>
            <a:custGeom>
              <a:avLst/>
              <a:gdLst/>
              <a:ahLst/>
              <a:cxnLst/>
              <a:rect l="l" t="t" r="r" b="b"/>
              <a:pathLst>
                <a:path w="21581555" h="44196">
                  <a:moveTo>
                    <a:pt x="0" y="0"/>
                  </a:moveTo>
                  <a:lnTo>
                    <a:pt x="21581555" y="0"/>
                  </a:lnTo>
                  <a:lnTo>
                    <a:pt x="4953" y="8858"/>
                  </a:lnTo>
                  <a:lnTo>
                    <a:pt x="9621" y="17716"/>
                  </a:lnTo>
                  <a:lnTo>
                    <a:pt x="14097" y="26479"/>
                  </a:lnTo>
                  <a:lnTo>
                    <a:pt x="18288" y="35337"/>
                  </a:lnTo>
                  <a:lnTo>
                    <a:pt x="22289" y="44196"/>
                  </a:lnTo>
                  <a:lnTo>
                    <a:pt x="21559266" y="44196"/>
                  </a:lnTo>
                  <a:lnTo>
                    <a:pt x="21563267" y="35337"/>
                  </a:lnTo>
                  <a:lnTo>
                    <a:pt x="21567458" y="26479"/>
                  </a:lnTo>
                  <a:lnTo>
                    <a:pt x="21571935" y="17716"/>
                  </a:lnTo>
                  <a:lnTo>
                    <a:pt x="21576602" y="8858"/>
                  </a:lnTo>
                  <a:close/>
                </a:path>
              </a:pathLst>
            </a:custGeom>
            <a:solidFill>
              <a:srgbClr val="C7CFF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banner-b08"/>
            <p:cNvSpPr/>
            <p:nvPr/>
          </p:nvSpPr>
          <p:spPr>
            <a:xfrm>
              <a:off x="3975735" y="1309688"/>
              <a:ext cx="21547455" cy="44195"/>
            </a:xfrm>
            <a:custGeom>
              <a:avLst/>
              <a:gdLst/>
              <a:ahLst/>
              <a:cxnLst/>
              <a:rect l="l" t="t" r="r" b="b"/>
              <a:pathLst>
                <a:path w="21547455" h="44195">
                  <a:moveTo>
                    <a:pt x="0" y="0"/>
                  </a:moveTo>
                  <a:lnTo>
                    <a:pt x="21547455" y="0"/>
                  </a:lnTo>
                  <a:lnTo>
                    <a:pt x="4096" y="8858"/>
                  </a:lnTo>
                  <a:lnTo>
                    <a:pt x="7906" y="17621"/>
                  </a:lnTo>
                  <a:lnTo>
                    <a:pt x="11525" y="26479"/>
                  </a:lnTo>
                  <a:lnTo>
                    <a:pt x="14954" y="35337"/>
                  </a:lnTo>
                  <a:lnTo>
                    <a:pt x="18097" y="44195"/>
                  </a:lnTo>
                  <a:lnTo>
                    <a:pt x="21529357" y="44195"/>
                  </a:lnTo>
                  <a:lnTo>
                    <a:pt x="21532501" y="35337"/>
                  </a:lnTo>
                  <a:lnTo>
                    <a:pt x="21535930" y="26479"/>
                  </a:lnTo>
                  <a:lnTo>
                    <a:pt x="21539549" y="17621"/>
                  </a:lnTo>
                  <a:lnTo>
                    <a:pt x="21543359" y="8858"/>
                  </a:lnTo>
                  <a:close/>
                </a:path>
              </a:pathLst>
            </a:custGeom>
            <a:solidFill>
              <a:srgbClr val="C4CD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5" name="banner-b09"/>
            <p:cNvSpPr/>
            <p:nvPr/>
          </p:nvSpPr>
          <p:spPr>
            <a:xfrm>
              <a:off x="3989737" y="1342454"/>
              <a:ext cx="21519451" cy="44100"/>
            </a:xfrm>
            <a:custGeom>
              <a:avLst/>
              <a:gdLst/>
              <a:ahLst/>
              <a:cxnLst/>
              <a:rect l="l" t="t" r="r" b="b"/>
              <a:pathLst>
                <a:path w="21519451" h="44100">
                  <a:moveTo>
                    <a:pt x="0" y="0"/>
                  </a:moveTo>
                  <a:lnTo>
                    <a:pt x="21519451" y="0"/>
                  </a:lnTo>
                  <a:lnTo>
                    <a:pt x="3238" y="8858"/>
                  </a:lnTo>
                  <a:lnTo>
                    <a:pt x="6286" y="17621"/>
                  </a:lnTo>
                  <a:lnTo>
                    <a:pt x="9144" y="26479"/>
                  </a:lnTo>
                  <a:lnTo>
                    <a:pt x="11811" y="35337"/>
                  </a:lnTo>
                  <a:lnTo>
                    <a:pt x="14192" y="44100"/>
                  </a:lnTo>
                  <a:lnTo>
                    <a:pt x="21505259" y="44100"/>
                  </a:lnTo>
                  <a:lnTo>
                    <a:pt x="21507640" y="35337"/>
                  </a:lnTo>
                  <a:lnTo>
                    <a:pt x="21510307" y="26479"/>
                  </a:lnTo>
                  <a:lnTo>
                    <a:pt x="21513165" y="17621"/>
                  </a:lnTo>
                  <a:lnTo>
                    <a:pt x="21516213" y="8858"/>
                  </a:lnTo>
                  <a:close/>
                </a:path>
              </a:pathLst>
            </a:custGeom>
            <a:solidFill>
              <a:srgbClr val="C2CBF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6" name="banner-b10"/>
            <p:cNvSpPr/>
            <p:nvPr/>
          </p:nvSpPr>
          <p:spPr>
            <a:xfrm>
              <a:off x="4000786" y="1375220"/>
              <a:ext cx="21497353" cy="44100"/>
            </a:xfrm>
            <a:custGeom>
              <a:avLst/>
              <a:gdLst/>
              <a:ahLst/>
              <a:cxnLst/>
              <a:rect l="l" t="t" r="r" b="b"/>
              <a:pathLst>
                <a:path w="21497353" h="44100">
                  <a:moveTo>
                    <a:pt x="0" y="0"/>
                  </a:moveTo>
                  <a:lnTo>
                    <a:pt x="21497353" y="0"/>
                  </a:lnTo>
                  <a:lnTo>
                    <a:pt x="2476" y="8762"/>
                  </a:lnTo>
                  <a:lnTo>
                    <a:pt x="4762" y="17621"/>
                  </a:lnTo>
                  <a:lnTo>
                    <a:pt x="6953" y="26479"/>
                  </a:lnTo>
                  <a:lnTo>
                    <a:pt x="8858" y="35242"/>
                  </a:lnTo>
                  <a:lnTo>
                    <a:pt x="10668" y="44100"/>
                  </a:lnTo>
                  <a:lnTo>
                    <a:pt x="21486685" y="44100"/>
                  </a:lnTo>
                  <a:lnTo>
                    <a:pt x="21488495" y="35242"/>
                  </a:lnTo>
                  <a:lnTo>
                    <a:pt x="21490400" y="26479"/>
                  </a:lnTo>
                  <a:lnTo>
                    <a:pt x="21492591" y="17621"/>
                  </a:lnTo>
                  <a:lnTo>
                    <a:pt x="21494877" y="8762"/>
                  </a:lnTo>
                  <a:close/>
                </a:path>
              </a:pathLst>
            </a:custGeom>
            <a:solidFill>
              <a:srgbClr val="BFC9F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banner-b11"/>
            <p:cNvSpPr/>
            <p:nvPr/>
          </p:nvSpPr>
          <p:spPr>
            <a:xfrm>
              <a:off x="4009168" y="1407890"/>
              <a:ext cx="21480589" cy="44196"/>
            </a:xfrm>
            <a:custGeom>
              <a:avLst/>
              <a:gdLst/>
              <a:ahLst/>
              <a:cxnLst/>
              <a:rect l="l" t="t" r="r" b="b"/>
              <a:pathLst>
                <a:path w="21480589" h="44196">
                  <a:moveTo>
                    <a:pt x="0" y="0"/>
                  </a:moveTo>
                  <a:lnTo>
                    <a:pt x="21480589" y="0"/>
                  </a:lnTo>
                  <a:lnTo>
                    <a:pt x="1810" y="8858"/>
                  </a:lnTo>
                  <a:lnTo>
                    <a:pt x="3429" y="17717"/>
                  </a:lnTo>
                  <a:lnTo>
                    <a:pt x="4953" y="26480"/>
                  </a:lnTo>
                  <a:lnTo>
                    <a:pt x="6191" y="35338"/>
                  </a:lnTo>
                  <a:lnTo>
                    <a:pt x="7334" y="44196"/>
                  </a:lnTo>
                  <a:lnTo>
                    <a:pt x="21473255" y="44196"/>
                  </a:lnTo>
                  <a:lnTo>
                    <a:pt x="21474398" y="35338"/>
                  </a:lnTo>
                  <a:lnTo>
                    <a:pt x="21475636" y="26480"/>
                  </a:lnTo>
                  <a:lnTo>
                    <a:pt x="21477160" y="17717"/>
                  </a:lnTo>
                  <a:lnTo>
                    <a:pt x="21478780" y="8858"/>
                  </a:lnTo>
                  <a:close/>
                </a:path>
              </a:pathLst>
            </a:custGeom>
            <a:solidFill>
              <a:srgbClr val="BDC7F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banner-b12"/>
            <p:cNvSpPr/>
            <p:nvPr/>
          </p:nvSpPr>
          <p:spPr>
            <a:xfrm>
              <a:off x="4014978" y="1440656"/>
              <a:ext cx="21468969" cy="44196"/>
            </a:xfrm>
            <a:custGeom>
              <a:avLst/>
              <a:gdLst/>
              <a:ahLst/>
              <a:cxnLst/>
              <a:rect l="l" t="t" r="r" b="b"/>
              <a:pathLst>
                <a:path w="21468969" h="44196">
                  <a:moveTo>
                    <a:pt x="0" y="0"/>
                  </a:moveTo>
                  <a:lnTo>
                    <a:pt x="21468969" y="0"/>
                  </a:lnTo>
                  <a:lnTo>
                    <a:pt x="1238" y="8858"/>
                  </a:lnTo>
                  <a:lnTo>
                    <a:pt x="2191" y="17622"/>
                  </a:lnTo>
                  <a:lnTo>
                    <a:pt x="3048" y="26480"/>
                  </a:lnTo>
                  <a:lnTo>
                    <a:pt x="3620" y="35338"/>
                  </a:lnTo>
                  <a:lnTo>
                    <a:pt x="4096" y="44196"/>
                  </a:lnTo>
                  <a:lnTo>
                    <a:pt x="21464873" y="44196"/>
                  </a:lnTo>
                  <a:lnTo>
                    <a:pt x="21465350" y="35338"/>
                  </a:lnTo>
                  <a:lnTo>
                    <a:pt x="21465921" y="26480"/>
                  </a:lnTo>
                  <a:lnTo>
                    <a:pt x="21466778" y="17622"/>
                  </a:lnTo>
                  <a:lnTo>
                    <a:pt x="21467731" y="8858"/>
                  </a:lnTo>
                  <a:close/>
                </a:path>
              </a:pathLst>
            </a:custGeom>
            <a:solidFill>
              <a:srgbClr val="BAC4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banner-b13"/>
            <p:cNvSpPr/>
            <p:nvPr/>
          </p:nvSpPr>
          <p:spPr>
            <a:xfrm>
              <a:off x="4018502" y="1473422"/>
              <a:ext cx="21461921" cy="44101"/>
            </a:xfrm>
            <a:custGeom>
              <a:avLst/>
              <a:gdLst/>
              <a:ahLst/>
              <a:cxnLst/>
              <a:rect l="l" t="t" r="r" b="b"/>
              <a:pathLst>
                <a:path w="21461921" h="44101">
                  <a:moveTo>
                    <a:pt x="0" y="0"/>
                  </a:moveTo>
                  <a:lnTo>
                    <a:pt x="21461921" y="0"/>
                  </a:lnTo>
                  <a:lnTo>
                    <a:pt x="476" y="8858"/>
                  </a:lnTo>
                  <a:lnTo>
                    <a:pt x="858" y="17622"/>
                  </a:lnTo>
                  <a:lnTo>
                    <a:pt x="1048" y="26480"/>
                  </a:lnTo>
                  <a:lnTo>
                    <a:pt x="1048" y="35338"/>
                  </a:lnTo>
                  <a:lnTo>
                    <a:pt x="1048" y="44101"/>
                  </a:lnTo>
                  <a:lnTo>
                    <a:pt x="21460873" y="44101"/>
                  </a:lnTo>
                  <a:lnTo>
                    <a:pt x="21460873" y="35338"/>
                  </a:lnTo>
                  <a:lnTo>
                    <a:pt x="21460873" y="26480"/>
                  </a:lnTo>
                  <a:lnTo>
                    <a:pt x="21461064" y="17622"/>
                  </a:lnTo>
                  <a:lnTo>
                    <a:pt x="21461444" y="8858"/>
                  </a:lnTo>
                  <a:close/>
                </a:path>
              </a:pathLst>
            </a:custGeom>
            <a:solidFill>
              <a:srgbClr val="B8C2F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0" name="banner-b14"/>
            <p:cNvSpPr/>
            <p:nvPr/>
          </p:nvSpPr>
          <p:spPr>
            <a:xfrm>
              <a:off x="4019550" y="1506093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717"/>
                  </a:lnTo>
                  <a:lnTo>
                    <a:pt x="0" y="26575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575"/>
                  </a:lnTo>
                  <a:lnTo>
                    <a:pt x="21459825" y="17717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B5C0F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1" name="banner-b15"/>
            <p:cNvSpPr/>
            <p:nvPr/>
          </p:nvSpPr>
          <p:spPr>
            <a:xfrm>
              <a:off x="4019550" y="1538859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716"/>
                  </a:lnTo>
                  <a:lnTo>
                    <a:pt x="0" y="26479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79"/>
                  </a:lnTo>
                  <a:lnTo>
                    <a:pt x="21459825" y="17716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B3BE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banner-b16"/>
            <p:cNvSpPr/>
            <p:nvPr/>
          </p:nvSpPr>
          <p:spPr>
            <a:xfrm>
              <a:off x="4019550" y="1571625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621"/>
                  </a:lnTo>
                  <a:lnTo>
                    <a:pt x="0" y="26479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79"/>
                  </a:lnTo>
                  <a:lnTo>
                    <a:pt x="21459825" y="17621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B0BCF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banner-b17"/>
            <p:cNvSpPr/>
            <p:nvPr/>
          </p:nvSpPr>
          <p:spPr>
            <a:xfrm>
              <a:off x="4019550" y="1604391"/>
              <a:ext cx="21459825" cy="44101"/>
            </a:xfrm>
            <a:custGeom>
              <a:avLst/>
              <a:gdLst/>
              <a:ahLst/>
              <a:cxnLst/>
              <a:rect l="l" t="t" r="r" b="b"/>
              <a:pathLst>
                <a:path w="21459825" h="44101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621"/>
                  </a:lnTo>
                  <a:lnTo>
                    <a:pt x="0" y="26479"/>
                  </a:lnTo>
                  <a:lnTo>
                    <a:pt x="0" y="35338"/>
                  </a:lnTo>
                  <a:lnTo>
                    <a:pt x="0" y="44101"/>
                  </a:lnTo>
                  <a:lnTo>
                    <a:pt x="21459825" y="44101"/>
                  </a:lnTo>
                  <a:lnTo>
                    <a:pt x="21459825" y="35338"/>
                  </a:lnTo>
                  <a:lnTo>
                    <a:pt x="21459825" y="26479"/>
                  </a:lnTo>
                  <a:lnTo>
                    <a:pt x="21459825" y="17621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ADBAF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banner-b18"/>
            <p:cNvSpPr/>
            <p:nvPr/>
          </p:nvSpPr>
          <p:spPr>
            <a:xfrm>
              <a:off x="4019550" y="1637157"/>
              <a:ext cx="21459825" cy="44101"/>
            </a:xfrm>
            <a:custGeom>
              <a:avLst/>
              <a:gdLst/>
              <a:ahLst/>
              <a:cxnLst/>
              <a:rect l="l" t="t" r="r" b="b"/>
              <a:pathLst>
                <a:path w="21459825" h="44101">
                  <a:moveTo>
                    <a:pt x="0" y="0"/>
                  </a:moveTo>
                  <a:lnTo>
                    <a:pt x="21459825" y="0"/>
                  </a:lnTo>
                  <a:lnTo>
                    <a:pt x="0" y="8763"/>
                  </a:lnTo>
                  <a:lnTo>
                    <a:pt x="0" y="17621"/>
                  </a:lnTo>
                  <a:lnTo>
                    <a:pt x="0" y="26479"/>
                  </a:lnTo>
                  <a:lnTo>
                    <a:pt x="0" y="35243"/>
                  </a:lnTo>
                  <a:lnTo>
                    <a:pt x="0" y="44101"/>
                  </a:lnTo>
                  <a:lnTo>
                    <a:pt x="21459825" y="44101"/>
                  </a:lnTo>
                  <a:lnTo>
                    <a:pt x="21459825" y="35243"/>
                  </a:lnTo>
                  <a:lnTo>
                    <a:pt x="21459825" y="26479"/>
                  </a:lnTo>
                  <a:lnTo>
                    <a:pt x="21459825" y="17621"/>
                  </a:lnTo>
                  <a:lnTo>
                    <a:pt x="21459825" y="8763"/>
                  </a:lnTo>
                  <a:close/>
                </a:path>
              </a:pathLst>
            </a:custGeom>
            <a:solidFill>
              <a:srgbClr val="ABB7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5" name="banner-b19"/>
            <p:cNvSpPr/>
            <p:nvPr/>
          </p:nvSpPr>
          <p:spPr>
            <a:xfrm>
              <a:off x="4019550" y="1669828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716"/>
                  </a:lnTo>
                  <a:lnTo>
                    <a:pt x="0" y="26479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79"/>
                  </a:lnTo>
                  <a:lnTo>
                    <a:pt x="21459825" y="17716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A8B5F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6" name="banner-b20"/>
            <p:cNvSpPr/>
            <p:nvPr/>
          </p:nvSpPr>
          <p:spPr>
            <a:xfrm>
              <a:off x="4019550" y="1702594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621"/>
                  </a:lnTo>
                  <a:lnTo>
                    <a:pt x="0" y="26479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79"/>
                  </a:lnTo>
                  <a:lnTo>
                    <a:pt x="21459825" y="17621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A5B2F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banner-b21"/>
            <p:cNvSpPr/>
            <p:nvPr/>
          </p:nvSpPr>
          <p:spPr>
            <a:xfrm>
              <a:off x="4019550" y="1735360"/>
              <a:ext cx="21459825" cy="44100"/>
            </a:xfrm>
            <a:custGeom>
              <a:avLst/>
              <a:gdLst/>
              <a:ahLst/>
              <a:cxnLst/>
              <a:rect l="l" t="t" r="r" b="b"/>
              <a:pathLst>
                <a:path w="21459825" h="44100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621"/>
                  </a:lnTo>
                  <a:lnTo>
                    <a:pt x="0" y="26479"/>
                  </a:lnTo>
                  <a:lnTo>
                    <a:pt x="0" y="35338"/>
                  </a:lnTo>
                  <a:lnTo>
                    <a:pt x="0" y="44100"/>
                  </a:lnTo>
                  <a:lnTo>
                    <a:pt x="21459825" y="44100"/>
                  </a:lnTo>
                  <a:lnTo>
                    <a:pt x="21459825" y="35338"/>
                  </a:lnTo>
                  <a:lnTo>
                    <a:pt x="21459825" y="26479"/>
                  </a:lnTo>
                  <a:lnTo>
                    <a:pt x="21459825" y="17621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A3B0F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banner-b22"/>
            <p:cNvSpPr/>
            <p:nvPr/>
          </p:nvSpPr>
          <p:spPr>
            <a:xfrm>
              <a:off x="4019550" y="1768030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9"/>
                  </a:lnTo>
                  <a:lnTo>
                    <a:pt x="0" y="17717"/>
                  </a:lnTo>
                  <a:lnTo>
                    <a:pt x="0" y="26575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575"/>
                  </a:lnTo>
                  <a:lnTo>
                    <a:pt x="21459825" y="17717"/>
                  </a:lnTo>
                  <a:lnTo>
                    <a:pt x="21459825" y="8859"/>
                  </a:lnTo>
                  <a:close/>
                </a:path>
              </a:pathLst>
            </a:custGeom>
            <a:solidFill>
              <a:srgbClr val="A0AEF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banner-b23"/>
            <p:cNvSpPr/>
            <p:nvPr/>
          </p:nvSpPr>
          <p:spPr>
            <a:xfrm>
              <a:off x="4019550" y="1800796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9"/>
                  </a:lnTo>
                  <a:lnTo>
                    <a:pt x="0" y="17717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717"/>
                  </a:lnTo>
                  <a:lnTo>
                    <a:pt x="21459825" y="8859"/>
                  </a:lnTo>
                  <a:close/>
                </a:path>
              </a:pathLst>
            </a:custGeom>
            <a:solidFill>
              <a:srgbClr val="9EABF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0" name="banner-b24"/>
            <p:cNvSpPr/>
            <p:nvPr/>
          </p:nvSpPr>
          <p:spPr>
            <a:xfrm>
              <a:off x="4019550" y="1833562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9"/>
                  </a:lnTo>
                  <a:lnTo>
                    <a:pt x="0" y="17622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622"/>
                  </a:lnTo>
                  <a:lnTo>
                    <a:pt x="21459825" y="8859"/>
                  </a:lnTo>
                  <a:close/>
                </a:path>
              </a:pathLst>
            </a:custGeom>
            <a:solidFill>
              <a:srgbClr val="9BA9F1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1" name="banner-b25"/>
            <p:cNvSpPr/>
            <p:nvPr/>
          </p:nvSpPr>
          <p:spPr>
            <a:xfrm>
              <a:off x="4019550" y="1866328"/>
              <a:ext cx="21459825" cy="44101"/>
            </a:xfrm>
            <a:custGeom>
              <a:avLst/>
              <a:gdLst/>
              <a:ahLst/>
              <a:cxnLst/>
              <a:rect l="l" t="t" r="r" b="b"/>
              <a:pathLst>
                <a:path w="21459825" h="44101">
                  <a:moveTo>
                    <a:pt x="0" y="0"/>
                  </a:moveTo>
                  <a:lnTo>
                    <a:pt x="21459825" y="0"/>
                  </a:lnTo>
                  <a:lnTo>
                    <a:pt x="0" y="8859"/>
                  </a:lnTo>
                  <a:lnTo>
                    <a:pt x="0" y="17622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01"/>
                  </a:lnTo>
                  <a:lnTo>
                    <a:pt x="21459825" y="44101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622"/>
                  </a:lnTo>
                  <a:lnTo>
                    <a:pt x="21459825" y="8859"/>
                  </a:lnTo>
                  <a:close/>
                </a:path>
              </a:pathLst>
            </a:custGeom>
            <a:solidFill>
              <a:srgbClr val="98A6F0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banner-b26"/>
            <p:cNvSpPr/>
            <p:nvPr/>
          </p:nvSpPr>
          <p:spPr>
            <a:xfrm>
              <a:off x="4019550" y="1899094"/>
              <a:ext cx="21459825" cy="44101"/>
            </a:xfrm>
            <a:custGeom>
              <a:avLst/>
              <a:gdLst/>
              <a:ahLst/>
              <a:cxnLst/>
              <a:rect l="l" t="t" r="r" b="b"/>
              <a:pathLst>
                <a:path w="21459825" h="44101">
                  <a:moveTo>
                    <a:pt x="0" y="0"/>
                  </a:moveTo>
                  <a:lnTo>
                    <a:pt x="21459825" y="0"/>
                  </a:lnTo>
                  <a:lnTo>
                    <a:pt x="0" y="8764"/>
                  </a:lnTo>
                  <a:lnTo>
                    <a:pt x="0" y="17622"/>
                  </a:lnTo>
                  <a:lnTo>
                    <a:pt x="0" y="26480"/>
                  </a:lnTo>
                  <a:lnTo>
                    <a:pt x="0" y="35243"/>
                  </a:lnTo>
                  <a:lnTo>
                    <a:pt x="0" y="44101"/>
                  </a:lnTo>
                  <a:lnTo>
                    <a:pt x="21459825" y="44101"/>
                  </a:lnTo>
                  <a:lnTo>
                    <a:pt x="21459825" y="35243"/>
                  </a:lnTo>
                  <a:lnTo>
                    <a:pt x="21459825" y="26480"/>
                  </a:lnTo>
                  <a:lnTo>
                    <a:pt x="21459825" y="17622"/>
                  </a:lnTo>
                  <a:lnTo>
                    <a:pt x="21459825" y="8764"/>
                  </a:lnTo>
                  <a:close/>
                </a:path>
              </a:pathLst>
            </a:custGeom>
            <a:solidFill>
              <a:srgbClr val="95A3E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banner-b27"/>
            <p:cNvSpPr/>
            <p:nvPr/>
          </p:nvSpPr>
          <p:spPr>
            <a:xfrm>
              <a:off x="4019550" y="1931765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9"/>
                  </a:lnTo>
                  <a:lnTo>
                    <a:pt x="0" y="17717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717"/>
                  </a:lnTo>
                  <a:lnTo>
                    <a:pt x="21459825" y="8859"/>
                  </a:lnTo>
                  <a:close/>
                </a:path>
              </a:pathLst>
            </a:custGeom>
            <a:solidFill>
              <a:srgbClr val="92A1E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banner-b28"/>
            <p:cNvSpPr/>
            <p:nvPr/>
          </p:nvSpPr>
          <p:spPr>
            <a:xfrm>
              <a:off x="4019550" y="1964531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9"/>
                  </a:lnTo>
                  <a:lnTo>
                    <a:pt x="0" y="17621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621"/>
                  </a:lnTo>
                  <a:lnTo>
                    <a:pt x="21459825" y="8859"/>
                  </a:lnTo>
                  <a:close/>
                </a:path>
              </a:pathLst>
            </a:custGeom>
            <a:solidFill>
              <a:srgbClr val="8F9EED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banner-b29"/>
            <p:cNvSpPr/>
            <p:nvPr/>
          </p:nvSpPr>
          <p:spPr>
            <a:xfrm>
              <a:off x="4019550" y="1997297"/>
              <a:ext cx="21459825" cy="44101"/>
            </a:xfrm>
            <a:custGeom>
              <a:avLst/>
              <a:gdLst/>
              <a:ahLst/>
              <a:cxnLst/>
              <a:rect l="l" t="t" r="r" b="b"/>
              <a:pathLst>
                <a:path w="21459825" h="44101">
                  <a:moveTo>
                    <a:pt x="0" y="0"/>
                  </a:moveTo>
                  <a:lnTo>
                    <a:pt x="21459825" y="0"/>
                  </a:lnTo>
                  <a:lnTo>
                    <a:pt x="0" y="8859"/>
                  </a:lnTo>
                  <a:lnTo>
                    <a:pt x="0" y="17621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01"/>
                  </a:lnTo>
                  <a:lnTo>
                    <a:pt x="21459825" y="44101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621"/>
                  </a:lnTo>
                  <a:lnTo>
                    <a:pt x="21459825" y="8859"/>
                  </a:lnTo>
                  <a:close/>
                </a:path>
              </a:pathLst>
            </a:custGeom>
            <a:solidFill>
              <a:srgbClr val="8C9BEC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banner-b30"/>
            <p:cNvSpPr/>
            <p:nvPr/>
          </p:nvSpPr>
          <p:spPr>
            <a:xfrm>
              <a:off x="4019550" y="2029968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716"/>
                  </a:lnTo>
                  <a:lnTo>
                    <a:pt x="0" y="26575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575"/>
                  </a:lnTo>
                  <a:lnTo>
                    <a:pt x="21459825" y="17716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8998EB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banner-b31"/>
            <p:cNvSpPr/>
            <p:nvPr/>
          </p:nvSpPr>
          <p:spPr>
            <a:xfrm>
              <a:off x="4019550" y="2062734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716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716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8596EA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banner-b32"/>
            <p:cNvSpPr/>
            <p:nvPr/>
          </p:nvSpPr>
          <p:spPr>
            <a:xfrm>
              <a:off x="4019550" y="2095500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621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621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8293E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banner-b33"/>
            <p:cNvSpPr/>
            <p:nvPr/>
          </p:nvSpPr>
          <p:spPr>
            <a:xfrm>
              <a:off x="4019550" y="2128266"/>
              <a:ext cx="21459825" cy="44101"/>
            </a:xfrm>
            <a:custGeom>
              <a:avLst/>
              <a:gdLst/>
              <a:ahLst/>
              <a:cxnLst/>
              <a:rect l="l" t="t" r="r" b="b"/>
              <a:pathLst>
                <a:path w="21459825" h="44101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621"/>
                  </a:lnTo>
                  <a:lnTo>
                    <a:pt x="0" y="26480"/>
                  </a:lnTo>
                  <a:lnTo>
                    <a:pt x="0" y="35338"/>
                  </a:lnTo>
                  <a:lnTo>
                    <a:pt x="0" y="44101"/>
                  </a:lnTo>
                  <a:lnTo>
                    <a:pt x="21459825" y="44101"/>
                  </a:lnTo>
                  <a:lnTo>
                    <a:pt x="21459825" y="35338"/>
                  </a:lnTo>
                  <a:lnTo>
                    <a:pt x="21459825" y="26480"/>
                  </a:lnTo>
                  <a:lnTo>
                    <a:pt x="21459825" y="17621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7F90E8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0" name="banner-b34"/>
            <p:cNvSpPr/>
            <p:nvPr/>
          </p:nvSpPr>
          <p:spPr>
            <a:xfrm>
              <a:off x="4019550" y="2161032"/>
              <a:ext cx="21459825" cy="44101"/>
            </a:xfrm>
            <a:custGeom>
              <a:avLst/>
              <a:gdLst/>
              <a:ahLst/>
              <a:cxnLst/>
              <a:rect l="l" t="t" r="r" b="b"/>
              <a:pathLst>
                <a:path w="21459825" h="44101">
                  <a:moveTo>
                    <a:pt x="0" y="0"/>
                  </a:moveTo>
                  <a:lnTo>
                    <a:pt x="21459825" y="0"/>
                  </a:lnTo>
                  <a:lnTo>
                    <a:pt x="0" y="8763"/>
                  </a:lnTo>
                  <a:lnTo>
                    <a:pt x="0" y="17621"/>
                  </a:lnTo>
                  <a:lnTo>
                    <a:pt x="0" y="26480"/>
                  </a:lnTo>
                  <a:lnTo>
                    <a:pt x="0" y="35242"/>
                  </a:lnTo>
                  <a:lnTo>
                    <a:pt x="0" y="44101"/>
                  </a:lnTo>
                  <a:lnTo>
                    <a:pt x="21459825" y="44101"/>
                  </a:lnTo>
                  <a:lnTo>
                    <a:pt x="21459825" y="35242"/>
                  </a:lnTo>
                  <a:lnTo>
                    <a:pt x="21459825" y="26480"/>
                  </a:lnTo>
                  <a:lnTo>
                    <a:pt x="21459825" y="17621"/>
                  </a:lnTo>
                  <a:lnTo>
                    <a:pt x="21459825" y="8763"/>
                  </a:lnTo>
                  <a:close/>
                </a:path>
              </a:pathLst>
            </a:custGeom>
            <a:solidFill>
              <a:srgbClr val="7C8EE7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1" name="banner-b35"/>
            <p:cNvSpPr/>
            <p:nvPr/>
          </p:nvSpPr>
          <p:spPr>
            <a:xfrm>
              <a:off x="4019550" y="2193703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716"/>
                  </a:lnTo>
                  <a:lnTo>
                    <a:pt x="0" y="26479"/>
                  </a:lnTo>
                  <a:lnTo>
                    <a:pt x="0" y="35337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7"/>
                  </a:lnTo>
                  <a:lnTo>
                    <a:pt x="21459825" y="26479"/>
                  </a:lnTo>
                  <a:lnTo>
                    <a:pt x="21459825" y="17716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7A8CE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banner-b36"/>
            <p:cNvSpPr/>
            <p:nvPr/>
          </p:nvSpPr>
          <p:spPr>
            <a:xfrm>
              <a:off x="4019550" y="2226469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621"/>
                  </a:lnTo>
                  <a:lnTo>
                    <a:pt x="0" y="26479"/>
                  </a:lnTo>
                  <a:lnTo>
                    <a:pt x="0" y="35337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7"/>
                  </a:lnTo>
                  <a:lnTo>
                    <a:pt x="21459825" y="26479"/>
                  </a:lnTo>
                  <a:lnTo>
                    <a:pt x="21459825" y="17621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7789E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banner-b37"/>
            <p:cNvSpPr/>
            <p:nvPr/>
          </p:nvSpPr>
          <p:spPr>
            <a:xfrm>
              <a:off x="4019550" y="2259235"/>
              <a:ext cx="21459825" cy="44101"/>
            </a:xfrm>
            <a:custGeom>
              <a:avLst/>
              <a:gdLst/>
              <a:ahLst/>
              <a:cxnLst/>
              <a:rect l="l" t="t" r="r" b="b"/>
              <a:pathLst>
                <a:path w="21459825" h="44101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621"/>
                  </a:lnTo>
                  <a:lnTo>
                    <a:pt x="0" y="26479"/>
                  </a:lnTo>
                  <a:lnTo>
                    <a:pt x="0" y="35337"/>
                  </a:lnTo>
                  <a:lnTo>
                    <a:pt x="0" y="44101"/>
                  </a:lnTo>
                  <a:lnTo>
                    <a:pt x="21459825" y="44101"/>
                  </a:lnTo>
                  <a:lnTo>
                    <a:pt x="21459825" y="35337"/>
                  </a:lnTo>
                  <a:lnTo>
                    <a:pt x="21459825" y="26479"/>
                  </a:lnTo>
                  <a:lnTo>
                    <a:pt x="21459825" y="17621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7487E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banner-b38"/>
            <p:cNvSpPr/>
            <p:nvPr/>
          </p:nvSpPr>
          <p:spPr>
            <a:xfrm>
              <a:off x="4019550" y="2291906"/>
              <a:ext cx="21459825" cy="44196"/>
            </a:xfrm>
            <a:custGeom>
              <a:avLst/>
              <a:gdLst/>
              <a:ahLst/>
              <a:cxnLst/>
              <a:rect l="l" t="t" r="r" b="b"/>
              <a:pathLst>
                <a:path w="21459825" h="44196">
                  <a:moveTo>
                    <a:pt x="0" y="0"/>
                  </a:moveTo>
                  <a:lnTo>
                    <a:pt x="21459825" y="0"/>
                  </a:lnTo>
                  <a:lnTo>
                    <a:pt x="0" y="8858"/>
                  </a:lnTo>
                  <a:lnTo>
                    <a:pt x="0" y="17716"/>
                  </a:lnTo>
                  <a:lnTo>
                    <a:pt x="0" y="26574"/>
                  </a:lnTo>
                  <a:lnTo>
                    <a:pt x="0" y="35337"/>
                  </a:lnTo>
                  <a:lnTo>
                    <a:pt x="0" y="44196"/>
                  </a:lnTo>
                  <a:lnTo>
                    <a:pt x="21459825" y="44196"/>
                  </a:lnTo>
                  <a:lnTo>
                    <a:pt x="21459825" y="35337"/>
                  </a:lnTo>
                  <a:lnTo>
                    <a:pt x="21459825" y="26574"/>
                  </a:lnTo>
                  <a:lnTo>
                    <a:pt x="21459825" y="17716"/>
                  </a:lnTo>
                  <a:lnTo>
                    <a:pt x="21459825" y="8858"/>
                  </a:lnTo>
                  <a:close/>
                </a:path>
              </a:pathLst>
            </a:custGeom>
            <a:solidFill>
              <a:srgbClr val="7185E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banner-b39"/>
            <p:cNvSpPr/>
            <p:nvPr/>
          </p:nvSpPr>
          <p:spPr>
            <a:xfrm>
              <a:off x="4019550" y="2324672"/>
              <a:ext cx="21459825" cy="32766"/>
            </a:xfrm>
            <a:custGeom>
              <a:avLst/>
              <a:gdLst/>
              <a:ahLst/>
              <a:cxnLst/>
              <a:rect l="l" t="t" r="r" b="b"/>
              <a:pathLst>
                <a:path w="21459825" h="32766">
                  <a:moveTo>
                    <a:pt x="0" y="0"/>
                  </a:moveTo>
                  <a:lnTo>
                    <a:pt x="21459825" y="0"/>
                  </a:lnTo>
                  <a:lnTo>
                    <a:pt x="0" y="6572"/>
                  </a:lnTo>
                  <a:lnTo>
                    <a:pt x="0" y="13144"/>
                  </a:lnTo>
                  <a:lnTo>
                    <a:pt x="0" y="19621"/>
                  </a:lnTo>
                  <a:lnTo>
                    <a:pt x="0" y="26193"/>
                  </a:lnTo>
                  <a:lnTo>
                    <a:pt x="0" y="32766"/>
                  </a:lnTo>
                  <a:lnTo>
                    <a:pt x="21459825" y="32766"/>
                  </a:lnTo>
                  <a:lnTo>
                    <a:pt x="21459825" y="26193"/>
                  </a:lnTo>
                  <a:lnTo>
                    <a:pt x="21459825" y="19621"/>
                  </a:lnTo>
                  <a:lnTo>
                    <a:pt x="21459825" y="13144"/>
                  </a:lnTo>
                  <a:lnTo>
                    <a:pt x="21459825" y="6572"/>
                  </a:lnTo>
                  <a:close/>
                </a:path>
              </a:pathLst>
            </a:custGeom>
            <a:solidFill>
              <a:srgbClr val="6F83E3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banner-text"/>
            <p:cNvSpPr txBox="1"/>
            <p:nvPr/>
          </p:nvSpPr>
          <p:spPr>
            <a:xfrm>
              <a:off x="5336858" y="1089660"/>
              <a:ext cx="18825210" cy="13258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65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面向学生终端的多模态融合模型轻量化技术研究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